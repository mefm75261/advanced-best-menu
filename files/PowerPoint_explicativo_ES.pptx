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heme/theme2.xml" ContentType="application/vnd.openxmlformats-officedocument.theme+xml"/>
  <Override PartName="/ppt/tags/tag48.xml" ContentType="application/vnd.openxmlformats-officedocument.presentationml.tags+xml"/>
  <Override PartName="/ppt/tags/tag4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50.xml" ContentType="application/vnd.openxmlformats-officedocument.presentationml.tags+xml"/>
  <Override PartName="/ppt/tags/tag51.xml" ContentType="application/vnd.openxmlformats-officedocument.presentationml.tags+xml"/>
  <Override PartName="/ppt/notesSlides/notesSlide1.xml" ContentType="application/vnd.openxmlformats-officedocument.presentationml.notesSlide+xml"/>
  <Override PartName="/ppt/tags/tag52.xml" ContentType="application/vnd.openxmlformats-officedocument.presentationml.tags+xml"/>
  <Override PartName="/ppt/notesSlides/notesSlide2.xml" ContentType="application/vnd.openxmlformats-officedocument.presentationml.notesSlide+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4.xml" ContentType="application/vnd.openxmlformats-officedocument.presentationml.notesSlide+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notesSlides/notesSlide7.xml" ContentType="application/vnd.openxmlformats-officedocument.presentationml.notesSlide+xml"/>
  <Override PartName="/ppt/tags/tag60.xml" ContentType="application/vnd.openxmlformats-officedocument.presentationml.tags+xml"/>
  <Override PartName="/ppt/notesSlides/notesSlide8.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9.xml" ContentType="application/vnd.openxmlformats-officedocument.presentationml.notesSlide+xml"/>
  <Override PartName="/ppt/tags/tag63.xml" ContentType="application/vnd.openxmlformats-officedocument.presentationml.tags+xml"/>
  <Override PartName="/ppt/notesSlides/notesSlide10.xml" ContentType="application/vnd.openxmlformats-officedocument.presentationml.notesSlide+xml"/>
  <Override PartName="/ppt/tags/tag64.xml" ContentType="application/vnd.openxmlformats-officedocument.presentationml.tags+xml"/>
  <Override PartName="/ppt/notesSlides/notesSlide11.xml" ContentType="application/vnd.openxmlformats-officedocument.presentationml.notesSlide+xml"/>
  <Override PartName="/ppt/tags/tag65.xml" ContentType="application/vnd.openxmlformats-officedocument.presentationml.tags+xml"/>
  <Override PartName="/ppt/notesSlides/notesSlide12.xml" ContentType="application/vnd.openxmlformats-officedocument.presentationml.notesSlide+xml"/>
  <Override PartName="/ppt/tags/tag66.xml" ContentType="application/vnd.openxmlformats-officedocument.presentationml.tags+xml"/>
  <Override PartName="/ppt/notesSlides/notesSlide13.xml" ContentType="application/vnd.openxmlformats-officedocument.presentationml.notesSlide+xml"/>
  <Override PartName="/ppt/tags/tag67.xml" ContentType="application/vnd.openxmlformats-officedocument.presentationml.tags+xml"/>
  <Override PartName="/ppt/notesSlides/notesSlide14.xml" ContentType="application/vnd.openxmlformats-officedocument.presentationml.notesSlide+xml"/>
  <Override PartName="/ppt/tags/tag68.xml" ContentType="application/vnd.openxmlformats-officedocument.presentationml.tags+xml"/>
  <Override PartName="/ppt/notesSlides/notesSlide15.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notesSlides/notesSlide16.xml" ContentType="application/vnd.openxmlformats-officedocument.presentationml.notesSlide+xml"/>
  <Override PartName="/ppt/tags/tag71.xml" ContentType="application/vnd.openxmlformats-officedocument.presentationml.tags+xml"/>
  <Override PartName="/ppt/notesSlides/notesSlide17.xml" ContentType="application/vnd.openxmlformats-officedocument.presentationml.notesSlide+xml"/>
  <Override PartName="/ppt/tags/tag72.xml" ContentType="application/vnd.openxmlformats-officedocument.presentationml.tags+xml"/>
  <Override PartName="/ppt/notesSlides/notesSlide18.xml" ContentType="application/vnd.openxmlformats-officedocument.presentationml.notesSlide+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notesSlides/notesSlide21.xml" ContentType="application/vnd.openxmlformats-officedocument.presentationml.notesSlide+xml"/>
  <Override PartName="/ppt/tags/tag76.xml" ContentType="application/vnd.openxmlformats-officedocument.presentationml.tags+xml"/>
  <Override PartName="/ppt/notesSlides/notesSlide22.xml" ContentType="application/vnd.openxmlformats-officedocument.presentationml.notesSlide+xml"/>
  <Override PartName="/ppt/tags/tag77.xml" ContentType="application/vnd.openxmlformats-officedocument.presentationml.tags+xml"/>
  <Override PartName="/ppt/notesSlides/notesSlide23.xml" ContentType="application/vnd.openxmlformats-officedocument.presentationml.notesSlide+xml"/>
  <Override PartName="/ppt/tags/tag78.xml" ContentType="application/vnd.openxmlformats-officedocument.presentationml.tags+xml"/>
  <Override PartName="/ppt/notesSlides/notesSlide24.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25.xml" ContentType="application/vnd.openxmlformats-officedocument.presentationml.notesSlide+xml"/>
  <Override PartName="/ppt/tags/tag81.xml" ContentType="application/vnd.openxmlformats-officedocument.presentationml.tags+xml"/>
  <Override PartName="/ppt/notesSlides/notesSlide26.xml" ContentType="application/vnd.openxmlformats-officedocument.presentationml.notesSlide+xml"/>
  <Override PartName="/ppt/tags/tag82.xml" ContentType="application/vnd.openxmlformats-officedocument.presentationml.tags+xml"/>
  <Override PartName="/ppt/notesSlides/notesSlide27.xml" ContentType="application/vnd.openxmlformats-officedocument.presentationml.notesSlide+xml"/>
  <Override PartName="/ppt/tags/tag8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31.xml" ContentType="application/vnd.openxmlformats-officedocument.presentationml.notesSlide+xml"/>
  <Override PartName="/ppt/tags/tag87.xml" ContentType="application/vnd.openxmlformats-officedocument.presentationml.tags+xml"/>
  <Override PartName="/ppt/notesSlides/notesSlide32.xml" ContentType="application/vnd.openxmlformats-officedocument.presentationml.notesSlide+xml"/>
  <Override PartName="/ppt/tags/tag88.xml" ContentType="application/vnd.openxmlformats-officedocument.presentationml.tags+xml"/>
  <Override PartName="/ppt/notesSlides/notesSlide33.xml" ContentType="application/vnd.openxmlformats-officedocument.presentationml.notesSlide+xml"/>
  <Override PartName="/ppt/tags/tag89.xml" ContentType="application/vnd.openxmlformats-officedocument.presentationml.tags+xml"/>
  <Override PartName="/ppt/notesSlides/notesSlide34.xml" ContentType="application/vnd.openxmlformats-officedocument.presentationml.notesSlide+xml"/>
  <Override PartName="/ppt/tags/tag90.xml" ContentType="application/vnd.openxmlformats-officedocument.presentationml.tags+xml"/>
  <Override PartName="/ppt/notesSlides/notesSlide35.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36.xml" ContentType="application/vnd.openxmlformats-officedocument.presentationml.notesSlide+xml"/>
  <Override PartName="/ppt/tags/tag93.xml" ContentType="application/vnd.openxmlformats-officedocument.presentationml.tags+xml"/>
  <Override PartName="/ppt/notesSlides/notesSlide37.xml" ContentType="application/vnd.openxmlformats-officedocument.presentationml.notesSlide+xml"/>
  <Override PartName="/ppt/tags/tag94.xml" ContentType="application/vnd.openxmlformats-officedocument.presentationml.tags+xml"/>
  <Override PartName="/ppt/notesSlides/notesSlide3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39.xml" ContentType="application/vnd.openxmlformats-officedocument.presentationml.notesSlide+xml"/>
  <Override PartName="/ppt/tags/tag97.xml" ContentType="application/vnd.openxmlformats-officedocument.presentationml.tags+xml"/>
  <Override PartName="/ppt/notesSlides/notesSlide4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85" r:id="rId4"/>
  </p:sldMasterIdLst>
  <p:notesMasterIdLst>
    <p:notesMasterId r:id="rId143"/>
  </p:notesMasterIdLst>
  <p:sldIdLst>
    <p:sldId id="256" r:id="rId5"/>
    <p:sldId id="340" r:id="rId6"/>
    <p:sldId id="2147483610" r:id="rId7"/>
    <p:sldId id="304" r:id="rId8"/>
    <p:sldId id="275" r:id="rId9"/>
    <p:sldId id="276" r:id="rId10"/>
    <p:sldId id="366" r:id="rId11"/>
    <p:sldId id="2147483626" r:id="rId12"/>
    <p:sldId id="2147483638" r:id="rId13"/>
    <p:sldId id="311" r:id="rId14"/>
    <p:sldId id="2147483625" r:id="rId15"/>
    <p:sldId id="343" r:id="rId16"/>
    <p:sldId id="367" r:id="rId17"/>
    <p:sldId id="2147483619" r:id="rId18"/>
    <p:sldId id="2147483636" r:id="rId19"/>
    <p:sldId id="310" r:id="rId20"/>
    <p:sldId id="286" r:id="rId21"/>
    <p:sldId id="2147483622" r:id="rId22"/>
    <p:sldId id="341" r:id="rId23"/>
    <p:sldId id="2147483628" r:id="rId24"/>
    <p:sldId id="2147483629" r:id="rId25"/>
    <p:sldId id="2147483630" r:id="rId26"/>
    <p:sldId id="2147483631" r:id="rId27"/>
    <p:sldId id="2147483623" r:id="rId28"/>
    <p:sldId id="2147483632" r:id="rId29"/>
    <p:sldId id="2147483633" r:id="rId30"/>
    <p:sldId id="358" r:id="rId31"/>
    <p:sldId id="2147483635" r:id="rId32"/>
    <p:sldId id="2147483642" r:id="rId33"/>
    <p:sldId id="2147483637" r:id="rId34"/>
    <p:sldId id="2147483639" r:id="rId35"/>
    <p:sldId id="2147483644" r:id="rId36"/>
    <p:sldId id="2147483641" r:id="rId37"/>
    <p:sldId id="2147483640" r:id="rId38"/>
    <p:sldId id="2147483645" r:id="rId39"/>
    <p:sldId id="2147483646" r:id="rId40"/>
    <p:sldId id="2147483643" r:id="rId41"/>
    <p:sldId id="2147483647" r:id="rId42"/>
    <p:sldId id="257" r:id="rId43"/>
    <p:sldId id="259" r:id="rId44"/>
    <p:sldId id="260" r:id="rId45"/>
    <p:sldId id="261" r:id="rId46"/>
    <p:sldId id="258" r:id="rId47"/>
    <p:sldId id="262" r:id="rId48"/>
    <p:sldId id="312" r:id="rId49"/>
    <p:sldId id="263" r:id="rId50"/>
    <p:sldId id="264" r:id="rId51"/>
    <p:sldId id="265" r:id="rId52"/>
    <p:sldId id="266" r:id="rId53"/>
    <p:sldId id="267" r:id="rId54"/>
    <p:sldId id="316" r:id="rId55"/>
    <p:sldId id="268" r:id="rId56"/>
    <p:sldId id="285" r:id="rId57"/>
    <p:sldId id="269" r:id="rId58"/>
    <p:sldId id="272" r:id="rId59"/>
    <p:sldId id="271" r:id="rId60"/>
    <p:sldId id="278" r:id="rId61"/>
    <p:sldId id="313" r:id="rId62"/>
    <p:sldId id="277" r:id="rId63"/>
    <p:sldId id="297" r:id="rId64"/>
    <p:sldId id="274" r:id="rId65"/>
    <p:sldId id="273" r:id="rId66"/>
    <p:sldId id="280" r:id="rId67"/>
    <p:sldId id="281" r:id="rId68"/>
    <p:sldId id="365" r:id="rId69"/>
    <p:sldId id="279" r:id="rId70"/>
    <p:sldId id="303" r:id="rId71"/>
    <p:sldId id="284" r:id="rId72"/>
    <p:sldId id="282" r:id="rId73"/>
    <p:sldId id="287" r:id="rId74"/>
    <p:sldId id="288" r:id="rId75"/>
    <p:sldId id="289" r:id="rId76"/>
    <p:sldId id="290" r:id="rId77"/>
    <p:sldId id="291" r:id="rId78"/>
    <p:sldId id="292" r:id="rId79"/>
    <p:sldId id="294" r:id="rId80"/>
    <p:sldId id="309" r:id="rId81"/>
    <p:sldId id="283" r:id="rId82"/>
    <p:sldId id="293" r:id="rId83"/>
    <p:sldId id="295" r:id="rId84"/>
    <p:sldId id="296" r:id="rId85"/>
    <p:sldId id="318" r:id="rId86"/>
    <p:sldId id="298" r:id="rId87"/>
    <p:sldId id="301" r:id="rId88"/>
    <p:sldId id="300" r:id="rId89"/>
    <p:sldId id="305" r:id="rId90"/>
    <p:sldId id="302" r:id="rId91"/>
    <p:sldId id="314" r:id="rId92"/>
    <p:sldId id="306" r:id="rId93"/>
    <p:sldId id="307" r:id="rId94"/>
    <p:sldId id="308" r:id="rId95"/>
    <p:sldId id="315" r:id="rId96"/>
    <p:sldId id="317" r:id="rId97"/>
    <p:sldId id="325" r:id="rId98"/>
    <p:sldId id="327" r:id="rId99"/>
    <p:sldId id="328" r:id="rId100"/>
    <p:sldId id="326" r:id="rId101"/>
    <p:sldId id="319" r:id="rId102"/>
    <p:sldId id="299" r:id="rId103"/>
    <p:sldId id="320" r:id="rId104"/>
    <p:sldId id="323" r:id="rId105"/>
    <p:sldId id="324" r:id="rId106"/>
    <p:sldId id="321" r:id="rId107"/>
    <p:sldId id="322" r:id="rId108"/>
    <p:sldId id="332" r:id="rId109"/>
    <p:sldId id="331" r:id="rId110"/>
    <p:sldId id="329" r:id="rId111"/>
    <p:sldId id="330" r:id="rId112"/>
    <p:sldId id="333" r:id="rId113"/>
    <p:sldId id="334" r:id="rId114"/>
    <p:sldId id="335" r:id="rId115"/>
    <p:sldId id="368" r:id="rId116"/>
    <p:sldId id="336" r:id="rId117"/>
    <p:sldId id="338" r:id="rId118"/>
    <p:sldId id="339" r:id="rId119"/>
    <p:sldId id="337" r:id="rId120"/>
    <p:sldId id="342" r:id="rId121"/>
    <p:sldId id="344" r:id="rId122"/>
    <p:sldId id="345" r:id="rId123"/>
    <p:sldId id="346" r:id="rId124"/>
    <p:sldId id="348" r:id="rId125"/>
    <p:sldId id="347" r:id="rId126"/>
    <p:sldId id="349" r:id="rId127"/>
    <p:sldId id="350" r:id="rId128"/>
    <p:sldId id="351" r:id="rId129"/>
    <p:sldId id="353" r:id="rId130"/>
    <p:sldId id="352" r:id="rId131"/>
    <p:sldId id="355" r:id="rId132"/>
    <p:sldId id="356" r:id="rId133"/>
    <p:sldId id="357" r:id="rId134"/>
    <p:sldId id="354" r:id="rId135"/>
    <p:sldId id="359" r:id="rId136"/>
    <p:sldId id="364" r:id="rId137"/>
    <p:sldId id="360" r:id="rId138"/>
    <p:sldId id="363" r:id="rId139"/>
    <p:sldId id="361" r:id="rId140"/>
    <p:sldId id="362" r:id="rId141"/>
    <p:sldId id="270" r:id="rId142"/>
  </p:sldIdLst>
  <p:sldSz cx="9144000" cy="5143500" type="screen16x9"/>
  <p:notesSz cx="6950075" cy="9236075"/>
  <p:custDataLst>
    <p:tags r:id="rId144"/>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41C0FA4-E69F-424B-80EE-DD12A62CEE75}">
          <p14:sldIdLst>
            <p14:sldId id="256"/>
          </p14:sldIdLst>
        </p14:section>
        <p14:section name="BEST Excellence Academy" id="{1BABA14B-C5BA-4511-8770-5C4F66053102}">
          <p14:sldIdLst>
            <p14:sldId id="340"/>
            <p14:sldId id="2147483610"/>
            <p14:sldId id="304"/>
            <p14:sldId id="275"/>
            <p14:sldId id="276"/>
            <p14:sldId id="366"/>
            <p14:sldId id="2147483626"/>
          </p14:sldIdLst>
        </p14:section>
        <p14:section name="Week 1: System introduction" id="{FF675B62-B97B-4242-9747-977BDF014691}">
          <p14:sldIdLst>
            <p14:sldId id="2147483638"/>
            <p14:sldId id="311"/>
            <p14:sldId id="2147483625"/>
            <p14:sldId id="343"/>
            <p14:sldId id="367"/>
            <p14:sldId id="2147483619"/>
            <p14:sldId id="2147483636"/>
            <p14:sldId id="310"/>
            <p14:sldId id="286"/>
            <p14:sldId id="2147483622"/>
            <p14:sldId id="341"/>
            <p14:sldId id="2147483628"/>
            <p14:sldId id="2147483629"/>
            <p14:sldId id="2147483630"/>
            <p14:sldId id="2147483631"/>
            <p14:sldId id="2147483623"/>
            <p14:sldId id="2147483632"/>
            <p14:sldId id="2147483633"/>
            <p14:sldId id="358"/>
            <p14:sldId id="2147483635"/>
            <p14:sldId id="2147483642"/>
            <p14:sldId id="2147483637"/>
          </p14:sldIdLst>
        </p14:section>
        <p14:section name="Week 2: Pinpoint the problem" id="{79F958E7-BA06-407B-98EA-F35284320F9F}">
          <p14:sldIdLst>
            <p14:sldId id="2147483639"/>
            <p14:sldId id="2147483644"/>
            <p14:sldId id="2147483641"/>
            <p14:sldId id="2147483640"/>
            <p14:sldId id="2147483645"/>
            <p14:sldId id="2147483646"/>
            <p14:sldId id="2147483643"/>
            <p14:sldId id="2147483647"/>
            <p14:sldId id="257"/>
            <p14:sldId id="259"/>
            <p14:sldId id="260"/>
            <p14:sldId id="261"/>
            <p14:sldId id="258"/>
            <p14:sldId id="262"/>
            <p14:sldId id="312"/>
            <p14:sldId id="263"/>
            <p14:sldId id="264"/>
          </p14:sldIdLst>
        </p14:section>
        <p14:section name="Week 3: Observe and analyze pt.1" id="{F1503E7F-96C1-42EE-803B-C852215D59DF}">
          <p14:sldIdLst>
            <p14:sldId id="265"/>
            <p14:sldId id="266"/>
            <p14:sldId id="267"/>
            <p14:sldId id="316"/>
            <p14:sldId id="268"/>
            <p14:sldId id="285"/>
            <p14:sldId id="269"/>
            <p14:sldId id="272"/>
            <p14:sldId id="271"/>
            <p14:sldId id="278"/>
            <p14:sldId id="313"/>
            <p14:sldId id="277"/>
            <p14:sldId id="297"/>
            <p14:sldId id="274"/>
            <p14:sldId id="273"/>
            <p14:sldId id="280"/>
            <p14:sldId id="281"/>
            <p14:sldId id="365"/>
            <p14:sldId id="279"/>
            <p14:sldId id="303"/>
            <p14:sldId id="284"/>
          </p14:sldIdLst>
        </p14:section>
        <p14:section name="Week 4: Observe and analyze pt.2" id="{BAD5FE84-3266-4586-B66B-3B092173B9A0}">
          <p14:sldIdLst>
            <p14:sldId id="282"/>
            <p14:sldId id="287"/>
            <p14:sldId id="288"/>
            <p14:sldId id="289"/>
            <p14:sldId id="290"/>
            <p14:sldId id="291"/>
            <p14:sldId id="292"/>
            <p14:sldId id="294"/>
            <p14:sldId id="309"/>
            <p14:sldId id="283"/>
            <p14:sldId id="293"/>
            <p14:sldId id="295"/>
            <p14:sldId id="296"/>
            <p14:sldId id="318"/>
            <p14:sldId id="298"/>
            <p14:sldId id="301"/>
            <p14:sldId id="300"/>
            <p14:sldId id="305"/>
            <p14:sldId id="302"/>
            <p14:sldId id="314"/>
            <p14:sldId id="306"/>
          </p14:sldIdLst>
        </p14:section>
        <p14:section name="Week 5: Resolve with Actions" id="{A46E44F6-12A3-4C9A-BFA3-6708B924F607}">
          <p14:sldIdLst>
            <p14:sldId id="307"/>
            <p14:sldId id="308"/>
            <p14:sldId id="315"/>
            <p14:sldId id="317"/>
            <p14:sldId id="325"/>
            <p14:sldId id="327"/>
            <p14:sldId id="328"/>
            <p14:sldId id="326"/>
            <p14:sldId id="319"/>
            <p14:sldId id="299"/>
            <p14:sldId id="320"/>
            <p14:sldId id="323"/>
            <p14:sldId id="324"/>
            <p14:sldId id="321"/>
            <p14:sldId id="322"/>
            <p14:sldId id="332"/>
            <p14:sldId id="331"/>
            <p14:sldId id="329"/>
            <p14:sldId id="330"/>
          </p14:sldIdLst>
        </p14:section>
        <p14:section name="Week 6: Track and sustain" id="{5E183228-E17E-4E76-A4ED-A2F305C921D6}">
          <p14:sldIdLst>
            <p14:sldId id="333"/>
            <p14:sldId id="334"/>
            <p14:sldId id="335"/>
            <p14:sldId id="368"/>
            <p14:sldId id="336"/>
            <p14:sldId id="338"/>
            <p14:sldId id="339"/>
            <p14:sldId id="337"/>
            <p14:sldId id="342"/>
            <p14:sldId id="344"/>
            <p14:sldId id="345"/>
            <p14:sldId id="346"/>
            <p14:sldId id="348"/>
            <p14:sldId id="347"/>
            <p14:sldId id="349"/>
            <p14:sldId id="350"/>
            <p14:sldId id="351"/>
            <p14:sldId id="353"/>
            <p14:sldId id="352"/>
            <p14:sldId id="355"/>
            <p14:sldId id="356"/>
            <p14:sldId id="357"/>
            <p14:sldId id="354"/>
            <p14:sldId id="359"/>
            <p14:sldId id="364"/>
            <p14:sldId id="360"/>
            <p14:sldId id="363"/>
            <p14:sldId id="361"/>
            <p14:sldId id="362"/>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F4F"/>
    <a:srgbClr val="BDA25C"/>
    <a:srgbClr val="FFEB9C"/>
    <a:srgbClr val="246504"/>
    <a:srgbClr val="C6EFCE"/>
    <a:srgbClr val="99082B"/>
    <a:srgbClr val="FFC7CE"/>
    <a:srgbClr val="FF6600"/>
    <a:srgbClr val="FF33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microsoft.com/office/2016/11/relationships/changesInfo" Target="changesInfos/changesInfo1.xml"/><Relationship Id="rId5" Type="http://schemas.openxmlformats.org/officeDocument/2006/relationships/slide" Target="slides/slide1.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notesMaster" Target="notesMasters/notesMaster1.xml"/><Relationship Id="rId14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tags" Target="tags/tag1.xml"/><Relationship Id="rId90"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el Adrian Sanchez Nevarez" userId="4982f2e2-954d-48c8-8821-f9b24faca7be" providerId="ADAL" clId="{5223169C-969D-429B-916C-8DD4098A10A3}"/>
    <pc:docChg chg="undo redo custSel addSld delSld modSld sldOrd addSection modSection">
      <pc:chgData name="Angel Adrian Sanchez Nevarez" userId="4982f2e2-954d-48c8-8821-f9b24faca7be" providerId="ADAL" clId="{5223169C-969D-429B-916C-8DD4098A10A3}" dt="2026-07-09T13:04:45.163" v="13778" actId="20577"/>
      <pc:docMkLst>
        <pc:docMk/>
      </pc:docMkLst>
      <pc:sldChg chg="modSp mod">
        <pc:chgData name="Angel Adrian Sanchez Nevarez" userId="4982f2e2-954d-48c8-8821-f9b24faca7be" providerId="ADAL" clId="{5223169C-969D-429B-916C-8DD4098A10A3}" dt="2026-07-09T13:04:45.163" v="13778" actId="20577"/>
        <pc:sldMkLst>
          <pc:docMk/>
          <pc:sldMk cId="3105289739" sldId="256"/>
        </pc:sldMkLst>
        <pc:spChg chg="mod">
          <ac:chgData name="Angel Adrian Sanchez Nevarez" userId="4982f2e2-954d-48c8-8821-f9b24faca7be" providerId="ADAL" clId="{5223169C-969D-429B-916C-8DD4098A10A3}" dt="2026-07-09T13:04:45.163" v="13778" actId="20577"/>
          <ac:spMkLst>
            <pc:docMk/>
            <pc:sldMk cId="3105289739" sldId="256"/>
            <ac:spMk id="3" creationId="{3C284FEC-B331-5D8B-41AC-B47141C40E9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D82201-EB37-431B-A6D5-388C7A63DBE1}" type="doc">
      <dgm:prSet loTypeId="urn:microsoft.com/office/officeart/2005/8/layout/pyramid1" loCatId="pyramid" qsTypeId="urn:microsoft.com/office/officeart/2005/8/quickstyle/simple1" qsCatId="simple" csTypeId="urn:microsoft.com/office/officeart/2005/8/colors/accent5_3" csCatId="accent5" phldr="1"/>
      <dgm:spPr/>
      <dgm:t>
        <a:bodyPr/>
        <a:lstStyle/>
        <a:p>
          <a:endParaRPr lang="es-MX"/>
        </a:p>
      </dgm:t>
    </dgm:pt>
    <dgm:pt modelId="{59614CB4-B5D4-4EE4-A1FC-94724F1139CF}">
      <dgm:prSet phldrT="[Text]" custT="1"/>
      <dgm:spPr/>
      <dgm:t>
        <a:bodyPr/>
        <a:lstStyle/>
        <a:p>
          <a:r>
            <a:rPr lang="es-MX" sz="1050" noProof="0">
              <a:solidFill>
                <a:schemeClr val="bg1"/>
              </a:solidFill>
            </a:rPr>
            <a:t>Coach</a:t>
          </a:r>
        </a:p>
      </dgm:t>
    </dgm:pt>
    <dgm:pt modelId="{58D2EE4B-A6DD-42FB-8AF7-4BA944C83D35}" type="parTrans" cxnId="{2A46EF2D-16A3-44E9-98FE-2DCD71B5864C}">
      <dgm:prSet/>
      <dgm:spPr/>
      <dgm:t>
        <a:bodyPr/>
        <a:lstStyle/>
        <a:p>
          <a:endParaRPr lang="en-NL" sz="700">
            <a:solidFill>
              <a:schemeClr val="bg1"/>
            </a:solidFill>
          </a:endParaRPr>
        </a:p>
      </dgm:t>
    </dgm:pt>
    <dgm:pt modelId="{30C795B7-C633-4013-B2F6-B8A2ADAD5E50}" type="sibTrans" cxnId="{2A46EF2D-16A3-44E9-98FE-2DCD71B5864C}">
      <dgm:prSet/>
      <dgm:spPr/>
      <dgm:t>
        <a:bodyPr/>
        <a:lstStyle/>
        <a:p>
          <a:endParaRPr lang="en-NL" sz="700">
            <a:solidFill>
              <a:schemeClr val="bg1"/>
            </a:solidFill>
          </a:endParaRPr>
        </a:p>
      </dgm:t>
    </dgm:pt>
    <dgm:pt modelId="{83D4A0C8-B9BE-49C0-B6CF-96D0B51FBCEC}">
      <dgm:prSet phldrT="[Text]" custT="1"/>
      <dgm:spPr/>
      <dgm:t>
        <a:bodyPr/>
        <a:lstStyle/>
        <a:p>
          <a:r>
            <a:rPr lang="es-MX" sz="1050" noProof="0">
              <a:solidFill>
                <a:schemeClr val="bg1"/>
              </a:solidFill>
            </a:rPr>
            <a:t>Experto</a:t>
          </a:r>
        </a:p>
      </dgm:t>
    </dgm:pt>
    <dgm:pt modelId="{BC444A1D-266A-42D9-BA5E-9ABE79FE0BAB}" type="parTrans" cxnId="{5E9401D1-DED7-4597-A244-E530CFBD6B0B}">
      <dgm:prSet/>
      <dgm:spPr/>
      <dgm:t>
        <a:bodyPr/>
        <a:lstStyle/>
        <a:p>
          <a:endParaRPr lang="en-NL" sz="700">
            <a:solidFill>
              <a:schemeClr val="bg1"/>
            </a:solidFill>
          </a:endParaRPr>
        </a:p>
      </dgm:t>
    </dgm:pt>
    <dgm:pt modelId="{18162273-B834-4034-BD31-467DD063DD7E}" type="sibTrans" cxnId="{5E9401D1-DED7-4597-A244-E530CFBD6B0B}">
      <dgm:prSet/>
      <dgm:spPr/>
      <dgm:t>
        <a:bodyPr/>
        <a:lstStyle/>
        <a:p>
          <a:endParaRPr lang="en-NL" sz="700">
            <a:solidFill>
              <a:schemeClr val="bg1"/>
            </a:solidFill>
          </a:endParaRPr>
        </a:p>
      </dgm:t>
    </dgm:pt>
    <dgm:pt modelId="{9B4DAD59-55A4-45CB-AD8A-7DBFBD856A4D}">
      <dgm:prSet phldrT="[Text]" custT="1"/>
      <dgm:spPr/>
      <dgm:t>
        <a:bodyPr/>
        <a:lstStyle/>
        <a:p>
          <a:r>
            <a:rPr lang="es-MX" sz="1050" noProof="0">
              <a:solidFill>
                <a:schemeClr val="bg1"/>
              </a:solidFill>
            </a:rPr>
            <a:t>Practicante</a:t>
          </a:r>
        </a:p>
      </dgm:t>
    </dgm:pt>
    <dgm:pt modelId="{D2770B51-5DD9-4FD2-AA53-D46A682D75D6}" type="parTrans" cxnId="{D4611652-0436-458F-B081-2CAADA3A533B}">
      <dgm:prSet/>
      <dgm:spPr/>
      <dgm:t>
        <a:bodyPr/>
        <a:lstStyle/>
        <a:p>
          <a:endParaRPr lang="en-NL" sz="700">
            <a:solidFill>
              <a:schemeClr val="bg1"/>
            </a:solidFill>
          </a:endParaRPr>
        </a:p>
      </dgm:t>
    </dgm:pt>
    <dgm:pt modelId="{7E2E8815-D58B-4F12-A969-90CDB59C8DF6}" type="sibTrans" cxnId="{D4611652-0436-458F-B081-2CAADA3A533B}">
      <dgm:prSet/>
      <dgm:spPr/>
      <dgm:t>
        <a:bodyPr/>
        <a:lstStyle/>
        <a:p>
          <a:endParaRPr lang="en-NL" sz="700">
            <a:solidFill>
              <a:schemeClr val="bg1"/>
            </a:solidFill>
          </a:endParaRPr>
        </a:p>
      </dgm:t>
    </dgm:pt>
    <dgm:pt modelId="{A5BFA4EB-C7FC-4D39-B430-11ADB3EA5CED}">
      <dgm:prSet phldrT="[Text]" custT="1"/>
      <dgm:spPr/>
      <dgm:t>
        <a:bodyPr/>
        <a:lstStyle/>
        <a:p>
          <a:r>
            <a:rPr lang="es-MX" sz="1050" noProof="0">
              <a:solidFill>
                <a:schemeClr val="bg1"/>
              </a:solidFill>
            </a:rPr>
            <a:t>Fundamentos</a:t>
          </a:r>
        </a:p>
      </dgm:t>
    </dgm:pt>
    <dgm:pt modelId="{146B2BC8-2E79-460A-A26F-2C00A5C5C96C}" type="parTrans" cxnId="{4AB68885-8DA5-4F44-917C-057F70834D83}">
      <dgm:prSet/>
      <dgm:spPr/>
      <dgm:t>
        <a:bodyPr/>
        <a:lstStyle/>
        <a:p>
          <a:endParaRPr lang="en-NL" sz="1400"/>
        </a:p>
      </dgm:t>
    </dgm:pt>
    <dgm:pt modelId="{B2BFCF0E-88CC-417B-BB38-4DB8C9D6E0D3}" type="sibTrans" cxnId="{4AB68885-8DA5-4F44-917C-057F70834D83}">
      <dgm:prSet/>
      <dgm:spPr/>
      <dgm:t>
        <a:bodyPr/>
        <a:lstStyle/>
        <a:p>
          <a:endParaRPr lang="en-NL" sz="1400"/>
        </a:p>
      </dgm:t>
    </dgm:pt>
    <dgm:pt modelId="{FBE1B90C-65B5-487B-A294-11FE5A7CF652}" type="pres">
      <dgm:prSet presAssocID="{88D82201-EB37-431B-A6D5-388C7A63DBE1}" presName="Name0" presStyleCnt="0">
        <dgm:presLayoutVars>
          <dgm:dir/>
          <dgm:animLvl val="lvl"/>
          <dgm:resizeHandles val="exact"/>
        </dgm:presLayoutVars>
      </dgm:prSet>
      <dgm:spPr/>
    </dgm:pt>
    <dgm:pt modelId="{A87C0725-274C-407A-9CD2-85EA1E891567}" type="pres">
      <dgm:prSet presAssocID="{59614CB4-B5D4-4EE4-A1FC-94724F1139CF}" presName="Name8" presStyleCnt="0"/>
      <dgm:spPr/>
    </dgm:pt>
    <dgm:pt modelId="{030900D5-BE51-42EA-A41E-E364EB5036D9}" type="pres">
      <dgm:prSet presAssocID="{59614CB4-B5D4-4EE4-A1FC-94724F1139CF}" presName="level" presStyleLbl="node1" presStyleIdx="0" presStyleCnt="4">
        <dgm:presLayoutVars>
          <dgm:chMax val="1"/>
          <dgm:bulletEnabled val="1"/>
        </dgm:presLayoutVars>
      </dgm:prSet>
      <dgm:spPr/>
    </dgm:pt>
    <dgm:pt modelId="{01F5EC0D-502A-4AA5-BFCE-B5E661CC17BB}" type="pres">
      <dgm:prSet presAssocID="{59614CB4-B5D4-4EE4-A1FC-94724F1139CF}" presName="levelTx" presStyleLbl="revTx" presStyleIdx="0" presStyleCnt="0">
        <dgm:presLayoutVars>
          <dgm:chMax val="1"/>
          <dgm:bulletEnabled val="1"/>
        </dgm:presLayoutVars>
      </dgm:prSet>
      <dgm:spPr/>
    </dgm:pt>
    <dgm:pt modelId="{2DE2B30C-4EF9-4F90-AE59-02D84272CDE5}" type="pres">
      <dgm:prSet presAssocID="{83D4A0C8-B9BE-49C0-B6CF-96D0B51FBCEC}" presName="Name8" presStyleCnt="0"/>
      <dgm:spPr/>
    </dgm:pt>
    <dgm:pt modelId="{52D846A1-33FC-4A99-B88F-6927539747F0}" type="pres">
      <dgm:prSet presAssocID="{83D4A0C8-B9BE-49C0-B6CF-96D0B51FBCEC}" presName="level" presStyleLbl="node1" presStyleIdx="1" presStyleCnt="4">
        <dgm:presLayoutVars>
          <dgm:chMax val="1"/>
          <dgm:bulletEnabled val="1"/>
        </dgm:presLayoutVars>
      </dgm:prSet>
      <dgm:spPr/>
    </dgm:pt>
    <dgm:pt modelId="{CC798C53-8319-4ECE-9240-C2648FC4A311}" type="pres">
      <dgm:prSet presAssocID="{83D4A0C8-B9BE-49C0-B6CF-96D0B51FBCEC}" presName="levelTx" presStyleLbl="revTx" presStyleIdx="0" presStyleCnt="0">
        <dgm:presLayoutVars>
          <dgm:chMax val="1"/>
          <dgm:bulletEnabled val="1"/>
        </dgm:presLayoutVars>
      </dgm:prSet>
      <dgm:spPr/>
    </dgm:pt>
    <dgm:pt modelId="{A64BB010-A532-4A28-9FDA-C61F94908403}" type="pres">
      <dgm:prSet presAssocID="{9B4DAD59-55A4-45CB-AD8A-7DBFBD856A4D}" presName="Name8" presStyleCnt="0"/>
      <dgm:spPr/>
    </dgm:pt>
    <dgm:pt modelId="{6AA6610D-59B1-4B34-8060-CFD479225DF2}" type="pres">
      <dgm:prSet presAssocID="{9B4DAD59-55A4-45CB-AD8A-7DBFBD856A4D}" presName="level" presStyleLbl="node1" presStyleIdx="2" presStyleCnt="4">
        <dgm:presLayoutVars>
          <dgm:chMax val="1"/>
          <dgm:bulletEnabled val="1"/>
        </dgm:presLayoutVars>
      </dgm:prSet>
      <dgm:spPr/>
    </dgm:pt>
    <dgm:pt modelId="{E146C4D6-D5E7-46AB-BB66-552835474497}" type="pres">
      <dgm:prSet presAssocID="{9B4DAD59-55A4-45CB-AD8A-7DBFBD856A4D}" presName="levelTx" presStyleLbl="revTx" presStyleIdx="0" presStyleCnt="0">
        <dgm:presLayoutVars>
          <dgm:chMax val="1"/>
          <dgm:bulletEnabled val="1"/>
        </dgm:presLayoutVars>
      </dgm:prSet>
      <dgm:spPr/>
    </dgm:pt>
    <dgm:pt modelId="{CC6D1F4A-17A1-48AD-BBBF-644CA4A4B194}" type="pres">
      <dgm:prSet presAssocID="{A5BFA4EB-C7FC-4D39-B430-11ADB3EA5CED}" presName="Name8" presStyleCnt="0"/>
      <dgm:spPr/>
    </dgm:pt>
    <dgm:pt modelId="{8DF8F4DB-04C7-472C-A6EA-C85FC4584410}" type="pres">
      <dgm:prSet presAssocID="{A5BFA4EB-C7FC-4D39-B430-11ADB3EA5CED}" presName="level" presStyleLbl="node1" presStyleIdx="3" presStyleCnt="4" custLinFactNeighborX="0" custLinFactNeighborY="11618">
        <dgm:presLayoutVars>
          <dgm:chMax val="1"/>
          <dgm:bulletEnabled val="1"/>
        </dgm:presLayoutVars>
      </dgm:prSet>
      <dgm:spPr/>
    </dgm:pt>
    <dgm:pt modelId="{4252B5DB-6BA9-464E-87D7-2E9736D52FD3}" type="pres">
      <dgm:prSet presAssocID="{A5BFA4EB-C7FC-4D39-B430-11ADB3EA5CED}" presName="levelTx" presStyleLbl="revTx" presStyleIdx="0" presStyleCnt="0">
        <dgm:presLayoutVars>
          <dgm:chMax val="1"/>
          <dgm:bulletEnabled val="1"/>
        </dgm:presLayoutVars>
      </dgm:prSet>
      <dgm:spPr/>
    </dgm:pt>
  </dgm:ptLst>
  <dgm:cxnLst>
    <dgm:cxn modelId="{DBE27609-5721-491B-A0CE-3B4D2ED787DA}" type="presOf" srcId="{9B4DAD59-55A4-45CB-AD8A-7DBFBD856A4D}" destId="{E146C4D6-D5E7-46AB-BB66-552835474497}" srcOrd="1" destOrd="0" presId="urn:microsoft.com/office/officeart/2005/8/layout/pyramid1"/>
    <dgm:cxn modelId="{2A46EF2D-16A3-44E9-98FE-2DCD71B5864C}" srcId="{88D82201-EB37-431B-A6D5-388C7A63DBE1}" destId="{59614CB4-B5D4-4EE4-A1FC-94724F1139CF}" srcOrd="0" destOrd="0" parTransId="{58D2EE4B-A6DD-42FB-8AF7-4BA944C83D35}" sibTransId="{30C795B7-C633-4013-B2F6-B8A2ADAD5E50}"/>
    <dgm:cxn modelId="{27E37A3F-2901-445A-9391-BB32F9458ECE}" type="presOf" srcId="{83D4A0C8-B9BE-49C0-B6CF-96D0B51FBCEC}" destId="{52D846A1-33FC-4A99-B88F-6927539747F0}" srcOrd="0" destOrd="0" presId="urn:microsoft.com/office/officeart/2005/8/layout/pyramid1"/>
    <dgm:cxn modelId="{F8A2694E-7440-4AEE-A50A-42C30852F14B}" type="presOf" srcId="{59614CB4-B5D4-4EE4-A1FC-94724F1139CF}" destId="{030900D5-BE51-42EA-A41E-E364EB5036D9}" srcOrd="0" destOrd="0" presId="urn:microsoft.com/office/officeart/2005/8/layout/pyramid1"/>
    <dgm:cxn modelId="{D4611652-0436-458F-B081-2CAADA3A533B}" srcId="{88D82201-EB37-431B-A6D5-388C7A63DBE1}" destId="{9B4DAD59-55A4-45CB-AD8A-7DBFBD856A4D}" srcOrd="2" destOrd="0" parTransId="{D2770B51-5DD9-4FD2-AA53-D46A682D75D6}" sibTransId="{7E2E8815-D58B-4F12-A969-90CDB59C8DF6}"/>
    <dgm:cxn modelId="{EF593976-5FD3-42EE-B32D-D728373B4C38}" type="presOf" srcId="{9B4DAD59-55A4-45CB-AD8A-7DBFBD856A4D}" destId="{6AA6610D-59B1-4B34-8060-CFD479225DF2}" srcOrd="0" destOrd="0" presId="urn:microsoft.com/office/officeart/2005/8/layout/pyramid1"/>
    <dgm:cxn modelId="{8E788456-F31F-4CC0-81A6-59891BCA03F2}" type="presOf" srcId="{88D82201-EB37-431B-A6D5-388C7A63DBE1}" destId="{FBE1B90C-65B5-487B-A294-11FE5A7CF652}" srcOrd="0" destOrd="0" presId="urn:microsoft.com/office/officeart/2005/8/layout/pyramid1"/>
    <dgm:cxn modelId="{4FEFAE7B-1F54-4847-9E03-8FCCA380570A}" type="presOf" srcId="{A5BFA4EB-C7FC-4D39-B430-11ADB3EA5CED}" destId="{8DF8F4DB-04C7-472C-A6EA-C85FC4584410}" srcOrd="0" destOrd="0" presId="urn:microsoft.com/office/officeart/2005/8/layout/pyramid1"/>
    <dgm:cxn modelId="{4AB68885-8DA5-4F44-917C-057F70834D83}" srcId="{88D82201-EB37-431B-A6D5-388C7A63DBE1}" destId="{A5BFA4EB-C7FC-4D39-B430-11ADB3EA5CED}" srcOrd="3" destOrd="0" parTransId="{146B2BC8-2E79-460A-A26F-2C00A5C5C96C}" sibTransId="{B2BFCF0E-88CC-417B-BB38-4DB8C9D6E0D3}"/>
    <dgm:cxn modelId="{4DF34BBB-B7C4-490E-B1E8-6ECD97213733}" type="presOf" srcId="{59614CB4-B5D4-4EE4-A1FC-94724F1139CF}" destId="{01F5EC0D-502A-4AA5-BFCE-B5E661CC17BB}" srcOrd="1" destOrd="0" presId="urn:microsoft.com/office/officeart/2005/8/layout/pyramid1"/>
    <dgm:cxn modelId="{8F46BECF-CF98-4EA5-B9CD-8C6F4847FCE9}" type="presOf" srcId="{83D4A0C8-B9BE-49C0-B6CF-96D0B51FBCEC}" destId="{CC798C53-8319-4ECE-9240-C2648FC4A311}" srcOrd="1" destOrd="0" presId="urn:microsoft.com/office/officeart/2005/8/layout/pyramid1"/>
    <dgm:cxn modelId="{5E9401D1-DED7-4597-A244-E530CFBD6B0B}" srcId="{88D82201-EB37-431B-A6D5-388C7A63DBE1}" destId="{83D4A0C8-B9BE-49C0-B6CF-96D0B51FBCEC}" srcOrd="1" destOrd="0" parTransId="{BC444A1D-266A-42D9-BA5E-9ABE79FE0BAB}" sibTransId="{18162273-B834-4034-BD31-467DD063DD7E}"/>
    <dgm:cxn modelId="{5756DED2-E35C-452E-AE89-2B0F91CDAA4A}" type="presOf" srcId="{A5BFA4EB-C7FC-4D39-B430-11ADB3EA5CED}" destId="{4252B5DB-6BA9-464E-87D7-2E9736D52FD3}" srcOrd="1" destOrd="0" presId="urn:microsoft.com/office/officeart/2005/8/layout/pyramid1"/>
    <dgm:cxn modelId="{4643FB4B-A821-4C81-8C94-24A48B631D73}" type="presParOf" srcId="{FBE1B90C-65B5-487B-A294-11FE5A7CF652}" destId="{A87C0725-274C-407A-9CD2-85EA1E891567}" srcOrd="0" destOrd="0" presId="urn:microsoft.com/office/officeart/2005/8/layout/pyramid1"/>
    <dgm:cxn modelId="{CE072B1B-D123-4FE3-B437-0182819E2446}" type="presParOf" srcId="{A87C0725-274C-407A-9CD2-85EA1E891567}" destId="{030900D5-BE51-42EA-A41E-E364EB5036D9}" srcOrd="0" destOrd="0" presId="urn:microsoft.com/office/officeart/2005/8/layout/pyramid1"/>
    <dgm:cxn modelId="{AD72F162-5109-4407-A3BC-64C3C400E764}" type="presParOf" srcId="{A87C0725-274C-407A-9CD2-85EA1E891567}" destId="{01F5EC0D-502A-4AA5-BFCE-B5E661CC17BB}" srcOrd="1" destOrd="0" presId="urn:microsoft.com/office/officeart/2005/8/layout/pyramid1"/>
    <dgm:cxn modelId="{3AF5CE66-D847-4017-981D-CEEF14DDA7CC}" type="presParOf" srcId="{FBE1B90C-65B5-487B-A294-11FE5A7CF652}" destId="{2DE2B30C-4EF9-4F90-AE59-02D84272CDE5}" srcOrd="1" destOrd="0" presId="urn:microsoft.com/office/officeart/2005/8/layout/pyramid1"/>
    <dgm:cxn modelId="{A59E68D1-831C-4296-943F-2EB99F9B4811}" type="presParOf" srcId="{2DE2B30C-4EF9-4F90-AE59-02D84272CDE5}" destId="{52D846A1-33FC-4A99-B88F-6927539747F0}" srcOrd="0" destOrd="0" presId="urn:microsoft.com/office/officeart/2005/8/layout/pyramid1"/>
    <dgm:cxn modelId="{A32BEC3B-8BA1-4A78-B46C-D5AE140C228D}" type="presParOf" srcId="{2DE2B30C-4EF9-4F90-AE59-02D84272CDE5}" destId="{CC798C53-8319-4ECE-9240-C2648FC4A311}" srcOrd="1" destOrd="0" presId="urn:microsoft.com/office/officeart/2005/8/layout/pyramid1"/>
    <dgm:cxn modelId="{3793A530-DC2B-4D6B-A74B-30AE2F7AA851}" type="presParOf" srcId="{FBE1B90C-65B5-487B-A294-11FE5A7CF652}" destId="{A64BB010-A532-4A28-9FDA-C61F94908403}" srcOrd="2" destOrd="0" presId="urn:microsoft.com/office/officeart/2005/8/layout/pyramid1"/>
    <dgm:cxn modelId="{8908AAB1-F209-428D-B6E4-F962F6062B6A}" type="presParOf" srcId="{A64BB010-A532-4A28-9FDA-C61F94908403}" destId="{6AA6610D-59B1-4B34-8060-CFD479225DF2}" srcOrd="0" destOrd="0" presId="urn:microsoft.com/office/officeart/2005/8/layout/pyramid1"/>
    <dgm:cxn modelId="{9C5FD59C-7FC1-4630-916A-9B520EF9E74F}" type="presParOf" srcId="{A64BB010-A532-4A28-9FDA-C61F94908403}" destId="{E146C4D6-D5E7-46AB-BB66-552835474497}" srcOrd="1" destOrd="0" presId="urn:microsoft.com/office/officeart/2005/8/layout/pyramid1"/>
    <dgm:cxn modelId="{40778C91-BF73-432C-9A70-663F31DFDEF5}" type="presParOf" srcId="{FBE1B90C-65B5-487B-A294-11FE5A7CF652}" destId="{CC6D1F4A-17A1-48AD-BBBF-644CA4A4B194}" srcOrd="3" destOrd="0" presId="urn:microsoft.com/office/officeart/2005/8/layout/pyramid1"/>
    <dgm:cxn modelId="{20916D93-6435-4763-9330-158D3DD3ACF2}" type="presParOf" srcId="{CC6D1F4A-17A1-48AD-BBBF-644CA4A4B194}" destId="{8DF8F4DB-04C7-472C-A6EA-C85FC4584410}" srcOrd="0" destOrd="0" presId="urn:microsoft.com/office/officeart/2005/8/layout/pyramid1"/>
    <dgm:cxn modelId="{9AA99D6E-9D68-46F9-9397-3CA87BDF93E0}" type="presParOf" srcId="{CC6D1F4A-17A1-48AD-BBBF-644CA4A4B194}" destId="{4252B5DB-6BA9-464E-87D7-2E9736D52FD3}"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900D5-BE51-42EA-A41E-E364EB5036D9}">
      <dsp:nvSpPr>
        <dsp:cNvPr id="0" name=""/>
        <dsp:cNvSpPr/>
      </dsp:nvSpPr>
      <dsp:spPr>
        <a:xfrm>
          <a:off x="1522835" y="0"/>
          <a:ext cx="1015223" cy="684854"/>
        </a:xfrm>
        <a:prstGeom prst="trapezoid">
          <a:avLst>
            <a:gd name="adj" fmla="val 74120"/>
          </a:avLst>
        </a:prstGeom>
        <a:solidFill>
          <a:schemeClr val="accent5">
            <a:shade val="80000"/>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Coach</a:t>
          </a:r>
        </a:p>
      </dsp:txBody>
      <dsp:txXfrm>
        <a:off x="1522835" y="0"/>
        <a:ext cx="1015223" cy="684854"/>
      </dsp:txXfrm>
    </dsp:sp>
    <dsp:sp modelId="{52D846A1-33FC-4A99-B88F-6927539747F0}">
      <dsp:nvSpPr>
        <dsp:cNvPr id="0" name=""/>
        <dsp:cNvSpPr/>
      </dsp:nvSpPr>
      <dsp:spPr>
        <a:xfrm>
          <a:off x="1015223" y="684854"/>
          <a:ext cx="2030447" cy="684854"/>
        </a:xfrm>
        <a:prstGeom prst="trapezoid">
          <a:avLst>
            <a:gd name="adj" fmla="val 74120"/>
          </a:avLst>
        </a:prstGeom>
        <a:solidFill>
          <a:schemeClr val="accent5">
            <a:shade val="80000"/>
            <a:hueOff val="72705"/>
            <a:satOff val="-6785"/>
            <a:lumOff val="12954"/>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Experto</a:t>
          </a:r>
        </a:p>
      </dsp:txBody>
      <dsp:txXfrm>
        <a:off x="1370551" y="684854"/>
        <a:ext cx="1319790" cy="684854"/>
      </dsp:txXfrm>
    </dsp:sp>
    <dsp:sp modelId="{6AA6610D-59B1-4B34-8060-CFD479225DF2}">
      <dsp:nvSpPr>
        <dsp:cNvPr id="0" name=""/>
        <dsp:cNvSpPr/>
      </dsp:nvSpPr>
      <dsp:spPr>
        <a:xfrm>
          <a:off x="507611" y="1369708"/>
          <a:ext cx="3045670" cy="684854"/>
        </a:xfrm>
        <a:prstGeom prst="trapezoid">
          <a:avLst>
            <a:gd name="adj" fmla="val 74120"/>
          </a:avLst>
        </a:prstGeom>
        <a:solidFill>
          <a:schemeClr val="accent5">
            <a:shade val="80000"/>
            <a:hueOff val="145410"/>
            <a:satOff val="-13571"/>
            <a:lumOff val="25907"/>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Practicante</a:t>
          </a:r>
        </a:p>
      </dsp:txBody>
      <dsp:txXfrm>
        <a:off x="1040604" y="1369708"/>
        <a:ext cx="1979685" cy="684854"/>
      </dsp:txXfrm>
    </dsp:sp>
    <dsp:sp modelId="{8DF8F4DB-04C7-472C-A6EA-C85FC4584410}">
      <dsp:nvSpPr>
        <dsp:cNvPr id="0" name=""/>
        <dsp:cNvSpPr/>
      </dsp:nvSpPr>
      <dsp:spPr>
        <a:xfrm>
          <a:off x="0" y="2054562"/>
          <a:ext cx="4060894" cy="684854"/>
        </a:xfrm>
        <a:prstGeom prst="trapezoid">
          <a:avLst>
            <a:gd name="adj" fmla="val 74120"/>
          </a:avLst>
        </a:prstGeom>
        <a:solidFill>
          <a:schemeClr val="accent5">
            <a:shade val="80000"/>
            <a:hueOff val="218115"/>
            <a:satOff val="-20356"/>
            <a:lumOff val="38861"/>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s-MX" sz="1050" kern="1200" noProof="0">
              <a:solidFill>
                <a:schemeClr val="bg1"/>
              </a:solidFill>
            </a:rPr>
            <a:t>Fundamentos</a:t>
          </a:r>
        </a:p>
      </dsp:txBody>
      <dsp:txXfrm>
        <a:off x="710656" y="2054562"/>
        <a:ext cx="2639581" cy="68485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B5F6FD31-54D2-40AD-84A2-BAC8AEA2422C}" type="datetimeFigureOut">
              <a:rPr lang="en-US" smtClean="0"/>
              <a:t>7/9/2026</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B19E1BAB-8530-45FC-B9CE-C81E0DF88AC3}" type="slidenum">
              <a:rPr lang="en-US" smtClean="0"/>
              <a:t>‹Nº›</a:t>
            </a:fld>
            <a:endParaRPr lang="en-US"/>
          </a:p>
        </p:txBody>
      </p:sp>
    </p:spTree>
    <p:extLst>
      <p:ext uri="{BB962C8B-B14F-4D97-AF65-F5344CB8AC3E}">
        <p14:creationId xmlns:p14="http://schemas.microsoft.com/office/powerpoint/2010/main" val="2152342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2334853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5056-9750-04CA-4A4B-013FEF85D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23DFB-9B73-E574-37C2-EB1A132F565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BD173317-B358-0BE8-A5C2-2568039E1979}"/>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0C0949F-AE8F-C92F-60B3-27502F12A32F}"/>
              </a:ext>
            </a:extLst>
          </p:cNvPr>
          <p:cNvSpPr>
            <a:spLocks noGrp="1"/>
          </p:cNvSpPr>
          <p:nvPr>
            <p:ph type="sldNum" sz="quarter" idx="5"/>
          </p:nvPr>
        </p:nvSpPr>
        <p:spPr/>
        <p:txBody>
          <a:bodyPr/>
          <a:lstStyle/>
          <a:p>
            <a:r>
              <a:rPr lang="en-US"/>
              <a:t>Notes view: </a:t>
            </a:r>
            <a:fld id="{128CEAFE-FA94-43E5-B0FF-D47E1CCDD1B4}" type="slidenum">
              <a:rPr lang="en-US" smtClean="0"/>
              <a:pPr/>
              <a:t>7</a:t>
            </a:fld>
            <a:endParaRPr lang="en-US"/>
          </a:p>
        </p:txBody>
      </p:sp>
    </p:spTree>
    <p:extLst>
      <p:ext uri="{BB962C8B-B14F-4D97-AF65-F5344CB8AC3E}">
        <p14:creationId xmlns:p14="http://schemas.microsoft.com/office/powerpoint/2010/main" val="2468858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C2E6A-8A09-A317-E672-A96178F6F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C03DA-4C9B-70B8-908A-AAE3B1D0AB3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62D20C8F-E6FE-DF33-788B-D187DBE773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E0606A7-CDDC-5310-5A34-D938232C950B}"/>
              </a:ext>
            </a:extLst>
          </p:cNvPr>
          <p:cNvSpPr>
            <a:spLocks noGrp="1"/>
          </p:cNvSpPr>
          <p:nvPr>
            <p:ph type="sldNum" sz="quarter" idx="5"/>
          </p:nvPr>
        </p:nvSpPr>
        <p:spPr/>
        <p:txBody>
          <a:bodyPr/>
          <a:lstStyle/>
          <a:p>
            <a:r>
              <a:rPr lang="en-US"/>
              <a:t>Notes view: </a:t>
            </a:r>
            <a:fld id="{128CEAFE-FA94-43E5-B0FF-D47E1CCDD1B4}" type="slidenum">
              <a:rPr lang="en-US" smtClean="0"/>
              <a:pPr/>
              <a:t>8</a:t>
            </a:fld>
            <a:endParaRPr lang="en-US"/>
          </a:p>
        </p:txBody>
      </p:sp>
    </p:spTree>
    <p:extLst>
      <p:ext uri="{BB962C8B-B14F-4D97-AF65-F5344CB8AC3E}">
        <p14:creationId xmlns:p14="http://schemas.microsoft.com/office/powerpoint/2010/main" val="2822507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60988-7144-6456-D281-718658CA5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73D07-ACDD-9B1C-0CDD-B3C604714DB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A4BADC5-B451-822B-FC60-D46C7B22611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48D656B-12EA-444B-AEEF-65ECD8CC03A3}"/>
              </a:ext>
            </a:extLst>
          </p:cNvPr>
          <p:cNvSpPr>
            <a:spLocks noGrp="1"/>
          </p:cNvSpPr>
          <p:nvPr>
            <p:ph type="sldNum" sz="quarter" idx="5"/>
          </p:nvPr>
        </p:nvSpPr>
        <p:spPr/>
        <p:txBody>
          <a:bodyPr/>
          <a:lstStyle/>
          <a:p>
            <a:r>
              <a:rPr lang="en-US"/>
              <a:t>Notes view: </a:t>
            </a:r>
            <a:fld id="{128CEAFE-FA94-43E5-B0FF-D47E1CCDD1B4}" type="slidenum">
              <a:rPr lang="en-US" smtClean="0"/>
              <a:pPr/>
              <a:t>16</a:t>
            </a:fld>
            <a:endParaRPr lang="en-US"/>
          </a:p>
        </p:txBody>
      </p:sp>
    </p:spTree>
    <p:extLst>
      <p:ext uri="{BB962C8B-B14F-4D97-AF65-F5344CB8AC3E}">
        <p14:creationId xmlns:p14="http://schemas.microsoft.com/office/powerpoint/2010/main" val="2236774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1CF1-3E3E-6821-D14B-1F0B72886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2557D-F05B-2477-0E4C-98B16942E5E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B4145DB-9061-28C1-9635-2305A9D11BED}"/>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5419407D-333E-3800-0965-C68B18944676}"/>
              </a:ext>
            </a:extLst>
          </p:cNvPr>
          <p:cNvSpPr>
            <a:spLocks noGrp="1"/>
          </p:cNvSpPr>
          <p:nvPr>
            <p:ph type="sldNum" sz="quarter" idx="5"/>
          </p:nvPr>
        </p:nvSpPr>
        <p:spPr/>
        <p:txBody>
          <a:bodyPr/>
          <a:lstStyle/>
          <a:p>
            <a:r>
              <a:rPr lang="en-US"/>
              <a:t>Notes view: </a:t>
            </a:r>
            <a:fld id="{128CEAFE-FA94-43E5-B0FF-D47E1CCDD1B4}" type="slidenum">
              <a:rPr lang="en-US" smtClean="0"/>
              <a:pPr/>
              <a:t>17</a:t>
            </a:fld>
            <a:endParaRPr lang="en-US"/>
          </a:p>
        </p:txBody>
      </p:sp>
    </p:spTree>
    <p:extLst>
      <p:ext uri="{BB962C8B-B14F-4D97-AF65-F5344CB8AC3E}">
        <p14:creationId xmlns:p14="http://schemas.microsoft.com/office/powerpoint/2010/main" val="2933188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n-NL"/>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18</a:t>
            </a:fld>
            <a:endParaRPr lang="en-US"/>
          </a:p>
        </p:txBody>
      </p:sp>
    </p:spTree>
    <p:extLst>
      <p:ext uri="{BB962C8B-B14F-4D97-AF65-F5344CB8AC3E}">
        <p14:creationId xmlns:p14="http://schemas.microsoft.com/office/powerpoint/2010/main" val="2334853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AC4F-8E15-EE05-BC77-151E552C5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02F80-DB2D-EB36-AD48-02C971A2101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992B1E8-D68F-B0F8-2EB1-E69E714A3314}"/>
              </a:ext>
            </a:extLst>
          </p:cNvPr>
          <p:cNvSpPr>
            <a:spLocks noGrp="1"/>
          </p:cNvSpPr>
          <p:nvPr>
            <p:ph type="body" idx="1"/>
          </p:nvPr>
        </p:nvSpPr>
        <p:spPr/>
        <p:txBody>
          <a:bodyPr/>
          <a:lstStyle/>
          <a:p>
            <a:r>
              <a:rPr lang="en-US" err="1"/>
              <a:t>Cambiar</a:t>
            </a:r>
            <a:r>
              <a:rPr lang="en-US"/>
              <a:t> DIVE </a:t>
            </a:r>
            <a:r>
              <a:rPr lang="en-US" err="1"/>
              <a:t>por</a:t>
            </a:r>
            <a:r>
              <a:rPr lang="en-US"/>
              <a:t> PORT</a:t>
            </a:r>
            <a:endParaRPr lang="en-NL"/>
          </a:p>
        </p:txBody>
      </p:sp>
      <p:sp>
        <p:nvSpPr>
          <p:cNvPr id="4" name="Slide Number Placeholder 3">
            <a:extLst>
              <a:ext uri="{FF2B5EF4-FFF2-40B4-BE49-F238E27FC236}">
                <a16:creationId xmlns:a16="http://schemas.microsoft.com/office/drawing/2014/main" id="{82AF99D2-DEE5-1071-2374-3204BEE75BD0}"/>
              </a:ext>
            </a:extLst>
          </p:cNvPr>
          <p:cNvSpPr>
            <a:spLocks noGrp="1"/>
          </p:cNvSpPr>
          <p:nvPr>
            <p:ph type="sldNum" sz="quarter" idx="5"/>
          </p:nvPr>
        </p:nvSpPr>
        <p:spPr/>
        <p:txBody>
          <a:bodyPr/>
          <a:lstStyle/>
          <a:p>
            <a:fld id="{B19E1BAB-8530-45FC-B9CE-C81E0DF88AC3}" type="slidenum">
              <a:rPr lang="en-US" smtClean="0"/>
              <a:t>25</a:t>
            </a:fld>
            <a:endParaRPr lang="en-US"/>
          </a:p>
        </p:txBody>
      </p:sp>
    </p:spTree>
    <p:extLst>
      <p:ext uri="{BB962C8B-B14F-4D97-AF65-F5344CB8AC3E}">
        <p14:creationId xmlns:p14="http://schemas.microsoft.com/office/powerpoint/2010/main" val="1453661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1858-30C0-53AF-2B76-F3A4FF26D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84D05-D276-C254-8DCF-F750D5F30131}"/>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5D79DBD-358A-C762-4985-2A31BDAAA5AE}"/>
              </a:ext>
            </a:extLst>
          </p:cNvPr>
          <p:cNvSpPr>
            <a:spLocks noGrp="1"/>
          </p:cNvSpPr>
          <p:nvPr>
            <p:ph type="body" idx="1"/>
          </p:nvPr>
        </p:nvSpPr>
        <p:spPr/>
        <p:txBody>
          <a:bodyPr/>
          <a:lstStyle/>
          <a:p>
            <a:r>
              <a:rPr lang="en-US" err="1"/>
              <a:t>Cambiar</a:t>
            </a:r>
            <a:r>
              <a:rPr lang="en-US"/>
              <a:t> DIVE </a:t>
            </a:r>
            <a:r>
              <a:rPr lang="en-US" err="1"/>
              <a:t>por</a:t>
            </a:r>
            <a:r>
              <a:rPr lang="en-US"/>
              <a:t> PORT</a:t>
            </a:r>
            <a:endParaRPr lang="en-NL"/>
          </a:p>
        </p:txBody>
      </p:sp>
      <p:sp>
        <p:nvSpPr>
          <p:cNvPr id="4" name="Slide Number Placeholder 3">
            <a:extLst>
              <a:ext uri="{FF2B5EF4-FFF2-40B4-BE49-F238E27FC236}">
                <a16:creationId xmlns:a16="http://schemas.microsoft.com/office/drawing/2014/main" id="{A0B2BFEB-47DD-BBBA-A8D6-A2716ED81A11}"/>
              </a:ext>
            </a:extLst>
          </p:cNvPr>
          <p:cNvSpPr>
            <a:spLocks noGrp="1"/>
          </p:cNvSpPr>
          <p:nvPr>
            <p:ph type="sldNum" sz="quarter" idx="5"/>
          </p:nvPr>
        </p:nvSpPr>
        <p:spPr/>
        <p:txBody>
          <a:bodyPr/>
          <a:lstStyle/>
          <a:p>
            <a:fld id="{B19E1BAB-8530-45FC-B9CE-C81E0DF88AC3}" type="slidenum">
              <a:rPr lang="en-US" smtClean="0"/>
              <a:t>27</a:t>
            </a:fld>
            <a:endParaRPr lang="en-US"/>
          </a:p>
        </p:txBody>
      </p:sp>
    </p:spTree>
    <p:extLst>
      <p:ext uri="{BB962C8B-B14F-4D97-AF65-F5344CB8AC3E}">
        <p14:creationId xmlns:p14="http://schemas.microsoft.com/office/powerpoint/2010/main" val="3997385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2BED-6AC7-A817-61F6-B23679375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FFDA89-3A61-2B39-261A-AEA2C6724FF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ACDAA65-1E75-63FE-3042-830A1109B9C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436B3B35-DA5F-3B00-6A21-A1ADD4253FA7}"/>
              </a:ext>
            </a:extLst>
          </p:cNvPr>
          <p:cNvSpPr>
            <a:spLocks noGrp="1"/>
          </p:cNvSpPr>
          <p:nvPr>
            <p:ph type="sldNum" sz="quarter" idx="5"/>
          </p:nvPr>
        </p:nvSpPr>
        <p:spPr/>
        <p:txBody>
          <a:bodyPr/>
          <a:lstStyle/>
          <a:p>
            <a:r>
              <a:rPr lang="en-US"/>
              <a:t>Notes view: </a:t>
            </a:r>
            <a:fld id="{128CEAFE-FA94-43E5-B0FF-D47E1CCDD1B4}" type="slidenum">
              <a:rPr lang="en-US" smtClean="0"/>
              <a:pPr/>
              <a:t>31</a:t>
            </a:fld>
            <a:endParaRPr lang="en-US"/>
          </a:p>
        </p:txBody>
      </p:sp>
    </p:spTree>
    <p:extLst>
      <p:ext uri="{BB962C8B-B14F-4D97-AF65-F5344CB8AC3E}">
        <p14:creationId xmlns:p14="http://schemas.microsoft.com/office/powerpoint/2010/main" val="810959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4E04F-F2A4-07F7-4177-AC008806B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47FD0-D780-326B-E657-C7B4E108884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C7430D7-B6D1-1854-F01A-1205097E44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DDF5AE3-950A-C703-0322-487984707FD9}"/>
              </a:ext>
            </a:extLst>
          </p:cNvPr>
          <p:cNvSpPr>
            <a:spLocks noGrp="1"/>
          </p:cNvSpPr>
          <p:nvPr>
            <p:ph type="sldNum" sz="quarter" idx="5"/>
          </p:nvPr>
        </p:nvSpPr>
        <p:spPr/>
        <p:txBody>
          <a:bodyPr/>
          <a:lstStyle/>
          <a:p>
            <a:r>
              <a:rPr lang="en-US"/>
              <a:t>Notes view: </a:t>
            </a:r>
            <a:fld id="{128CEAFE-FA94-43E5-B0FF-D47E1CCDD1B4}" type="slidenum">
              <a:rPr lang="en-US" smtClean="0"/>
              <a:pPr/>
              <a:t>33</a:t>
            </a:fld>
            <a:endParaRPr lang="en-US"/>
          </a:p>
        </p:txBody>
      </p:sp>
    </p:spTree>
    <p:extLst>
      <p:ext uri="{BB962C8B-B14F-4D97-AF65-F5344CB8AC3E}">
        <p14:creationId xmlns:p14="http://schemas.microsoft.com/office/powerpoint/2010/main" val="3317799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A3503-BF81-A611-A2D4-2AB766AB3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31C71-6CDA-67E0-3C33-893489E4F2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821E6EA-CBFF-D45C-06C9-A603EF5FC5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09E97178-58E3-432A-BD00-BFBFFC6493A3}"/>
              </a:ext>
            </a:extLst>
          </p:cNvPr>
          <p:cNvSpPr>
            <a:spLocks noGrp="1"/>
          </p:cNvSpPr>
          <p:nvPr>
            <p:ph type="sldNum" sz="quarter" idx="5"/>
          </p:nvPr>
        </p:nvSpPr>
        <p:spPr/>
        <p:txBody>
          <a:bodyPr/>
          <a:lstStyle/>
          <a:p>
            <a:fld id="{B19E1BAB-8530-45FC-B9CE-C81E0DF88AC3}" type="slidenum">
              <a:rPr lang="en-US" smtClean="0"/>
              <a:t>35</a:t>
            </a:fld>
            <a:endParaRPr lang="en-US"/>
          </a:p>
        </p:txBody>
      </p:sp>
    </p:spTree>
    <p:extLst>
      <p:ext uri="{BB962C8B-B14F-4D97-AF65-F5344CB8AC3E}">
        <p14:creationId xmlns:p14="http://schemas.microsoft.com/office/powerpoint/2010/main" val="3060484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77D1-A28A-B24C-D0FA-B6586707B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C16CB9-A115-2C1F-640E-1F82D50873E8}"/>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C8062B8-90E1-98A0-4198-18C375B1BCE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79EB1DE4-0510-8068-34A3-A92057869BCD}"/>
              </a:ext>
            </a:extLst>
          </p:cNvPr>
          <p:cNvSpPr>
            <a:spLocks noGrp="1"/>
          </p:cNvSpPr>
          <p:nvPr>
            <p:ph type="sldNum" sz="quarter" idx="5"/>
          </p:nvPr>
        </p:nvSpPr>
        <p:spPr/>
        <p:txBody>
          <a:bodyPr/>
          <a:lstStyle/>
          <a:p>
            <a:fld id="{B19E1BAB-8530-45FC-B9CE-C81E0DF88AC3}" type="slidenum">
              <a:rPr lang="en-US" smtClean="0"/>
              <a:t>39</a:t>
            </a:fld>
            <a:endParaRPr lang="en-US"/>
          </a:p>
        </p:txBody>
      </p:sp>
    </p:spTree>
    <p:extLst>
      <p:ext uri="{BB962C8B-B14F-4D97-AF65-F5344CB8AC3E}">
        <p14:creationId xmlns:p14="http://schemas.microsoft.com/office/powerpoint/2010/main" val="3935063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860C-1AE9-C0E5-1587-1B79CEB06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D3B40-32D3-40EF-FF9A-CC03ABB4FBD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F25D6A3-AE3E-2C84-CDB3-156AE2056F3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473C0C0E-DE89-66BE-FF35-3CE3ECFD03E7}"/>
              </a:ext>
            </a:extLst>
          </p:cNvPr>
          <p:cNvSpPr>
            <a:spLocks noGrp="1"/>
          </p:cNvSpPr>
          <p:nvPr>
            <p:ph type="sldNum" sz="quarter" idx="5"/>
          </p:nvPr>
        </p:nvSpPr>
        <p:spPr/>
        <p:txBody>
          <a:bodyPr/>
          <a:lstStyle/>
          <a:p>
            <a:fld id="{B19E1BAB-8530-45FC-B9CE-C81E0DF88AC3}" type="slidenum">
              <a:rPr lang="en-US" smtClean="0"/>
              <a:t>42</a:t>
            </a:fld>
            <a:endParaRPr lang="en-US"/>
          </a:p>
        </p:txBody>
      </p:sp>
    </p:spTree>
    <p:extLst>
      <p:ext uri="{BB962C8B-B14F-4D97-AF65-F5344CB8AC3E}">
        <p14:creationId xmlns:p14="http://schemas.microsoft.com/office/powerpoint/2010/main" val="3339993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30976-E167-D2EF-9888-7D8889365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693FE-8831-3D5C-E647-F67B5C3AB62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9035F15-AFD8-A1A6-2B3C-5230735B8D6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E3DA287B-BD88-E463-CD05-A7804CEE49EF}"/>
              </a:ext>
            </a:extLst>
          </p:cNvPr>
          <p:cNvSpPr>
            <a:spLocks noGrp="1"/>
          </p:cNvSpPr>
          <p:nvPr>
            <p:ph type="sldNum" sz="quarter" idx="5"/>
          </p:nvPr>
        </p:nvSpPr>
        <p:spPr/>
        <p:txBody>
          <a:bodyPr/>
          <a:lstStyle/>
          <a:p>
            <a:fld id="{B19E1BAB-8530-45FC-B9CE-C81E0DF88AC3}" type="slidenum">
              <a:rPr lang="en-US" smtClean="0"/>
              <a:t>43</a:t>
            </a:fld>
            <a:endParaRPr lang="en-US"/>
          </a:p>
        </p:txBody>
      </p:sp>
    </p:spTree>
    <p:extLst>
      <p:ext uri="{BB962C8B-B14F-4D97-AF65-F5344CB8AC3E}">
        <p14:creationId xmlns:p14="http://schemas.microsoft.com/office/powerpoint/2010/main" val="1227991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9272-2DBC-A0F9-7FAD-65DF0649C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D40C2-E1F7-D250-2D24-46F70FACF5E4}"/>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4C7992BA-7548-E2FC-B91F-D93CB5575C8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DCF7E4E-67CD-B85C-61BB-567BBE5ADE8E}"/>
              </a:ext>
            </a:extLst>
          </p:cNvPr>
          <p:cNvSpPr>
            <a:spLocks noGrp="1"/>
          </p:cNvSpPr>
          <p:nvPr>
            <p:ph type="sldNum" sz="quarter" idx="5"/>
          </p:nvPr>
        </p:nvSpPr>
        <p:spPr/>
        <p:txBody>
          <a:bodyPr/>
          <a:lstStyle/>
          <a:p>
            <a:fld id="{B19E1BAB-8530-45FC-B9CE-C81E0DF88AC3}" type="slidenum">
              <a:rPr lang="en-US" smtClean="0"/>
              <a:t>44</a:t>
            </a:fld>
            <a:endParaRPr lang="en-US"/>
          </a:p>
        </p:txBody>
      </p:sp>
    </p:spTree>
    <p:extLst>
      <p:ext uri="{BB962C8B-B14F-4D97-AF65-F5344CB8AC3E}">
        <p14:creationId xmlns:p14="http://schemas.microsoft.com/office/powerpoint/2010/main" val="3395898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8DED5-9660-487A-8447-A6B2C9129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77448-7555-45C7-3E21-47211AF7DA6F}"/>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FF404EC-E834-19F3-9160-94919CC0191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6578BDF8-3D6B-FA46-99F7-DCD3010A3145}"/>
              </a:ext>
            </a:extLst>
          </p:cNvPr>
          <p:cNvSpPr>
            <a:spLocks noGrp="1"/>
          </p:cNvSpPr>
          <p:nvPr>
            <p:ph type="sldNum" sz="quarter" idx="5"/>
          </p:nvPr>
        </p:nvSpPr>
        <p:spPr/>
        <p:txBody>
          <a:bodyPr/>
          <a:lstStyle/>
          <a:p>
            <a:r>
              <a:rPr lang="en-US"/>
              <a:t>Notes view: </a:t>
            </a:r>
            <a:fld id="{128CEAFE-FA94-43E5-B0FF-D47E1CCDD1B4}" type="slidenum">
              <a:rPr lang="en-US" smtClean="0"/>
              <a:pPr/>
              <a:t>48</a:t>
            </a:fld>
            <a:endParaRPr lang="en-US"/>
          </a:p>
        </p:txBody>
      </p:sp>
    </p:spTree>
    <p:extLst>
      <p:ext uri="{BB962C8B-B14F-4D97-AF65-F5344CB8AC3E}">
        <p14:creationId xmlns:p14="http://schemas.microsoft.com/office/powerpoint/2010/main" val="8889365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3B1BE-6BD2-ED5A-164F-E0663570E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4B8CE-8FE6-8ECB-3E7F-C92D58BFB48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7881964-259C-916D-3706-1CA33F2684CE}"/>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D9AF8DA-1F25-E469-AFE3-B8758D6E267D}"/>
              </a:ext>
            </a:extLst>
          </p:cNvPr>
          <p:cNvSpPr>
            <a:spLocks noGrp="1"/>
          </p:cNvSpPr>
          <p:nvPr>
            <p:ph type="sldNum" sz="quarter" idx="5"/>
          </p:nvPr>
        </p:nvSpPr>
        <p:spPr/>
        <p:txBody>
          <a:bodyPr/>
          <a:lstStyle/>
          <a:p>
            <a:r>
              <a:rPr lang="en-US"/>
              <a:t>Notes view: </a:t>
            </a:r>
            <a:fld id="{128CEAFE-FA94-43E5-B0FF-D47E1CCDD1B4}" type="slidenum">
              <a:rPr lang="en-US" smtClean="0"/>
              <a:pPr/>
              <a:t>50</a:t>
            </a:fld>
            <a:endParaRPr lang="en-US"/>
          </a:p>
        </p:txBody>
      </p:sp>
    </p:spTree>
    <p:extLst>
      <p:ext uri="{BB962C8B-B14F-4D97-AF65-F5344CB8AC3E}">
        <p14:creationId xmlns:p14="http://schemas.microsoft.com/office/powerpoint/2010/main" val="3824847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47BAE-6E9B-A665-7E07-A7F4C90FD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AFCA8-2698-D394-3E3F-7A08670186E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B095C76-E5E8-5BF5-01E4-EA773EB40ADB}"/>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858CFD11-345B-2784-0AFB-6CFC0681386D}"/>
              </a:ext>
            </a:extLst>
          </p:cNvPr>
          <p:cNvSpPr>
            <a:spLocks noGrp="1"/>
          </p:cNvSpPr>
          <p:nvPr>
            <p:ph type="sldNum" sz="quarter" idx="5"/>
          </p:nvPr>
        </p:nvSpPr>
        <p:spPr/>
        <p:txBody>
          <a:bodyPr/>
          <a:lstStyle/>
          <a:p>
            <a:fld id="{B19E1BAB-8530-45FC-B9CE-C81E0DF88AC3}" type="slidenum">
              <a:rPr lang="en-US" smtClean="0"/>
              <a:t>55</a:t>
            </a:fld>
            <a:endParaRPr lang="en-US"/>
          </a:p>
        </p:txBody>
      </p:sp>
    </p:spTree>
    <p:extLst>
      <p:ext uri="{BB962C8B-B14F-4D97-AF65-F5344CB8AC3E}">
        <p14:creationId xmlns:p14="http://schemas.microsoft.com/office/powerpoint/2010/main" val="3206464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9782-21A6-803C-46F7-EF2FAB2BB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D0A5E-C447-E365-8937-45110776552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E53C3C0-CC88-9412-639B-7F731AF49C4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9A248DD-A290-7C2D-150F-7A0984CA529D}"/>
              </a:ext>
            </a:extLst>
          </p:cNvPr>
          <p:cNvSpPr>
            <a:spLocks noGrp="1"/>
          </p:cNvSpPr>
          <p:nvPr>
            <p:ph type="sldNum" sz="quarter" idx="5"/>
          </p:nvPr>
        </p:nvSpPr>
        <p:spPr/>
        <p:txBody>
          <a:bodyPr/>
          <a:lstStyle/>
          <a:p>
            <a:fld id="{B19E1BAB-8530-45FC-B9CE-C81E0DF88AC3}" type="slidenum">
              <a:rPr lang="en-US" smtClean="0"/>
              <a:t>56</a:t>
            </a:fld>
            <a:endParaRPr lang="en-US"/>
          </a:p>
        </p:txBody>
      </p:sp>
    </p:spTree>
    <p:extLst>
      <p:ext uri="{BB962C8B-B14F-4D97-AF65-F5344CB8AC3E}">
        <p14:creationId xmlns:p14="http://schemas.microsoft.com/office/powerpoint/2010/main" val="550221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A7510-FC6E-3784-646E-9FE5585B9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7B0E4-4515-6D1E-B780-9E92E2BCCCC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0FBB538-4281-2A9D-C524-FC4EE0F5AF6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AD4AE2E5-8C03-10E1-024A-FC403B4DABC9}"/>
              </a:ext>
            </a:extLst>
          </p:cNvPr>
          <p:cNvSpPr>
            <a:spLocks noGrp="1"/>
          </p:cNvSpPr>
          <p:nvPr>
            <p:ph type="sldNum" sz="quarter" idx="5"/>
          </p:nvPr>
        </p:nvSpPr>
        <p:spPr/>
        <p:txBody>
          <a:bodyPr/>
          <a:lstStyle/>
          <a:p>
            <a:fld id="{B19E1BAB-8530-45FC-B9CE-C81E0DF88AC3}" type="slidenum">
              <a:rPr lang="en-US" smtClean="0"/>
              <a:t>57</a:t>
            </a:fld>
            <a:endParaRPr lang="en-US"/>
          </a:p>
        </p:txBody>
      </p:sp>
    </p:spTree>
    <p:extLst>
      <p:ext uri="{BB962C8B-B14F-4D97-AF65-F5344CB8AC3E}">
        <p14:creationId xmlns:p14="http://schemas.microsoft.com/office/powerpoint/2010/main" val="3228504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945F3-F139-C31A-0CF2-34487493A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1DEA1-1911-387C-A0AF-23799FD3A614}"/>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C86F32E-E909-A472-0C4D-094799DD78E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9179BFD4-8E84-02F3-83F1-FADE571E369A}"/>
              </a:ext>
            </a:extLst>
          </p:cNvPr>
          <p:cNvSpPr>
            <a:spLocks noGrp="1"/>
          </p:cNvSpPr>
          <p:nvPr>
            <p:ph type="sldNum" sz="quarter" idx="5"/>
          </p:nvPr>
        </p:nvSpPr>
        <p:spPr/>
        <p:txBody>
          <a:bodyPr/>
          <a:lstStyle/>
          <a:p>
            <a:fld id="{B19E1BAB-8530-45FC-B9CE-C81E0DF88AC3}" type="slidenum">
              <a:rPr lang="en-US" smtClean="0"/>
              <a:t>59</a:t>
            </a:fld>
            <a:endParaRPr lang="en-US"/>
          </a:p>
        </p:txBody>
      </p:sp>
    </p:spTree>
    <p:extLst>
      <p:ext uri="{BB962C8B-B14F-4D97-AF65-F5344CB8AC3E}">
        <p14:creationId xmlns:p14="http://schemas.microsoft.com/office/powerpoint/2010/main" val="1856081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81172-62BA-092B-F683-15ECD878F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0D8E5-E0A5-28EE-F661-E7166495851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E88BD71-E22B-6EFF-3B9E-D70E2B1949B4}"/>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37F01EA-F553-FEFA-BA51-A712EF072A6E}"/>
              </a:ext>
            </a:extLst>
          </p:cNvPr>
          <p:cNvSpPr>
            <a:spLocks noGrp="1"/>
          </p:cNvSpPr>
          <p:nvPr>
            <p:ph type="sldNum" sz="quarter" idx="5"/>
          </p:nvPr>
        </p:nvSpPr>
        <p:spPr/>
        <p:txBody>
          <a:bodyPr/>
          <a:lstStyle/>
          <a:p>
            <a:fld id="{B19E1BAB-8530-45FC-B9CE-C81E0DF88AC3}" type="slidenum">
              <a:rPr lang="en-US" smtClean="0"/>
              <a:t>60</a:t>
            </a:fld>
            <a:endParaRPr lang="en-US"/>
          </a:p>
        </p:txBody>
      </p:sp>
    </p:spTree>
    <p:extLst>
      <p:ext uri="{BB962C8B-B14F-4D97-AF65-F5344CB8AC3E}">
        <p14:creationId xmlns:p14="http://schemas.microsoft.com/office/powerpoint/2010/main" val="23300830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FC75-68FB-F942-B461-8B3577709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7FE7E-55AF-A5EE-5679-491D09627DA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E5FCF84-ED51-4B43-AC95-42D2808FB88A}"/>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2552731A-5251-3602-B952-2BA66A6E3C60}"/>
              </a:ext>
            </a:extLst>
          </p:cNvPr>
          <p:cNvSpPr>
            <a:spLocks noGrp="1"/>
          </p:cNvSpPr>
          <p:nvPr>
            <p:ph type="sldNum" sz="quarter" idx="5"/>
          </p:nvPr>
        </p:nvSpPr>
        <p:spPr/>
        <p:txBody>
          <a:bodyPr/>
          <a:lstStyle/>
          <a:p>
            <a:fld id="{B19E1BAB-8530-45FC-B9CE-C81E0DF88AC3}" type="slidenum">
              <a:rPr lang="en-US" smtClean="0"/>
              <a:t>65</a:t>
            </a:fld>
            <a:endParaRPr lang="en-US"/>
          </a:p>
        </p:txBody>
      </p:sp>
    </p:spTree>
    <p:extLst>
      <p:ext uri="{BB962C8B-B14F-4D97-AF65-F5344CB8AC3E}">
        <p14:creationId xmlns:p14="http://schemas.microsoft.com/office/powerpoint/2010/main" val="3205717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EC39-3641-C354-3879-022B223A0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F775D2-5F1F-24B6-DB0F-3598AB1CC78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7766EAD-2ECC-925B-8B1C-7B419EA0971C}"/>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41E7CD5-E991-FE00-72F6-F1080399B02C}"/>
              </a:ext>
            </a:extLst>
          </p:cNvPr>
          <p:cNvSpPr>
            <a:spLocks noGrp="1"/>
          </p:cNvSpPr>
          <p:nvPr>
            <p:ph type="sldNum" sz="quarter" idx="5"/>
          </p:nvPr>
        </p:nvSpPr>
        <p:spPr/>
        <p:txBody>
          <a:bodyPr/>
          <a:lstStyle/>
          <a:p>
            <a:fld id="{B19E1BAB-8530-45FC-B9CE-C81E0DF88AC3}" type="slidenum">
              <a:rPr lang="en-US" smtClean="0"/>
              <a:t>66</a:t>
            </a:fld>
            <a:endParaRPr lang="en-US"/>
          </a:p>
        </p:txBody>
      </p:sp>
    </p:spTree>
    <p:extLst>
      <p:ext uri="{BB962C8B-B14F-4D97-AF65-F5344CB8AC3E}">
        <p14:creationId xmlns:p14="http://schemas.microsoft.com/office/powerpoint/2010/main" val="3937542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3E237-B4D7-CF22-F59A-2C785878A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026CA-866B-3B99-A3EF-0FF9FF226122}"/>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FFFB683A-6403-99F8-89DC-D03225F2E2E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199C571F-2949-8B21-2939-59DF2756DE98}"/>
              </a:ext>
            </a:extLst>
          </p:cNvPr>
          <p:cNvSpPr>
            <a:spLocks noGrp="1"/>
          </p:cNvSpPr>
          <p:nvPr>
            <p:ph type="sldNum" sz="quarter" idx="5"/>
          </p:nvPr>
        </p:nvSpPr>
        <p:spPr/>
        <p:txBody>
          <a:bodyPr/>
          <a:lstStyle/>
          <a:p>
            <a:r>
              <a:rPr lang="en-US"/>
              <a:t>Notes view: </a:t>
            </a:r>
            <a:fld id="{128CEAFE-FA94-43E5-B0FF-D47E1CCDD1B4}" type="slidenum">
              <a:rPr lang="en-US" smtClean="0"/>
              <a:pPr/>
              <a:t>69</a:t>
            </a:fld>
            <a:endParaRPr lang="en-US"/>
          </a:p>
        </p:txBody>
      </p:sp>
    </p:spTree>
    <p:extLst>
      <p:ext uri="{BB962C8B-B14F-4D97-AF65-F5344CB8AC3E}">
        <p14:creationId xmlns:p14="http://schemas.microsoft.com/office/powerpoint/2010/main" val="643174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1E576-6313-4127-8977-E1EC7F94E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0E4D2-3596-0DFB-100D-DF87F77F6627}"/>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106DA4B-D2FF-AD7C-01CF-132D1D726F1D}"/>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770E2969-35FC-BD10-68E3-3A10C71C1E5F}"/>
              </a:ext>
            </a:extLst>
          </p:cNvPr>
          <p:cNvSpPr>
            <a:spLocks noGrp="1"/>
          </p:cNvSpPr>
          <p:nvPr>
            <p:ph type="sldNum" sz="quarter" idx="5"/>
          </p:nvPr>
        </p:nvSpPr>
        <p:spPr/>
        <p:txBody>
          <a:bodyPr/>
          <a:lstStyle/>
          <a:p>
            <a:fld id="{B19E1BAB-8530-45FC-B9CE-C81E0DF88AC3}" type="slidenum">
              <a:rPr lang="en-US" smtClean="0"/>
              <a:t>78</a:t>
            </a:fld>
            <a:endParaRPr lang="en-US"/>
          </a:p>
        </p:txBody>
      </p:sp>
    </p:spTree>
    <p:extLst>
      <p:ext uri="{BB962C8B-B14F-4D97-AF65-F5344CB8AC3E}">
        <p14:creationId xmlns:p14="http://schemas.microsoft.com/office/powerpoint/2010/main" val="29436228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50183-7259-C967-6CDE-1720639D3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BDD1C-6E48-8422-2A3F-EE190E0044C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8FF2723-8D7F-17C3-1D47-4E92EB94EC0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B0366B7-883C-391F-A8A4-A2CF744FC4F5}"/>
              </a:ext>
            </a:extLst>
          </p:cNvPr>
          <p:cNvSpPr>
            <a:spLocks noGrp="1"/>
          </p:cNvSpPr>
          <p:nvPr>
            <p:ph type="sldNum" sz="quarter" idx="5"/>
          </p:nvPr>
        </p:nvSpPr>
        <p:spPr/>
        <p:txBody>
          <a:bodyPr/>
          <a:lstStyle/>
          <a:p>
            <a:fld id="{B19E1BAB-8530-45FC-B9CE-C81E0DF88AC3}" type="slidenum">
              <a:rPr lang="en-US" smtClean="0"/>
              <a:t>80</a:t>
            </a:fld>
            <a:endParaRPr lang="en-US"/>
          </a:p>
        </p:txBody>
      </p:sp>
    </p:spTree>
    <p:extLst>
      <p:ext uri="{BB962C8B-B14F-4D97-AF65-F5344CB8AC3E}">
        <p14:creationId xmlns:p14="http://schemas.microsoft.com/office/powerpoint/2010/main" val="15239366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C8958-F1B0-5E0A-46D1-EC8738C34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6DF4D-340B-3E6F-54AD-FAA8885B997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3BAE816-97BC-2421-B16E-44E0886F6F17}"/>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5BCC3A1-3F62-CC9E-2F03-117FDF3436BB}"/>
              </a:ext>
            </a:extLst>
          </p:cNvPr>
          <p:cNvSpPr>
            <a:spLocks noGrp="1"/>
          </p:cNvSpPr>
          <p:nvPr>
            <p:ph type="sldNum" sz="quarter" idx="5"/>
          </p:nvPr>
        </p:nvSpPr>
        <p:spPr/>
        <p:txBody>
          <a:bodyPr/>
          <a:lstStyle/>
          <a:p>
            <a:fld id="{B19E1BAB-8530-45FC-B9CE-C81E0DF88AC3}" type="slidenum">
              <a:rPr lang="en-US" smtClean="0"/>
              <a:t>81</a:t>
            </a:fld>
            <a:endParaRPr lang="en-US"/>
          </a:p>
        </p:txBody>
      </p:sp>
    </p:spTree>
    <p:extLst>
      <p:ext uri="{BB962C8B-B14F-4D97-AF65-F5344CB8AC3E}">
        <p14:creationId xmlns:p14="http://schemas.microsoft.com/office/powerpoint/2010/main" val="16302634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19E1BAB-8530-45FC-B9CE-C81E0DF88AC3}" type="slidenum">
              <a:rPr lang="en-US" smtClean="0"/>
              <a:t>85</a:t>
            </a:fld>
            <a:endParaRPr lang="en-US"/>
          </a:p>
        </p:txBody>
      </p:sp>
    </p:spTree>
    <p:extLst>
      <p:ext uri="{BB962C8B-B14F-4D97-AF65-F5344CB8AC3E}">
        <p14:creationId xmlns:p14="http://schemas.microsoft.com/office/powerpoint/2010/main" val="16084778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11622-805A-6D4C-AC3D-2CCEA4E92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DFE00-2C91-A92C-9326-CE82E6C25E1A}"/>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1348EA53-7B8F-0390-B003-CF365EF29B3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CF353CF-A5DF-C8A7-E270-220BF7B8B5C6}"/>
              </a:ext>
            </a:extLst>
          </p:cNvPr>
          <p:cNvSpPr>
            <a:spLocks noGrp="1"/>
          </p:cNvSpPr>
          <p:nvPr>
            <p:ph type="sldNum" sz="quarter" idx="5"/>
          </p:nvPr>
        </p:nvSpPr>
        <p:spPr/>
        <p:txBody>
          <a:bodyPr/>
          <a:lstStyle/>
          <a:p>
            <a:fld id="{B19E1BAB-8530-45FC-B9CE-C81E0DF88AC3}" type="slidenum">
              <a:rPr lang="en-US" smtClean="0"/>
              <a:t>87</a:t>
            </a:fld>
            <a:endParaRPr lang="en-US"/>
          </a:p>
        </p:txBody>
      </p:sp>
    </p:spTree>
    <p:extLst>
      <p:ext uri="{BB962C8B-B14F-4D97-AF65-F5344CB8AC3E}">
        <p14:creationId xmlns:p14="http://schemas.microsoft.com/office/powerpoint/2010/main" val="3593922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1E98-11CA-C202-67F2-837A7903D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F18F4-F413-436D-7371-A8D78C176D53}"/>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DECC79DC-5A1C-931B-2E55-564CF7473B35}"/>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A0B4C53-DF35-4C67-B0DC-778B61065440}"/>
              </a:ext>
            </a:extLst>
          </p:cNvPr>
          <p:cNvSpPr>
            <a:spLocks noGrp="1"/>
          </p:cNvSpPr>
          <p:nvPr>
            <p:ph type="sldNum" sz="quarter" idx="5"/>
          </p:nvPr>
        </p:nvSpPr>
        <p:spPr/>
        <p:txBody>
          <a:bodyPr/>
          <a:lstStyle/>
          <a:p>
            <a:r>
              <a:rPr lang="en-US"/>
              <a:t>Notes view: </a:t>
            </a:r>
            <a:fld id="{128CEAFE-FA94-43E5-B0FF-D47E1CCDD1B4}" type="slidenum">
              <a:rPr lang="en-US" smtClean="0"/>
              <a:pPr/>
              <a:t>90</a:t>
            </a:fld>
            <a:endParaRPr lang="en-US"/>
          </a:p>
        </p:txBody>
      </p:sp>
    </p:spTree>
    <p:extLst>
      <p:ext uri="{BB962C8B-B14F-4D97-AF65-F5344CB8AC3E}">
        <p14:creationId xmlns:p14="http://schemas.microsoft.com/office/powerpoint/2010/main" val="1319264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8AEF5-E7BA-D89C-1211-0F8AFE58B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9843F-265A-6F80-B087-29B1A951252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515E568-E345-DDF0-2FFE-D54A8A9BFF5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B3260224-A0D8-ED3B-B07D-D99E82DDB9C3}"/>
              </a:ext>
            </a:extLst>
          </p:cNvPr>
          <p:cNvSpPr>
            <a:spLocks noGrp="1"/>
          </p:cNvSpPr>
          <p:nvPr>
            <p:ph type="sldNum" sz="quarter" idx="5"/>
          </p:nvPr>
        </p:nvSpPr>
        <p:spPr/>
        <p:txBody>
          <a:bodyPr/>
          <a:lstStyle/>
          <a:p>
            <a:r>
              <a:rPr lang="en-US"/>
              <a:t>Notes view: </a:t>
            </a:r>
            <a:fld id="{128CEAFE-FA94-43E5-B0FF-D47E1CCDD1B4}" type="slidenum">
              <a:rPr lang="en-US" smtClean="0"/>
              <a:pPr/>
              <a:t>92</a:t>
            </a:fld>
            <a:endParaRPr lang="en-US"/>
          </a:p>
        </p:txBody>
      </p:sp>
    </p:spTree>
    <p:extLst>
      <p:ext uri="{BB962C8B-B14F-4D97-AF65-F5344CB8AC3E}">
        <p14:creationId xmlns:p14="http://schemas.microsoft.com/office/powerpoint/2010/main" val="11068146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7ADB4-91FF-5C66-EBC9-3CCB547C3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036AC-6F9F-29EB-FDE8-03DFF1B7EC0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4B1CF3C-4372-C7F7-6130-4E04944EDC63}"/>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EBD97812-EB2F-5BC5-DB24-6A013D81A938}"/>
              </a:ext>
            </a:extLst>
          </p:cNvPr>
          <p:cNvSpPr>
            <a:spLocks noGrp="1"/>
          </p:cNvSpPr>
          <p:nvPr>
            <p:ph type="sldNum" sz="quarter" idx="5"/>
          </p:nvPr>
        </p:nvSpPr>
        <p:spPr/>
        <p:txBody>
          <a:bodyPr/>
          <a:lstStyle/>
          <a:p>
            <a:fld id="{B19E1BAB-8530-45FC-B9CE-C81E0DF88AC3}" type="slidenum">
              <a:rPr lang="en-US" smtClean="0"/>
              <a:t>104</a:t>
            </a:fld>
            <a:endParaRPr lang="en-US"/>
          </a:p>
        </p:txBody>
      </p:sp>
    </p:spTree>
    <p:extLst>
      <p:ext uri="{BB962C8B-B14F-4D97-AF65-F5344CB8AC3E}">
        <p14:creationId xmlns:p14="http://schemas.microsoft.com/office/powerpoint/2010/main" val="10084773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50F7-E402-DD01-11EB-CC46B82C0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F6C44-6A65-55EA-596F-7E27C828216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0226A186-7B92-E1ED-611B-24C406395CE0}"/>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1348F158-0043-9F70-17B8-A8BD5DC9D28F}"/>
              </a:ext>
            </a:extLst>
          </p:cNvPr>
          <p:cNvSpPr>
            <a:spLocks noGrp="1"/>
          </p:cNvSpPr>
          <p:nvPr>
            <p:ph type="sldNum" sz="quarter" idx="5"/>
          </p:nvPr>
        </p:nvSpPr>
        <p:spPr/>
        <p:txBody>
          <a:bodyPr/>
          <a:lstStyle/>
          <a:p>
            <a:fld id="{B19E1BAB-8530-45FC-B9CE-C81E0DF88AC3}" type="slidenum">
              <a:rPr lang="en-US" smtClean="0"/>
              <a:t>105</a:t>
            </a:fld>
            <a:endParaRPr lang="en-US"/>
          </a:p>
        </p:txBody>
      </p:sp>
    </p:spTree>
    <p:extLst>
      <p:ext uri="{BB962C8B-B14F-4D97-AF65-F5344CB8AC3E}">
        <p14:creationId xmlns:p14="http://schemas.microsoft.com/office/powerpoint/2010/main" val="39237974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0F5E-4121-0596-BC7A-6F08C9A41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D5F77-AF0B-849B-70D4-ADF0FBEF2C35}"/>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96FA6F08-CDCC-DBBC-C60C-7B8D9C9F92F6}"/>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FD414E35-3210-22EA-1067-C69A3B02838D}"/>
              </a:ext>
            </a:extLst>
          </p:cNvPr>
          <p:cNvSpPr>
            <a:spLocks noGrp="1"/>
          </p:cNvSpPr>
          <p:nvPr>
            <p:ph type="sldNum" sz="quarter" idx="5"/>
          </p:nvPr>
        </p:nvSpPr>
        <p:spPr/>
        <p:txBody>
          <a:bodyPr/>
          <a:lstStyle/>
          <a:p>
            <a:fld id="{B19E1BAB-8530-45FC-B9CE-C81E0DF88AC3}" type="slidenum">
              <a:rPr lang="en-US" smtClean="0"/>
              <a:t>107</a:t>
            </a:fld>
            <a:endParaRPr lang="en-US"/>
          </a:p>
        </p:txBody>
      </p:sp>
    </p:spTree>
    <p:extLst>
      <p:ext uri="{BB962C8B-B14F-4D97-AF65-F5344CB8AC3E}">
        <p14:creationId xmlns:p14="http://schemas.microsoft.com/office/powerpoint/2010/main" val="1044717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DD1C9-BA7E-657F-53FC-2213287E6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95BB4-7882-6878-A307-EB5478FC70F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ED5FD90-72C4-5C0D-5B33-4C3CBDAD72FF}"/>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58612008-C940-A18D-9ADD-1CA39804589D}"/>
              </a:ext>
            </a:extLst>
          </p:cNvPr>
          <p:cNvSpPr>
            <a:spLocks noGrp="1"/>
          </p:cNvSpPr>
          <p:nvPr>
            <p:ph type="sldNum" sz="quarter" idx="5"/>
          </p:nvPr>
        </p:nvSpPr>
        <p:spPr/>
        <p:txBody>
          <a:bodyPr/>
          <a:lstStyle/>
          <a:p>
            <a:r>
              <a:rPr lang="en-US"/>
              <a:t>Notes view: </a:t>
            </a:r>
            <a:fld id="{128CEAFE-FA94-43E5-B0FF-D47E1CCDD1B4}" type="slidenum">
              <a:rPr lang="en-US" smtClean="0"/>
              <a:pPr/>
              <a:t>109</a:t>
            </a:fld>
            <a:endParaRPr lang="en-US"/>
          </a:p>
        </p:txBody>
      </p:sp>
    </p:spTree>
    <p:extLst>
      <p:ext uri="{BB962C8B-B14F-4D97-AF65-F5344CB8AC3E}">
        <p14:creationId xmlns:p14="http://schemas.microsoft.com/office/powerpoint/2010/main" val="1740524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5C9AE-47CB-1789-1FD5-CB28814BF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2A491-E329-50E6-0E42-27D83A67D68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FD70BD8F-A4B5-6340-D981-0C06A36F6648}"/>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90E168F1-621C-94A6-69D9-1A110D48CF84}"/>
              </a:ext>
            </a:extLst>
          </p:cNvPr>
          <p:cNvSpPr>
            <a:spLocks noGrp="1"/>
          </p:cNvSpPr>
          <p:nvPr>
            <p:ph type="sldNum" sz="quarter" idx="5"/>
          </p:nvPr>
        </p:nvSpPr>
        <p:spPr/>
        <p:txBody>
          <a:bodyPr/>
          <a:lstStyle/>
          <a:p>
            <a:r>
              <a:rPr lang="en-US"/>
              <a:t>Notes view: </a:t>
            </a:r>
            <a:fld id="{128CEAFE-FA94-43E5-B0FF-D47E1CCDD1B4}" type="slidenum">
              <a:rPr lang="en-US" smtClean="0"/>
              <a:pPr/>
              <a:t>110</a:t>
            </a:fld>
            <a:endParaRPr lang="en-US"/>
          </a:p>
        </p:txBody>
      </p:sp>
    </p:spTree>
    <p:extLst>
      <p:ext uri="{BB962C8B-B14F-4D97-AF65-F5344CB8AC3E}">
        <p14:creationId xmlns:p14="http://schemas.microsoft.com/office/powerpoint/2010/main" val="30981026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8B469-6BCD-471C-9EDD-62DB0D725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A6EC0-CEC5-897A-0C55-B5D319C751D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6733BAC-E3E7-CD37-BC50-4B8917EED419}"/>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3A103242-F42C-8950-C367-8B829B383CA1}"/>
              </a:ext>
            </a:extLst>
          </p:cNvPr>
          <p:cNvSpPr>
            <a:spLocks noGrp="1"/>
          </p:cNvSpPr>
          <p:nvPr>
            <p:ph type="sldNum" sz="quarter" idx="5"/>
          </p:nvPr>
        </p:nvSpPr>
        <p:spPr/>
        <p:txBody>
          <a:bodyPr/>
          <a:lstStyle/>
          <a:p>
            <a:r>
              <a:rPr lang="en-US"/>
              <a:t>Notes view: </a:t>
            </a:r>
            <a:fld id="{128CEAFE-FA94-43E5-B0FF-D47E1CCDD1B4}" type="slidenum">
              <a:rPr lang="en-US" smtClean="0"/>
              <a:pPr/>
              <a:t>111</a:t>
            </a:fld>
            <a:endParaRPr lang="en-US"/>
          </a:p>
        </p:txBody>
      </p:sp>
    </p:spTree>
    <p:extLst>
      <p:ext uri="{BB962C8B-B14F-4D97-AF65-F5344CB8AC3E}">
        <p14:creationId xmlns:p14="http://schemas.microsoft.com/office/powerpoint/2010/main" val="16548052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4466-5598-E198-F267-77A65E8226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8F52-C3B2-0DAD-07EC-2E3DDFABAB2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CCEBFEC-0CDB-31CC-64CB-2B62E3CA152B}"/>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DFDDAF6E-3039-26AD-AAAA-159EE1E8E475}"/>
              </a:ext>
            </a:extLst>
          </p:cNvPr>
          <p:cNvSpPr>
            <a:spLocks noGrp="1"/>
          </p:cNvSpPr>
          <p:nvPr>
            <p:ph type="sldNum" sz="quarter" idx="5"/>
          </p:nvPr>
        </p:nvSpPr>
        <p:spPr/>
        <p:txBody>
          <a:bodyPr/>
          <a:lstStyle/>
          <a:p>
            <a:fld id="{B19E1BAB-8530-45FC-B9CE-C81E0DF88AC3}" type="slidenum">
              <a:rPr lang="en-US" smtClean="0"/>
              <a:t>136</a:t>
            </a:fld>
            <a:endParaRPr lang="en-US"/>
          </a:p>
        </p:txBody>
      </p:sp>
    </p:spTree>
    <p:extLst>
      <p:ext uri="{BB962C8B-B14F-4D97-AF65-F5344CB8AC3E}">
        <p14:creationId xmlns:p14="http://schemas.microsoft.com/office/powerpoint/2010/main" val="19851305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A229-C238-FD2E-71D6-C8ABD5689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1B8C3-C428-38E0-7321-7FCCA8BAED4B}"/>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2F1D8E22-6D5A-8AC5-2538-A472C4B6463A}"/>
              </a:ext>
            </a:extLst>
          </p:cNvPr>
          <p:cNvSpPr>
            <a:spLocks noGrp="1"/>
          </p:cNvSpPr>
          <p:nvPr>
            <p:ph type="body" idx="1"/>
          </p:nvPr>
        </p:nvSpPr>
        <p:spPr/>
        <p:txBody>
          <a:bodyPr/>
          <a:lstStyle/>
          <a:p>
            <a:endParaRPr lang="en-NL"/>
          </a:p>
        </p:txBody>
      </p:sp>
      <p:sp>
        <p:nvSpPr>
          <p:cNvPr id="4" name="Slide Number Placeholder 3">
            <a:extLst>
              <a:ext uri="{FF2B5EF4-FFF2-40B4-BE49-F238E27FC236}">
                <a16:creationId xmlns:a16="http://schemas.microsoft.com/office/drawing/2014/main" id="{039390FA-B9B9-A4D6-8D8D-9BA9AED873BD}"/>
              </a:ext>
            </a:extLst>
          </p:cNvPr>
          <p:cNvSpPr>
            <a:spLocks noGrp="1"/>
          </p:cNvSpPr>
          <p:nvPr>
            <p:ph type="sldNum" sz="quarter" idx="5"/>
          </p:nvPr>
        </p:nvSpPr>
        <p:spPr/>
        <p:txBody>
          <a:bodyPr/>
          <a:lstStyle/>
          <a:p>
            <a:fld id="{B19E1BAB-8530-45FC-B9CE-C81E0DF88AC3}" type="slidenum">
              <a:rPr lang="en-US" smtClean="0"/>
              <a:t>137</a:t>
            </a:fld>
            <a:endParaRPr lang="en-US"/>
          </a:p>
        </p:txBody>
      </p:sp>
    </p:spTree>
    <p:extLst>
      <p:ext uri="{BB962C8B-B14F-4D97-AF65-F5344CB8AC3E}">
        <p14:creationId xmlns:p14="http://schemas.microsoft.com/office/powerpoint/2010/main" val="21909234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4.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6.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8.emf"/><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jpeg"/><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9.emf"/><Relationship Id="rId4" Type="http://schemas.openxmlformats.org/officeDocument/2006/relationships/oleObject" Target="../embeddings/oleObject4.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9.emf"/><Relationship Id="rId4" Type="http://schemas.openxmlformats.org/officeDocument/2006/relationships/oleObject" Target="../embeddings/oleObject4.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9.emf"/><Relationship Id="rId4" Type="http://schemas.openxmlformats.org/officeDocument/2006/relationships/oleObject" Target="../embeddings/oleObject8.bin"/></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9.emf"/></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9.emf"/><Relationship Id="rId4" Type="http://schemas.openxmlformats.org/officeDocument/2006/relationships/oleObject" Target="../embeddings/oleObject10.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9.emf"/></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9.emf"/><Relationship Id="rId4" Type="http://schemas.openxmlformats.org/officeDocument/2006/relationships/oleObject" Target="../embeddings/oleObject11.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9.emf"/><Relationship Id="rId4" Type="http://schemas.openxmlformats.org/officeDocument/2006/relationships/oleObject" Target="../embeddings/oleObject1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9.emf"/><Relationship Id="rId4" Type="http://schemas.openxmlformats.org/officeDocument/2006/relationships/oleObject" Target="../embeddings/oleObject3.bin"/></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9.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42.xml"/><Relationship Id="rId6" Type="http://schemas.openxmlformats.org/officeDocument/2006/relationships/image" Target="../media/image11.jpeg"/><Relationship Id="rId5" Type="http://schemas.openxmlformats.org/officeDocument/2006/relationships/image" Target="../media/image2.svg"/><Relationship Id="rId4" Type="http://schemas.openxmlformats.org/officeDocument/2006/relationships/image" Target="../media/image10.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43.xml"/><Relationship Id="rId6" Type="http://schemas.openxmlformats.org/officeDocument/2006/relationships/image" Target="../media/image12.jpeg"/><Relationship Id="rId5" Type="http://schemas.openxmlformats.org/officeDocument/2006/relationships/image" Target="../media/image2.svg"/><Relationship Id="rId4" Type="http://schemas.openxmlformats.org/officeDocument/2006/relationships/image" Target="../media/image10.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44.xml"/><Relationship Id="rId5" Type="http://schemas.openxmlformats.org/officeDocument/2006/relationships/image" Target="../media/image2.svg"/><Relationship Id="rId4" Type="http://schemas.openxmlformats.org/officeDocument/2006/relationships/image" Target="../media/image10.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45.xml"/><Relationship Id="rId5" Type="http://schemas.openxmlformats.org/officeDocument/2006/relationships/image" Target="../media/image13.jpeg"/><Relationship Id="rId4"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46.xml"/><Relationship Id="rId6" Type="http://schemas.openxmlformats.org/officeDocument/2006/relationships/image" Target="../media/image5.emf"/><Relationship Id="rId5" Type="http://schemas.openxmlformats.org/officeDocument/2006/relationships/image" Target="../media/image14.jpeg"/><Relationship Id="rId4" Type="http://schemas.openxmlformats.org/officeDocument/2006/relationships/image" Target="../media/image3.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47.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3.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2900659546"/>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6" name="Picture 5" descr="An aerial view of a city&#10;&#10;AI-generated content may be incorrect.">
            <a:extLst>
              <a:ext uri="{FF2B5EF4-FFF2-40B4-BE49-F238E27FC236}">
                <a16:creationId xmlns:a16="http://schemas.microsoft.com/office/drawing/2014/main" id="{65414E2E-10EE-140E-9184-99B13D7F63E5}"/>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0" y="5857"/>
            <a:ext cx="9144000" cy="5137643"/>
          </a:xfrm>
          <a:prstGeom prst="rect">
            <a:avLst/>
          </a:prstGeom>
        </p:spPr>
      </p:pic>
      <p:sp>
        <p:nvSpPr>
          <p:cNvPr id="7" name="Rectangle 6">
            <a:extLst>
              <a:ext uri="{FF2B5EF4-FFF2-40B4-BE49-F238E27FC236}">
                <a16:creationId xmlns:a16="http://schemas.microsoft.com/office/drawing/2014/main" id="{D39BF389-F0B7-D8F1-7290-6BAC9495C925}"/>
              </a:ext>
            </a:extLst>
          </p:cNvPr>
          <p:cNvSpPr/>
          <p:nvPr/>
        </p:nvSpPr>
        <p:spPr>
          <a:xfrm>
            <a:off x="0" y="0"/>
            <a:ext cx="9144000" cy="5143500"/>
          </a:xfrm>
          <a:prstGeom prst="rect">
            <a:avLst/>
          </a:prstGeom>
          <a:gradFill flip="none" rotWithShape="1">
            <a:gsLst>
              <a:gs pos="24000">
                <a:schemeClr val="accent5">
                  <a:alpha val="75000"/>
                </a:schemeClr>
              </a:gs>
              <a:gs pos="100000">
                <a:schemeClr val="accent5">
                  <a:alpha val="0"/>
                </a:schemeClr>
              </a:gs>
            </a:gsLst>
            <a:lin ang="10800000" scaled="1"/>
            <a:tileRect/>
          </a:gradFill>
          <a:ln>
            <a:noFill/>
          </a:ln>
        </p:spPr>
        <p:txBody>
          <a:bodyPr vert="horz" wrap="square" lIns="68580" tIns="34290" rIns="68580" bIns="34290" numCol="1" anchor="t" anchorCtr="0" compatLnSpc="1">
            <a:prstTxWarp prst="textNoShape">
              <a:avLst/>
            </a:prstTxWarp>
            <a:noAutofit/>
          </a:bodyPr>
          <a:lstStyle/>
          <a:p>
            <a:pPr lvl="0" defTabSz="914034"/>
            <a:endParaRPr lang="en-US" err="1">
              <a:solidFill>
                <a:schemeClr val="tx1"/>
              </a:solidFill>
            </a:endParaRPr>
          </a:p>
        </p:txBody>
      </p:sp>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19" name="Rechteck 6">
            <a:extLst>
              <a:ext uri="{FF2B5EF4-FFF2-40B4-BE49-F238E27FC236}">
                <a16:creationId xmlns:a16="http://schemas.microsoft.com/office/drawing/2014/main" id="{8ABF537A-6499-4BA3-AA2C-4FA203C99139}"/>
              </a:ext>
            </a:extLst>
          </p:cNvPr>
          <p:cNvSpPr/>
          <p:nvPr/>
        </p:nvSpPr>
        <p:spPr bwMode="gray">
          <a:xfrm>
            <a:off x="0" y="0"/>
            <a:ext cx="9144000" cy="80434"/>
          </a:xfrm>
          <a:prstGeom prst="rect">
            <a:avLst/>
          </a:prstGeom>
          <a:solidFill>
            <a:srgbClr val="FF6600"/>
          </a:solidFill>
          <a:ln w="9525" cap="flat" cmpd="sng" algn="ctr">
            <a:noFill/>
            <a:prstDash val="solid"/>
          </a:ln>
          <a:effectLst/>
        </p:spPr>
        <p:txBody>
          <a:bodyPr lIns="143940" tIns="47979" rIns="143940" bIns="47979" rtlCol="0" anchor="ctr"/>
          <a:lstStyle/>
          <a:p>
            <a:pPr marL="179924" marR="0" lvl="0" indent="-179924" algn="ctr" defTabSz="914012"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FF6600"/>
              </a:solidFill>
              <a:effectLst/>
              <a:uLnTx/>
              <a:uFillTx/>
              <a:latin typeface="+mn-lt"/>
              <a:ea typeface="+mn-ea"/>
              <a:cs typeface="+mn-cs"/>
            </a:endParaRPr>
          </a:p>
        </p:txBody>
      </p:sp>
      <p:pic>
        <p:nvPicPr>
          <p:cNvPr id="23" name="Grafik 17">
            <a:extLst>
              <a:ext uri="{FF2B5EF4-FFF2-40B4-BE49-F238E27FC236}">
                <a16:creationId xmlns:a16="http://schemas.microsoft.com/office/drawing/2014/main" id="{959A787B-6A5F-49A1-8640-E3968AB8E72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
        <p:nvSpPr>
          <p:cNvPr id="2" name="Title 1">
            <a:extLst>
              <a:ext uri="{FF2B5EF4-FFF2-40B4-BE49-F238E27FC236}">
                <a16:creationId xmlns:a16="http://schemas.microsoft.com/office/drawing/2014/main" id="{9E6FFB47-0783-30E7-B4FA-CE9018E72BA1}"/>
              </a:ext>
            </a:extLst>
          </p:cNvPr>
          <p:cNvSpPr>
            <a:spLocks noGrp="1"/>
          </p:cNvSpPr>
          <p:nvPr>
            <p:ph type="ctrTitle" hasCustomPrompt="1"/>
          </p:nvPr>
        </p:nvSpPr>
        <p:spPr bwMode="ltGray">
          <a:xfrm>
            <a:off x="4645249" y="953482"/>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bg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8" name="Subtitle 2">
            <a:extLst>
              <a:ext uri="{FF2B5EF4-FFF2-40B4-BE49-F238E27FC236}">
                <a16:creationId xmlns:a16="http://schemas.microsoft.com/office/drawing/2014/main" id="{5F5A34EB-B66A-2B39-1197-42D9DA9AC17D}"/>
              </a:ext>
            </a:extLst>
          </p:cNvPr>
          <p:cNvSpPr>
            <a:spLocks noGrp="1"/>
          </p:cNvSpPr>
          <p:nvPr>
            <p:ph type="subTitle" idx="1" hasCustomPrompt="1"/>
          </p:nvPr>
        </p:nvSpPr>
        <p:spPr bwMode="white">
          <a:xfrm>
            <a:off x="4645249" y="2116401"/>
            <a:ext cx="4174902" cy="292931"/>
          </a:xfrm>
          <a:prstGeom prst="rect">
            <a:avLst/>
          </a:prstGeom>
          <a:noFill/>
        </p:spPr>
        <p:txBody>
          <a:bodyPr vert="horz" wrap="none" lIns="0" tIns="0" rIns="0" bIns="0" rtlCol="0">
            <a:noAutofit/>
          </a:bodyPr>
          <a:lstStyle>
            <a:lvl1pPr>
              <a:defRPr lang="en-US" sz="1800" b="0" dirty="0">
                <a:solidFill>
                  <a:schemeClr val="bg1"/>
                </a:solidFill>
                <a:latin typeface="+mj-lt"/>
              </a:defRPr>
            </a:lvl1pPr>
          </a:lstStyle>
          <a:p>
            <a:pPr lvl="0" defTabSz="914034">
              <a:spcBef>
                <a:spcPts val="0"/>
              </a:spcBef>
              <a:spcAft>
                <a:spcPts val="0"/>
              </a:spcAft>
              <a:buNone/>
            </a:pPr>
            <a:r>
              <a:rPr lang="en-US"/>
              <a:t>Click to add subtitle</a:t>
            </a:r>
          </a:p>
        </p:txBody>
      </p:sp>
      <p:sp>
        <p:nvSpPr>
          <p:cNvPr id="9" name="Text Placeholder 4">
            <a:extLst>
              <a:ext uri="{FF2B5EF4-FFF2-40B4-BE49-F238E27FC236}">
                <a16:creationId xmlns:a16="http://schemas.microsoft.com/office/drawing/2014/main" id="{FC96E890-6933-58CC-3B41-781905D2C7B5}"/>
              </a:ext>
            </a:extLst>
          </p:cNvPr>
          <p:cNvSpPr>
            <a:spLocks noGrp="1"/>
          </p:cNvSpPr>
          <p:nvPr>
            <p:ph type="body" sz="quarter" idx="13" hasCustomPrompt="1"/>
          </p:nvPr>
        </p:nvSpPr>
        <p:spPr>
          <a:xfrm>
            <a:off x="4645248" y="2461309"/>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10" name="Text Placeholder 4">
            <a:extLst>
              <a:ext uri="{FF2B5EF4-FFF2-40B4-BE49-F238E27FC236}">
                <a16:creationId xmlns:a16="http://schemas.microsoft.com/office/drawing/2014/main" id="{E278D778-1B7A-CFB2-C598-FA54352BC8BC}"/>
              </a:ext>
            </a:extLst>
          </p:cNvPr>
          <p:cNvSpPr>
            <a:spLocks noGrp="1"/>
          </p:cNvSpPr>
          <p:nvPr>
            <p:ph type="body" sz="quarter" idx="14" hasCustomPrompt="1"/>
          </p:nvPr>
        </p:nvSpPr>
        <p:spPr>
          <a:xfrm>
            <a:off x="5517538" y="2461309"/>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2077096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41767950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17" name="Picture 16" descr="A large ship in a harbor&#10;&#10;AI-generated content may be incorrect.">
            <a:extLst>
              <a:ext uri="{FF2B5EF4-FFF2-40B4-BE49-F238E27FC236}">
                <a16:creationId xmlns:a16="http://schemas.microsoft.com/office/drawing/2014/main" id="{DF491813-8DED-D686-1E28-AFF5B96B1114}"/>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Rectangle 9">
            <a:extLst>
              <a:ext uri="{FF2B5EF4-FFF2-40B4-BE49-F238E27FC236}">
                <a16:creationId xmlns:a16="http://schemas.microsoft.com/office/drawing/2014/main" id="{452B7CE4-FF34-54B4-A3BA-04276C5CA44D}"/>
              </a:ext>
            </a:extLst>
          </p:cNvPr>
          <p:cNvSpPr/>
          <p:nvPr/>
        </p:nvSpPr>
        <p:spPr>
          <a:xfrm flipH="1">
            <a:off x="0" y="0"/>
            <a:ext cx="9144000" cy="5143500"/>
          </a:xfrm>
          <a:prstGeom prst="rect">
            <a:avLst/>
          </a:prstGeom>
          <a:gradFill flip="none" rotWithShape="1">
            <a:gsLst>
              <a:gs pos="25000">
                <a:schemeClr val="tx1">
                  <a:alpha val="35000"/>
                </a:schemeClr>
              </a:gs>
              <a:gs pos="100000">
                <a:schemeClr val="tx1">
                  <a:alpha val="0"/>
                </a:schemeClr>
              </a:gs>
            </a:gsLst>
            <a:lin ang="10800000" scaled="1"/>
            <a:tileRect/>
          </a:gradFill>
          <a:ln>
            <a:noFill/>
          </a:ln>
        </p:spPr>
        <p:txBody>
          <a:bodyPr vert="horz" wrap="square" lIns="68580" tIns="34290" rIns="68580" bIns="34290" numCol="1" anchor="t" anchorCtr="0" compatLnSpc="1">
            <a:prstTxWarp prst="textNoShape">
              <a:avLst/>
            </a:prstTxWarp>
            <a:noAutofit/>
          </a:bodyPr>
          <a:lstStyle/>
          <a:p>
            <a:pPr lvl="0" defTabSz="914034"/>
            <a:endParaRPr lang="en-US" err="1">
              <a:solidFill>
                <a:schemeClr val="tx1"/>
              </a:solidFill>
            </a:endParaRPr>
          </a:p>
        </p:txBody>
      </p:sp>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5" name="Rechteck 6">
            <a:extLst>
              <a:ext uri="{FF2B5EF4-FFF2-40B4-BE49-F238E27FC236}">
                <a16:creationId xmlns:a16="http://schemas.microsoft.com/office/drawing/2014/main" id="{C161A00B-D68F-E883-A00C-2646BC895076}"/>
              </a:ext>
            </a:extLst>
          </p:cNvPr>
          <p:cNvSpPr/>
          <p:nvPr/>
        </p:nvSpPr>
        <p:spPr bwMode="gray">
          <a:xfrm>
            <a:off x="0" y="0"/>
            <a:ext cx="9144000" cy="72000"/>
          </a:xfrm>
          <a:prstGeom prst="rect">
            <a:avLst/>
          </a:prstGeom>
          <a:solidFill>
            <a:srgbClr val="FF6600"/>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0341D2">
                  <a:lumMod val="75000"/>
                </a:srgbClr>
              </a:solidFill>
              <a:effectLst/>
              <a:uLnTx/>
              <a:uFillTx/>
              <a:latin typeface="Arial"/>
              <a:ea typeface="+mn-ea"/>
              <a:cs typeface="+mn-cs"/>
            </a:endParaRPr>
          </a:p>
        </p:txBody>
      </p:sp>
      <p:pic>
        <p:nvPicPr>
          <p:cNvPr id="13" name="Grafik 17">
            <a:extLst>
              <a:ext uri="{FF2B5EF4-FFF2-40B4-BE49-F238E27FC236}">
                <a16:creationId xmlns:a16="http://schemas.microsoft.com/office/drawing/2014/main" id="{5D2A2630-17B6-1470-D22F-9B0107E971A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
        <p:nvSpPr>
          <p:cNvPr id="2" name="Title 1">
            <a:extLst>
              <a:ext uri="{FF2B5EF4-FFF2-40B4-BE49-F238E27FC236}">
                <a16:creationId xmlns:a16="http://schemas.microsoft.com/office/drawing/2014/main" id="{E3BA4552-9EEE-F93E-24EE-27869AFA85DC}"/>
              </a:ext>
            </a:extLst>
          </p:cNvPr>
          <p:cNvSpPr>
            <a:spLocks noGrp="1"/>
          </p:cNvSpPr>
          <p:nvPr>
            <p:ph type="ctrTitle" hasCustomPrompt="1"/>
          </p:nvPr>
        </p:nvSpPr>
        <p:spPr bwMode="ltGray">
          <a:xfrm>
            <a:off x="228600" y="3150737"/>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bg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6" name="Subtitle 2">
            <a:extLst>
              <a:ext uri="{FF2B5EF4-FFF2-40B4-BE49-F238E27FC236}">
                <a16:creationId xmlns:a16="http://schemas.microsoft.com/office/drawing/2014/main" id="{9A9D74AA-D209-6B3F-E46F-234771E9A262}"/>
              </a:ext>
            </a:extLst>
          </p:cNvPr>
          <p:cNvSpPr>
            <a:spLocks noGrp="1"/>
          </p:cNvSpPr>
          <p:nvPr>
            <p:ph type="subTitle" idx="1" hasCustomPrompt="1"/>
          </p:nvPr>
        </p:nvSpPr>
        <p:spPr bwMode="white">
          <a:xfrm>
            <a:off x="228600" y="4313656"/>
            <a:ext cx="4174902" cy="292931"/>
          </a:xfrm>
          <a:prstGeom prst="rect">
            <a:avLst/>
          </a:prstGeom>
          <a:noFill/>
        </p:spPr>
        <p:txBody>
          <a:bodyPr vert="horz" wrap="none" lIns="0" tIns="0" rIns="0" bIns="0" rtlCol="0">
            <a:noAutofit/>
          </a:bodyPr>
          <a:lstStyle>
            <a:lvl1pPr>
              <a:defRPr lang="en-US" sz="1800" b="0" dirty="0">
                <a:solidFill>
                  <a:schemeClr val="bg1"/>
                </a:solidFill>
                <a:latin typeface="+mj-lt"/>
              </a:defRPr>
            </a:lvl1pPr>
          </a:lstStyle>
          <a:p>
            <a:pPr lvl="0" defTabSz="914034">
              <a:spcBef>
                <a:spcPts val="0"/>
              </a:spcBef>
              <a:spcAft>
                <a:spcPts val="0"/>
              </a:spcAft>
              <a:buNone/>
            </a:pPr>
            <a:r>
              <a:rPr lang="en-US"/>
              <a:t>Click to add subtitle</a:t>
            </a:r>
          </a:p>
        </p:txBody>
      </p:sp>
      <p:sp>
        <p:nvSpPr>
          <p:cNvPr id="7" name="Text Placeholder 4">
            <a:extLst>
              <a:ext uri="{FF2B5EF4-FFF2-40B4-BE49-F238E27FC236}">
                <a16:creationId xmlns:a16="http://schemas.microsoft.com/office/drawing/2014/main" id="{AAC82310-7794-AC2D-3D3D-F95F213C5EAA}"/>
              </a:ext>
            </a:extLst>
          </p:cNvPr>
          <p:cNvSpPr>
            <a:spLocks noGrp="1"/>
          </p:cNvSpPr>
          <p:nvPr>
            <p:ph type="body" sz="quarter" idx="13" hasCustomPrompt="1"/>
          </p:nvPr>
        </p:nvSpPr>
        <p:spPr>
          <a:xfrm>
            <a:off x="228599" y="4658564"/>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8" name="Text Placeholder 4">
            <a:extLst>
              <a:ext uri="{FF2B5EF4-FFF2-40B4-BE49-F238E27FC236}">
                <a16:creationId xmlns:a16="http://schemas.microsoft.com/office/drawing/2014/main" id="{C9ACC8CE-1322-794A-E15B-94081473BA25}"/>
              </a:ext>
            </a:extLst>
          </p:cNvPr>
          <p:cNvSpPr>
            <a:spLocks noGrp="1"/>
          </p:cNvSpPr>
          <p:nvPr>
            <p:ph type="body" sz="quarter" idx="14" hasCustomPrompt="1"/>
          </p:nvPr>
        </p:nvSpPr>
        <p:spPr>
          <a:xfrm>
            <a:off x="1100889" y="4658564"/>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bg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9960860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1999539351"/>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191" y="1191"/>
                        <a:ext cx="1191" cy="1191"/>
                      </a:xfrm>
                      <a:prstGeom prst="rect">
                        <a:avLst/>
                      </a:prstGeom>
                    </p:spPr>
                  </p:pic>
                </p:oleObj>
              </mc:Fallback>
            </mc:AlternateContent>
          </a:graphicData>
        </a:graphic>
      </p:graphicFrame>
      <p:pic>
        <p:nvPicPr>
          <p:cNvPr id="21" name="Picture 20" descr="A container ship in a port&#10;&#10;AI-generated content may be incorrect.">
            <a:extLst>
              <a:ext uri="{FF2B5EF4-FFF2-40B4-BE49-F238E27FC236}">
                <a16:creationId xmlns:a16="http://schemas.microsoft.com/office/drawing/2014/main" id="{0BEB697D-1D74-7120-06FB-688EC5020626}"/>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559" y="0"/>
            <a:ext cx="9142882" cy="5143500"/>
          </a:xfrm>
          <a:prstGeom prst="rect">
            <a:avLst/>
          </a:prstGeom>
        </p:spPr>
      </p:pic>
      <p:sp>
        <p:nvSpPr>
          <p:cNvPr id="3" name="Rectangle 2" hidden="1"/>
          <p:cNvSpPr/>
          <p:nvPr>
            <p:custDataLst>
              <p:tags r:id="rId2"/>
            </p:custDataLst>
          </p:nvPr>
        </p:nvSpPr>
        <p:spPr>
          <a:xfrm>
            <a:off x="0" y="0"/>
            <a:ext cx="119063" cy="119063"/>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4050" b="0" i="0" baseline="0">
              <a:solidFill>
                <a:srgbClr val="FFFFFF"/>
              </a:solidFill>
              <a:latin typeface="+mn-lt"/>
              <a:ea typeface="+mn-ea"/>
              <a:cs typeface="+mn-cs"/>
              <a:sym typeface="Trebuchet MS" panose="020B0603020202020204" pitchFamily="34" charset="0"/>
            </a:endParaRPr>
          </a:p>
        </p:txBody>
      </p:sp>
      <p:sp>
        <p:nvSpPr>
          <p:cNvPr id="22" name="Rectangle 21">
            <a:extLst>
              <a:ext uri="{FF2B5EF4-FFF2-40B4-BE49-F238E27FC236}">
                <a16:creationId xmlns:a16="http://schemas.microsoft.com/office/drawing/2014/main" id="{E67FFDE7-A9B6-97A3-236A-7E8FDAB5E2D9}"/>
              </a:ext>
            </a:extLst>
          </p:cNvPr>
          <p:cNvSpPr/>
          <p:nvPr/>
        </p:nvSpPr>
        <p:spPr>
          <a:xfrm>
            <a:off x="0" y="-2282"/>
            <a:ext cx="4002575" cy="5143500"/>
          </a:xfrm>
          <a:prstGeom prst="rect">
            <a:avLst/>
          </a:prstGeom>
          <a:gradFill flip="none" rotWithShape="1">
            <a:gsLst>
              <a:gs pos="0">
                <a:schemeClr val="bg1">
                  <a:shade val="30000"/>
                  <a:satMod val="115000"/>
                  <a:lumMod val="13000"/>
                  <a:lumOff val="87000"/>
                  <a:alpha val="0"/>
                </a:schemeClr>
              </a:gs>
              <a:gs pos="100000">
                <a:schemeClr val="bg1">
                  <a:shade val="100000"/>
                  <a:satMod val="115000"/>
                  <a:lumMod val="0"/>
                  <a:lumOff val="100000"/>
                  <a:alpha val="57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hteck 6">
            <a:extLst>
              <a:ext uri="{FF2B5EF4-FFF2-40B4-BE49-F238E27FC236}">
                <a16:creationId xmlns:a16="http://schemas.microsoft.com/office/drawing/2014/main" id="{9D905F1E-F69B-05B5-1A10-F88A6CDE73DD}"/>
              </a:ext>
            </a:extLst>
          </p:cNvPr>
          <p:cNvSpPr/>
          <p:nvPr/>
        </p:nvSpPr>
        <p:spPr bwMode="gray">
          <a:xfrm>
            <a:off x="0" y="0"/>
            <a:ext cx="9144000" cy="72000"/>
          </a:xfrm>
          <a:prstGeom prst="rect">
            <a:avLst/>
          </a:prstGeom>
          <a:solidFill>
            <a:srgbClr val="FF6600"/>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0341D2">
                  <a:lumMod val="75000"/>
                </a:srgbClr>
              </a:solidFill>
              <a:effectLst/>
              <a:uLnTx/>
              <a:uFillTx/>
              <a:latin typeface="Arial"/>
              <a:ea typeface="+mn-ea"/>
              <a:cs typeface="+mn-cs"/>
            </a:endParaRPr>
          </a:p>
        </p:txBody>
      </p:sp>
      <p:pic>
        <p:nvPicPr>
          <p:cNvPr id="24" name="Grafik 4">
            <a:extLst>
              <a:ext uri="{FF2B5EF4-FFF2-40B4-BE49-F238E27FC236}">
                <a16:creationId xmlns:a16="http://schemas.microsoft.com/office/drawing/2014/main" id="{7861B61C-6517-065A-67C7-E40596DF889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323850" y="258317"/>
            <a:ext cx="8515300" cy="441225"/>
          </a:xfrm>
          <a:prstGeom prst="rect">
            <a:avLst/>
          </a:prstGeom>
        </p:spPr>
      </p:pic>
      <p:sp>
        <p:nvSpPr>
          <p:cNvPr id="14" name="Title 1">
            <a:extLst>
              <a:ext uri="{FF2B5EF4-FFF2-40B4-BE49-F238E27FC236}">
                <a16:creationId xmlns:a16="http://schemas.microsoft.com/office/drawing/2014/main" id="{FBBACAE8-8B19-E75B-ECF8-14CE823DA181}"/>
              </a:ext>
            </a:extLst>
          </p:cNvPr>
          <p:cNvSpPr>
            <a:spLocks noGrp="1"/>
          </p:cNvSpPr>
          <p:nvPr>
            <p:ph type="ctrTitle" hasCustomPrompt="1"/>
          </p:nvPr>
        </p:nvSpPr>
        <p:spPr bwMode="ltGray">
          <a:xfrm>
            <a:off x="228600" y="918878"/>
            <a:ext cx="4174901" cy="1110942"/>
          </a:xfrm>
          <a:prstGeom prst="rect">
            <a:avLst/>
          </a:prstGeom>
          <a:noFill/>
        </p:spPr>
        <p:txBody>
          <a:bodyPr vert="horz" wrap="none" lIns="0" tIns="0" rIns="0" bIns="0" rtlCol="0" anchor="b">
            <a:noAutofit/>
          </a:bodyPr>
          <a:lstStyle>
            <a:lvl1pPr>
              <a:defRPr kumimoji="0" lang="en-US" sz="2800" i="0" u="none" strike="noStrike" cap="none" spc="0" normalizeH="0" baseline="0" dirty="0">
                <a:ln>
                  <a:noFill/>
                </a:ln>
                <a:solidFill>
                  <a:schemeClr val="tx1"/>
                </a:solidFill>
                <a:effectLst/>
                <a:uLnTx/>
                <a:uFillTx/>
                <a:latin typeface="Arial"/>
                <a:ea typeface="+mn-ea"/>
                <a:cs typeface="+mn-cs"/>
              </a:defRPr>
            </a:lvl1pPr>
          </a:lstStyle>
          <a:p>
            <a:pPr marL="0" marR="0" lvl="0" indent="0" defTabSz="914034" fontAlgn="auto">
              <a:lnSpc>
                <a:spcPct val="100000"/>
              </a:lnSpc>
              <a:spcAft>
                <a:spcPts val="0"/>
              </a:spcAft>
              <a:buClrTx/>
              <a:buSzTx/>
              <a:buFontTx/>
              <a:tabLst/>
            </a:pPr>
            <a:r>
              <a:rPr lang="en-US"/>
              <a:t>Click to add title</a:t>
            </a:r>
          </a:p>
        </p:txBody>
      </p:sp>
      <p:sp>
        <p:nvSpPr>
          <p:cNvPr id="15" name="Subtitle 2">
            <a:extLst>
              <a:ext uri="{FF2B5EF4-FFF2-40B4-BE49-F238E27FC236}">
                <a16:creationId xmlns:a16="http://schemas.microsoft.com/office/drawing/2014/main" id="{CDDE0392-AC92-8E6E-B73B-E0E05E7547E6}"/>
              </a:ext>
            </a:extLst>
          </p:cNvPr>
          <p:cNvSpPr>
            <a:spLocks noGrp="1"/>
          </p:cNvSpPr>
          <p:nvPr>
            <p:ph type="subTitle" idx="1" hasCustomPrompt="1"/>
          </p:nvPr>
        </p:nvSpPr>
        <p:spPr bwMode="white">
          <a:xfrm>
            <a:off x="228600" y="2081797"/>
            <a:ext cx="4174902" cy="292931"/>
          </a:xfrm>
          <a:prstGeom prst="rect">
            <a:avLst/>
          </a:prstGeom>
          <a:noFill/>
        </p:spPr>
        <p:txBody>
          <a:bodyPr vert="horz" wrap="none" lIns="0" tIns="0" rIns="0" bIns="0" rtlCol="0">
            <a:noAutofit/>
          </a:bodyPr>
          <a:lstStyle>
            <a:lvl1pPr>
              <a:defRPr lang="en-US" sz="1800" b="0" dirty="0">
                <a:solidFill>
                  <a:schemeClr val="tx1"/>
                </a:solidFill>
                <a:latin typeface="+mj-lt"/>
              </a:defRPr>
            </a:lvl1pPr>
          </a:lstStyle>
          <a:p>
            <a:pPr lvl="0" defTabSz="914034">
              <a:spcBef>
                <a:spcPts val="0"/>
              </a:spcBef>
              <a:spcAft>
                <a:spcPts val="0"/>
              </a:spcAft>
              <a:buNone/>
            </a:pPr>
            <a:r>
              <a:rPr lang="en-US"/>
              <a:t>Click to add subtitle</a:t>
            </a:r>
          </a:p>
        </p:txBody>
      </p:sp>
      <p:sp>
        <p:nvSpPr>
          <p:cNvPr id="16" name="Text Placeholder 4">
            <a:extLst>
              <a:ext uri="{FF2B5EF4-FFF2-40B4-BE49-F238E27FC236}">
                <a16:creationId xmlns:a16="http://schemas.microsoft.com/office/drawing/2014/main" id="{0A401E1F-0AFE-154E-1580-47D3D59D3E53}"/>
              </a:ext>
            </a:extLst>
          </p:cNvPr>
          <p:cNvSpPr>
            <a:spLocks noGrp="1"/>
          </p:cNvSpPr>
          <p:nvPr>
            <p:ph type="body" sz="quarter" idx="13" hasCustomPrompt="1"/>
          </p:nvPr>
        </p:nvSpPr>
        <p:spPr>
          <a:xfrm>
            <a:off x="228599" y="2426705"/>
            <a:ext cx="791767"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tx1"/>
                </a:solidFill>
                <a:effectLst/>
                <a:uLnTx/>
                <a:uFillTx/>
                <a:latin typeface="Arial"/>
              </a:defRPr>
            </a:lvl1pPr>
          </a:lstStyle>
          <a:p>
            <a:pPr marR="0" lvl="0" defTabSz="914034" fontAlgn="auto">
              <a:lnSpc>
                <a:spcPct val="100000"/>
              </a:lnSpc>
              <a:spcBef>
                <a:spcPts val="0"/>
              </a:spcBef>
              <a:spcAft>
                <a:spcPts val="0"/>
              </a:spcAft>
              <a:buClrTx/>
              <a:buSzTx/>
              <a:buFontTx/>
              <a:buNone/>
              <a:tabLst/>
            </a:pPr>
            <a:fld id="{0E26B163-8971-4119-ABBC-5F3BCB521CF4}" type="datetime1">
              <a:rPr lang="en-US" smtClean="0"/>
              <a:pPr marR="0" lvl="0" defTabSz="914034" fontAlgn="auto">
                <a:lnSpc>
                  <a:spcPct val="100000"/>
                </a:lnSpc>
                <a:spcBef>
                  <a:spcPts val="0"/>
                </a:spcBef>
                <a:spcAft>
                  <a:spcPts val="0"/>
                </a:spcAft>
                <a:buClrTx/>
                <a:buSzTx/>
                <a:buFontTx/>
                <a:buNone/>
                <a:tabLst/>
              </a:pPr>
              <a:t>12/7/2024</a:t>
            </a:fld>
            <a:endParaRPr lang="en-US"/>
          </a:p>
        </p:txBody>
      </p:sp>
      <p:sp>
        <p:nvSpPr>
          <p:cNvPr id="17" name="Text Placeholder 4">
            <a:extLst>
              <a:ext uri="{FF2B5EF4-FFF2-40B4-BE49-F238E27FC236}">
                <a16:creationId xmlns:a16="http://schemas.microsoft.com/office/drawing/2014/main" id="{CD648F66-F4EA-8288-7DE3-72D08EE4B697}"/>
              </a:ext>
            </a:extLst>
          </p:cNvPr>
          <p:cNvSpPr>
            <a:spLocks noGrp="1"/>
          </p:cNvSpPr>
          <p:nvPr>
            <p:ph type="body" sz="quarter" idx="14" hasCustomPrompt="1"/>
          </p:nvPr>
        </p:nvSpPr>
        <p:spPr>
          <a:xfrm>
            <a:off x="1100889" y="2426705"/>
            <a:ext cx="3306010" cy="216000"/>
          </a:xfrm>
          <a:prstGeom prst="rect">
            <a:avLst/>
          </a:prstGeom>
        </p:spPr>
        <p:txBody>
          <a:bodyPr vert="horz" lIns="0" tIns="0" rIns="0" bIns="0" rtlCol="0" anchor="ctr">
            <a:noAutofit/>
          </a:bodyPr>
          <a:lstStyle>
            <a:lvl1pPr>
              <a:defRPr kumimoji="0" lang="en-US" sz="1200" b="0" i="0" u="none" strike="noStrike" cap="none" spc="0" normalizeH="0" baseline="0" dirty="0">
                <a:ln>
                  <a:noFill/>
                </a:ln>
                <a:solidFill>
                  <a:schemeClr val="tx1"/>
                </a:solidFill>
                <a:effectLst/>
                <a:uLnTx/>
                <a:uFillTx/>
                <a:latin typeface="Arial"/>
              </a:defRPr>
            </a:lvl1pPr>
          </a:lstStyle>
          <a:p>
            <a:pPr marR="0" lvl="0" defTabSz="914034" fontAlgn="auto">
              <a:lnSpc>
                <a:spcPct val="100000"/>
              </a:lnSpc>
              <a:spcBef>
                <a:spcPts val="0"/>
              </a:spcBef>
              <a:spcAft>
                <a:spcPts val="0"/>
              </a:spcAft>
              <a:buClrTx/>
              <a:buSzTx/>
              <a:buFontTx/>
              <a:buNone/>
              <a:tabLst/>
            </a:pPr>
            <a:r>
              <a:rPr lang="en-US"/>
              <a:t>Click to add location</a:t>
            </a:r>
          </a:p>
        </p:txBody>
      </p:sp>
    </p:spTree>
    <p:extLst>
      <p:ext uri="{BB962C8B-B14F-4D97-AF65-F5344CB8AC3E}">
        <p14:creationId xmlns:p14="http://schemas.microsoft.com/office/powerpoint/2010/main" val="28840154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3117955-7A4F-BCC8-BE96-A1713154DE22}"/>
              </a:ext>
            </a:extLst>
          </p:cNvPr>
          <p:cNvGraphicFramePr>
            <a:graphicFrameLocks noChangeAspect="1"/>
          </p:cNvGraphicFramePr>
          <p:nvPr>
            <p:custDataLst>
              <p:tags r:id="rId1"/>
            </p:custDataLst>
            <p:extLst>
              <p:ext uri="{D42A27DB-BD31-4B8C-83A1-F6EECF244321}">
                <p14:modId xmlns:p14="http://schemas.microsoft.com/office/powerpoint/2010/main" val="3509069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3" name="think-cell data - do not delete" hidden="1">
                        <a:extLst>
                          <a:ext uri="{FF2B5EF4-FFF2-40B4-BE49-F238E27FC236}">
                            <a16:creationId xmlns:a16="http://schemas.microsoft.com/office/drawing/2014/main" id="{B3117955-7A4F-BCC8-BE96-A1713154DE2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1C196ECC-FA34-7280-5782-1C0C5306539A}"/>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5" name="Group 4">
            <a:extLst>
              <a:ext uri="{FF2B5EF4-FFF2-40B4-BE49-F238E27FC236}">
                <a16:creationId xmlns:a16="http://schemas.microsoft.com/office/drawing/2014/main" id="{707024E6-306C-9413-2AEE-08C39016922E}"/>
              </a:ext>
            </a:extLst>
          </p:cNvPr>
          <p:cNvGrpSpPr/>
          <p:nvPr/>
        </p:nvGrpSpPr>
        <p:grpSpPr>
          <a:xfrm flipH="1">
            <a:off x="-19050" y="510152"/>
            <a:ext cx="2095272" cy="4123198"/>
            <a:chOff x="6502058" y="27698"/>
            <a:chExt cx="2611460" cy="5088104"/>
          </a:xfrm>
          <a:solidFill>
            <a:schemeClr val="bg1"/>
          </a:solidFill>
        </p:grpSpPr>
        <p:sp>
          <p:nvSpPr>
            <p:cNvPr id="6" name="Freeform: Shape 5">
              <a:extLst>
                <a:ext uri="{FF2B5EF4-FFF2-40B4-BE49-F238E27FC236}">
                  <a16:creationId xmlns:a16="http://schemas.microsoft.com/office/drawing/2014/main" id="{AAD22666-6D17-D5BF-66F7-AA76297C1917}"/>
                </a:ext>
              </a:extLst>
            </p:cNvPr>
            <p:cNvSpPr/>
            <p:nvPr/>
          </p:nvSpPr>
          <p:spPr>
            <a:xfrm flipV="1">
              <a:off x="6502058" y="27698"/>
              <a:ext cx="2588600" cy="5088104"/>
            </a:xfrm>
            <a:custGeom>
              <a:avLst/>
              <a:gdLst>
                <a:gd name="connsiteX0" fmla="*/ 2493922 w 2588600"/>
                <a:gd name="connsiteY0" fmla="*/ 5088104 h 5088104"/>
                <a:gd name="connsiteX1" fmla="*/ 2588600 w 2588600"/>
                <a:gd name="connsiteY1" fmla="*/ 5088104 h 5088104"/>
                <a:gd name="connsiteX2" fmla="*/ 2588600 w 2588600"/>
                <a:gd name="connsiteY2" fmla="*/ 4367332 h 5088104"/>
                <a:gd name="connsiteX3" fmla="*/ 2493922 w 2588600"/>
                <a:gd name="connsiteY3" fmla="*/ 4367332 h 5088104"/>
                <a:gd name="connsiteX4" fmla="*/ 2493922 w 2588600"/>
                <a:gd name="connsiteY4" fmla="*/ 4577583 h 5088104"/>
                <a:gd name="connsiteX5" fmla="*/ 514049 w 2588600"/>
                <a:gd name="connsiteY5" fmla="*/ 2610788 h 5088104"/>
                <a:gd name="connsiteX6" fmla="*/ 736354 w 2588600"/>
                <a:gd name="connsiteY6" fmla="*/ 2610788 h 5088104"/>
                <a:gd name="connsiteX7" fmla="*/ 736354 w 2588600"/>
                <a:gd name="connsiteY7" fmla="*/ 2477313 h 5088104"/>
                <a:gd name="connsiteX8" fmla="*/ 514049 w 2588600"/>
                <a:gd name="connsiteY8" fmla="*/ 2477313 h 5088104"/>
                <a:gd name="connsiteX9" fmla="*/ 2493922 w 2588600"/>
                <a:gd name="connsiteY9" fmla="*/ 510626 h 5088104"/>
                <a:gd name="connsiteX10" fmla="*/ 2493922 w 2588600"/>
                <a:gd name="connsiteY10" fmla="*/ 731447 h 5088104"/>
                <a:gd name="connsiteX11" fmla="*/ 2588600 w 2588600"/>
                <a:gd name="connsiteY11" fmla="*/ 731447 h 5088104"/>
                <a:gd name="connsiteX12" fmla="*/ 2588600 w 2588600"/>
                <a:gd name="connsiteY12" fmla="*/ 0 h 5088104"/>
                <a:gd name="connsiteX13" fmla="*/ 2493922 w 2588600"/>
                <a:gd name="connsiteY13" fmla="*/ 0 h 5088104"/>
                <a:gd name="connsiteX14" fmla="*/ 2493922 w 2588600"/>
                <a:gd name="connsiteY14" fmla="*/ 377149 h 5088104"/>
                <a:gd name="connsiteX15" fmla="*/ 379679 w 2588600"/>
                <a:gd name="connsiteY15" fmla="*/ 2477313 h 5088104"/>
                <a:gd name="connsiteX16" fmla="*/ 0 w 2588600"/>
                <a:gd name="connsiteY16" fmla="*/ 2477313 h 5088104"/>
                <a:gd name="connsiteX17" fmla="*/ 0 w 2588600"/>
                <a:gd name="connsiteY17" fmla="*/ 2610788 h 5088104"/>
                <a:gd name="connsiteX18" fmla="*/ 379679 w 2588600"/>
                <a:gd name="connsiteY18" fmla="*/ 2610788 h 5088104"/>
                <a:gd name="connsiteX19" fmla="*/ 2493922 w 2588600"/>
                <a:gd name="connsiteY19" fmla="*/ 4711060 h 50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88600" h="5088104">
                  <a:moveTo>
                    <a:pt x="2493922" y="5088104"/>
                  </a:moveTo>
                  <a:lnTo>
                    <a:pt x="2588600" y="5088104"/>
                  </a:lnTo>
                  <a:lnTo>
                    <a:pt x="2588600" y="4367332"/>
                  </a:lnTo>
                  <a:lnTo>
                    <a:pt x="2493922" y="4367332"/>
                  </a:lnTo>
                  <a:lnTo>
                    <a:pt x="2493922" y="4577583"/>
                  </a:lnTo>
                  <a:cubicBezTo>
                    <a:pt x="1417020" y="4542665"/>
                    <a:pt x="549202" y="3680519"/>
                    <a:pt x="514049" y="2610788"/>
                  </a:cubicBezTo>
                  <a:lnTo>
                    <a:pt x="736354" y="2610788"/>
                  </a:lnTo>
                  <a:lnTo>
                    <a:pt x="736354" y="2477313"/>
                  </a:lnTo>
                  <a:lnTo>
                    <a:pt x="514049" y="2477313"/>
                  </a:lnTo>
                  <a:cubicBezTo>
                    <a:pt x="549202" y="1407583"/>
                    <a:pt x="1417020" y="545543"/>
                    <a:pt x="2493922" y="510626"/>
                  </a:cubicBezTo>
                  <a:lnTo>
                    <a:pt x="2493922" y="731447"/>
                  </a:lnTo>
                  <a:lnTo>
                    <a:pt x="2588600" y="731447"/>
                  </a:lnTo>
                  <a:lnTo>
                    <a:pt x="2588600" y="0"/>
                  </a:lnTo>
                  <a:lnTo>
                    <a:pt x="2493922" y="0"/>
                  </a:lnTo>
                  <a:lnTo>
                    <a:pt x="2493922" y="377149"/>
                  </a:lnTo>
                  <a:cubicBezTo>
                    <a:pt x="1342955" y="412174"/>
                    <a:pt x="414937" y="1334013"/>
                    <a:pt x="379679" y="2477313"/>
                  </a:cubicBezTo>
                  <a:lnTo>
                    <a:pt x="0" y="2477313"/>
                  </a:lnTo>
                  <a:lnTo>
                    <a:pt x="0" y="2610788"/>
                  </a:lnTo>
                  <a:lnTo>
                    <a:pt x="379679" y="2610788"/>
                  </a:lnTo>
                  <a:cubicBezTo>
                    <a:pt x="414937" y="3754196"/>
                    <a:pt x="1342955" y="4676035"/>
                    <a:pt x="2493922" y="4711060"/>
                  </a:cubicBezTo>
                  <a:close/>
                </a:path>
              </a:pathLst>
            </a:custGeom>
            <a:solidFill>
              <a:schemeClr val="accent6"/>
            </a:solidFill>
            <a:ln w="46091"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AE343918-8BD8-A8D7-B533-249306C28CF3}"/>
                </a:ext>
              </a:extLst>
            </p:cNvPr>
            <p:cNvSpPr/>
            <p:nvPr/>
          </p:nvSpPr>
          <p:spPr>
            <a:xfrm flipV="1">
              <a:off x="7383513" y="892633"/>
              <a:ext cx="1730005" cy="3336898"/>
            </a:xfrm>
            <a:custGeom>
              <a:avLst/>
              <a:gdLst>
                <a:gd name="connsiteX0" fmla="*/ 1077652 w 1730005"/>
                <a:gd name="connsiteY0" fmla="*/ 768927 h 3336898"/>
                <a:gd name="connsiteX1" fmla="*/ 1612879 w 1730005"/>
                <a:gd name="connsiteY1" fmla="*/ 140630 h 3336898"/>
                <a:gd name="connsiteX2" fmla="*/ 1612879 w 1730005"/>
                <a:gd name="connsiteY2" fmla="*/ 768927 h 3336898"/>
                <a:gd name="connsiteX3" fmla="*/ 430201 w 1730005"/>
                <a:gd name="connsiteY3" fmla="*/ 768927 h 3336898"/>
                <a:gd name="connsiteX4" fmla="*/ 1262117 w 1730005"/>
                <a:gd name="connsiteY4" fmla="*/ 191991 h 3336898"/>
                <a:gd name="connsiteX5" fmla="*/ 931889 w 1730005"/>
                <a:gd name="connsiteY5" fmla="*/ 768927 h 3336898"/>
                <a:gd name="connsiteX6" fmla="*/ 931781 w 1730005"/>
                <a:gd name="connsiteY6" fmla="*/ 1591034 h 3336898"/>
                <a:gd name="connsiteX7" fmla="*/ 1034332 w 1730005"/>
                <a:gd name="connsiteY7" fmla="*/ 902404 h 3336898"/>
                <a:gd name="connsiteX8" fmla="*/ 1612879 w 1730005"/>
                <a:gd name="connsiteY8" fmla="*/ 902404 h 3336898"/>
                <a:gd name="connsiteX9" fmla="*/ 1612879 w 1730005"/>
                <a:gd name="connsiteY9" fmla="*/ 1591034 h 3336898"/>
                <a:gd name="connsiteX10" fmla="*/ 138240 w 1730005"/>
                <a:gd name="connsiteY10" fmla="*/ 1591034 h 3336898"/>
                <a:gd name="connsiteX11" fmla="*/ 342591 w 1730005"/>
                <a:gd name="connsiteY11" fmla="*/ 902404 h 3336898"/>
                <a:gd name="connsiteX12" fmla="*/ 891683 w 1730005"/>
                <a:gd name="connsiteY12" fmla="*/ 902404 h 3336898"/>
                <a:gd name="connsiteX13" fmla="*/ 797409 w 1730005"/>
                <a:gd name="connsiteY13" fmla="*/ 1591034 h 3336898"/>
                <a:gd name="connsiteX14" fmla="*/ 1031107 w 1730005"/>
                <a:gd name="connsiteY14" fmla="*/ 2424028 h 3336898"/>
                <a:gd name="connsiteX15" fmla="*/ 931243 w 1730005"/>
                <a:gd name="connsiteY15" fmla="*/ 1724508 h 3336898"/>
                <a:gd name="connsiteX16" fmla="*/ 1612879 w 1730005"/>
                <a:gd name="connsiteY16" fmla="*/ 1724508 h 3336898"/>
                <a:gd name="connsiteX17" fmla="*/ 1612879 w 1730005"/>
                <a:gd name="connsiteY17" fmla="*/ 2424028 h 3336898"/>
                <a:gd name="connsiteX18" fmla="*/ 336035 w 1730005"/>
                <a:gd name="connsiteY18" fmla="*/ 2424028 h 3336898"/>
                <a:gd name="connsiteX19" fmla="*/ 137166 w 1730005"/>
                <a:gd name="connsiteY19" fmla="*/ 1724508 h 3336898"/>
                <a:gd name="connsiteX20" fmla="*/ 796873 w 1730005"/>
                <a:gd name="connsiteY20" fmla="*/ 1724508 h 3336898"/>
                <a:gd name="connsiteX21" fmla="*/ 889105 w 1730005"/>
                <a:gd name="connsiteY21" fmla="*/ 2424028 h 3336898"/>
                <a:gd name="connsiteX22" fmla="*/ 1262117 w 1730005"/>
                <a:gd name="connsiteY22" fmla="*/ 3145014 h 3336898"/>
                <a:gd name="connsiteX23" fmla="*/ 422246 w 1730005"/>
                <a:gd name="connsiteY23" fmla="*/ 2557505 h 3336898"/>
                <a:gd name="connsiteX24" fmla="*/ 928555 w 1730005"/>
                <a:gd name="connsiteY24" fmla="*/ 2557505 h 3336898"/>
                <a:gd name="connsiteX25" fmla="*/ 1262117 w 1730005"/>
                <a:gd name="connsiteY25" fmla="*/ 3145014 h 3336898"/>
                <a:gd name="connsiteX26" fmla="*/ 1612879 w 1730005"/>
                <a:gd name="connsiteY26" fmla="*/ 3196268 h 3336898"/>
                <a:gd name="connsiteX27" fmla="*/ 1073784 w 1730005"/>
                <a:gd name="connsiteY27" fmla="*/ 2557505 h 3336898"/>
                <a:gd name="connsiteX28" fmla="*/ 1612879 w 1730005"/>
                <a:gd name="connsiteY28" fmla="*/ 2557505 h 3336898"/>
                <a:gd name="connsiteX29" fmla="*/ 1679633 w 1730005"/>
                <a:gd name="connsiteY29" fmla="*/ 3336898 h 3336898"/>
                <a:gd name="connsiteX30" fmla="*/ 1730005 w 1730005"/>
                <a:gd name="connsiteY30" fmla="*/ 3334363 h 3336898"/>
                <a:gd name="connsiteX31" fmla="*/ 1730005 w 1730005"/>
                <a:gd name="connsiteY31" fmla="*/ 2535 h 3336898"/>
                <a:gd name="connsiteX32" fmla="*/ 1679633 w 1730005"/>
                <a:gd name="connsiteY32" fmla="*/ 0 h 3336898"/>
                <a:gd name="connsiteX33" fmla="*/ 0 w 1730005"/>
                <a:gd name="connsiteY33" fmla="*/ 1668449 h 3336898"/>
                <a:gd name="connsiteX34" fmla="*/ 1679633 w 1730005"/>
                <a:gd name="connsiteY34" fmla="*/ 3336898 h 333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30005" h="3336898">
                  <a:moveTo>
                    <a:pt x="1077652" y="768927"/>
                  </a:moveTo>
                  <a:cubicBezTo>
                    <a:pt x="1202887" y="422425"/>
                    <a:pt x="1395951" y="182062"/>
                    <a:pt x="1612879" y="140630"/>
                  </a:cubicBezTo>
                  <a:lnTo>
                    <a:pt x="1612879" y="768927"/>
                  </a:lnTo>
                  <a:close/>
                  <a:moveTo>
                    <a:pt x="430201" y="768927"/>
                  </a:moveTo>
                  <a:cubicBezTo>
                    <a:pt x="632080" y="493007"/>
                    <a:pt x="923395" y="286706"/>
                    <a:pt x="1262117" y="191991"/>
                  </a:cubicBezTo>
                  <a:cubicBezTo>
                    <a:pt x="1126456" y="326321"/>
                    <a:pt x="1013155" y="525682"/>
                    <a:pt x="931889" y="768927"/>
                  </a:cubicBezTo>
                  <a:close/>
                  <a:moveTo>
                    <a:pt x="931781" y="1591034"/>
                  </a:moveTo>
                  <a:cubicBezTo>
                    <a:pt x="938230" y="1342767"/>
                    <a:pt x="974670" y="1108171"/>
                    <a:pt x="1034332" y="902404"/>
                  </a:cubicBezTo>
                  <a:lnTo>
                    <a:pt x="1612879" y="902404"/>
                  </a:lnTo>
                  <a:lnTo>
                    <a:pt x="1612879" y="1591034"/>
                  </a:lnTo>
                  <a:close/>
                  <a:moveTo>
                    <a:pt x="138240" y="1591034"/>
                  </a:moveTo>
                  <a:cubicBezTo>
                    <a:pt x="150926" y="1341060"/>
                    <a:pt x="223270" y="1106996"/>
                    <a:pt x="342591" y="902404"/>
                  </a:cubicBezTo>
                  <a:lnTo>
                    <a:pt x="891683" y="902404"/>
                  </a:lnTo>
                  <a:cubicBezTo>
                    <a:pt x="836216" y="1109239"/>
                    <a:pt x="803214" y="1342233"/>
                    <a:pt x="797409" y="1591034"/>
                  </a:cubicBezTo>
                  <a:close/>
                  <a:moveTo>
                    <a:pt x="1031107" y="2424028"/>
                  </a:moveTo>
                  <a:cubicBezTo>
                    <a:pt x="971661" y="2214845"/>
                    <a:pt x="935973" y="1976406"/>
                    <a:pt x="931243" y="1724508"/>
                  </a:cubicBezTo>
                  <a:lnTo>
                    <a:pt x="1612879" y="1724508"/>
                  </a:lnTo>
                  <a:lnTo>
                    <a:pt x="1612879" y="2424028"/>
                  </a:lnTo>
                  <a:close/>
                  <a:moveTo>
                    <a:pt x="336035" y="2424028"/>
                  </a:moveTo>
                  <a:cubicBezTo>
                    <a:pt x="217143" y="2216020"/>
                    <a:pt x="146517" y="1978112"/>
                    <a:pt x="137166" y="1724508"/>
                  </a:cubicBezTo>
                  <a:lnTo>
                    <a:pt x="796873" y="1724508"/>
                  </a:lnTo>
                  <a:cubicBezTo>
                    <a:pt x="801172" y="1977259"/>
                    <a:pt x="833635" y="2213778"/>
                    <a:pt x="889105" y="2424028"/>
                  </a:cubicBezTo>
                  <a:close/>
                  <a:moveTo>
                    <a:pt x="1262117" y="3145014"/>
                  </a:moveTo>
                  <a:cubicBezTo>
                    <a:pt x="918989" y="3049017"/>
                    <a:pt x="624340" y="2838659"/>
                    <a:pt x="422246" y="2557505"/>
                  </a:cubicBezTo>
                  <a:lnTo>
                    <a:pt x="928555" y="2557505"/>
                  </a:lnTo>
                  <a:cubicBezTo>
                    <a:pt x="1009931" y="2805450"/>
                    <a:pt x="1124521" y="3008653"/>
                    <a:pt x="1262117" y="3145014"/>
                  </a:cubicBezTo>
                  <a:close/>
                  <a:moveTo>
                    <a:pt x="1612879" y="3196268"/>
                  </a:moveTo>
                  <a:cubicBezTo>
                    <a:pt x="1393694" y="3154517"/>
                    <a:pt x="1198803" y="2909668"/>
                    <a:pt x="1073784" y="2557505"/>
                  </a:cubicBezTo>
                  <a:lnTo>
                    <a:pt x="1612879" y="2557505"/>
                  </a:lnTo>
                  <a:close/>
                  <a:moveTo>
                    <a:pt x="1679633" y="3336898"/>
                  </a:moveTo>
                  <a:lnTo>
                    <a:pt x="1730005" y="3334363"/>
                  </a:lnTo>
                  <a:lnTo>
                    <a:pt x="1730005" y="2535"/>
                  </a:lnTo>
                  <a:lnTo>
                    <a:pt x="1679633" y="0"/>
                  </a:lnTo>
                  <a:cubicBezTo>
                    <a:pt x="753443" y="0"/>
                    <a:pt x="0" y="748532"/>
                    <a:pt x="0" y="1668449"/>
                  </a:cubicBezTo>
                  <a:cubicBezTo>
                    <a:pt x="0" y="2588471"/>
                    <a:pt x="753443" y="3336898"/>
                    <a:pt x="1679633" y="3336898"/>
                  </a:cubicBezTo>
                  <a:close/>
                </a:path>
              </a:pathLst>
            </a:custGeom>
            <a:grpFill/>
            <a:ln w="46091" cap="flat">
              <a:noFill/>
              <a:prstDash val="solid"/>
              <a:miter/>
            </a:ln>
          </p:spPr>
          <p:txBody>
            <a:bodyPr rtlCol="0" anchor="ctr"/>
            <a:lstStyle/>
            <a:p>
              <a:endParaRPr lang="en-US"/>
            </a:p>
          </p:txBody>
        </p:sp>
      </p:grpSp>
      <p:sp>
        <p:nvSpPr>
          <p:cNvPr id="9" name="Title 1">
            <a:extLst>
              <a:ext uri="{FF2B5EF4-FFF2-40B4-BE49-F238E27FC236}">
                <a16:creationId xmlns:a16="http://schemas.microsoft.com/office/drawing/2014/main" id="{D7C0CA5D-4EA8-8FD1-8584-F479104F3D8D}"/>
              </a:ext>
            </a:extLst>
          </p:cNvPr>
          <p:cNvSpPr>
            <a:spLocks noGrp="1"/>
          </p:cNvSpPr>
          <p:nvPr>
            <p:ph type="title" hasCustomPrompt="1"/>
          </p:nvPr>
        </p:nvSpPr>
        <p:spPr>
          <a:xfrm>
            <a:off x="2750344" y="2010997"/>
            <a:ext cx="6026400" cy="430887"/>
          </a:xfrm>
        </p:spPr>
        <p:txBody>
          <a:bodyPr vert="horz" wrap="square" lIns="0" tIns="0" rIns="0" bIns="0" rtlCol="0" anchor="b">
            <a:spAutoFit/>
          </a:bodyPr>
          <a:lstStyle>
            <a:lvl1pPr>
              <a:defRPr lang="en-US" sz="2800" dirty="0">
                <a:solidFill>
                  <a:schemeClr val="bg1"/>
                </a:solidFill>
              </a:defRPr>
            </a:lvl1pPr>
          </a:lstStyle>
          <a:p>
            <a:pPr marL="0" lvl="0">
              <a:lnSpc>
                <a:spcPct val="100000"/>
              </a:lnSpc>
            </a:pPr>
            <a:r>
              <a:rPr lang="en-US"/>
              <a:t>Click to add title</a:t>
            </a:r>
          </a:p>
        </p:txBody>
      </p:sp>
      <p:sp>
        <p:nvSpPr>
          <p:cNvPr id="10" name="Subtitle 2">
            <a:extLst>
              <a:ext uri="{FF2B5EF4-FFF2-40B4-BE49-F238E27FC236}">
                <a16:creationId xmlns:a16="http://schemas.microsoft.com/office/drawing/2014/main" id="{1B8CCFE1-5DCE-0B72-93A9-D486EBFB619C}"/>
              </a:ext>
            </a:extLst>
          </p:cNvPr>
          <p:cNvSpPr>
            <a:spLocks noGrp="1"/>
          </p:cNvSpPr>
          <p:nvPr>
            <p:ph type="subTitle" idx="1" hasCustomPrompt="1"/>
          </p:nvPr>
        </p:nvSpPr>
        <p:spPr bwMode="white">
          <a:xfrm>
            <a:off x="2751840" y="2578655"/>
            <a:ext cx="6026400" cy="276999"/>
          </a:xfrm>
          <a:prstGeom prst="rect">
            <a:avLst/>
          </a:prstGeom>
        </p:spPr>
        <p:txBody>
          <a:bodyPr vert="horz" wrap="square" lIns="0" tIns="0" rIns="0" bIns="0" rtlCol="0" anchor="t">
            <a:spAutoFit/>
          </a:bodyPr>
          <a:lstStyle>
            <a:lvl1pPr>
              <a:defRPr lang="en-US" sz="1800" b="0" dirty="0">
                <a:solidFill>
                  <a:schemeClr val="bg1"/>
                </a:solidFill>
                <a:latin typeface="+mj-lt"/>
                <a:ea typeface="+mj-ea"/>
                <a:cs typeface="+mj-cs"/>
              </a:defRPr>
            </a:lvl1pPr>
          </a:lstStyle>
          <a:p>
            <a:pPr lvl="0">
              <a:lnSpc>
                <a:spcPct val="100000"/>
              </a:lnSpc>
              <a:spcBef>
                <a:spcPct val="0"/>
              </a:spcBef>
              <a:buNone/>
            </a:pPr>
            <a:r>
              <a:rPr lang="en-US"/>
              <a:t>Click to add subtitle</a:t>
            </a:r>
          </a:p>
        </p:txBody>
      </p:sp>
      <p:sp>
        <p:nvSpPr>
          <p:cNvPr id="11" name="Text Placeholder 4">
            <a:extLst>
              <a:ext uri="{FF2B5EF4-FFF2-40B4-BE49-F238E27FC236}">
                <a16:creationId xmlns:a16="http://schemas.microsoft.com/office/drawing/2014/main" id="{AD98FCBC-0BDC-7C25-21D1-F47B12E9AD3B}"/>
              </a:ext>
            </a:extLst>
          </p:cNvPr>
          <p:cNvSpPr>
            <a:spLocks noGrp="1"/>
          </p:cNvSpPr>
          <p:nvPr>
            <p:ph type="body" sz="quarter" idx="13" hasCustomPrompt="1"/>
          </p:nvPr>
        </p:nvSpPr>
        <p:spPr>
          <a:xfrm>
            <a:off x="2750344" y="3084203"/>
            <a:ext cx="936000" cy="184666"/>
          </a:xfrm>
          <a:prstGeom prst="rect">
            <a:avLst/>
          </a:prstGeom>
        </p:spPr>
        <p:txBody>
          <a:bodyPr vert="horz" wrap="square" lIns="0" tIns="0" rIns="0" bIns="0" rtlCol="0" anchor="t">
            <a:spAutoFit/>
          </a:bodyPr>
          <a:lstStyle>
            <a:lvl1pPr>
              <a:defRPr lang="en-US" sz="1200" b="0" dirty="0">
                <a:solidFill>
                  <a:schemeClr val="bg1"/>
                </a:solidFill>
                <a:latin typeface="+mj-lt"/>
                <a:ea typeface="+mj-ea"/>
                <a:cs typeface="+mj-cs"/>
              </a:defRPr>
            </a:lvl1pPr>
          </a:lstStyle>
          <a:p>
            <a:pPr lvl="0">
              <a:lnSpc>
                <a:spcPct val="100000"/>
              </a:lnSpc>
              <a:spcBef>
                <a:spcPct val="0"/>
              </a:spcBef>
              <a:buNone/>
            </a:pPr>
            <a:fld id="{0E26B163-8971-4119-ABBC-5F3BCB521CF4}" type="datetime1">
              <a:rPr lang="en-US" smtClean="0"/>
              <a:pPr lvl="0">
                <a:lnSpc>
                  <a:spcPct val="100000"/>
                </a:lnSpc>
                <a:spcBef>
                  <a:spcPct val="0"/>
                </a:spcBef>
                <a:buNone/>
              </a:pPr>
              <a:t>12/7/2024</a:t>
            </a:fld>
            <a:endParaRPr lang="en-US"/>
          </a:p>
        </p:txBody>
      </p:sp>
      <p:sp>
        <p:nvSpPr>
          <p:cNvPr id="12" name="Text Placeholder 4">
            <a:extLst>
              <a:ext uri="{FF2B5EF4-FFF2-40B4-BE49-F238E27FC236}">
                <a16:creationId xmlns:a16="http://schemas.microsoft.com/office/drawing/2014/main" id="{0A8B60C5-1F31-115C-5721-7214DAC57993}"/>
              </a:ext>
            </a:extLst>
          </p:cNvPr>
          <p:cNvSpPr>
            <a:spLocks noGrp="1"/>
          </p:cNvSpPr>
          <p:nvPr>
            <p:ph type="body" sz="quarter" idx="14" hasCustomPrompt="1"/>
          </p:nvPr>
        </p:nvSpPr>
        <p:spPr>
          <a:xfrm>
            <a:off x="3776663" y="3084759"/>
            <a:ext cx="5001577" cy="184666"/>
          </a:xfrm>
          <a:prstGeom prst="rect">
            <a:avLst/>
          </a:prstGeom>
        </p:spPr>
        <p:txBody>
          <a:bodyPr vert="horz" wrap="square" lIns="0" tIns="0" rIns="0" bIns="0" rtlCol="0" anchor="t">
            <a:spAutoFit/>
          </a:bodyPr>
          <a:lstStyle>
            <a:lvl1pPr>
              <a:defRPr lang="en-US" sz="1200" b="0" dirty="0">
                <a:solidFill>
                  <a:schemeClr val="bg1"/>
                </a:solidFill>
                <a:latin typeface="+mj-lt"/>
                <a:ea typeface="+mj-ea"/>
                <a:cs typeface="+mj-cs"/>
              </a:defRPr>
            </a:lvl1pPr>
          </a:lstStyle>
          <a:p>
            <a:pPr lvl="0">
              <a:lnSpc>
                <a:spcPct val="100000"/>
              </a:lnSpc>
              <a:spcBef>
                <a:spcPct val="0"/>
              </a:spcBef>
              <a:buNone/>
            </a:pPr>
            <a:r>
              <a:rPr lang="en-US"/>
              <a:t>Click to add location</a:t>
            </a:r>
          </a:p>
        </p:txBody>
      </p:sp>
      <p:grpSp>
        <p:nvGrpSpPr>
          <p:cNvPr id="39" name="Group 38">
            <a:extLst>
              <a:ext uri="{FF2B5EF4-FFF2-40B4-BE49-F238E27FC236}">
                <a16:creationId xmlns:a16="http://schemas.microsoft.com/office/drawing/2014/main" id="{20D522AC-C308-F0F9-DAD5-A77B7779A0DD}"/>
              </a:ext>
            </a:extLst>
          </p:cNvPr>
          <p:cNvGrpSpPr/>
          <p:nvPr/>
        </p:nvGrpSpPr>
        <p:grpSpPr>
          <a:xfrm>
            <a:off x="6575854" y="230823"/>
            <a:ext cx="2200890" cy="546302"/>
            <a:chOff x="5706199" y="3115121"/>
            <a:chExt cx="1096734" cy="272230"/>
          </a:xfrm>
        </p:grpSpPr>
        <p:sp>
          <p:nvSpPr>
            <p:cNvPr id="40" name="Freeform: Shape 39">
              <a:extLst>
                <a:ext uri="{FF2B5EF4-FFF2-40B4-BE49-F238E27FC236}">
                  <a16:creationId xmlns:a16="http://schemas.microsoft.com/office/drawing/2014/main" id="{A8EFB161-B4D3-4FE4-BB35-3FDD3F8A728C}"/>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pPr rtl="0"/>
              <a:endParaRPr lang="en-IN"/>
            </a:p>
          </p:txBody>
        </p:sp>
        <p:sp>
          <p:nvSpPr>
            <p:cNvPr id="41" name="Freeform: Shape 40">
              <a:extLst>
                <a:ext uri="{FF2B5EF4-FFF2-40B4-BE49-F238E27FC236}">
                  <a16:creationId xmlns:a16="http://schemas.microsoft.com/office/drawing/2014/main" id="{AC9DF24C-CD35-5A9B-49F8-B3C0C2FACB50}"/>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pPr rtl="0"/>
              <a:endParaRPr lang="en-IN"/>
            </a:p>
          </p:txBody>
        </p:sp>
        <p:sp>
          <p:nvSpPr>
            <p:cNvPr id="42" name="Freeform: Shape 41">
              <a:extLst>
                <a:ext uri="{FF2B5EF4-FFF2-40B4-BE49-F238E27FC236}">
                  <a16:creationId xmlns:a16="http://schemas.microsoft.com/office/drawing/2014/main" id="{3774EAC1-9B7A-086D-E862-AF56F8EBC7BB}"/>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pPr rtl="0"/>
              <a:endParaRPr lang="en-IN"/>
            </a:p>
          </p:txBody>
        </p:sp>
        <p:sp>
          <p:nvSpPr>
            <p:cNvPr id="43" name="Freeform: Shape 42">
              <a:extLst>
                <a:ext uri="{FF2B5EF4-FFF2-40B4-BE49-F238E27FC236}">
                  <a16:creationId xmlns:a16="http://schemas.microsoft.com/office/drawing/2014/main" id="{97E5D9B1-38C8-122E-6B52-0855B87DA0E8}"/>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pPr rtl="0"/>
              <a:endParaRPr lang="en-IN"/>
            </a:p>
          </p:txBody>
        </p:sp>
        <p:sp>
          <p:nvSpPr>
            <p:cNvPr id="44" name="Freeform: Shape 43">
              <a:extLst>
                <a:ext uri="{FF2B5EF4-FFF2-40B4-BE49-F238E27FC236}">
                  <a16:creationId xmlns:a16="http://schemas.microsoft.com/office/drawing/2014/main" id="{9460ADCC-BCCF-5420-C7B0-EB4A1DFB5EB1}"/>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pPr rtl="0"/>
              <a:endParaRPr lang="en-IN"/>
            </a:p>
          </p:txBody>
        </p:sp>
        <p:sp>
          <p:nvSpPr>
            <p:cNvPr id="45" name="Freeform: Shape 44">
              <a:extLst>
                <a:ext uri="{FF2B5EF4-FFF2-40B4-BE49-F238E27FC236}">
                  <a16:creationId xmlns:a16="http://schemas.microsoft.com/office/drawing/2014/main" id="{A2835A24-287F-3D1C-2B05-3C22C0D8005C}"/>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pPr rtl="0"/>
              <a:endParaRPr lang="en-IN"/>
            </a:p>
          </p:txBody>
        </p:sp>
        <p:sp>
          <p:nvSpPr>
            <p:cNvPr id="46" name="Freeform: Shape 45">
              <a:extLst>
                <a:ext uri="{FF2B5EF4-FFF2-40B4-BE49-F238E27FC236}">
                  <a16:creationId xmlns:a16="http://schemas.microsoft.com/office/drawing/2014/main" id="{5CFBB06B-D562-3D9D-16EF-D76E2DBBD364}"/>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pPr rtl="0"/>
              <a:endParaRPr lang="en-IN"/>
            </a:p>
          </p:txBody>
        </p:sp>
        <p:sp>
          <p:nvSpPr>
            <p:cNvPr id="47" name="Freeform: Shape 46">
              <a:extLst>
                <a:ext uri="{FF2B5EF4-FFF2-40B4-BE49-F238E27FC236}">
                  <a16:creationId xmlns:a16="http://schemas.microsoft.com/office/drawing/2014/main" id="{76E3FF73-BB6B-585C-895D-7032ACAE8F0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pPr rtl="0"/>
              <a:endParaRPr lang="en-IN"/>
            </a:p>
          </p:txBody>
        </p:sp>
        <p:sp>
          <p:nvSpPr>
            <p:cNvPr id="48" name="Freeform: Shape 47">
              <a:extLst>
                <a:ext uri="{FF2B5EF4-FFF2-40B4-BE49-F238E27FC236}">
                  <a16:creationId xmlns:a16="http://schemas.microsoft.com/office/drawing/2014/main" id="{0A61DB7A-20A6-7A10-A7CE-F11D82D420B4}"/>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pPr rtl="0"/>
              <a:endParaRPr lang="en-IN"/>
            </a:p>
          </p:txBody>
        </p:sp>
        <p:sp>
          <p:nvSpPr>
            <p:cNvPr id="49" name="Freeform: Shape 48">
              <a:extLst>
                <a:ext uri="{FF2B5EF4-FFF2-40B4-BE49-F238E27FC236}">
                  <a16:creationId xmlns:a16="http://schemas.microsoft.com/office/drawing/2014/main" id="{C62CA1B0-388E-D58B-88F3-7826AA804391}"/>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pPr rtl="0"/>
              <a:endParaRPr lang="en-IN"/>
            </a:p>
          </p:txBody>
        </p:sp>
        <p:sp>
          <p:nvSpPr>
            <p:cNvPr id="50" name="Freeform: Shape 49">
              <a:extLst>
                <a:ext uri="{FF2B5EF4-FFF2-40B4-BE49-F238E27FC236}">
                  <a16:creationId xmlns:a16="http://schemas.microsoft.com/office/drawing/2014/main" id="{0F624587-DED1-3F0B-7262-DF82C52726FF}"/>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pPr rtl="0"/>
              <a:endParaRPr lang="en-IN"/>
            </a:p>
          </p:txBody>
        </p:sp>
        <p:sp>
          <p:nvSpPr>
            <p:cNvPr id="51" name="Freeform: Shape 50">
              <a:extLst>
                <a:ext uri="{FF2B5EF4-FFF2-40B4-BE49-F238E27FC236}">
                  <a16:creationId xmlns:a16="http://schemas.microsoft.com/office/drawing/2014/main" id="{65FD7547-68C4-0BD2-EAD4-1106543A619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pPr rtl="0"/>
              <a:endParaRPr lang="en-IN"/>
            </a:p>
          </p:txBody>
        </p:sp>
        <p:sp>
          <p:nvSpPr>
            <p:cNvPr id="52" name="Freeform: Shape 51">
              <a:extLst>
                <a:ext uri="{FF2B5EF4-FFF2-40B4-BE49-F238E27FC236}">
                  <a16:creationId xmlns:a16="http://schemas.microsoft.com/office/drawing/2014/main" id="{5B386FC0-3120-BA1E-CBB8-ACFA3887F06D}"/>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pPr rtl="0"/>
              <a:endParaRPr lang="en-IN"/>
            </a:p>
          </p:txBody>
        </p:sp>
        <p:sp>
          <p:nvSpPr>
            <p:cNvPr id="53" name="Freeform: Shape 52">
              <a:extLst>
                <a:ext uri="{FF2B5EF4-FFF2-40B4-BE49-F238E27FC236}">
                  <a16:creationId xmlns:a16="http://schemas.microsoft.com/office/drawing/2014/main" id="{A5EA3599-FFF2-4307-AD48-31150E984007}"/>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pPr rtl="0"/>
              <a:endParaRPr lang="en-IN"/>
            </a:p>
          </p:txBody>
        </p:sp>
        <p:sp>
          <p:nvSpPr>
            <p:cNvPr id="54" name="Freeform: Shape 53">
              <a:extLst>
                <a:ext uri="{FF2B5EF4-FFF2-40B4-BE49-F238E27FC236}">
                  <a16:creationId xmlns:a16="http://schemas.microsoft.com/office/drawing/2014/main" id="{C59A994A-35D5-1AEA-25FD-0A9AB1B6ED8D}"/>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pPr rtl="0"/>
              <a:endParaRPr lang="en-IN"/>
            </a:p>
          </p:txBody>
        </p:sp>
        <p:sp>
          <p:nvSpPr>
            <p:cNvPr id="55" name="Freeform: Shape 54">
              <a:extLst>
                <a:ext uri="{FF2B5EF4-FFF2-40B4-BE49-F238E27FC236}">
                  <a16:creationId xmlns:a16="http://schemas.microsoft.com/office/drawing/2014/main" id="{96515DEE-54E7-96F1-AF0F-D06E55D06A0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pPr rtl="0"/>
              <a:endParaRPr lang="en-IN"/>
            </a:p>
          </p:txBody>
        </p:sp>
        <p:sp>
          <p:nvSpPr>
            <p:cNvPr id="56" name="Freeform: Shape 55">
              <a:extLst>
                <a:ext uri="{FF2B5EF4-FFF2-40B4-BE49-F238E27FC236}">
                  <a16:creationId xmlns:a16="http://schemas.microsoft.com/office/drawing/2014/main" id="{233E314E-FBCA-9C3D-A64B-775DDA07B029}"/>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pPr rtl="0"/>
              <a:endParaRPr lang="en-IN"/>
            </a:p>
          </p:txBody>
        </p:sp>
        <p:sp>
          <p:nvSpPr>
            <p:cNvPr id="57" name="Freeform: Shape 56">
              <a:extLst>
                <a:ext uri="{FF2B5EF4-FFF2-40B4-BE49-F238E27FC236}">
                  <a16:creationId xmlns:a16="http://schemas.microsoft.com/office/drawing/2014/main" id="{C6F33471-A5DE-97E6-C27A-01C4B666A124}"/>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pPr rtl="0"/>
              <a:endParaRPr lang="en-IN"/>
            </a:p>
          </p:txBody>
        </p:sp>
        <p:sp>
          <p:nvSpPr>
            <p:cNvPr id="58" name="Freeform: Shape 57">
              <a:extLst>
                <a:ext uri="{FF2B5EF4-FFF2-40B4-BE49-F238E27FC236}">
                  <a16:creationId xmlns:a16="http://schemas.microsoft.com/office/drawing/2014/main" id="{6E65ACDB-DC87-431F-0AA0-076DE08B8AA4}"/>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pPr rtl="0"/>
              <a:endParaRPr lang="en-IN"/>
            </a:p>
          </p:txBody>
        </p:sp>
        <p:sp>
          <p:nvSpPr>
            <p:cNvPr id="59" name="Freeform: Shape 58">
              <a:extLst>
                <a:ext uri="{FF2B5EF4-FFF2-40B4-BE49-F238E27FC236}">
                  <a16:creationId xmlns:a16="http://schemas.microsoft.com/office/drawing/2014/main" id="{74E6EF1F-803F-CA1A-FB67-2C7ABC6D657C}"/>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pPr rtl="0"/>
              <a:endParaRPr lang="en-IN"/>
            </a:p>
          </p:txBody>
        </p:sp>
        <p:sp>
          <p:nvSpPr>
            <p:cNvPr id="60" name="Freeform: Shape 59">
              <a:extLst>
                <a:ext uri="{FF2B5EF4-FFF2-40B4-BE49-F238E27FC236}">
                  <a16:creationId xmlns:a16="http://schemas.microsoft.com/office/drawing/2014/main" id="{D8EB6CB6-4DF3-EE64-8358-4B3080DA79EC}"/>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pPr rtl="0"/>
              <a:endParaRPr lang="en-IN"/>
            </a:p>
          </p:txBody>
        </p:sp>
        <p:sp>
          <p:nvSpPr>
            <p:cNvPr id="61" name="Freeform: Shape 60">
              <a:extLst>
                <a:ext uri="{FF2B5EF4-FFF2-40B4-BE49-F238E27FC236}">
                  <a16:creationId xmlns:a16="http://schemas.microsoft.com/office/drawing/2014/main" id="{CDCBA7F6-A0E0-2838-9129-E2F0D9D20FE5}"/>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pPr rtl="0"/>
              <a:endParaRPr lang="en-IN"/>
            </a:p>
          </p:txBody>
        </p:sp>
        <p:sp>
          <p:nvSpPr>
            <p:cNvPr id="62" name="Freeform: Shape 61">
              <a:extLst>
                <a:ext uri="{FF2B5EF4-FFF2-40B4-BE49-F238E27FC236}">
                  <a16:creationId xmlns:a16="http://schemas.microsoft.com/office/drawing/2014/main" id="{6C400DC8-A399-1BD7-CA49-D574E7AF0C44}"/>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pPr rtl="0"/>
              <a:endParaRPr lang="en-IN"/>
            </a:p>
          </p:txBody>
        </p:sp>
        <p:sp>
          <p:nvSpPr>
            <p:cNvPr id="63" name="Freeform: Shape 62">
              <a:extLst>
                <a:ext uri="{FF2B5EF4-FFF2-40B4-BE49-F238E27FC236}">
                  <a16:creationId xmlns:a16="http://schemas.microsoft.com/office/drawing/2014/main" id="{49FC7EF4-0F27-84C3-0789-F415AFC625E6}"/>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pPr rtl="0"/>
              <a:endParaRPr lang="en-IN"/>
            </a:p>
          </p:txBody>
        </p:sp>
        <p:sp>
          <p:nvSpPr>
            <p:cNvPr id="64" name="Freeform: Shape 63">
              <a:extLst>
                <a:ext uri="{FF2B5EF4-FFF2-40B4-BE49-F238E27FC236}">
                  <a16:creationId xmlns:a16="http://schemas.microsoft.com/office/drawing/2014/main" id="{558BBBE9-569D-E3C7-5CDD-5F29739398BE}"/>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pPr rtl="0"/>
              <a:endParaRPr lang="en-IN"/>
            </a:p>
          </p:txBody>
        </p:sp>
        <p:sp>
          <p:nvSpPr>
            <p:cNvPr id="65" name="Freeform: Shape 64">
              <a:extLst>
                <a:ext uri="{FF2B5EF4-FFF2-40B4-BE49-F238E27FC236}">
                  <a16:creationId xmlns:a16="http://schemas.microsoft.com/office/drawing/2014/main" id="{923E8315-821B-A72D-5E3E-CE7642D193C0}"/>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pPr rtl="0"/>
              <a:endParaRPr lang="en-IN"/>
            </a:p>
          </p:txBody>
        </p:sp>
      </p:grpSp>
    </p:spTree>
    <p:extLst>
      <p:ext uri="{BB962C8B-B14F-4D97-AF65-F5344CB8AC3E}">
        <p14:creationId xmlns:p14="http://schemas.microsoft.com/office/powerpoint/2010/main" val="2757362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342C7C73-3895-B321-8C9A-5AA5CBC38DE3}"/>
              </a:ext>
            </a:extLst>
          </p:cNvPr>
          <p:cNvGraphicFramePr>
            <a:graphicFrameLocks noChangeAspect="1"/>
          </p:cNvGraphicFramePr>
          <p:nvPr>
            <p:custDataLst>
              <p:tags r:id="rId1"/>
            </p:custDataLst>
            <p:extLst>
              <p:ext uri="{D42A27DB-BD31-4B8C-83A1-F6EECF244321}">
                <p14:modId xmlns:p14="http://schemas.microsoft.com/office/powerpoint/2010/main" val="1328045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1" name="think-cell data - do not delete" hidden="1">
                        <a:extLst>
                          <a:ext uri="{FF2B5EF4-FFF2-40B4-BE49-F238E27FC236}">
                            <a16:creationId xmlns:a16="http://schemas.microsoft.com/office/drawing/2014/main" id="{342C7C73-3895-B321-8C9A-5AA5CBC38DE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C9AD81-BC3A-214B-4A20-C42A63419606}"/>
              </a:ext>
            </a:extLst>
          </p:cNvPr>
          <p:cNvSpPr>
            <a:spLocks noGrp="1"/>
          </p:cNvSpPr>
          <p:nvPr>
            <p:ph type="title"/>
          </p:nvPr>
        </p:nvSpPr>
        <p:spPr>
          <a:xfrm>
            <a:off x="247650" y="1703821"/>
            <a:ext cx="2571750" cy="1292662"/>
          </a:xfrm>
        </p:spPr>
        <p:txBody>
          <a:bodyPr vert="horz" wrap="square" lIns="0" tIns="0" rIns="0" bIns="0" rtlCol="0" anchor="ctr">
            <a:spAutoFit/>
          </a:bodyPr>
          <a:lstStyle>
            <a:lvl1pPr>
              <a:lnSpc>
                <a:spcPct val="100000"/>
              </a:lnSpc>
              <a:defRPr lang="en-IN" sz="2800"/>
            </a:lvl1pPr>
          </a:lstStyle>
          <a:p>
            <a:pPr marL="0" lvl="0"/>
            <a:r>
              <a:rPr lang="en-US"/>
              <a:t>Click to edit Master title style</a:t>
            </a:r>
            <a:endParaRPr lang="en-IN"/>
          </a:p>
        </p:txBody>
      </p:sp>
      <p:sp>
        <p:nvSpPr>
          <p:cNvPr id="3" name="Rectangle 2">
            <a:extLst>
              <a:ext uri="{FF2B5EF4-FFF2-40B4-BE49-F238E27FC236}">
                <a16:creationId xmlns:a16="http://schemas.microsoft.com/office/drawing/2014/main" id="{9306616A-CC24-3140-33BC-B2F9093AAD41}"/>
              </a:ext>
            </a:extLst>
          </p:cNvPr>
          <p:cNvSpPr/>
          <p:nvPr>
            <p:custDataLst>
              <p:tags r:id="rId2"/>
            </p:custDataLst>
          </p:nvPr>
        </p:nvSpPr>
        <p:spPr>
          <a:xfrm>
            <a:off x="2988000" y="0"/>
            <a:ext cx="6156000" cy="5143500"/>
          </a:xfrm>
          <a:prstGeom prst="rect">
            <a:avLst/>
          </a:prstGeom>
          <a:solidFill>
            <a:srgbClr val="32415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grpSp>
        <p:nvGrpSpPr>
          <p:cNvPr id="6" name="Group 5">
            <a:extLst>
              <a:ext uri="{FF2B5EF4-FFF2-40B4-BE49-F238E27FC236}">
                <a16:creationId xmlns:a16="http://schemas.microsoft.com/office/drawing/2014/main" id="{E923CD89-84CD-7628-FB18-5E5016AB1DC6}"/>
              </a:ext>
            </a:extLst>
          </p:cNvPr>
          <p:cNvGrpSpPr/>
          <p:nvPr/>
        </p:nvGrpSpPr>
        <p:grpSpPr>
          <a:xfrm>
            <a:off x="6547778" y="2258"/>
            <a:ext cx="2611460" cy="5138985"/>
            <a:chOff x="6502058" y="27698"/>
            <a:chExt cx="2611460" cy="5088104"/>
          </a:xfrm>
          <a:solidFill>
            <a:schemeClr val="bg1">
              <a:alpha val="15000"/>
            </a:schemeClr>
          </a:solidFill>
        </p:grpSpPr>
        <p:sp>
          <p:nvSpPr>
            <p:cNvPr id="7" name="Freeform: Shape 6">
              <a:extLst>
                <a:ext uri="{FF2B5EF4-FFF2-40B4-BE49-F238E27FC236}">
                  <a16:creationId xmlns:a16="http://schemas.microsoft.com/office/drawing/2014/main" id="{5334B072-E862-1C0B-B60A-F0B4B9E6771F}"/>
                </a:ext>
              </a:extLst>
            </p:cNvPr>
            <p:cNvSpPr/>
            <p:nvPr/>
          </p:nvSpPr>
          <p:spPr>
            <a:xfrm flipV="1">
              <a:off x="6502058" y="27698"/>
              <a:ext cx="2588600" cy="5088104"/>
            </a:xfrm>
            <a:custGeom>
              <a:avLst/>
              <a:gdLst>
                <a:gd name="connsiteX0" fmla="*/ 2493922 w 2588600"/>
                <a:gd name="connsiteY0" fmla="*/ 5088104 h 5088104"/>
                <a:gd name="connsiteX1" fmla="*/ 2588600 w 2588600"/>
                <a:gd name="connsiteY1" fmla="*/ 5088104 h 5088104"/>
                <a:gd name="connsiteX2" fmla="*/ 2588600 w 2588600"/>
                <a:gd name="connsiteY2" fmla="*/ 4367332 h 5088104"/>
                <a:gd name="connsiteX3" fmla="*/ 2493922 w 2588600"/>
                <a:gd name="connsiteY3" fmla="*/ 4367332 h 5088104"/>
                <a:gd name="connsiteX4" fmla="*/ 2493922 w 2588600"/>
                <a:gd name="connsiteY4" fmla="*/ 4577583 h 5088104"/>
                <a:gd name="connsiteX5" fmla="*/ 514049 w 2588600"/>
                <a:gd name="connsiteY5" fmla="*/ 2610788 h 5088104"/>
                <a:gd name="connsiteX6" fmla="*/ 736354 w 2588600"/>
                <a:gd name="connsiteY6" fmla="*/ 2610788 h 5088104"/>
                <a:gd name="connsiteX7" fmla="*/ 736354 w 2588600"/>
                <a:gd name="connsiteY7" fmla="*/ 2477313 h 5088104"/>
                <a:gd name="connsiteX8" fmla="*/ 514049 w 2588600"/>
                <a:gd name="connsiteY8" fmla="*/ 2477313 h 5088104"/>
                <a:gd name="connsiteX9" fmla="*/ 2493922 w 2588600"/>
                <a:gd name="connsiteY9" fmla="*/ 510626 h 5088104"/>
                <a:gd name="connsiteX10" fmla="*/ 2493922 w 2588600"/>
                <a:gd name="connsiteY10" fmla="*/ 731447 h 5088104"/>
                <a:gd name="connsiteX11" fmla="*/ 2588600 w 2588600"/>
                <a:gd name="connsiteY11" fmla="*/ 731447 h 5088104"/>
                <a:gd name="connsiteX12" fmla="*/ 2588600 w 2588600"/>
                <a:gd name="connsiteY12" fmla="*/ 0 h 5088104"/>
                <a:gd name="connsiteX13" fmla="*/ 2493922 w 2588600"/>
                <a:gd name="connsiteY13" fmla="*/ 0 h 5088104"/>
                <a:gd name="connsiteX14" fmla="*/ 2493922 w 2588600"/>
                <a:gd name="connsiteY14" fmla="*/ 377149 h 5088104"/>
                <a:gd name="connsiteX15" fmla="*/ 379679 w 2588600"/>
                <a:gd name="connsiteY15" fmla="*/ 2477313 h 5088104"/>
                <a:gd name="connsiteX16" fmla="*/ 0 w 2588600"/>
                <a:gd name="connsiteY16" fmla="*/ 2477313 h 5088104"/>
                <a:gd name="connsiteX17" fmla="*/ 0 w 2588600"/>
                <a:gd name="connsiteY17" fmla="*/ 2610788 h 5088104"/>
                <a:gd name="connsiteX18" fmla="*/ 379679 w 2588600"/>
                <a:gd name="connsiteY18" fmla="*/ 2610788 h 5088104"/>
                <a:gd name="connsiteX19" fmla="*/ 2493922 w 2588600"/>
                <a:gd name="connsiteY19" fmla="*/ 4711060 h 508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588600" h="5088104">
                  <a:moveTo>
                    <a:pt x="2493922" y="5088104"/>
                  </a:moveTo>
                  <a:lnTo>
                    <a:pt x="2588600" y="5088104"/>
                  </a:lnTo>
                  <a:lnTo>
                    <a:pt x="2588600" y="4367332"/>
                  </a:lnTo>
                  <a:lnTo>
                    <a:pt x="2493922" y="4367332"/>
                  </a:lnTo>
                  <a:lnTo>
                    <a:pt x="2493922" y="4577583"/>
                  </a:lnTo>
                  <a:cubicBezTo>
                    <a:pt x="1417020" y="4542665"/>
                    <a:pt x="549202" y="3680519"/>
                    <a:pt x="514049" y="2610788"/>
                  </a:cubicBezTo>
                  <a:lnTo>
                    <a:pt x="736354" y="2610788"/>
                  </a:lnTo>
                  <a:lnTo>
                    <a:pt x="736354" y="2477313"/>
                  </a:lnTo>
                  <a:lnTo>
                    <a:pt x="514049" y="2477313"/>
                  </a:lnTo>
                  <a:cubicBezTo>
                    <a:pt x="549202" y="1407583"/>
                    <a:pt x="1417020" y="545543"/>
                    <a:pt x="2493922" y="510626"/>
                  </a:cubicBezTo>
                  <a:lnTo>
                    <a:pt x="2493922" y="731447"/>
                  </a:lnTo>
                  <a:lnTo>
                    <a:pt x="2588600" y="731447"/>
                  </a:lnTo>
                  <a:lnTo>
                    <a:pt x="2588600" y="0"/>
                  </a:lnTo>
                  <a:lnTo>
                    <a:pt x="2493922" y="0"/>
                  </a:lnTo>
                  <a:lnTo>
                    <a:pt x="2493922" y="377149"/>
                  </a:lnTo>
                  <a:cubicBezTo>
                    <a:pt x="1342955" y="412174"/>
                    <a:pt x="414937" y="1334013"/>
                    <a:pt x="379679" y="2477313"/>
                  </a:cubicBezTo>
                  <a:lnTo>
                    <a:pt x="0" y="2477313"/>
                  </a:lnTo>
                  <a:lnTo>
                    <a:pt x="0" y="2610788"/>
                  </a:lnTo>
                  <a:lnTo>
                    <a:pt x="379679" y="2610788"/>
                  </a:lnTo>
                  <a:cubicBezTo>
                    <a:pt x="414937" y="3754196"/>
                    <a:pt x="1342955" y="4676035"/>
                    <a:pt x="2493922" y="4711060"/>
                  </a:cubicBezTo>
                  <a:close/>
                </a:path>
              </a:pathLst>
            </a:custGeom>
            <a:grpFill/>
            <a:ln w="46091"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BF51A4E0-F50F-869D-45A0-74B72ED9B360}"/>
                </a:ext>
              </a:extLst>
            </p:cNvPr>
            <p:cNvSpPr/>
            <p:nvPr/>
          </p:nvSpPr>
          <p:spPr>
            <a:xfrm flipV="1">
              <a:off x="7383513" y="892633"/>
              <a:ext cx="1730005" cy="3336898"/>
            </a:xfrm>
            <a:custGeom>
              <a:avLst/>
              <a:gdLst>
                <a:gd name="connsiteX0" fmla="*/ 1077652 w 1730005"/>
                <a:gd name="connsiteY0" fmla="*/ 768927 h 3336898"/>
                <a:gd name="connsiteX1" fmla="*/ 1612879 w 1730005"/>
                <a:gd name="connsiteY1" fmla="*/ 140630 h 3336898"/>
                <a:gd name="connsiteX2" fmla="*/ 1612879 w 1730005"/>
                <a:gd name="connsiteY2" fmla="*/ 768927 h 3336898"/>
                <a:gd name="connsiteX3" fmla="*/ 430201 w 1730005"/>
                <a:gd name="connsiteY3" fmla="*/ 768927 h 3336898"/>
                <a:gd name="connsiteX4" fmla="*/ 1262117 w 1730005"/>
                <a:gd name="connsiteY4" fmla="*/ 191991 h 3336898"/>
                <a:gd name="connsiteX5" fmla="*/ 931889 w 1730005"/>
                <a:gd name="connsiteY5" fmla="*/ 768927 h 3336898"/>
                <a:gd name="connsiteX6" fmla="*/ 931781 w 1730005"/>
                <a:gd name="connsiteY6" fmla="*/ 1591034 h 3336898"/>
                <a:gd name="connsiteX7" fmla="*/ 1034332 w 1730005"/>
                <a:gd name="connsiteY7" fmla="*/ 902404 h 3336898"/>
                <a:gd name="connsiteX8" fmla="*/ 1612879 w 1730005"/>
                <a:gd name="connsiteY8" fmla="*/ 902404 h 3336898"/>
                <a:gd name="connsiteX9" fmla="*/ 1612879 w 1730005"/>
                <a:gd name="connsiteY9" fmla="*/ 1591034 h 3336898"/>
                <a:gd name="connsiteX10" fmla="*/ 138240 w 1730005"/>
                <a:gd name="connsiteY10" fmla="*/ 1591034 h 3336898"/>
                <a:gd name="connsiteX11" fmla="*/ 342591 w 1730005"/>
                <a:gd name="connsiteY11" fmla="*/ 902404 h 3336898"/>
                <a:gd name="connsiteX12" fmla="*/ 891683 w 1730005"/>
                <a:gd name="connsiteY12" fmla="*/ 902404 h 3336898"/>
                <a:gd name="connsiteX13" fmla="*/ 797409 w 1730005"/>
                <a:gd name="connsiteY13" fmla="*/ 1591034 h 3336898"/>
                <a:gd name="connsiteX14" fmla="*/ 1031107 w 1730005"/>
                <a:gd name="connsiteY14" fmla="*/ 2424028 h 3336898"/>
                <a:gd name="connsiteX15" fmla="*/ 931243 w 1730005"/>
                <a:gd name="connsiteY15" fmla="*/ 1724508 h 3336898"/>
                <a:gd name="connsiteX16" fmla="*/ 1612879 w 1730005"/>
                <a:gd name="connsiteY16" fmla="*/ 1724508 h 3336898"/>
                <a:gd name="connsiteX17" fmla="*/ 1612879 w 1730005"/>
                <a:gd name="connsiteY17" fmla="*/ 2424028 h 3336898"/>
                <a:gd name="connsiteX18" fmla="*/ 336035 w 1730005"/>
                <a:gd name="connsiteY18" fmla="*/ 2424028 h 3336898"/>
                <a:gd name="connsiteX19" fmla="*/ 137166 w 1730005"/>
                <a:gd name="connsiteY19" fmla="*/ 1724508 h 3336898"/>
                <a:gd name="connsiteX20" fmla="*/ 796873 w 1730005"/>
                <a:gd name="connsiteY20" fmla="*/ 1724508 h 3336898"/>
                <a:gd name="connsiteX21" fmla="*/ 889105 w 1730005"/>
                <a:gd name="connsiteY21" fmla="*/ 2424028 h 3336898"/>
                <a:gd name="connsiteX22" fmla="*/ 1262117 w 1730005"/>
                <a:gd name="connsiteY22" fmla="*/ 3145014 h 3336898"/>
                <a:gd name="connsiteX23" fmla="*/ 422246 w 1730005"/>
                <a:gd name="connsiteY23" fmla="*/ 2557505 h 3336898"/>
                <a:gd name="connsiteX24" fmla="*/ 928555 w 1730005"/>
                <a:gd name="connsiteY24" fmla="*/ 2557505 h 3336898"/>
                <a:gd name="connsiteX25" fmla="*/ 1262117 w 1730005"/>
                <a:gd name="connsiteY25" fmla="*/ 3145014 h 3336898"/>
                <a:gd name="connsiteX26" fmla="*/ 1612879 w 1730005"/>
                <a:gd name="connsiteY26" fmla="*/ 3196268 h 3336898"/>
                <a:gd name="connsiteX27" fmla="*/ 1073784 w 1730005"/>
                <a:gd name="connsiteY27" fmla="*/ 2557505 h 3336898"/>
                <a:gd name="connsiteX28" fmla="*/ 1612879 w 1730005"/>
                <a:gd name="connsiteY28" fmla="*/ 2557505 h 3336898"/>
                <a:gd name="connsiteX29" fmla="*/ 1679633 w 1730005"/>
                <a:gd name="connsiteY29" fmla="*/ 3336898 h 3336898"/>
                <a:gd name="connsiteX30" fmla="*/ 1730005 w 1730005"/>
                <a:gd name="connsiteY30" fmla="*/ 3334363 h 3336898"/>
                <a:gd name="connsiteX31" fmla="*/ 1730005 w 1730005"/>
                <a:gd name="connsiteY31" fmla="*/ 2535 h 3336898"/>
                <a:gd name="connsiteX32" fmla="*/ 1679633 w 1730005"/>
                <a:gd name="connsiteY32" fmla="*/ 0 h 3336898"/>
                <a:gd name="connsiteX33" fmla="*/ 0 w 1730005"/>
                <a:gd name="connsiteY33" fmla="*/ 1668449 h 3336898"/>
                <a:gd name="connsiteX34" fmla="*/ 1679633 w 1730005"/>
                <a:gd name="connsiteY34" fmla="*/ 3336898 h 333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730005" h="3336898">
                  <a:moveTo>
                    <a:pt x="1077652" y="768927"/>
                  </a:moveTo>
                  <a:cubicBezTo>
                    <a:pt x="1202887" y="422425"/>
                    <a:pt x="1395951" y="182062"/>
                    <a:pt x="1612879" y="140630"/>
                  </a:cubicBezTo>
                  <a:lnTo>
                    <a:pt x="1612879" y="768927"/>
                  </a:lnTo>
                  <a:close/>
                  <a:moveTo>
                    <a:pt x="430201" y="768927"/>
                  </a:moveTo>
                  <a:cubicBezTo>
                    <a:pt x="632080" y="493007"/>
                    <a:pt x="923395" y="286706"/>
                    <a:pt x="1262117" y="191991"/>
                  </a:cubicBezTo>
                  <a:cubicBezTo>
                    <a:pt x="1126456" y="326321"/>
                    <a:pt x="1013155" y="525682"/>
                    <a:pt x="931889" y="768927"/>
                  </a:cubicBezTo>
                  <a:close/>
                  <a:moveTo>
                    <a:pt x="931781" y="1591034"/>
                  </a:moveTo>
                  <a:cubicBezTo>
                    <a:pt x="938230" y="1342767"/>
                    <a:pt x="974670" y="1108171"/>
                    <a:pt x="1034332" y="902404"/>
                  </a:cubicBezTo>
                  <a:lnTo>
                    <a:pt x="1612879" y="902404"/>
                  </a:lnTo>
                  <a:lnTo>
                    <a:pt x="1612879" y="1591034"/>
                  </a:lnTo>
                  <a:close/>
                  <a:moveTo>
                    <a:pt x="138240" y="1591034"/>
                  </a:moveTo>
                  <a:cubicBezTo>
                    <a:pt x="150926" y="1341060"/>
                    <a:pt x="223270" y="1106996"/>
                    <a:pt x="342591" y="902404"/>
                  </a:cubicBezTo>
                  <a:lnTo>
                    <a:pt x="891683" y="902404"/>
                  </a:lnTo>
                  <a:cubicBezTo>
                    <a:pt x="836216" y="1109239"/>
                    <a:pt x="803214" y="1342233"/>
                    <a:pt x="797409" y="1591034"/>
                  </a:cubicBezTo>
                  <a:close/>
                  <a:moveTo>
                    <a:pt x="1031107" y="2424028"/>
                  </a:moveTo>
                  <a:cubicBezTo>
                    <a:pt x="971661" y="2214845"/>
                    <a:pt x="935973" y="1976406"/>
                    <a:pt x="931243" y="1724508"/>
                  </a:cubicBezTo>
                  <a:lnTo>
                    <a:pt x="1612879" y="1724508"/>
                  </a:lnTo>
                  <a:lnTo>
                    <a:pt x="1612879" y="2424028"/>
                  </a:lnTo>
                  <a:close/>
                  <a:moveTo>
                    <a:pt x="336035" y="2424028"/>
                  </a:moveTo>
                  <a:cubicBezTo>
                    <a:pt x="217143" y="2216020"/>
                    <a:pt x="146517" y="1978112"/>
                    <a:pt x="137166" y="1724508"/>
                  </a:cubicBezTo>
                  <a:lnTo>
                    <a:pt x="796873" y="1724508"/>
                  </a:lnTo>
                  <a:cubicBezTo>
                    <a:pt x="801172" y="1977259"/>
                    <a:pt x="833635" y="2213778"/>
                    <a:pt x="889105" y="2424028"/>
                  </a:cubicBezTo>
                  <a:close/>
                  <a:moveTo>
                    <a:pt x="1262117" y="3145014"/>
                  </a:moveTo>
                  <a:cubicBezTo>
                    <a:pt x="918989" y="3049017"/>
                    <a:pt x="624340" y="2838659"/>
                    <a:pt x="422246" y="2557505"/>
                  </a:cubicBezTo>
                  <a:lnTo>
                    <a:pt x="928555" y="2557505"/>
                  </a:lnTo>
                  <a:cubicBezTo>
                    <a:pt x="1009931" y="2805450"/>
                    <a:pt x="1124521" y="3008653"/>
                    <a:pt x="1262117" y="3145014"/>
                  </a:cubicBezTo>
                  <a:close/>
                  <a:moveTo>
                    <a:pt x="1612879" y="3196268"/>
                  </a:moveTo>
                  <a:cubicBezTo>
                    <a:pt x="1393694" y="3154517"/>
                    <a:pt x="1198803" y="2909668"/>
                    <a:pt x="1073784" y="2557505"/>
                  </a:cubicBezTo>
                  <a:lnTo>
                    <a:pt x="1612879" y="2557505"/>
                  </a:lnTo>
                  <a:close/>
                  <a:moveTo>
                    <a:pt x="1679633" y="3336898"/>
                  </a:moveTo>
                  <a:lnTo>
                    <a:pt x="1730005" y="3334363"/>
                  </a:lnTo>
                  <a:lnTo>
                    <a:pt x="1730005" y="2535"/>
                  </a:lnTo>
                  <a:lnTo>
                    <a:pt x="1679633" y="0"/>
                  </a:lnTo>
                  <a:cubicBezTo>
                    <a:pt x="753443" y="0"/>
                    <a:pt x="0" y="748532"/>
                    <a:pt x="0" y="1668449"/>
                  </a:cubicBezTo>
                  <a:cubicBezTo>
                    <a:pt x="0" y="2588471"/>
                    <a:pt x="753443" y="3336898"/>
                    <a:pt x="1679633" y="3336898"/>
                  </a:cubicBezTo>
                  <a:close/>
                </a:path>
              </a:pathLst>
            </a:custGeom>
            <a:grpFill/>
            <a:ln w="46091" cap="flat">
              <a:noFill/>
              <a:prstDash val="solid"/>
              <a:miter/>
            </a:ln>
          </p:spPr>
          <p:txBody>
            <a:bodyPr rtlCol="0" anchor="ctr"/>
            <a:lstStyle/>
            <a:p>
              <a:endParaRPr lang="en-US"/>
            </a:p>
          </p:txBody>
        </p:sp>
      </p:grpSp>
      <p:sp>
        <p:nvSpPr>
          <p:cNvPr id="17" name="Text Placeholder 7">
            <a:extLst>
              <a:ext uri="{FF2B5EF4-FFF2-40B4-BE49-F238E27FC236}">
                <a16:creationId xmlns:a16="http://schemas.microsoft.com/office/drawing/2014/main" id="{687F6812-1D1C-26B3-19C7-D5C894952C27}"/>
              </a:ext>
            </a:extLst>
          </p:cNvPr>
          <p:cNvSpPr>
            <a:spLocks noGrp="1"/>
          </p:cNvSpPr>
          <p:nvPr>
            <p:ph type="body" sz="quarter" idx="10"/>
          </p:nvPr>
        </p:nvSpPr>
        <p:spPr>
          <a:xfrm>
            <a:off x="3264694" y="638913"/>
            <a:ext cx="3114484" cy="3059906"/>
          </a:xfrm>
          <a:prstGeom prst="rect">
            <a:avLst/>
          </a:prstGeom>
        </p:spPr>
        <p:txBody>
          <a:bodyPr/>
          <a:lstStyle>
            <a:lvl1pPr>
              <a:lnSpc>
                <a:spcPct val="100000"/>
              </a:lnSpc>
              <a:spcBef>
                <a:spcPts val="600"/>
              </a:spcBef>
              <a:spcAft>
                <a:spcPts val="0"/>
              </a:spcAft>
              <a:defRPr sz="1600">
                <a:solidFill>
                  <a:schemeClr val="bg1"/>
                </a:solidFill>
                <a:latin typeface="+mn-lt"/>
                <a:ea typeface="+mn-ea"/>
                <a:cs typeface="+mn-cs"/>
              </a:defRPr>
            </a:lvl1pPr>
            <a:lvl2pPr>
              <a:lnSpc>
                <a:spcPct val="100000"/>
              </a:lnSpc>
              <a:spcBef>
                <a:spcPts val="600"/>
              </a:spcBef>
              <a:spcAft>
                <a:spcPts val="0"/>
              </a:spcAft>
              <a:buClr>
                <a:schemeClr val="bg1"/>
              </a:buClr>
              <a:defRPr sz="1600">
                <a:solidFill>
                  <a:schemeClr val="bg1"/>
                </a:solidFill>
                <a:latin typeface="+mn-lt"/>
                <a:ea typeface="+mn-ea"/>
                <a:cs typeface="+mn-cs"/>
              </a:defRPr>
            </a:lvl2pPr>
            <a:lvl3pPr>
              <a:lnSpc>
                <a:spcPct val="100000"/>
              </a:lnSpc>
              <a:spcBef>
                <a:spcPts val="600"/>
              </a:spcBef>
              <a:spcAft>
                <a:spcPts val="0"/>
              </a:spcAft>
              <a:buClr>
                <a:schemeClr val="bg1"/>
              </a:buClr>
              <a:defRPr sz="1600">
                <a:solidFill>
                  <a:schemeClr val="bg1"/>
                </a:solidFill>
                <a:latin typeface="+mn-lt"/>
                <a:ea typeface="+mn-ea"/>
                <a:cs typeface="+mn-cs"/>
              </a:defRPr>
            </a:lvl3pPr>
            <a:lvl4pPr>
              <a:lnSpc>
                <a:spcPct val="100000"/>
              </a:lnSpc>
              <a:spcBef>
                <a:spcPts val="600"/>
              </a:spcBef>
              <a:spcAft>
                <a:spcPts val="0"/>
              </a:spcAft>
              <a:buClr>
                <a:schemeClr val="bg1"/>
              </a:buClr>
              <a:defRPr sz="1600">
                <a:solidFill>
                  <a:schemeClr val="bg1"/>
                </a:solidFill>
                <a:latin typeface="+mn-lt"/>
                <a:ea typeface="+mn-ea"/>
                <a:cs typeface="+mn-cs"/>
              </a:defRPr>
            </a:lvl4pPr>
            <a:lvl5pPr>
              <a:lnSpc>
                <a:spcPct val="100000"/>
              </a:lnSpc>
              <a:spcBef>
                <a:spcPts val="0"/>
              </a:spcBef>
              <a:spcAft>
                <a:spcPts val="0"/>
              </a:spcAft>
              <a:defRPr sz="2400">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7" name="Group 36">
            <a:extLst>
              <a:ext uri="{FF2B5EF4-FFF2-40B4-BE49-F238E27FC236}">
                <a16:creationId xmlns:a16="http://schemas.microsoft.com/office/drawing/2014/main" id="{E0682111-78AF-0F1D-D322-B711CC74C032}"/>
              </a:ext>
            </a:extLst>
          </p:cNvPr>
          <p:cNvGrpSpPr/>
          <p:nvPr/>
        </p:nvGrpSpPr>
        <p:grpSpPr>
          <a:xfrm>
            <a:off x="7699318" y="4765292"/>
            <a:ext cx="1096734" cy="272230"/>
            <a:chOff x="5706199" y="3115121"/>
            <a:chExt cx="1096734" cy="272230"/>
          </a:xfrm>
        </p:grpSpPr>
        <p:sp>
          <p:nvSpPr>
            <p:cNvPr id="4" name="Freeform: Shape 3">
              <a:extLst>
                <a:ext uri="{FF2B5EF4-FFF2-40B4-BE49-F238E27FC236}">
                  <a16:creationId xmlns:a16="http://schemas.microsoft.com/office/drawing/2014/main" id="{ABE994F0-F7D7-74FE-EA34-F552BC126EB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5" name="Freeform: Shape 4">
              <a:extLst>
                <a:ext uri="{FF2B5EF4-FFF2-40B4-BE49-F238E27FC236}">
                  <a16:creationId xmlns:a16="http://schemas.microsoft.com/office/drawing/2014/main" id="{1B440BF8-77C5-1BB5-60C6-A1F2B297C2D6}"/>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8C59FCEF-2541-CC13-81FB-D31429D52F1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651CED6F-46C1-DA2A-EF15-FD7E6ED60244}"/>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DE4229D-0268-F90D-3FA5-1E7391C311C2}"/>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F8C6C528-86BE-D305-A1AD-36E9662EBCD7}"/>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048DC33-33F9-E8C4-0791-879054C6825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DBCBC6F6-D74B-3282-56B3-93FAB6632401}"/>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074E4146-2540-FA1E-B558-B1DEF1A74A24}"/>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F73807DD-4FFF-EFEC-DB63-54F2075930E1}"/>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0679F17-1F79-CD0E-441F-DD7F60D31794}"/>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DDB110E8-8ACA-2187-03E5-A81BEA427A54}"/>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FE51A0A9-3AC7-4E41-D279-82D90574D81F}"/>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6D91E1BD-630F-4D00-0A09-4760D29194A6}"/>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09523F18-763C-6CFF-076B-CAA56A307495}"/>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7F7369CD-4CCD-2E15-7351-15F20F494ED0}"/>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7EA67F0F-82D7-587F-EBF4-1ED0A9515F06}"/>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E474F2A6-C76A-6D68-38BA-BABD4A32F695}"/>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257A02CE-0904-E5E3-7160-5E7FAC1296E3}"/>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7BC1F86-DDE0-DB52-F2B3-65CA0ABE99F5}"/>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29224272-3EC5-DC1C-04C5-405004A7EBAA}"/>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DB5E16B-5EA1-A8F4-789D-B6A6D57061C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F76BA7C6-E813-42E0-97BC-D1F9BDA7793A}"/>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848C3AAB-8EA8-D788-C0C6-3164FEF685AF}"/>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33FEF4FD-C548-7413-DD48-99BC4E947049}"/>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3556D4EB-60CF-5CF6-F4E5-533F942FA87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470157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4915BCB-C388-45EC-8D35-48AFB878355F}"/>
              </a:ext>
            </a:extLst>
          </p:cNvPr>
          <p:cNvGraphicFramePr>
            <a:graphicFrameLocks noChangeAspect="1"/>
          </p:cNvGraphicFramePr>
          <p:nvPr>
            <p:custDataLst>
              <p:tags r:id="rId1"/>
            </p:custDataLst>
            <p:extLst>
              <p:ext uri="{D42A27DB-BD31-4B8C-83A1-F6EECF244321}">
                <p14:modId xmlns:p14="http://schemas.microsoft.com/office/powerpoint/2010/main" val="58141809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4" name="think-cell data - do not delete" hidden="1">
                        <a:extLst>
                          <a:ext uri="{FF2B5EF4-FFF2-40B4-BE49-F238E27FC236}">
                            <a16:creationId xmlns:a16="http://schemas.microsoft.com/office/drawing/2014/main" id="{F4915BCB-C388-45EC-8D35-48AFB878355F}"/>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7"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pic>
        <p:nvPicPr>
          <p:cNvPr id="12" name="Grafik 9">
            <a:extLst>
              <a:ext uri="{FF2B5EF4-FFF2-40B4-BE49-F238E27FC236}">
                <a16:creationId xmlns:a16="http://schemas.microsoft.com/office/drawing/2014/main" id="{B747A8A0-5B13-476B-AD15-A0269295DFD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9" name="Title Placeholder 1">
            <a:extLst>
              <a:ext uri="{FF2B5EF4-FFF2-40B4-BE49-F238E27FC236}">
                <a16:creationId xmlns:a16="http://schemas.microsoft.com/office/drawing/2014/main" id="{101EDAFA-2ED4-4CAD-96E7-C37D5A80149D}"/>
              </a:ext>
            </a:extLst>
          </p:cNvPr>
          <p:cNvSpPr>
            <a:spLocks noGrp="1"/>
          </p:cNvSpPr>
          <p:nvPr>
            <p:ph type="title" hasCustomPrompt="1"/>
          </p:nvPr>
        </p:nvSpPr>
        <p:spPr>
          <a:xfrm>
            <a:off x="330994" y="231777"/>
            <a:ext cx="8482014" cy="307777"/>
          </a:xfrm>
          <a:prstGeom prst="rect">
            <a:avLst/>
          </a:prstGeom>
        </p:spPr>
        <p:txBody>
          <a:bodyPr vert="horz" wrap="square" lIns="0" tIns="0" rIns="0" bIns="0" rtlCol="0" anchor="t">
            <a:spAutoFit/>
          </a:bodyPr>
          <a:lstStyle>
            <a:lvl1pPr>
              <a:lnSpc>
                <a:spcPct val="100000"/>
              </a:lnSpc>
              <a:defRPr sz="2000">
                <a:latin typeface="+mj-lt"/>
                <a:ea typeface="+mj-ea"/>
                <a:cs typeface="+mj-cs"/>
              </a:defRPr>
            </a:lvl1pPr>
          </a:lstStyle>
          <a:p>
            <a:r>
              <a:rPr lang="en-US"/>
              <a:t>Click to add title</a:t>
            </a:r>
          </a:p>
        </p:txBody>
      </p:sp>
      <p:sp>
        <p:nvSpPr>
          <p:cNvPr id="11" name="Rechteck 6">
            <a:extLst>
              <a:ext uri="{FF2B5EF4-FFF2-40B4-BE49-F238E27FC236}">
                <a16:creationId xmlns:a16="http://schemas.microsoft.com/office/drawing/2014/main" id="{A1E87975-63AB-32EE-4AA4-440FE6A9AEE6}"/>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17738841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1E3ABF8-39A9-43C9-9B3D-690130731E9D}"/>
              </a:ext>
            </a:extLst>
          </p:cNvPr>
          <p:cNvGraphicFramePr>
            <a:graphicFrameLocks noChangeAspect="1"/>
          </p:cNvGraphicFramePr>
          <p:nvPr>
            <p:custDataLst>
              <p:tags r:id="rId1"/>
            </p:custDataLst>
            <p:extLst>
              <p:ext uri="{D42A27DB-BD31-4B8C-83A1-F6EECF244321}">
                <p14:modId xmlns:p14="http://schemas.microsoft.com/office/powerpoint/2010/main" val="191040721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4" name="think-cell data - do not delete" hidden="1">
                        <a:extLst>
                          <a:ext uri="{FF2B5EF4-FFF2-40B4-BE49-F238E27FC236}">
                            <a16:creationId xmlns:a16="http://schemas.microsoft.com/office/drawing/2014/main" id="{21E3ABF8-39A9-43C9-9B3D-690130731E9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330994" y="1370013"/>
            <a:ext cx="8482014" cy="3059906"/>
          </a:xfrm>
          <a:prstGeom prst="rect">
            <a:avLst/>
          </a:prstGeom>
        </p:spPr>
        <p:txBody>
          <a:bodyPr/>
          <a:lstStyle>
            <a:lvl1pPr>
              <a:lnSpc>
                <a:spcPct val="100000"/>
              </a:lnSpc>
              <a:spcBef>
                <a:spcPts val="600"/>
              </a:spcBef>
              <a:spcAft>
                <a:spcPts val="0"/>
              </a:spcAft>
              <a:defRPr sz="1600" b="1">
                <a:latin typeface="+mn-lt"/>
                <a:ea typeface="+mn-ea"/>
                <a:cs typeface="+mn-cs"/>
              </a:defRPr>
            </a:lvl1pPr>
            <a:lvl2pPr>
              <a:lnSpc>
                <a:spcPct val="100000"/>
              </a:lnSpc>
              <a:spcBef>
                <a:spcPts val="600"/>
              </a:spcBef>
              <a:spcAft>
                <a:spcPts val="0"/>
              </a:spcAft>
              <a:defRPr lang="en-US" sz="1600" kern="1200" dirty="0">
                <a:solidFill>
                  <a:schemeClr val="tx1"/>
                </a:solidFill>
                <a:latin typeface="+mn-lt"/>
                <a:ea typeface="+mn-ea"/>
                <a:cs typeface="+mn-cs"/>
                <a:sym typeface="Trebuchet MS" panose="020B0603020202020204" pitchFamily="34" charset="0"/>
              </a:defRPr>
            </a:lvl2pPr>
            <a:lvl3pPr>
              <a:lnSpc>
                <a:spcPct val="100000"/>
              </a:lnSpc>
              <a:spcBef>
                <a:spcPts val="600"/>
              </a:spcBef>
              <a:spcAft>
                <a:spcPts val="0"/>
              </a:spcAft>
              <a:defRPr sz="1600">
                <a:latin typeface="+mn-lt"/>
                <a:ea typeface="+mn-ea"/>
                <a:cs typeface="+mn-cs"/>
              </a:defRPr>
            </a:lvl3pPr>
            <a:lvl4pPr>
              <a:lnSpc>
                <a:spcPct val="100000"/>
              </a:lnSpc>
              <a:spcBef>
                <a:spcPts val="600"/>
              </a:spcBef>
              <a:spcAft>
                <a:spcPts val="0"/>
              </a:spcAft>
              <a:defRPr sz="1600">
                <a:latin typeface="+mn-lt"/>
                <a:ea typeface="+mn-ea"/>
                <a:cs typeface="+mn-cs"/>
              </a:defRPr>
            </a:lvl4pPr>
            <a:lvl5pPr>
              <a:lnSpc>
                <a:spcPct val="100000"/>
              </a:lnSpc>
              <a:spcBef>
                <a:spcPts val="0"/>
              </a:spcBef>
              <a:spcAft>
                <a:spcPts val="0"/>
              </a:spcAft>
              <a:defRPr sz="2400">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7" name="Title Placeholder 1">
            <a:extLst>
              <a:ext uri="{FF2B5EF4-FFF2-40B4-BE49-F238E27FC236}">
                <a16:creationId xmlns:a16="http://schemas.microsoft.com/office/drawing/2014/main" id="{1926BD67-08B4-4344-B992-9DB6A8F5FC87}"/>
              </a:ext>
            </a:extLst>
          </p:cNvPr>
          <p:cNvSpPr>
            <a:spLocks noGrp="1"/>
          </p:cNvSpPr>
          <p:nvPr>
            <p:ph type="title" hasCustomPrompt="1"/>
          </p:nvPr>
        </p:nvSpPr>
        <p:spPr>
          <a:xfrm>
            <a:off x="330994" y="231777"/>
            <a:ext cx="8482014" cy="307777"/>
          </a:xfrm>
          <a:prstGeom prst="rect">
            <a:avLst/>
          </a:prstGeom>
        </p:spPr>
        <p:txBody>
          <a:bodyPr vert="horz" wrap="square" lIns="0" tIns="0" rIns="0" bIns="0" rtlCol="0" anchor="t">
            <a:spAutoFit/>
          </a:bodyPr>
          <a:lstStyle>
            <a:lvl1pPr>
              <a:lnSpc>
                <a:spcPct val="100000"/>
              </a:lnSpc>
              <a:defRPr sz="2000">
                <a:latin typeface="+mj-lt"/>
                <a:ea typeface="+mj-ea"/>
                <a:cs typeface="+mj-cs"/>
              </a:defRPr>
            </a:lvl1pPr>
          </a:lstStyle>
          <a:p>
            <a:r>
              <a:rPr lang="en-US"/>
              <a:t>Click to add title</a:t>
            </a:r>
          </a:p>
        </p:txBody>
      </p:sp>
      <p:pic>
        <p:nvPicPr>
          <p:cNvPr id="12" name="Grafik 9">
            <a:extLst>
              <a:ext uri="{FF2B5EF4-FFF2-40B4-BE49-F238E27FC236}">
                <a16:creationId xmlns:a16="http://schemas.microsoft.com/office/drawing/2014/main" id="{C1C15473-8730-4CC1-BADA-84A4F142FED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14" name="Rechteck 6">
            <a:extLst>
              <a:ext uri="{FF2B5EF4-FFF2-40B4-BE49-F238E27FC236}">
                <a16:creationId xmlns:a16="http://schemas.microsoft.com/office/drawing/2014/main" id="{805F8493-D1C2-B5E3-9498-CCFEC6FCA202}"/>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9899628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 Title Only">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D354E0D-68BF-4CE1-9FE6-39838F67FE2D}"/>
              </a:ext>
            </a:extLst>
          </p:cNvPr>
          <p:cNvGraphicFramePr>
            <a:graphicFrameLocks noChangeAspect="1"/>
          </p:cNvGraphicFramePr>
          <p:nvPr>
            <p:custDataLst>
              <p:tags r:id="rId1"/>
            </p:custDataLst>
            <p:extLst>
              <p:ext uri="{D42A27DB-BD31-4B8C-83A1-F6EECF244321}">
                <p14:modId xmlns:p14="http://schemas.microsoft.com/office/powerpoint/2010/main" val="190112914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3" name="think-cell data - do not delete" hidden="1">
                        <a:extLst>
                          <a:ext uri="{FF2B5EF4-FFF2-40B4-BE49-F238E27FC236}">
                            <a16:creationId xmlns:a16="http://schemas.microsoft.com/office/drawing/2014/main" id="{1D354E0D-68BF-4CE1-9FE6-39838F67FE2D}"/>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7"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pic>
        <p:nvPicPr>
          <p:cNvPr id="11" name="Grafik 9">
            <a:extLst>
              <a:ext uri="{FF2B5EF4-FFF2-40B4-BE49-F238E27FC236}">
                <a16:creationId xmlns:a16="http://schemas.microsoft.com/office/drawing/2014/main" id="{34C59610-C26B-4287-8FCA-5B53932D3C78}"/>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8" name="Title 1">
            <a:extLst>
              <a:ext uri="{FF2B5EF4-FFF2-40B4-BE49-F238E27FC236}">
                <a16:creationId xmlns:a16="http://schemas.microsoft.com/office/drawing/2014/main" id="{3CF57722-6C62-4A1E-AC0E-99F0EC06DA7E}"/>
              </a:ext>
            </a:extLst>
          </p:cNvPr>
          <p:cNvSpPr>
            <a:spLocks noGrp="1"/>
          </p:cNvSpPr>
          <p:nvPr>
            <p:ph type="title" hasCustomPrompt="1"/>
          </p:nvPr>
        </p:nvSpPr>
        <p:spPr>
          <a:xfrm>
            <a:off x="330994" y="231777"/>
            <a:ext cx="8482014" cy="307777"/>
          </a:xfrm>
        </p:spPr>
        <p:txBody>
          <a:bodyPr vert="horz">
            <a:spAutoFit/>
          </a:bodyPr>
          <a:lstStyle>
            <a:lvl1pPr>
              <a:lnSpc>
                <a:spcPct val="100000"/>
              </a:lnSpc>
              <a:defRPr>
                <a:latin typeface="+mj-lt"/>
                <a:ea typeface="+mj-ea"/>
                <a:cs typeface="+mj-cs"/>
              </a:defRPr>
            </a:lvl1pPr>
          </a:lstStyle>
          <a:p>
            <a:r>
              <a:rPr lang="en-US"/>
              <a:t>Click to add title</a:t>
            </a:r>
          </a:p>
        </p:txBody>
      </p:sp>
      <p:sp>
        <p:nvSpPr>
          <p:cNvPr id="5" name="Rechteck 6">
            <a:extLst>
              <a:ext uri="{FF2B5EF4-FFF2-40B4-BE49-F238E27FC236}">
                <a16:creationId xmlns:a16="http://schemas.microsoft.com/office/drawing/2014/main" id="{96F0F4EF-5DB3-398B-66BD-89D82606E393}"/>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823336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32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Text 2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9BE188-51B3-9276-B131-174090977E1D}"/>
              </a:ext>
            </a:extLst>
          </p:cNvPr>
          <p:cNvGraphicFramePr>
            <a:graphicFrameLocks noChangeAspect="1"/>
          </p:cNvGraphicFramePr>
          <p:nvPr>
            <p:custDataLst>
              <p:tags r:id="rId1"/>
            </p:custDataLst>
            <p:extLst>
              <p:ext uri="{D42A27DB-BD31-4B8C-83A1-F6EECF244321}">
                <p14:modId xmlns:p14="http://schemas.microsoft.com/office/powerpoint/2010/main" val="1961716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FB9BE188-51B3-9276-B131-174090977E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DDEBDB55-4E48-0EC9-D333-62EB3B2A3B41}"/>
              </a:ext>
            </a:extLst>
          </p:cNvPr>
          <p:cNvSpPr>
            <a:spLocks noGrp="1"/>
          </p:cNvSpPr>
          <p:nvPr>
            <p:ph type="title"/>
          </p:nvPr>
        </p:nvSpPr>
        <p:spPr/>
        <p:txBody>
          <a:bodyPr vert="horz"/>
          <a:lstStyle>
            <a:lvl1pPr>
              <a:lnSpc>
                <a:spcPct val="100000"/>
              </a:lnSpc>
              <a:defRPr/>
            </a:lvl1pPr>
          </a:lstStyle>
          <a:p>
            <a:r>
              <a:rPr lang="en-US"/>
              <a:t>Click to edit Master title style</a:t>
            </a:r>
            <a:endParaRPr lang="en-IN"/>
          </a:p>
        </p:txBody>
      </p:sp>
      <p:sp>
        <p:nvSpPr>
          <p:cNvPr id="8" name="Text Placeholder 7">
            <a:extLst>
              <a:ext uri="{FF2B5EF4-FFF2-40B4-BE49-F238E27FC236}">
                <a16:creationId xmlns:a16="http://schemas.microsoft.com/office/drawing/2014/main" id="{E92D52F8-67E7-884D-D18F-AF143F4C946D}"/>
              </a:ext>
            </a:extLst>
          </p:cNvPr>
          <p:cNvSpPr>
            <a:spLocks noGrp="1"/>
          </p:cNvSpPr>
          <p:nvPr>
            <p:ph type="body" sz="quarter" idx="10"/>
          </p:nvPr>
        </p:nvSpPr>
        <p:spPr>
          <a:xfrm>
            <a:off x="331788" y="1370013"/>
            <a:ext cx="848201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32661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Text 2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B9BE188-51B3-9276-B131-174090977E1D}"/>
              </a:ext>
            </a:extLst>
          </p:cNvPr>
          <p:cNvGraphicFramePr>
            <a:graphicFrameLocks noChangeAspect="1"/>
          </p:cNvGraphicFramePr>
          <p:nvPr>
            <p:custDataLst>
              <p:tags r:id="rId1"/>
            </p:custDataLst>
            <p:extLst>
              <p:ext uri="{D42A27DB-BD31-4B8C-83A1-F6EECF244321}">
                <p14:modId xmlns:p14="http://schemas.microsoft.com/office/powerpoint/2010/main" val="1708213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FB9BE188-51B3-9276-B131-174090977E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08BD038A-73BB-2830-0A3D-16141C308A0D}"/>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sp>
        <p:nvSpPr>
          <p:cNvPr id="6" name="Title 5">
            <a:extLst>
              <a:ext uri="{FF2B5EF4-FFF2-40B4-BE49-F238E27FC236}">
                <a16:creationId xmlns:a16="http://schemas.microsoft.com/office/drawing/2014/main" id="{DDEBDB55-4E48-0EC9-D333-62EB3B2A3B41}"/>
              </a:ext>
            </a:extLst>
          </p:cNvPr>
          <p:cNvSpPr>
            <a:spLocks noGrp="1"/>
          </p:cNvSpPr>
          <p:nvPr>
            <p:ph type="title"/>
          </p:nvPr>
        </p:nvSpPr>
        <p:spPr/>
        <p:txBody>
          <a:bodyPr vert="horz"/>
          <a:lstStyle>
            <a:lvl1pPr>
              <a:lnSpc>
                <a:spcPct val="100000"/>
              </a:lnSpc>
              <a:defRPr>
                <a:solidFill>
                  <a:schemeClr val="accent6"/>
                </a:solidFill>
              </a:defRPr>
            </a:lvl1pPr>
          </a:lstStyle>
          <a:p>
            <a:r>
              <a:rPr lang="en-US"/>
              <a:t>Click to edit Master title style</a:t>
            </a:r>
            <a:endParaRPr lang="en-IN"/>
          </a:p>
        </p:txBody>
      </p:sp>
      <p:sp>
        <p:nvSpPr>
          <p:cNvPr id="8" name="Text Placeholder 7">
            <a:extLst>
              <a:ext uri="{FF2B5EF4-FFF2-40B4-BE49-F238E27FC236}">
                <a16:creationId xmlns:a16="http://schemas.microsoft.com/office/drawing/2014/main" id="{E92D52F8-67E7-884D-D18F-AF143F4C946D}"/>
              </a:ext>
            </a:extLst>
          </p:cNvPr>
          <p:cNvSpPr>
            <a:spLocks noGrp="1"/>
          </p:cNvSpPr>
          <p:nvPr>
            <p:ph type="body" sz="quarter" idx="10"/>
          </p:nvPr>
        </p:nvSpPr>
        <p:spPr>
          <a:xfrm>
            <a:off x="331788" y="1370013"/>
            <a:ext cx="848201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7" name="Group 6">
            <a:extLst>
              <a:ext uri="{FF2B5EF4-FFF2-40B4-BE49-F238E27FC236}">
                <a16:creationId xmlns:a16="http://schemas.microsoft.com/office/drawing/2014/main" id="{D28101D1-5935-C425-84E3-7428E7AA0632}"/>
              </a:ext>
            </a:extLst>
          </p:cNvPr>
          <p:cNvGrpSpPr/>
          <p:nvPr/>
        </p:nvGrpSpPr>
        <p:grpSpPr>
          <a:xfrm>
            <a:off x="7699318" y="4765292"/>
            <a:ext cx="1096734" cy="272230"/>
            <a:chOff x="5706199" y="3115121"/>
            <a:chExt cx="1096734" cy="272230"/>
          </a:xfrm>
        </p:grpSpPr>
        <p:sp>
          <p:nvSpPr>
            <p:cNvPr id="9" name="Freeform: Shape 8">
              <a:extLst>
                <a:ext uri="{FF2B5EF4-FFF2-40B4-BE49-F238E27FC236}">
                  <a16:creationId xmlns:a16="http://schemas.microsoft.com/office/drawing/2014/main" id="{87C0D242-ADE8-AC1E-C10B-8232D5BE492D}"/>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E240C478-A067-196F-2204-299AB074BF43}"/>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38BD379E-B048-85D3-1466-77A111B71F42}"/>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0CFD53B8-570C-6223-C0B4-770C809D18C7}"/>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C6FA1AC-2130-CC4D-DD03-DD1802777A8C}"/>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B1EDB28-3C58-1439-E20F-FA13E8B37E1D}"/>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E66A8110-5BDC-AB7F-2C00-D13A1C2AA9A9}"/>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DBADFED2-5DFE-AD3A-F2EC-A4F38CC10DDE}"/>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D895245-684E-1E72-43C1-554DCD2D0145}"/>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3576AEEC-CD13-6B4C-9638-9C0F2A0ED792}"/>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DDFAA882-B838-3143-C369-479A6AE46177}"/>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25954FD-8A6A-89BA-F5DC-617391214FE3}"/>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FA7B86F-49BF-5BEC-A679-1BF2C82DE59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BC51C6-9CD1-E097-9160-8C27383EAA56}"/>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4F882EAF-B693-67BD-53EC-ED33EA7C26DC}"/>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784E8FFA-6AA5-544F-F6AC-2E8843FC695E}"/>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FD8F9FE-0349-DD53-A5C2-082C3F5D6259}"/>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0EAF99A5-6007-0551-6B50-28417C47E68C}"/>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18962AC3-9396-B289-4F71-4FA6F914A1E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F95ED8DB-9964-9018-590F-54158A86682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2BC7C0D9-8214-43EE-08AD-B3E579C2744D}"/>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7B4C7FAA-F4F8-DF6D-80B6-F4E9EEE86566}"/>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8B30E42-B296-792B-1BD6-EDA6FF76093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2D76E0E0-DB34-E175-B089-322C962402A2}"/>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A4CA4B45-2A26-34FF-F8E4-54A2DE546DAB}"/>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C6C0EA9-78BB-6FAF-BBEA-C774C37D1560}"/>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35" name="TextBox 34">
            <a:extLst>
              <a:ext uri="{FF2B5EF4-FFF2-40B4-BE49-F238E27FC236}">
                <a16:creationId xmlns:a16="http://schemas.microsoft.com/office/drawing/2014/main" id="{E639F8CE-C9D5-858C-D99F-3C00121EB23F}"/>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763757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0227A88-0B42-4842-D70B-7AB1046F43F5}"/>
              </a:ext>
            </a:extLst>
          </p:cNvPr>
          <p:cNvGraphicFramePr>
            <a:graphicFrameLocks noChangeAspect="1"/>
          </p:cNvGraphicFramePr>
          <p:nvPr>
            <p:custDataLst>
              <p:tags r:id="rId1"/>
            </p:custDataLst>
            <p:extLst>
              <p:ext uri="{D42A27DB-BD31-4B8C-83A1-F6EECF244321}">
                <p14:modId xmlns:p14="http://schemas.microsoft.com/office/powerpoint/2010/main" val="29505895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A0227A88-0B42-4842-D70B-7AB1046F43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AE4C792-8C7F-10BA-92DD-8B4CE50A97D6}"/>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sp>
        <p:nvSpPr>
          <p:cNvPr id="3" name="Isosceles Triangle 2">
            <a:extLst>
              <a:ext uri="{FF2B5EF4-FFF2-40B4-BE49-F238E27FC236}">
                <a16:creationId xmlns:a16="http://schemas.microsoft.com/office/drawing/2014/main" id="{42FDB8D8-C82B-7443-9181-4474491536AF}"/>
              </a:ext>
            </a:extLst>
          </p:cNvPr>
          <p:cNvSpPr/>
          <p:nvPr>
            <p:custDataLst>
              <p:tags r:id="rId2"/>
            </p:custDataLst>
          </p:nvPr>
        </p:nvSpPr>
        <p:spPr>
          <a:xfrm rot="5400000">
            <a:off x="3619501" y="2819452"/>
            <a:ext cx="1905000" cy="228600"/>
          </a:xfrm>
          <a:prstGeom prst="triangl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cxnSp>
        <p:nvCxnSpPr>
          <p:cNvPr id="5" name="Straight Connector 4">
            <a:extLst>
              <a:ext uri="{FF2B5EF4-FFF2-40B4-BE49-F238E27FC236}">
                <a16:creationId xmlns:a16="http://schemas.microsoft.com/office/drawing/2014/main" id="{A5E905F1-D285-15E5-E402-7E13D20D78F7}"/>
              </a:ext>
            </a:extLst>
          </p:cNvPr>
          <p:cNvCxnSpPr>
            <a:cxnSpLocks/>
          </p:cNvCxnSpPr>
          <p:nvPr/>
        </p:nvCxnSpPr>
        <p:spPr>
          <a:xfrm>
            <a:off x="330994" y="1336807"/>
            <a:ext cx="38736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939B0C8-D9BE-F771-782B-728B94D102CC}"/>
              </a:ext>
            </a:extLst>
          </p:cNvPr>
          <p:cNvCxnSpPr>
            <a:cxnSpLocks/>
          </p:cNvCxnSpPr>
          <p:nvPr/>
        </p:nvCxnSpPr>
        <p:spPr>
          <a:xfrm>
            <a:off x="4940462" y="1336807"/>
            <a:ext cx="38736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8EF9AC2F-FECC-D94E-4765-8AA9580253A7}"/>
              </a:ext>
            </a:extLst>
          </p:cNvPr>
          <p:cNvSpPr>
            <a:spLocks noGrp="1"/>
          </p:cNvSpPr>
          <p:nvPr>
            <p:ph type="body" sz="quarter" idx="10"/>
          </p:nvPr>
        </p:nvSpPr>
        <p:spPr>
          <a:xfrm>
            <a:off x="330994" y="1385752"/>
            <a:ext cx="3872546"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E4AF71FF-39DD-210C-4799-90239A330A7D}"/>
              </a:ext>
            </a:extLst>
          </p:cNvPr>
          <p:cNvSpPr>
            <a:spLocks noGrp="1"/>
          </p:cNvSpPr>
          <p:nvPr>
            <p:ph type="body" sz="quarter" idx="11"/>
          </p:nvPr>
        </p:nvSpPr>
        <p:spPr>
          <a:xfrm>
            <a:off x="4940462" y="1385752"/>
            <a:ext cx="3872546"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A794137F-9CC6-EE20-E331-8B1FD81A33C9}"/>
              </a:ext>
            </a:extLst>
          </p:cNvPr>
          <p:cNvSpPr>
            <a:spLocks noGrp="1"/>
          </p:cNvSpPr>
          <p:nvPr>
            <p:ph type="body" sz="quarter" idx="12" hasCustomPrompt="1"/>
          </p:nvPr>
        </p:nvSpPr>
        <p:spPr>
          <a:xfrm>
            <a:off x="330994" y="1054180"/>
            <a:ext cx="3872546" cy="246221"/>
          </a:xfrm>
        </p:spPr>
        <p:txBody>
          <a:bodyPr lIns="0" tIns="0" rIns="0" bIns="0" anchor="b" anchorCtr="0">
            <a:spAutoFit/>
          </a:bodyPr>
          <a:lstStyle>
            <a:lvl1pPr>
              <a:defRPr>
                <a:solidFill>
                  <a:schemeClr val="accent5"/>
                </a:solidFill>
              </a:defRPr>
            </a:lvl1pPr>
          </a:lstStyle>
          <a:p>
            <a:pPr lvl="0"/>
            <a:r>
              <a:rPr lang="en-US"/>
              <a:t>Header</a:t>
            </a:r>
            <a:endParaRPr lang="en-IN"/>
          </a:p>
        </p:txBody>
      </p:sp>
      <p:sp>
        <p:nvSpPr>
          <p:cNvPr id="16" name="Text Placeholder 10">
            <a:extLst>
              <a:ext uri="{FF2B5EF4-FFF2-40B4-BE49-F238E27FC236}">
                <a16:creationId xmlns:a16="http://schemas.microsoft.com/office/drawing/2014/main" id="{6FEB527A-3BB0-1486-16D5-931322F7CFD9}"/>
              </a:ext>
            </a:extLst>
          </p:cNvPr>
          <p:cNvSpPr>
            <a:spLocks noGrp="1"/>
          </p:cNvSpPr>
          <p:nvPr>
            <p:ph type="body" sz="quarter" idx="13" hasCustomPrompt="1"/>
          </p:nvPr>
        </p:nvSpPr>
        <p:spPr>
          <a:xfrm>
            <a:off x="4940462" y="1054180"/>
            <a:ext cx="3872546" cy="246221"/>
          </a:xfrm>
        </p:spPr>
        <p:txBody>
          <a:bodyPr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25013171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7897145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3222001"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3222001"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3222001"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6113008" y="1336807"/>
            <a:ext cx="270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6113008" y="1385752"/>
            <a:ext cx="270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6113008" y="1054180"/>
            <a:ext cx="270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20655445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3-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2816658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62F40E5-34A2-B87A-9777-F310AB190275}"/>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grpSp>
        <p:nvGrpSpPr>
          <p:cNvPr id="13" name="Group 12">
            <a:extLst>
              <a:ext uri="{FF2B5EF4-FFF2-40B4-BE49-F238E27FC236}">
                <a16:creationId xmlns:a16="http://schemas.microsoft.com/office/drawing/2014/main" id="{CEEAE21A-F633-D410-4DE4-A73D0EC76153}"/>
              </a:ext>
            </a:extLst>
          </p:cNvPr>
          <p:cNvGrpSpPr/>
          <p:nvPr/>
        </p:nvGrpSpPr>
        <p:grpSpPr>
          <a:xfrm>
            <a:off x="7699318" y="4765292"/>
            <a:ext cx="1096734" cy="272230"/>
            <a:chOff x="5706199" y="3115121"/>
            <a:chExt cx="1096734" cy="272230"/>
          </a:xfrm>
        </p:grpSpPr>
        <p:sp>
          <p:nvSpPr>
            <p:cNvPr id="15" name="Freeform: Shape 14">
              <a:extLst>
                <a:ext uri="{FF2B5EF4-FFF2-40B4-BE49-F238E27FC236}">
                  <a16:creationId xmlns:a16="http://schemas.microsoft.com/office/drawing/2014/main" id="{A2A1F39E-82D3-EF63-A11E-DFEDFDB68B37}"/>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7454DAAD-4982-4AB4-DA55-074571050A60}"/>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9AC88A39-C70C-F438-565A-21CF35E9D12E}"/>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7C02D540-CC24-4B32-9E17-440D947AF305}"/>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E620795B-3CD0-5EB3-8721-F539FC104392}"/>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F03A5EED-E1A8-688F-451B-1E2297BE8AF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3AA8B731-E8D6-F826-3191-6A67CD47049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C4D0FEF8-0285-8E91-83EA-9FFF7F3A0AE3}"/>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CE7BFE7E-88FD-668A-8D3D-0EB89030E689}"/>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42A7FECB-001E-C597-5A84-FAB3D0FA24B2}"/>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5E111950-C5C5-59E4-FACD-1B3007536656}"/>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EB436C53-2058-805A-BAFA-ADDB64DBCD7B}"/>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8ECC9C1C-51A3-B9DA-9EAF-E7401528CCF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3798700D-0D48-2645-73C6-BBDF86648797}"/>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F4A5B77-2845-3939-20F0-364E7FDF4062}"/>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978C2138-9051-5585-4198-71E457125198}"/>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F03C26DD-4EE6-9F13-57C2-5742DC7AB924}"/>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58AED012-92F0-D072-A9D7-23E81521F92D}"/>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677D40C8-24BA-BA47-C724-86EA2F0F8C53}"/>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5D2C4CF7-A4E4-3672-CA4D-DF780B07135E}"/>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850EADDA-D92D-5741-27E1-9486A1B6A602}"/>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A0D6076F-19A1-BAA0-1A20-A71645634F12}"/>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1DD637F1-085A-CA20-39FC-833E87D31378}"/>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96ED9335-3B39-28AD-1C2C-7A02192BC735}"/>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B2E90EEC-25EB-428F-07F4-B574AC3A174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3B1BECA9-C276-08FA-788D-47EB6BCAB63A}"/>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41" name="TextBox 40">
            <a:extLst>
              <a:ext uri="{FF2B5EF4-FFF2-40B4-BE49-F238E27FC236}">
                <a16:creationId xmlns:a16="http://schemas.microsoft.com/office/drawing/2014/main" id="{8A924816-4032-9919-0612-F3FD195DA483}"/>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solidFill>
                  <a:schemeClr val="accent6"/>
                </a:solidFill>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3222001"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3222001"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3222001"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6113008" y="1336807"/>
            <a:ext cx="270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6113008" y="1385752"/>
            <a:ext cx="270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6113008" y="1054180"/>
            <a:ext cx="270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spTree>
    <p:extLst>
      <p:ext uri="{BB962C8B-B14F-4D97-AF65-F5344CB8AC3E}">
        <p14:creationId xmlns:p14="http://schemas.microsoft.com/office/powerpoint/2010/main" val="31610571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34615637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2498332"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2498332"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2498332"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4665670"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4665670"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4665670"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cxnSp>
        <p:nvCxnSpPr>
          <p:cNvPr id="6" name="Straight Connector 5">
            <a:extLst>
              <a:ext uri="{FF2B5EF4-FFF2-40B4-BE49-F238E27FC236}">
                <a16:creationId xmlns:a16="http://schemas.microsoft.com/office/drawing/2014/main" id="{A44370BB-2485-E471-4F99-15F63847F686}"/>
              </a:ext>
            </a:extLst>
          </p:cNvPr>
          <p:cNvCxnSpPr>
            <a:cxnSpLocks/>
          </p:cNvCxnSpPr>
          <p:nvPr/>
        </p:nvCxnSpPr>
        <p:spPr>
          <a:xfrm>
            <a:off x="6833008" y="1336807"/>
            <a:ext cx="1980000" cy="0"/>
          </a:xfrm>
          <a:prstGeom prst="line">
            <a:avLst/>
          </a:prstGeom>
          <a:ln w="63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D794FDED-FE31-75AF-8065-F017D743EEF6}"/>
              </a:ext>
            </a:extLst>
          </p:cNvPr>
          <p:cNvSpPr>
            <a:spLocks noGrp="1"/>
          </p:cNvSpPr>
          <p:nvPr>
            <p:ph type="body" sz="quarter" idx="17"/>
          </p:nvPr>
        </p:nvSpPr>
        <p:spPr>
          <a:xfrm>
            <a:off x="6833008" y="1385752"/>
            <a:ext cx="1980000" cy="31680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F7B21156-BDFE-D400-8E15-0E4F55B62AB3}"/>
              </a:ext>
            </a:extLst>
          </p:cNvPr>
          <p:cNvSpPr>
            <a:spLocks noGrp="1"/>
          </p:cNvSpPr>
          <p:nvPr>
            <p:ph type="body" sz="quarter" idx="18" hasCustomPrompt="1"/>
          </p:nvPr>
        </p:nvSpPr>
        <p:spPr>
          <a:xfrm>
            <a:off x="6833008" y="1054180"/>
            <a:ext cx="1980000" cy="246221"/>
          </a:xfrm>
        </p:spPr>
        <p:txBody>
          <a:bodyPr wrap="square" lIns="0" tIns="0" rIns="0" bIns="0" anchor="b" anchorCtr="0">
            <a:spAutoFit/>
          </a:bodyPr>
          <a:lstStyle>
            <a:lvl1pPr>
              <a:defRPr>
                <a:solidFill>
                  <a:schemeClr val="accent5"/>
                </a:solidFill>
              </a:defRPr>
            </a:lvl1pPr>
          </a:lstStyle>
          <a:p>
            <a:pPr lvl="0"/>
            <a:r>
              <a:rPr lang="en-US"/>
              <a:t>Header</a:t>
            </a:r>
            <a:endParaRPr lang="en-IN"/>
          </a:p>
        </p:txBody>
      </p:sp>
    </p:spTree>
    <p:extLst>
      <p:ext uri="{BB962C8B-B14F-4D97-AF65-F5344CB8AC3E}">
        <p14:creationId xmlns:p14="http://schemas.microsoft.com/office/powerpoint/2010/main" val="701328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4-Column Layout">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CCC609FB-656F-6695-8C55-F052FB8F46BD}"/>
              </a:ext>
            </a:extLst>
          </p:cNvPr>
          <p:cNvGraphicFramePr>
            <a:graphicFrameLocks noChangeAspect="1"/>
          </p:cNvGraphicFramePr>
          <p:nvPr>
            <p:custDataLst>
              <p:tags r:id="rId1"/>
            </p:custDataLst>
            <p:extLst>
              <p:ext uri="{D42A27DB-BD31-4B8C-83A1-F6EECF244321}">
                <p14:modId xmlns:p14="http://schemas.microsoft.com/office/powerpoint/2010/main" val="4055652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14" name="think-cell data - do not delete" hidden="1">
                        <a:extLst>
                          <a:ext uri="{FF2B5EF4-FFF2-40B4-BE49-F238E27FC236}">
                            <a16:creationId xmlns:a16="http://schemas.microsoft.com/office/drawing/2014/main" id="{CCC609FB-656F-6695-8C55-F052FB8F46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CFF672E8-D795-4751-9B16-DE71F3C02679}"/>
              </a:ext>
            </a:extLst>
          </p:cNvPr>
          <p:cNvSpPr/>
          <p:nvPr>
            <p:custDataLst>
              <p:tags r:id="rId2"/>
            </p:custDataLst>
          </p:nvPr>
        </p:nvSpPr>
        <p:spPr>
          <a:xfrm>
            <a:off x="0" y="0"/>
            <a:ext cx="9144000" cy="5143500"/>
          </a:xfrm>
          <a:prstGeom prst="rect">
            <a:avLst/>
          </a:prstGeom>
          <a:gradFill flip="none" rotWithShape="1">
            <a:gsLst>
              <a:gs pos="0">
                <a:srgbClr val="324151">
                  <a:shade val="30000"/>
                  <a:satMod val="115000"/>
                </a:srgbClr>
              </a:gs>
              <a:gs pos="50000">
                <a:srgbClr val="324151">
                  <a:shade val="67500"/>
                  <a:satMod val="115000"/>
                </a:srgbClr>
              </a:gs>
              <a:gs pos="100000">
                <a:srgbClr val="324151">
                  <a:shade val="100000"/>
                  <a:satMod val="115000"/>
                </a:srgbClr>
              </a:gs>
            </a:gsLst>
            <a:path path="circle">
              <a:fillToRect l="50000" t="50000" r="50000" b="50000"/>
            </a:path>
            <a:tileRect/>
          </a:gra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200" err="1">
              <a:solidFill>
                <a:srgbClr val="FFFFFF"/>
              </a:solidFill>
            </a:endParaRPr>
          </a:p>
        </p:txBody>
      </p:sp>
      <p:grpSp>
        <p:nvGrpSpPr>
          <p:cNvPr id="17" name="Group 16">
            <a:extLst>
              <a:ext uri="{FF2B5EF4-FFF2-40B4-BE49-F238E27FC236}">
                <a16:creationId xmlns:a16="http://schemas.microsoft.com/office/drawing/2014/main" id="{B0073B17-50DC-182D-4F16-BD7367F60BEA}"/>
              </a:ext>
            </a:extLst>
          </p:cNvPr>
          <p:cNvGrpSpPr/>
          <p:nvPr/>
        </p:nvGrpSpPr>
        <p:grpSpPr>
          <a:xfrm>
            <a:off x="7699318" y="4765292"/>
            <a:ext cx="1096734" cy="272230"/>
            <a:chOff x="5706199" y="3115121"/>
            <a:chExt cx="1096734" cy="272230"/>
          </a:xfrm>
        </p:grpSpPr>
        <p:sp>
          <p:nvSpPr>
            <p:cNvPr id="18" name="Freeform: Shape 17">
              <a:extLst>
                <a:ext uri="{FF2B5EF4-FFF2-40B4-BE49-F238E27FC236}">
                  <a16:creationId xmlns:a16="http://schemas.microsoft.com/office/drawing/2014/main" id="{8AAE5D20-00B3-D003-1718-A014843142D7}"/>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6547646-EF6E-28B4-0378-C97CBC1FF14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415F34CD-0192-060B-CA62-3EE4121364B6}"/>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846F401-FB9F-8723-4705-354BD5F5F475}"/>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DCDC0C8-AA1C-2FCF-8852-FD9811A36B8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310A9C2-D4F8-4FE8-D6E3-D6A36649471D}"/>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8D1DA0E-0A03-CA2D-3740-D8DD284B747C}"/>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1B1DBBF-97E0-64C6-B197-51238FB5F971}"/>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3A6E6290-6DAF-DABE-7F27-D1DBD5951A7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75D921C9-031A-E4AD-77AE-4B9B4DC49C4C}"/>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E03C100A-78E1-EDB9-E1A1-EE0B3CAB1E4A}"/>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1D5929B-3246-CC5E-8226-6D2613EA1AAC}"/>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4C80AA8E-762F-FE28-1285-CE5C7988BEF6}"/>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6AC08727-AA22-E18D-C7D0-9511B35DE7BB}"/>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2CFD474E-B27A-6438-ECF1-7186A304FA15}"/>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8133C1BC-749F-1922-DC98-9719FE80DF5B}"/>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A026FE63-1E6C-C1E2-F5AA-979E88041D38}"/>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ADF918C3-CAB1-9A7B-D811-D1C0A79CA2D8}"/>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63DB08C0-4420-44F9-1466-D9EAC365126F}"/>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777B64D-6CDA-C162-AA60-7356CFEAD8A8}"/>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4A3E51AD-64D8-DE97-F91C-A7EBB51053F2}"/>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F2064232-15A0-F113-6503-A062D3505030}"/>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DE599DA5-3756-F690-7EAE-2E0843DB552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0DF484A-95C9-5BFB-21CE-7329EFA282D3}"/>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4043C9DE-9840-4AE6-1D2C-9B8AFEAB8F10}"/>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30BA95E2-F473-EF63-D971-79C340A15752}"/>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
        <p:nvSpPr>
          <p:cNvPr id="44" name="TextBox 43">
            <a:extLst>
              <a:ext uri="{FF2B5EF4-FFF2-40B4-BE49-F238E27FC236}">
                <a16:creationId xmlns:a16="http://schemas.microsoft.com/office/drawing/2014/main" id="{762ED22C-99E2-92A2-118F-D33F4BCBB3DE}"/>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
        <p:nvSpPr>
          <p:cNvPr id="2" name="Title 1">
            <a:extLst>
              <a:ext uri="{FF2B5EF4-FFF2-40B4-BE49-F238E27FC236}">
                <a16:creationId xmlns:a16="http://schemas.microsoft.com/office/drawing/2014/main" id="{163E4632-3C7D-F159-1744-775E1BAC1A8C}"/>
              </a:ext>
            </a:extLst>
          </p:cNvPr>
          <p:cNvSpPr>
            <a:spLocks noGrp="1"/>
          </p:cNvSpPr>
          <p:nvPr>
            <p:ph type="title"/>
          </p:nvPr>
        </p:nvSpPr>
        <p:spPr>
          <a:xfrm>
            <a:off x="330994" y="231777"/>
            <a:ext cx="8482014" cy="307777"/>
          </a:xfrm>
        </p:spPr>
        <p:txBody>
          <a:bodyPr vert="horz"/>
          <a:lstStyle>
            <a:lvl1pPr>
              <a:lnSpc>
                <a:spcPct val="100000"/>
              </a:lnSpc>
              <a:defRPr>
                <a:solidFill>
                  <a:schemeClr val="accent6"/>
                </a:solidFill>
              </a:defRPr>
            </a:lvl1pPr>
          </a:lstStyle>
          <a:p>
            <a:r>
              <a:rPr lang="en-US"/>
              <a:t>Click to edit Master title style</a:t>
            </a:r>
            <a:endParaRPr lang="en-IN"/>
          </a:p>
        </p:txBody>
      </p:sp>
      <p:cxnSp>
        <p:nvCxnSpPr>
          <p:cNvPr id="3" name="Straight Connector 2">
            <a:extLst>
              <a:ext uri="{FF2B5EF4-FFF2-40B4-BE49-F238E27FC236}">
                <a16:creationId xmlns:a16="http://schemas.microsoft.com/office/drawing/2014/main" id="{59C36ADA-6FB4-9CAD-9AF5-B5423E94ECCF}"/>
              </a:ext>
            </a:extLst>
          </p:cNvPr>
          <p:cNvCxnSpPr>
            <a:cxnSpLocks/>
          </p:cNvCxnSpPr>
          <p:nvPr/>
        </p:nvCxnSpPr>
        <p:spPr>
          <a:xfrm>
            <a:off x="330994"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Text Placeholder 10">
            <a:extLst>
              <a:ext uri="{FF2B5EF4-FFF2-40B4-BE49-F238E27FC236}">
                <a16:creationId xmlns:a16="http://schemas.microsoft.com/office/drawing/2014/main" id="{ED6E3B69-8B18-3DC0-790D-794AA2043276}"/>
              </a:ext>
            </a:extLst>
          </p:cNvPr>
          <p:cNvSpPr>
            <a:spLocks noGrp="1"/>
          </p:cNvSpPr>
          <p:nvPr>
            <p:ph type="body" sz="quarter" idx="10"/>
          </p:nvPr>
        </p:nvSpPr>
        <p:spPr>
          <a:xfrm>
            <a:off x="330994"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10">
            <a:extLst>
              <a:ext uri="{FF2B5EF4-FFF2-40B4-BE49-F238E27FC236}">
                <a16:creationId xmlns:a16="http://schemas.microsoft.com/office/drawing/2014/main" id="{E99B52E0-59B9-3A70-0839-D08057DF9244}"/>
              </a:ext>
            </a:extLst>
          </p:cNvPr>
          <p:cNvSpPr>
            <a:spLocks noGrp="1"/>
          </p:cNvSpPr>
          <p:nvPr>
            <p:ph type="body" sz="quarter" idx="12" hasCustomPrompt="1"/>
          </p:nvPr>
        </p:nvSpPr>
        <p:spPr>
          <a:xfrm>
            <a:off x="330994"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7" name="Straight Connector 6">
            <a:extLst>
              <a:ext uri="{FF2B5EF4-FFF2-40B4-BE49-F238E27FC236}">
                <a16:creationId xmlns:a16="http://schemas.microsoft.com/office/drawing/2014/main" id="{2E16E8F2-2616-36EF-7C19-D3C848545272}"/>
              </a:ext>
            </a:extLst>
          </p:cNvPr>
          <p:cNvCxnSpPr>
            <a:cxnSpLocks/>
          </p:cNvCxnSpPr>
          <p:nvPr/>
        </p:nvCxnSpPr>
        <p:spPr>
          <a:xfrm>
            <a:off x="2498332"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 Placeholder 10">
            <a:extLst>
              <a:ext uri="{FF2B5EF4-FFF2-40B4-BE49-F238E27FC236}">
                <a16:creationId xmlns:a16="http://schemas.microsoft.com/office/drawing/2014/main" id="{A09FEFD2-58FE-1F89-8141-7576542B8E4C}"/>
              </a:ext>
            </a:extLst>
          </p:cNvPr>
          <p:cNvSpPr>
            <a:spLocks noGrp="1"/>
          </p:cNvSpPr>
          <p:nvPr>
            <p:ph type="body" sz="quarter" idx="13"/>
          </p:nvPr>
        </p:nvSpPr>
        <p:spPr>
          <a:xfrm>
            <a:off x="2498332"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10">
            <a:extLst>
              <a:ext uri="{FF2B5EF4-FFF2-40B4-BE49-F238E27FC236}">
                <a16:creationId xmlns:a16="http://schemas.microsoft.com/office/drawing/2014/main" id="{263BDF90-57CF-5060-05A0-81BDF9AB0CA2}"/>
              </a:ext>
            </a:extLst>
          </p:cNvPr>
          <p:cNvSpPr>
            <a:spLocks noGrp="1"/>
          </p:cNvSpPr>
          <p:nvPr>
            <p:ph type="body" sz="quarter" idx="14" hasCustomPrompt="1"/>
          </p:nvPr>
        </p:nvSpPr>
        <p:spPr>
          <a:xfrm>
            <a:off x="2498332"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10" name="Straight Connector 9">
            <a:extLst>
              <a:ext uri="{FF2B5EF4-FFF2-40B4-BE49-F238E27FC236}">
                <a16:creationId xmlns:a16="http://schemas.microsoft.com/office/drawing/2014/main" id="{2BB8B215-0E6A-BD88-28A0-67C14CDFB952}"/>
              </a:ext>
            </a:extLst>
          </p:cNvPr>
          <p:cNvCxnSpPr>
            <a:cxnSpLocks/>
          </p:cNvCxnSpPr>
          <p:nvPr/>
        </p:nvCxnSpPr>
        <p:spPr>
          <a:xfrm>
            <a:off x="4665670"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F7C14BF6-367A-65C4-B893-FACEBC643E1F}"/>
              </a:ext>
            </a:extLst>
          </p:cNvPr>
          <p:cNvSpPr>
            <a:spLocks noGrp="1"/>
          </p:cNvSpPr>
          <p:nvPr>
            <p:ph type="body" sz="quarter" idx="15"/>
          </p:nvPr>
        </p:nvSpPr>
        <p:spPr>
          <a:xfrm>
            <a:off x="4665670"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10">
            <a:extLst>
              <a:ext uri="{FF2B5EF4-FFF2-40B4-BE49-F238E27FC236}">
                <a16:creationId xmlns:a16="http://schemas.microsoft.com/office/drawing/2014/main" id="{D1930389-33F8-C190-3C13-B4EEDE6A9047}"/>
              </a:ext>
            </a:extLst>
          </p:cNvPr>
          <p:cNvSpPr>
            <a:spLocks noGrp="1"/>
          </p:cNvSpPr>
          <p:nvPr>
            <p:ph type="body" sz="quarter" idx="16" hasCustomPrompt="1"/>
          </p:nvPr>
        </p:nvSpPr>
        <p:spPr>
          <a:xfrm>
            <a:off x="4665670"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cxnSp>
        <p:nvCxnSpPr>
          <p:cNvPr id="6" name="Straight Connector 5">
            <a:extLst>
              <a:ext uri="{FF2B5EF4-FFF2-40B4-BE49-F238E27FC236}">
                <a16:creationId xmlns:a16="http://schemas.microsoft.com/office/drawing/2014/main" id="{A44370BB-2485-E471-4F99-15F63847F686}"/>
              </a:ext>
            </a:extLst>
          </p:cNvPr>
          <p:cNvCxnSpPr>
            <a:cxnSpLocks/>
          </p:cNvCxnSpPr>
          <p:nvPr/>
        </p:nvCxnSpPr>
        <p:spPr>
          <a:xfrm>
            <a:off x="6833008" y="1336807"/>
            <a:ext cx="1980000" cy="0"/>
          </a:xfrm>
          <a:prstGeom prst="line">
            <a:avLst/>
          </a:prstGeom>
          <a:ln w="63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D794FDED-FE31-75AF-8065-F017D743EEF6}"/>
              </a:ext>
            </a:extLst>
          </p:cNvPr>
          <p:cNvSpPr>
            <a:spLocks noGrp="1"/>
          </p:cNvSpPr>
          <p:nvPr>
            <p:ph type="body" sz="quarter" idx="17"/>
          </p:nvPr>
        </p:nvSpPr>
        <p:spPr>
          <a:xfrm>
            <a:off x="6833008" y="1385752"/>
            <a:ext cx="1980000" cy="3168000"/>
          </a:xfrm>
        </p:spPr>
        <p:txBody>
          <a:bodyPr/>
          <a:lstStyle>
            <a:lvl1pPr>
              <a:defRPr sz="1400">
                <a:solidFill>
                  <a:schemeClr val="bg1"/>
                </a:solidFill>
              </a:defRPr>
            </a:lvl1pPr>
            <a:lvl2pPr>
              <a:defRPr sz="1400">
                <a:solidFill>
                  <a:schemeClr val="bg1"/>
                </a:solidFill>
              </a:defRPr>
            </a:lvl2pPr>
            <a:lvl3pPr>
              <a:buClr>
                <a:schemeClr val="bg1"/>
              </a:buClr>
              <a:defRPr sz="14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0">
            <a:extLst>
              <a:ext uri="{FF2B5EF4-FFF2-40B4-BE49-F238E27FC236}">
                <a16:creationId xmlns:a16="http://schemas.microsoft.com/office/drawing/2014/main" id="{F7B21156-BDFE-D400-8E15-0E4F55B62AB3}"/>
              </a:ext>
            </a:extLst>
          </p:cNvPr>
          <p:cNvSpPr>
            <a:spLocks noGrp="1"/>
          </p:cNvSpPr>
          <p:nvPr>
            <p:ph type="body" sz="quarter" idx="18" hasCustomPrompt="1"/>
          </p:nvPr>
        </p:nvSpPr>
        <p:spPr>
          <a:xfrm>
            <a:off x="6833008" y="1054180"/>
            <a:ext cx="1980000" cy="246221"/>
          </a:xfrm>
        </p:spPr>
        <p:txBody>
          <a:bodyPr wrap="square" lIns="0" tIns="0" rIns="0" bIns="0" anchor="b" anchorCtr="0">
            <a:spAutoFit/>
          </a:bodyPr>
          <a:lstStyle>
            <a:lvl1pPr>
              <a:defRPr>
                <a:solidFill>
                  <a:schemeClr val="bg1"/>
                </a:solidFill>
              </a:defRPr>
            </a:lvl1pPr>
          </a:lstStyle>
          <a:p>
            <a:pPr lvl="0"/>
            <a:r>
              <a:rPr lang="en-US"/>
              <a:t>Header</a:t>
            </a:r>
            <a:endParaRPr lang="en-IN"/>
          </a:p>
        </p:txBody>
      </p:sp>
    </p:spTree>
    <p:extLst>
      <p:ext uri="{BB962C8B-B14F-4D97-AF65-F5344CB8AC3E}">
        <p14:creationId xmlns:p14="http://schemas.microsoft.com/office/powerpoint/2010/main" val="38153689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2397797-4137-4313-D81E-C1E2CF28DEB3}"/>
              </a:ext>
            </a:extLst>
          </p:cNvPr>
          <p:cNvGraphicFramePr>
            <a:graphicFrameLocks noChangeAspect="1"/>
          </p:cNvGraphicFramePr>
          <p:nvPr>
            <p:custDataLst>
              <p:tags r:id="rId1"/>
            </p:custDataLst>
            <p:extLst>
              <p:ext uri="{D42A27DB-BD31-4B8C-83A1-F6EECF244321}">
                <p14:modId xmlns:p14="http://schemas.microsoft.com/office/powerpoint/2010/main" val="2002518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2397797-4137-4313-D81E-C1E2CF28DE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7BA823-174F-0C21-1F40-C4486703EDF1}"/>
              </a:ext>
            </a:extLst>
          </p:cNvPr>
          <p:cNvSpPr>
            <a:spLocks noGrp="1"/>
          </p:cNvSpPr>
          <p:nvPr>
            <p:ph type="title"/>
          </p:nvPr>
        </p:nvSpPr>
        <p:spPr>
          <a:xfrm>
            <a:off x="330994" y="231777"/>
            <a:ext cx="6336000" cy="307777"/>
          </a:xfrm>
        </p:spPr>
        <p:txBody>
          <a:bodyPr vert="horz">
            <a:spAutoFit/>
          </a:bodyPr>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000D1633-5959-1028-3EBE-F8CC5705E136}"/>
              </a:ext>
            </a:extLst>
          </p:cNvPr>
          <p:cNvSpPr/>
          <p:nvPr>
            <p:custDataLst>
              <p:tags r:id="rId2"/>
            </p:custDataLst>
          </p:nvPr>
        </p:nvSpPr>
        <p:spPr>
          <a:xfrm>
            <a:off x="6953250" y="0"/>
            <a:ext cx="219075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056F97C0-D403-B5E3-6BEA-04A19152B304}"/>
              </a:ext>
            </a:extLst>
          </p:cNvPr>
          <p:cNvSpPr>
            <a:spLocks noGrp="1"/>
          </p:cNvSpPr>
          <p:nvPr>
            <p:ph type="body" sz="quarter" idx="10"/>
          </p:nvPr>
        </p:nvSpPr>
        <p:spPr>
          <a:xfrm>
            <a:off x="331788" y="1370013"/>
            <a:ext cx="6336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6" name="Group 5">
            <a:extLst>
              <a:ext uri="{FF2B5EF4-FFF2-40B4-BE49-F238E27FC236}">
                <a16:creationId xmlns:a16="http://schemas.microsoft.com/office/drawing/2014/main" id="{30FFFFF2-876A-2A7D-A501-326690C4F1B8}"/>
              </a:ext>
            </a:extLst>
          </p:cNvPr>
          <p:cNvGrpSpPr/>
          <p:nvPr/>
        </p:nvGrpSpPr>
        <p:grpSpPr>
          <a:xfrm>
            <a:off x="7699318" y="4765292"/>
            <a:ext cx="1096734" cy="272230"/>
            <a:chOff x="5706199" y="3115121"/>
            <a:chExt cx="1096734" cy="272230"/>
          </a:xfrm>
        </p:grpSpPr>
        <p:sp>
          <p:nvSpPr>
            <p:cNvPr id="8" name="Freeform: Shape 7">
              <a:extLst>
                <a:ext uri="{FF2B5EF4-FFF2-40B4-BE49-F238E27FC236}">
                  <a16:creationId xmlns:a16="http://schemas.microsoft.com/office/drawing/2014/main" id="{79208C71-98EF-B28F-B478-FAB230935C0B}"/>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AA4C16C-649D-7551-57EF-CEDB4D3B131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0AFDA-5D76-2ECC-FFA4-AF2FE1E6E64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2BF42ED6-ACFC-2578-4E54-05FE40C6299B}"/>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24A622B-301D-7BB4-5CA4-D23F5F22B15B}"/>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ACFAD61-0F16-726E-5404-5674F71643A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5E16CD9B-20FD-E3EC-BEA4-924C5E820CE6}"/>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CF7670CC-E5E1-9490-9121-1E64126F89FB}"/>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BC5344A-354C-11B5-7C7F-8E4C11AE8FFE}"/>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CFD7CC97-7E35-3EA4-E665-FE11151D38ED}"/>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885FFB51-EEBD-6A6A-8858-828FA3AD96E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2606EA5-BE38-3EE5-6FDE-EB8228671FB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7EA1FCA-DF63-33AE-20EF-8E1A138DD8E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03D6FBC-2209-68B1-F6B1-DC9E222472AC}"/>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3E376A-4B4D-2D7D-CE51-80B6051A2163}"/>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53FE8AB-6A50-4324-8F45-0F897171DA94}"/>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5A595F41-BAF0-2CDD-3DE3-B67868465F6B}"/>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0F78CB0-7AB1-8E9C-546A-B09DF280B156}"/>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8F47A31A-4776-AC4D-A32F-E4E485120B3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40A1A74F-3DAF-BAFC-FCA0-A52C7B64741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59F6F7C7-A365-9349-D7E4-A24D23FBC2D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8ED7D9-5060-8FBE-4C08-DBCBB5188A9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28363DC-36AE-D1D2-5591-E866E4EDB20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7FE3825-FAAC-C910-407A-9DC12B889C6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48501DE5-C585-5E2A-32FA-5258C7482C2D}"/>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1C50A319-7C9A-2423-6658-A349BFEE4163}"/>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6707580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2397797-4137-4313-D81E-C1E2CF28DEB3}"/>
              </a:ext>
            </a:extLst>
          </p:cNvPr>
          <p:cNvGraphicFramePr>
            <a:graphicFrameLocks noChangeAspect="1"/>
          </p:cNvGraphicFramePr>
          <p:nvPr>
            <p:custDataLst>
              <p:tags r:id="rId1"/>
            </p:custDataLst>
            <p:extLst>
              <p:ext uri="{D42A27DB-BD31-4B8C-83A1-F6EECF244321}">
                <p14:modId xmlns:p14="http://schemas.microsoft.com/office/powerpoint/2010/main" val="2252263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2397797-4137-4313-D81E-C1E2CF28DEB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77BA823-174F-0C21-1F40-C4486703EDF1}"/>
              </a:ext>
            </a:extLst>
          </p:cNvPr>
          <p:cNvSpPr>
            <a:spLocks noGrp="1"/>
          </p:cNvSpPr>
          <p:nvPr>
            <p:ph type="title"/>
          </p:nvPr>
        </p:nvSpPr>
        <p:spPr>
          <a:xfrm>
            <a:off x="330994" y="231777"/>
            <a:ext cx="5400000" cy="307777"/>
          </a:xfrm>
        </p:spPr>
        <p:txBody>
          <a:bodyPr vert="horz">
            <a:spAutoFit/>
          </a:bodyPr>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000D1633-5959-1028-3EBE-F8CC5705E136}"/>
              </a:ext>
            </a:extLst>
          </p:cNvPr>
          <p:cNvSpPr/>
          <p:nvPr>
            <p:custDataLst>
              <p:tags r:id="rId2"/>
            </p:custDataLst>
          </p:nvPr>
        </p:nvSpPr>
        <p:spPr>
          <a:xfrm>
            <a:off x="5988050" y="0"/>
            <a:ext cx="315595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056F97C0-D403-B5E3-6BEA-04A19152B304}"/>
              </a:ext>
            </a:extLst>
          </p:cNvPr>
          <p:cNvSpPr>
            <a:spLocks noGrp="1"/>
          </p:cNvSpPr>
          <p:nvPr>
            <p:ph type="body" sz="quarter" idx="10"/>
          </p:nvPr>
        </p:nvSpPr>
        <p:spPr>
          <a:xfrm>
            <a:off x="331788" y="1370013"/>
            <a:ext cx="5400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6" name="Group 5">
            <a:extLst>
              <a:ext uri="{FF2B5EF4-FFF2-40B4-BE49-F238E27FC236}">
                <a16:creationId xmlns:a16="http://schemas.microsoft.com/office/drawing/2014/main" id="{30FFFFF2-876A-2A7D-A501-326690C4F1B8}"/>
              </a:ext>
            </a:extLst>
          </p:cNvPr>
          <p:cNvGrpSpPr/>
          <p:nvPr/>
        </p:nvGrpSpPr>
        <p:grpSpPr>
          <a:xfrm>
            <a:off x="7699318" y="4765292"/>
            <a:ext cx="1096734" cy="272230"/>
            <a:chOff x="5706199" y="3115121"/>
            <a:chExt cx="1096734" cy="272230"/>
          </a:xfrm>
        </p:grpSpPr>
        <p:sp>
          <p:nvSpPr>
            <p:cNvPr id="8" name="Freeform: Shape 7">
              <a:extLst>
                <a:ext uri="{FF2B5EF4-FFF2-40B4-BE49-F238E27FC236}">
                  <a16:creationId xmlns:a16="http://schemas.microsoft.com/office/drawing/2014/main" id="{79208C71-98EF-B28F-B478-FAB230935C0B}"/>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AA4C16C-649D-7551-57EF-CEDB4D3B131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0AFDA-5D76-2ECC-FFA4-AF2FE1E6E648}"/>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2BF42ED6-ACFC-2578-4E54-05FE40C6299B}"/>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A24A622B-301D-7BB4-5CA4-D23F5F22B15B}"/>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AACFAD61-0F16-726E-5404-5674F71643A4}"/>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5E16CD9B-20FD-E3EC-BEA4-924C5E820CE6}"/>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CF7670CC-E5E1-9490-9121-1E64126F89FB}"/>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BC5344A-354C-11B5-7C7F-8E4C11AE8FFE}"/>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CFD7CC97-7E35-3EA4-E665-FE11151D38ED}"/>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885FFB51-EEBD-6A6A-8858-828FA3AD96E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2606EA5-BE38-3EE5-6FDE-EB8228671FBF}"/>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7EA1FCA-DF63-33AE-20EF-8E1A138DD8E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03D6FBC-2209-68B1-F6B1-DC9E222472AC}"/>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353E376A-4B4D-2D7D-CE51-80B6051A2163}"/>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D53FE8AB-6A50-4324-8F45-0F897171DA94}"/>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5A595F41-BAF0-2CDD-3DE3-B67868465F6B}"/>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C0F78CB0-7AB1-8E9C-546A-B09DF280B156}"/>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8F47A31A-4776-AC4D-A32F-E4E485120B31}"/>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40A1A74F-3DAF-BAFC-FCA0-A52C7B647413}"/>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59F6F7C7-A365-9349-D7E4-A24D23FBC2D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8ED7D9-5060-8FBE-4C08-DBCBB5188A93}"/>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28363DC-36AE-D1D2-5591-E866E4EDB20B}"/>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07FE3825-FAAC-C910-407A-9DC12B889C6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48501DE5-C585-5E2A-32FA-5258C7482C2D}"/>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1C50A319-7C9A-2423-6658-A349BFEE4163}"/>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9893871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41F2E24-2855-0242-29B2-12A8DB526AA8}"/>
              </a:ext>
            </a:extLst>
          </p:cNvPr>
          <p:cNvGraphicFramePr>
            <a:graphicFrameLocks noChangeAspect="1"/>
          </p:cNvGraphicFramePr>
          <p:nvPr>
            <p:custDataLst>
              <p:tags r:id="rId1"/>
            </p:custDataLst>
            <p:extLst>
              <p:ext uri="{D42A27DB-BD31-4B8C-83A1-F6EECF244321}">
                <p14:modId xmlns:p14="http://schemas.microsoft.com/office/powerpoint/2010/main" val="993502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7" name="think-cell data - do not delete" hidden="1">
                        <a:extLst>
                          <a:ext uri="{FF2B5EF4-FFF2-40B4-BE49-F238E27FC236}">
                            <a16:creationId xmlns:a16="http://schemas.microsoft.com/office/drawing/2014/main" id="{A41F2E24-2855-0242-29B2-12A8DB526AA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777103A-FED0-7F40-E906-7B3322874C16}"/>
              </a:ext>
            </a:extLst>
          </p:cNvPr>
          <p:cNvSpPr>
            <a:spLocks noGrp="1"/>
          </p:cNvSpPr>
          <p:nvPr>
            <p:ph type="title"/>
          </p:nvPr>
        </p:nvSpPr>
        <p:spPr>
          <a:xfrm>
            <a:off x="330994" y="231777"/>
            <a:ext cx="4037806" cy="307777"/>
          </a:xfrm>
        </p:spPr>
        <p:txBody>
          <a:bodyPr vert="horz"/>
          <a:lstStyle>
            <a:lvl1pPr>
              <a:lnSpc>
                <a:spcPct val="100000"/>
              </a:lnSpc>
              <a:defRPr/>
            </a:lvl1pPr>
          </a:lstStyle>
          <a:p>
            <a:r>
              <a:rPr lang="en-US"/>
              <a:t>Click to edit Master title style</a:t>
            </a:r>
            <a:endParaRPr lang="en-IN"/>
          </a:p>
        </p:txBody>
      </p:sp>
      <p:sp>
        <p:nvSpPr>
          <p:cNvPr id="3" name="Rectangle 2">
            <a:extLst>
              <a:ext uri="{FF2B5EF4-FFF2-40B4-BE49-F238E27FC236}">
                <a16:creationId xmlns:a16="http://schemas.microsoft.com/office/drawing/2014/main" id="{D3165D3A-D807-BA22-9343-A8430AD2EC25}"/>
              </a:ext>
            </a:extLst>
          </p:cNvPr>
          <p:cNvSpPr/>
          <p:nvPr>
            <p:custDataLst>
              <p:tags r:id="rId2"/>
            </p:custDataLst>
          </p:nvPr>
        </p:nvSpPr>
        <p:spPr>
          <a:xfrm>
            <a:off x="4572000" y="0"/>
            <a:ext cx="4572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5" name="Text Placeholder 7">
            <a:extLst>
              <a:ext uri="{FF2B5EF4-FFF2-40B4-BE49-F238E27FC236}">
                <a16:creationId xmlns:a16="http://schemas.microsoft.com/office/drawing/2014/main" id="{B77BEBD8-E2EE-ACCC-E281-B8465442FF48}"/>
              </a:ext>
            </a:extLst>
          </p:cNvPr>
          <p:cNvSpPr>
            <a:spLocks noGrp="1"/>
          </p:cNvSpPr>
          <p:nvPr>
            <p:ph type="body" sz="quarter" idx="10"/>
          </p:nvPr>
        </p:nvSpPr>
        <p:spPr>
          <a:xfrm>
            <a:off x="331788" y="1370013"/>
            <a:ext cx="403701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38" name="Group 37">
            <a:extLst>
              <a:ext uri="{FF2B5EF4-FFF2-40B4-BE49-F238E27FC236}">
                <a16:creationId xmlns:a16="http://schemas.microsoft.com/office/drawing/2014/main" id="{8A38F830-4705-257E-F38D-7C7926B0A0A8}"/>
              </a:ext>
            </a:extLst>
          </p:cNvPr>
          <p:cNvGrpSpPr/>
          <p:nvPr/>
        </p:nvGrpSpPr>
        <p:grpSpPr>
          <a:xfrm>
            <a:off x="7699318" y="4765292"/>
            <a:ext cx="1096734" cy="272230"/>
            <a:chOff x="5706199" y="3115121"/>
            <a:chExt cx="1096734" cy="272230"/>
          </a:xfrm>
        </p:grpSpPr>
        <p:sp>
          <p:nvSpPr>
            <p:cNvPr id="39" name="Freeform: Shape 38">
              <a:extLst>
                <a:ext uri="{FF2B5EF4-FFF2-40B4-BE49-F238E27FC236}">
                  <a16:creationId xmlns:a16="http://schemas.microsoft.com/office/drawing/2014/main" id="{31BD6D7C-205D-F095-0461-C57DBA205D3C}"/>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E4A3EB4-47E9-30D3-B4B8-C04A6AF5AB2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2054DF56-1C2A-2A5C-8B3E-7BF2224BAF54}"/>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47289F73-9766-DA16-6BB3-81B91DCEB45D}"/>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A14E55A8-487E-79B6-1E7D-CDC1F767D2F7}"/>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F4BCFA7B-685D-A0F9-54B5-25734A336ACE}"/>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B341EBA9-A336-E11F-94CA-D16E2C082ECE}"/>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DD40C976-395E-9796-4A5F-B4FC6FE93D74}"/>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6269D7A7-3F0A-A076-7C5E-C7FBD47048AA}"/>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74EFCF2F-0120-11CF-F28B-4909DB40FB05}"/>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C40886DD-EB56-1B60-9774-9E2AE3253BD2}"/>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1FC2FEF-B0AE-2893-66C7-745D3F243D0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1DE31AF6-77F8-9C21-426E-B1E6E9B75EF4}"/>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32A860D5-9992-F6CA-7701-5FC242C89FF5}"/>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B4A1FD1-F857-E8B5-CEB6-7AE1DD76BCA7}"/>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910A0BB7-1C43-33FD-6067-BF76C18A4AAE}"/>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8AA6F327-EF7A-5A65-3A63-85DBF9B930B6}"/>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C4BB9318-B033-C18D-CEDA-93FAD24363DC}"/>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CAC8E0CA-6E01-3F8A-4CA3-2387BCEF3527}"/>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528FCFE3-BCBA-3725-2E7B-78787071C5D9}"/>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CDAB3A09-FE80-DE93-D331-9447C3084DE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F8BDC069-5D44-E926-D1D8-89DF92F8DBB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FCB7DC91-F2E8-4FF2-999A-DEF39B100985}"/>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501E0A42-EEA2-36A1-253E-83225ADF1C35}"/>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8841763C-D04F-AEDA-2AEB-46BE97698689}"/>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3FE684D0-C3E7-EB6F-5490-1B7503364071}"/>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1338042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9446806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7" name="Pentagon 8">
            <a:extLst>
              <a:ext uri="{FF2B5EF4-FFF2-40B4-BE49-F238E27FC236}">
                <a16:creationId xmlns:a16="http://schemas.microsoft.com/office/drawing/2014/main" id="{05406310-F3C2-0B85-D470-5734A6332604}"/>
              </a:ext>
            </a:extLst>
          </p:cNvPr>
          <p:cNvSpPr/>
          <p:nvPr/>
        </p:nvSpPr>
        <p:spPr bwMode="white">
          <a:xfrm>
            <a:off x="0" y="0"/>
            <a:ext cx="4772660" cy="51435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3608546"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360775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Box 14">
            <a:extLst>
              <a:ext uri="{FF2B5EF4-FFF2-40B4-BE49-F238E27FC236}">
                <a16:creationId xmlns:a16="http://schemas.microsoft.com/office/drawing/2014/main" id="{10ADFC0C-2E69-7B98-D07D-8E75D7EDF1A0}"/>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6" name="Rechteck 6">
            <a:extLst>
              <a:ext uri="{FF2B5EF4-FFF2-40B4-BE49-F238E27FC236}">
                <a16:creationId xmlns:a16="http://schemas.microsoft.com/office/drawing/2014/main" id="{D224B019-C233-E398-E832-FFF8CD4D4186}"/>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7" name="Group 16">
            <a:extLst>
              <a:ext uri="{FF2B5EF4-FFF2-40B4-BE49-F238E27FC236}">
                <a16:creationId xmlns:a16="http://schemas.microsoft.com/office/drawing/2014/main" id="{4A23E2E5-BEEA-B5DA-B9B8-374D20B0FBC1}"/>
              </a:ext>
            </a:extLst>
          </p:cNvPr>
          <p:cNvGrpSpPr/>
          <p:nvPr/>
        </p:nvGrpSpPr>
        <p:grpSpPr>
          <a:xfrm>
            <a:off x="7699318" y="4765292"/>
            <a:ext cx="1096734" cy="272230"/>
            <a:chOff x="5706199" y="3115121"/>
            <a:chExt cx="1096734" cy="272230"/>
          </a:xfrm>
        </p:grpSpPr>
        <p:sp>
          <p:nvSpPr>
            <p:cNvPr id="18" name="Freeform: Shape 17">
              <a:extLst>
                <a:ext uri="{FF2B5EF4-FFF2-40B4-BE49-F238E27FC236}">
                  <a16:creationId xmlns:a16="http://schemas.microsoft.com/office/drawing/2014/main" id="{9A6CCE33-7816-47D7-6466-936AC5E56A5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0AE2DE55-BAE2-2421-5D3A-E89DB11C670B}"/>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5C6CFBD-331B-FE26-8163-F3C7C760683F}"/>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ECED2FD9-98AA-1AA2-C74F-D1CAD4852E44}"/>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BB08ACC8-1DD0-5062-D8F3-5DF736C605FE}"/>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7E2EDCD2-5E64-AECD-F96C-87E694EE3DE7}"/>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842ACD97-AA45-48B8-8955-E3EA1D6557E2}"/>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2D911740-B176-CB53-6F49-9584BE840DC8}"/>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F6A76A47-96B4-87AC-9FB7-C6621BE57319}"/>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E91602D9-FF44-2E0D-3ECE-0CE09E95479B}"/>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C3BE9074-80A2-6B95-4D0C-89572D54CA27}"/>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BA7B33A8-7D8A-3D28-6719-297009D29F8D}"/>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A4FEC6A2-0AE0-EFC8-E3BB-0CACDC9D93EF}"/>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8C214DD-5FD3-81D0-F15E-66D6502A574A}"/>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8A1ED9B9-74BA-CCD9-9FD8-547737154197}"/>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6442498-6BC0-F8AB-732B-5DFC2BF5BD56}"/>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E0A7146-4321-A908-F2AC-9D5FD22960EE}"/>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7BAB1CC8-E343-D217-4D2A-B62C5DDA3F87}"/>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868DB778-DE9F-8688-1C59-72FC494F893F}"/>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E85F87C5-D340-D350-3F16-DD506B177F9F}"/>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8E0BCEEE-B02D-FC5D-2915-31F35B3C94C4}"/>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D3E58618-5A75-BD77-5B9D-33CD76029640}"/>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7A55D1F8-A878-37FD-56B1-1248F91571BD}"/>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489E46F-F6A3-8F09-0A05-C1EF27150B80}"/>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625A956E-474A-4AFF-1D68-B90D5CAC08DA}"/>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F43F6791-4CB6-306D-DB4B-1861D0986D0D}"/>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10211905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3631414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Freeform 18">
            <a:extLst>
              <a:ext uri="{FF2B5EF4-FFF2-40B4-BE49-F238E27FC236}">
                <a16:creationId xmlns:a16="http://schemas.microsoft.com/office/drawing/2014/main" id="{8588EA02-38F3-9B85-0407-1DAA387EC926}"/>
              </a:ext>
            </a:extLst>
          </p:cNvPr>
          <p:cNvSpPr/>
          <p:nvPr/>
        </p:nvSpPr>
        <p:spPr bwMode="white">
          <a:xfrm>
            <a:off x="0" y="0"/>
            <a:ext cx="59740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4860000"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4860000"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Box 7">
            <a:extLst>
              <a:ext uri="{FF2B5EF4-FFF2-40B4-BE49-F238E27FC236}">
                <a16:creationId xmlns:a16="http://schemas.microsoft.com/office/drawing/2014/main" id="{D13E942E-10CD-B5A3-71C1-CF5DE767BE8B}"/>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1" name="Group 10">
            <a:extLst>
              <a:ext uri="{FF2B5EF4-FFF2-40B4-BE49-F238E27FC236}">
                <a16:creationId xmlns:a16="http://schemas.microsoft.com/office/drawing/2014/main" id="{5E283597-DB3C-A3B3-834E-B94B49B99CBA}"/>
              </a:ext>
            </a:extLst>
          </p:cNvPr>
          <p:cNvGrpSpPr/>
          <p:nvPr/>
        </p:nvGrpSpPr>
        <p:grpSpPr>
          <a:xfrm>
            <a:off x="7699318" y="4765292"/>
            <a:ext cx="1096734" cy="272230"/>
            <a:chOff x="5706199" y="3115121"/>
            <a:chExt cx="1096734" cy="272230"/>
          </a:xfrm>
        </p:grpSpPr>
        <p:sp>
          <p:nvSpPr>
            <p:cNvPr id="13" name="Freeform: Shape 12">
              <a:extLst>
                <a:ext uri="{FF2B5EF4-FFF2-40B4-BE49-F238E27FC236}">
                  <a16:creationId xmlns:a16="http://schemas.microsoft.com/office/drawing/2014/main" id="{67266F1D-693F-EA5E-F5CE-4EE2CEA7881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70B1E96-3916-0CF4-A83B-9EEE4494993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5F8DAE-36C2-1836-586C-2D80A09A5C5A}"/>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804785EF-AE30-AEF8-453F-4CBEAA9897A1}"/>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79118E60-7CB0-093B-07EA-FCD59F3B3DF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D82FEFA1-2CEA-FF1F-977A-85EABFB3560A}"/>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BC57DE8-AD4D-236E-5D2E-3F91FB7E1493}"/>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334723F-57F7-FCAC-F03F-228D2778422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A1BFBA5-FC3F-BE50-35EE-6ED313BA3C9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1EB2BBF4-F80F-2AD6-03EF-68F87442F663}"/>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EB3645D0-9730-97B5-9B41-D40E6B93CA2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C6A2046-7485-790A-FBE3-D564A116217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BE08E87B-F11B-DCE2-697B-47A7F246512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DED2B11-DF2B-FD60-9D45-4B733DA0579E}"/>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B7312FE6-E787-CD99-7451-B26615089A6A}"/>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6C6BDCC4-5161-7E64-4CCF-BB2D68DE867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C27D15CB-496A-3090-DB87-C30B7EE762DA}"/>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83AF09F9-4CCB-8C27-1D9A-817073CCAED9}"/>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6E6B90F-1B73-1221-139E-96D0DC3B0972}"/>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D29417D7-D092-B5B0-CC1A-270CC1FF04A4}"/>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A1D3267-4BD8-1F8F-3179-BEB5671A9D46}"/>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08F3516A-3D67-0005-D5E1-148BAFF3861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BCD21897-88FE-296B-C3D1-95ABDBC8E387}"/>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18DE1D9-A890-B3BD-4762-3825A803620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8C286AEB-8382-413E-633C-B225884A8DB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785DC09B-4271-A5FB-98B1-2BD397C18D0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31947241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1615047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53" imgH="353" progId="TCLayout.ActiveDocument.1">
                  <p:embed/>
                </p:oleObj>
              </mc:Choice>
              <mc:Fallback>
                <p:oleObj name="Diapositiva de think-cell" r:id="rId4"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287FEDF-F66B-4C9F-3F5C-926910967F9D}"/>
              </a:ext>
            </a:extLst>
          </p:cNvPr>
          <p:cNvSpPr/>
          <p:nvPr>
            <p:custDataLst>
              <p:tags r:id="rId2"/>
            </p:custDataLst>
          </p:nvPr>
        </p:nvSpPr>
        <p:spPr>
          <a:xfrm>
            <a:off x="0" y="0"/>
            <a:ext cx="9144000" cy="5143500"/>
          </a:xfrm>
          <a:prstGeom prst="rect">
            <a:avLst/>
          </a:prstGeom>
          <a:solidFill>
            <a:schemeClr val="accent5"/>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err="1">
              <a:solidFill>
                <a:srgbClr val="FFFFFF"/>
              </a:solidFill>
            </a:endParaRPr>
          </a:p>
        </p:txBody>
      </p:sp>
      <p:sp>
        <p:nvSpPr>
          <p:cNvPr id="2" name="Freeform 18">
            <a:extLst>
              <a:ext uri="{FF2B5EF4-FFF2-40B4-BE49-F238E27FC236}">
                <a16:creationId xmlns:a16="http://schemas.microsoft.com/office/drawing/2014/main" id="{8588EA02-38F3-9B85-0407-1DAA387EC926}"/>
              </a:ext>
            </a:extLst>
          </p:cNvPr>
          <p:cNvSpPr/>
          <p:nvPr/>
        </p:nvSpPr>
        <p:spPr bwMode="white">
          <a:xfrm>
            <a:off x="1" y="0"/>
            <a:ext cx="7097462"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6015672" cy="307777"/>
          </a:xfrm>
        </p:spPr>
        <p:txBody>
          <a:bodyPr vert="horz"/>
          <a:lstStyle>
            <a:lvl1pPr>
              <a:lnSpc>
                <a:spcPct val="100000"/>
              </a:lnSpc>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6015672" cy="306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Box 7">
            <a:extLst>
              <a:ext uri="{FF2B5EF4-FFF2-40B4-BE49-F238E27FC236}">
                <a16:creationId xmlns:a16="http://schemas.microsoft.com/office/drawing/2014/main" id="{D13E942E-10CD-B5A3-71C1-CF5DE767BE8B}"/>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grpSp>
        <p:nvGrpSpPr>
          <p:cNvPr id="11" name="Group 10">
            <a:extLst>
              <a:ext uri="{FF2B5EF4-FFF2-40B4-BE49-F238E27FC236}">
                <a16:creationId xmlns:a16="http://schemas.microsoft.com/office/drawing/2014/main" id="{5E283597-DB3C-A3B3-834E-B94B49B99CBA}"/>
              </a:ext>
            </a:extLst>
          </p:cNvPr>
          <p:cNvGrpSpPr/>
          <p:nvPr/>
        </p:nvGrpSpPr>
        <p:grpSpPr>
          <a:xfrm>
            <a:off x="7699318" y="4765292"/>
            <a:ext cx="1096734" cy="272230"/>
            <a:chOff x="5706199" y="3115121"/>
            <a:chExt cx="1096734" cy="272230"/>
          </a:xfrm>
        </p:grpSpPr>
        <p:sp>
          <p:nvSpPr>
            <p:cNvPr id="13" name="Freeform: Shape 12">
              <a:extLst>
                <a:ext uri="{FF2B5EF4-FFF2-40B4-BE49-F238E27FC236}">
                  <a16:creationId xmlns:a16="http://schemas.microsoft.com/office/drawing/2014/main" id="{67266F1D-693F-EA5E-F5CE-4EE2CEA7881A}"/>
                </a:ext>
              </a:extLst>
            </p:cNvPr>
            <p:cNvSpPr/>
            <p:nvPr/>
          </p:nvSpPr>
          <p:spPr>
            <a:xfrm flipV="1">
              <a:off x="6024236" y="3146168"/>
              <a:ext cx="58595" cy="73424"/>
            </a:xfrm>
            <a:custGeom>
              <a:avLst/>
              <a:gdLst>
                <a:gd name="connsiteX0" fmla="*/ 9936 w 58595"/>
                <a:gd name="connsiteY0" fmla="*/ 73472 h 73424"/>
                <a:gd name="connsiteX1" fmla="*/ 9936 w 58595"/>
                <a:gd name="connsiteY1" fmla="*/ 41907 h 73424"/>
                <a:gd name="connsiteX2" fmla="*/ 48862 w 58595"/>
                <a:gd name="connsiteY2" fmla="*/ 41907 h 73424"/>
                <a:gd name="connsiteX3" fmla="*/ 48862 w 58595"/>
                <a:gd name="connsiteY3" fmla="*/ 73472 h 73424"/>
                <a:gd name="connsiteX4" fmla="*/ 58697 w 58595"/>
                <a:gd name="connsiteY4" fmla="*/ 73472 h 73424"/>
                <a:gd name="connsiteX5" fmla="*/ 58697 w 58595"/>
                <a:gd name="connsiteY5" fmla="*/ 47 h 73424"/>
                <a:gd name="connsiteX6" fmla="*/ 48862 w 58595"/>
                <a:gd name="connsiteY6" fmla="*/ 47 h 73424"/>
                <a:gd name="connsiteX7" fmla="*/ 48862 w 58595"/>
                <a:gd name="connsiteY7" fmla="*/ 33675 h 73424"/>
                <a:gd name="connsiteX8" fmla="*/ 9936 w 58595"/>
                <a:gd name="connsiteY8" fmla="*/ 33675 h 73424"/>
                <a:gd name="connsiteX9" fmla="*/ 9936 w 58595"/>
                <a:gd name="connsiteY9" fmla="*/ 47 h 73424"/>
                <a:gd name="connsiteX10" fmla="*/ 101 w 58595"/>
                <a:gd name="connsiteY10" fmla="*/ 47 h 73424"/>
                <a:gd name="connsiteX11" fmla="*/ 101 w 58595"/>
                <a:gd name="connsiteY11" fmla="*/ 73472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595" h="73424">
                  <a:moveTo>
                    <a:pt x="9936" y="73472"/>
                  </a:moveTo>
                  <a:lnTo>
                    <a:pt x="9936" y="41907"/>
                  </a:lnTo>
                  <a:lnTo>
                    <a:pt x="48862" y="41907"/>
                  </a:lnTo>
                  <a:lnTo>
                    <a:pt x="48862" y="73472"/>
                  </a:lnTo>
                  <a:lnTo>
                    <a:pt x="58697" y="73472"/>
                  </a:lnTo>
                  <a:lnTo>
                    <a:pt x="58697" y="47"/>
                  </a:lnTo>
                  <a:lnTo>
                    <a:pt x="48862" y="47"/>
                  </a:lnTo>
                  <a:lnTo>
                    <a:pt x="48862" y="33675"/>
                  </a:lnTo>
                  <a:lnTo>
                    <a:pt x="9936" y="33675"/>
                  </a:lnTo>
                  <a:lnTo>
                    <a:pt x="9936" y="47"/>
                  </a:lnTo>
                  <a:lnTo>
                    <a:pt x="101" y="47"/>
                  </a:lnTo>
                  <a:lnTo>
                    <a:pt x="101" y="73472"/>
                  </a:lnTo>
                  <a:close/>
                </a:path>
              </a:pathLst>
            </a:custGeom>
            <a:solidFill>
              <a:schemeClr val="bg1"/>
            </a:solidFill>
            <a:ln w="5719"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970B1E96-3916-0CF4-A83B-9EEE44949939}"/>
                </a:ext>
              </a:extLst>
            </p:cNvPr>
            <p:cNvSpPr/>
            <p:nvPr/>
          </p:nvSpPr>
          <p:spPr>
            <a:xfrm flipV="1">
              <a:off x="6094633" y="3165186"/>
              <a:ext cx="50313" cy="55537"/>
            </a:xfrm>
            <a:custGeom>
              <a:avLst/>
              <a:gdLst>
                <a:gd name="connsiteX0" fmla="*/ 36149 w 50313"/>
                <a:gd name="connsiteY0" fmla="*/ 28632 h 55537"/>
                <a:gd name="connsiteX1" fmla="*/ 31801 w 50313"/>
                <a:gd name="connsiteY1" fmla="*/ 26843 h 55537"/>
                <a:gd name="connsiteX2" fmla="*/ 26158 w 50313"/>
                <a:gd name="connsiteY2" fmla="*/ 25918 h 55537"/>
                <a:gd name="connsiteX3" fmla="*/ 20206 w 50313"/>
                <a:gd name="connsiteY3" fmla="*/ 25101 h 55537"/>
                <a:gd name="connsiteX4" fmla="*/ 14822 w 50313"/>
                <a:gd name="connsiteY4" fmla="*/ 23616 h 55537"/>
                <a:gd name="connsiteX5" fmla="*/ 10940 w 50313"/>
                <a:gd name="connsiteY5" fmla="*/ 20702 h 55537"/>
                <a:gd name="connsiteX6" fmla="*/ 9439 w 50313"/>
                <a:gd name="connsiteY6" fmla="*/ 15537 h 55537"/>
                <a:gd name="connsiteX7" fmla="*/ 10319 w 50313"/>
                <a:gd name="connsiteY7" fmla="*/ 11898 h 55537"/>
                <a:gd name="connsiteX8" fmla="*/ 12597 w 50313"/>
                <a:gd name="connsiteY8" fmla="*/ 9493 h 55537"/>
                <a:gd name="connsiteX9" fmla="*/ 15858 w 50313"/>
                <a:gd name="connsiteY9" fmla="*/ 8167 h 55537"/>
                <a:gd name="connsiteX10" fmla="*/ 19792 w 50313"/>
                <a:gd name="connsiteY10" fmla="*/ 7762 h 55537"/>
                <a:gd name="connsiteX11" fmla="*/ 27245 w 50313"/>
                <a:gd name="connsiteY11" fmla="*/ 8933 h 55537"/>
                <a:gd name="connsiteX12" fmla="*/ 32318 w 50313"/>
                <a:gd name="connsiteY12" fmla="*/ 11898 h 55537"/>
                <a:gd name="connsiteX13" fmla="*/ 35217 w 50313"/>
                <a:gd name="connsiteY13" fmla="*/ 15789 h 55537"/>
                <a:gd name="connsiteX14" fmla="*/ 36149 w 50313"/>
                <a:gd name="connsiteY14" fmla="*/ 19731 h 55537"/>
                <a:gd name="connsiteX15" fmla="*/ 50435 w 50313"/>
                <a:gd name="connsiteY15" fmla="*/ 1380 h 55537"/>
                <a:gd name="connsiteX16" fmla="*/ 44120 w 50313"/>
                <a:gd name="connsiteY16" fmla="*/ 43 h 55537"/>
                <a:gd name="connsiteX17" fmla="*/ 38685 w 50313"/>
                <a:gd name="connsiteY17" fmla="*/ 1946 h 55537"/>
                <a:gd name="connsiteX18" fmla="*/ 36666 w 50313"/>
                <a:gd name="connsiteY18" fmla="*/ 8167 h 55537"/>
                <a:gd name="connsiteX19" fmla="*/ 28229 w 50313"/>
                <a:gd name="connsiteY19" fmla="*/ 1946 h 55537"/>
                <a:gd name="connsiteX20" fmla="*/ 17825 w 50313"/>
                <a:gd name="connsiteY20" fmla="*/ 43 h 55537"/>
                <a:gd name="connsiteX21" fmla="*/ 10940 w 50313"/>
                <a:gd name="connsiteY21" fmla="*/ 872 h 55537"/>
                <a:gd name="connsiteX22" fmla="*/ 5298 w 50313"/>
                <a:gd name="connsiteY22" fmla="*/ 3443 h 55537"/>
                <a:gd name="connsiteX23" fmla="*/ 1519 w 50313"/>
                <a:gd name="connsiteY23" fmla="*/ 8019 h 55537"/>
                <a:gd name="connsiteX24" fmla="*/ 122 w 50313"/>
                <a:gd name="connsiteY24" fmla="*/ 14852 h 55537"/>
                <a:gd name="connsiteX25" fmla="*/ 1675 w 50313"/>
                <a:gd name="connsiteY25" fmla="*/ 22262 h 55537"/>
                <a:gd name="connsiteX26" fmla="*/ 5764 w 50313"/>
                <a:gd name="connsiteY26" fmla="*/ 26935 h 55537"/>
                <a:gd name="connsiteX27" fmla="*/ 11561 w 50313"/>
                <a:gd name="connsiteY27" fmla="*/ 29666 h 55537"/>
                <a:gd name="connsiteX28" fmla="*/ 18239 w 50313"/>
                <a:gd name="connsiteY28" fmla="*/ 31203 h 55537"/>
                <a:gd name="connsiteX29" fmla="*/ 25123 w 50313"/>
                <a:gd name="connsiteY29" fmla="*/ 32288 h 55537"/>
                <a:gd name="connsiteX30" fmla="*/ 30869 w 50313"/>
                <a:gd name="connsiteY30" fmla="*/ 33311 h 55537"/>
                <a:gd name="connsiteX31" fmla="*/ 34803 w 50313"/>
                <a:gd name="connsiteY31" fmla="*/ 35265 h 55537"/>
                <a:gd name="connsiteX32" fmla="*/ 36252 w 50313"/>
                <a:gd name="connsiteY32" fmla="*/ 39018 h 55537"/>
                <a:gd name="connsiteX33" fmla="*/ 35165 w 50313"/>
                <a:gd name="connsiteY33" fmla="*/ 43646 h 55537"/>
                <a:gd name="connsiteX34" fmla="*/ 32370 w 50313"/>
                <a:gd name="connsiteY34" fmla="*/ 46325 h 55537"/>
                <a:gd name="connsiteX35" fmla="*/ 28540 w 50313"/>
                <a:gd name="connsiteY35" fmla="*/ 47559 h 55537"/>
                <a:gd name="connsiteX36" fmla="*/ 24347 w 50313"/>
                <a:gd name="connsiteY36" fmla="*/ 47862 h 55537"/>
                <a:gd name="connsiteX37" fmla="*/ 15029 w 50313"/>
                <a:gd name="connsiteY37" fmla="*/ 45754 h 55537"/>
                <a:gd name="connsiteX38" fmla="*/ 10992 w 50313"/>
                <a:gd name="connsiteY38" fmla="*/ 37790 h 55537"/>
                <a:gd name="connsiteX39" fmla="*/ 2192 w 50313"/>
                <a:gd name="connsiteY39" fmla="*/ 37790 h 55537"/>
                <a:gd name="connsiteX40" fmla="*/ 4263 w 50313"/>
                <a:gd name="connsiteY40" fmla="*/ 46120 h 55537"/>
                <a:gd name="connsiteX41" fmla="*/ 9232 w 50313"/>
                <a:gd name="connsiteY41" fmla="*/ 51616 h 55537"/>
                <a:gd name="connsiteX42" fmla="*/ 16324 w 50313"/>
                <a:gd name="connsiteY42" fmla="*/ 54655 h 55537"/>
                <a:gd name="connsiteX43" fmla="*/ 24864 w 50313"/>
                <a:gd name="connsiteY43" fmla="*/ 55580 h 55537"/>
                <a:gd name="connsiteX44" fmla="*/ 32059 w 50313"/>
                <a:gd name="connsiteY44" fmla="*/ 55061 h 55537"/>
                <a:gd name="connsiteX45" fmla="*/ 38530 w 50313"/>
                <a:gd name="connsiteY45" fmla="*/ 52958 h 55537"/>
                <a:gd name="connsiteX46" fmla="*/ 43188 w 50313"/>
                <a:gd name="connsiteY46" fmla="*/ 48496 h 55537"/>
                <a:gd name="connsiteX47" fmla="*/ 44948 w 50313"/>
                <a:gd name="connsiteY47" fmla="*/ 41006 h 55537"/>
                <a:gd name="connsiteX48" fmla="*/ 44948 w 50313"/>
                <a:gd name="connsiteY48" fmla="*/ 13709 h 55537"/>
                <a:gd name="connsiteX49" fmla="*/ 45311 w 50313"/>
                <a:gd name="connsiteY49" fmla="*/ 9196 h 55537"/>
                <a:gd name="connsiteX50" fmla="*/ 47743 w 50313"/>
                <a:gd name="connsiteY50" fmla="*/ 7762 h 55537"/>
                <a:gd name="connsiteX51" fmla="*/ 50435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149" y="28632"/>
                  </a:moveTo>
                  <a:cubicBezTo>
                    <a:pt x="35044" y="27809"/>
                    <a:pt x="33595" y="27221"/>
                    <a:pt x="31801" y="26843"/>
                  </a:cubicBezTo>
                  <a:cubicBezTo>
                    <a:pt x="30006" y="26466"/>
                    <a:pt x="28125" y="26158"/>
                    <a:pt x="26158" y="25918"/>
                  </a:cubicBezTo>
                  <a:cubicBezTo>
                    <a:pt x="24191" y="25678"/>
                    <a:pt x="22207" y="25409"/>
                    <a:pt x="20206" y="25101"/>
                  </a:cubicBezTo>
                  <a:cubicBezTo>
                    <a:pt x="18204" y="24792"/>
                    <a:pt x="16410" y="24301"/>
                    <a:pt x="14822" y="23616"/>
                  </a:cubicBezTo>
                  <a:cubicBezTo>
                    <a:pt x="13235" y="22936"/>
                    <a:pt x="11941" y="21964"/>
                    <a:pt x="10940" y="20702"/>
                  </a:cubicBezTo>
                  <a:cubicBezTo>
                    <a:pt x="9939" y="19439"/>
                    <a:pt x="9439" y="17720"/>
                    <a:pt x="9439" y="15537"/>
                  </a:cubicBezTo>
                  <a:cubicBezTo>
                    <a:pt x="9439" y="14103"/>
                    <a:pt x="9732" y="12892"/>
                    <a:pt x="10319" y="11898"/>
                  </a:cubicBezTo>
                  <a:cubicBezTo>
                    <a:pt x="10906" y="10910"/>
                    <a:pt x="11665" y="10110"/>
                    <a:pt x="12597" y="9493"/>
                  </a:cubicBezTo>
                  <a:cubicBezTo>
                    <a:pt x="13528" y="8881"/>
                    <a:pt x="14615" y="8442"/>
                    <a:pt x="15858" y="8167"/>
                  </a:cubicBezTo>
                  <a:cubicBezTo>
                    <a:pt x="17100" y="7893"/>
                    <a:pt x="18411" y="7762"/>
                    <a:pt x="19792" y="7762"/>
                  </a:cubicBezTo>
                  <a:cubicBezTo>
                    <a:pt x="22690" y="7762"/>
                    <a:pt x="25175" y="8150"/>
                    <a:pt x="27245" y="8933"/>
                  </a:cubicBezTo>
                  <a:cubicBezTo>
                    <a:pt x="29316" y="9716"/>
                    <a:pt x="31007" y="10704"/>
                    <a:pt x="32318" y="11898"/>
                  </a:cubicBezTo>
                  <a:cubicBezTo>
                    <a:pt x="33630" y="13092"/>
                    <a:pt x="34596" y="14395"/>
                    <a:pt x="35217" y="15789"/>
                  </a:cubicBezTo>
                  <a:cubicBezTo>
                    <a:pt x="35838" y="17188"/>
                    <a:pt x="36149" y="18508"/>
                    <a:pt x="36149" y="19731"/>
                  </a:cubicBezTo>
                  <a:close/>
                  <a:moveTo>
                    <a:pt x="50435" y="1380"/>
                  </a:moveTo>
                  <a:cubicBezTo>
                    <a:pt x="48917" y="489"/>
                    <a:pt x="46812" y="43"/>
                    <a:pt x="44120" y="43"/>
                  </a:cubicBezTo>
                  <a:cubicBezTo>
                    <a:pt x="41843" y="43"/>
                    <a:pt x="40031" y="677"/>
                    <a:pt x="38685" y="1946"/>
                  </a:cubicBezTo>
                  <a:cubicBezTo>
                    <a:pt x="37339" y="3214"/>
                    <a:pt x="36666" y="5288"/>
                    <a:pt x="36666" y="8167"/>
                  </a:cubicBezTo>
                  <a:cubicBezTo>
                    <a:pt x="34251" y="5288"/>
                    <a:pt x="31438" y="3214"/>
                    <a:pt x="28229" y="1946"/>
                  </a:cubicBezTo>
                  <a:cubicBezTo>
                    <a:pt x="25020" y="677"/>
                    <a:pt x="21552" y="43"/>
                    <a:pt x="17825" y="43"/>
                  </a:cubicBezTo>
                  <a:cubicBezTo>
                    <a:pt x="15409" y="43"/>
                    <a:pt x="13114" y="317"/>
                    <a:pt x="10940" y="872"/>
                  </a:cubicBezTo>
                  <a:cubicBezTo>
                    <a:pt x="8766" y="1414"/>
                    <a:pt x="6885" y="2271"/>
                    <a:pt x="5298" y="3443"/>
                  </a:cubicBezTo>
                  <a:cubicBezTo>
                    <a:pt x="3711" y="4602"/>
                    <a:pt x="2451" y="6133"/>
                    <a:pt x="1519" y="8019"/>
                  </a:cubicBezTo>
                  <a:cubicBezTo>
                    <a:pt x="588" y="9904"/>
                    <a:pt x="122" y="12178"/>
                    <a:pt x="122" y="14852"/>
                  </a:cubicBezTo>
                  <a:cubicBezTo>
                    <a:pt x="122" y="17868"/>
                    <a:pt x="639" y="20336"/>
                    <a:pt x="1675" y="22262"/>
                  </a:cubicBezTo>
                  <a:cubicBezTo>
                    <a:pt x="2710" y="24175"/>
                    <a:pt x="4073" y="25735"/>
                    <a:pt x="5764" y="26935"/>
                  </a:cubicBezTo>
                  <a:cubicBezTo>
                    <a:pt x="7455" y="28135"/>
                    <a:pt x="9387" y="29043"/>
                    <a:pt x="11561" y="29666"/>
                  </a:cubicBezTo>
                  <a:cubicBezTo>
                    <a:pt x="13735" y="30277"/>
                    <a:pt x="15961" y="30791"/>
                    <a:pt x="18239" y="31203"/>
                  </a:cubicBezTo>
                  <a:cubicBezTo>
                    <a:pt x="20654" y="31682"/>
                    <a:pt x="22949" y="32042"/>
                    <a:pt x="25123" y="32288"/>
                  </a:cubicBezTo>
                  <a:cubicBezTo>
                    <a:pt x="27297" y="32528"/>
                    <a:pt x="29212" y="32865"/>
                    <a:pt x="30869" y="33311"/>
                  </a:cubicBezTo>
                  <a:cubicBezTo>
                    <a:pt x="32525" y="33756"/>
                    <a:pt x="33837" y="34408"/>
                    <a:pt x="34803" y="35265"/>
                  </a:cubicBezTo>
                  <a:cubicBezTo>
                    <a:pt x="35769" y="36127"/>
                    <a:pt x="36252" y="37373"/>
                    <a:pt x="36252" y="39018"/>
                  </a:cubicBezTo>
                  <a:cubicBezTo>
                    <a:pt x="36252" y="40938"/>
                    <a:pt x="35890" y="42480"/>
                    <a:pt x="35165" y="43646"/>
                  </a:cubicBezTo>
                  <a:cubicBezTo>
                    <a:pt x="34440" y="44811"/>
                    <a:pt x="33509" y="45702"/>
                    <a:pt x="32370" y="46325"/>
                  </a:cubicBezTo>
                  <a:cubicBezTo>
                    <a:pt x="31231" y="46937"/>
                    <a:pt x="29954" y="47348"/>
                    <a:pt x="28540" y="47559"/>
                  </a:cubicBezTo>
                  <a:cubicBezTo>
                    <a:pt x="27125" y="47765"/>
                    <a:pt x="25727" y="47862"/>
                    <a:pt x="24347" y="47862"/>
                  </a:cubicBezTo>
                  <a:cubicBezTo>
                    <a:pt x="20620" y="47862"/>
                    <a:pt x="17514" y="47159"/>
                    <a:pt x="15029" y="45754"/>
                  </a:cubicBezTo>
                  <a:cubicBezTo>
                    <a:pt x="12545" y="44348"/>
                    <a:pt x="11199" y="41692"/>
                    <a:pt x="10992" y="37790"/>
                  </a:cubicBezTo>
                  <a:lnTo>
                    <a:pt x="2192" y="37790"/>
                  </a:lnTo>
                  <a:cubicBezTo>
                    <a:pt x="2330" y="41081"/>
                    <a:pt x="3021" y="43851"/>
                    <a:pt x="4263" y="46120"/>
                  </a:cubicBezTo>
                  <a:cubicBezTo>
                    <a:pt x="5505" y="48376"/>
                    <a:pt x="7162" y="50210"/>
                    <a:pt x="9232" y="51616"/>
                  </a:cubicBezTo>
                  <a:cubicBezTo>
                    <a:pt x="11303" y="53027"/>
                    <a:pt x="13666" y="54032"/>
                    <a:pt x="16324" y="54655"/>
                  </a:cubicBezTo>
                  <a:cubicBezTo>
                    <a:pt x="18981" y="55266"/>
                    <a:pt x="21828" y="55580"/>
                    <a:pt x="24864" y="55580"/>
                  </a:cubicBezTo>
                  <a:cubicBezTo>
                    <a:pt x="27280" y="55580"/>
                    <a:pt x="29678" y="55409"/>
                    <a:pt x="32059" y="55061"/>
                  </a:cubicBezTo>
                  <a:cubicBezTo>
                    <a:pt x="34440" y="54718"/>
                    <a:pt x="36597" y="54015"/>
                    <a:pt x="38530" y="52958"/>
                  </a:cubicBezTo>
                  <a:cubicBezTo>
                    <a:pt x="40462" y="51896"/>
                    <a:pt x="42015" y="50416"/>
                    <a:pt x="43188" y="48496"/>
                  </a:cubicBezTo>
                  <a:cubicBezTo>
                    <a:pt x="44362" y="46582"/>
                    <a:pt x="44948" y="44080"/>
                    <a:pt x="44948" y="41006"/>
                  </a:cubicBezTo>
                  <a:lnTo>
                    <a:pt x="44948" y="13709"/>
                  </a:lnTo>
                  <a:cubicBezTo>
                    <a:pt x="44948" y="11652"/>
                    <a:pt x="45069" y="10155"/>
                    <a:pt x="45311" y="9196"/>
                  </a:cubicBezTo>
                  <a:cubicBezTo>
                    <a:pt x="45552" y="8236"/>
                    <a:pt x="46363" y="7762"/>
                    <a:pt x="47743" y="7762"/>
                  </a:cubicBezTo>
                  <a:cubicBezTo>
                    <a:pt x="48503" y="7762"/>
                    <a:pt x="49400" y="7893"/>
                    <a:pt x="50435" y="8167"/>
                  </a:cubicBezTo>
                  <a:close/>
                </a:path>
              </a:pathLst>
            </a:custGeom>
            <a:solidFill>
              <a:schemeClr val="bg1"/>
            </a:solidFill>
            <a:ln w="5719"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5F8DAE-36C2-1836-586C-2D80A09A5C5A}"/>
                </a:ext>
              </a:extLst>
            </p:cNvPr>
            <p:cNvSpPr/>
            <p:nvPr/>
          </p:nvSpPr>
          <p:spPr>
            <a:xfrm flipV="1">
              <a:off x="6153123" y="3165186"/>
              <a:ext cx="44308" cy="54406"/>
            </a:xfrm>
            <a:custGeom>
              <a:avLst/>
              <a:gdLst>
                <a:gd name="connsiteX0" fmla="*/ 8412 w 44308"/>
                <a:gd name="connsiteY0" fmla="*/ 53214 h 54406"/>
                <a:gd name="connsiteX1" fmla="*/ 8412 w 44308"/>
                <a:gd name="connsiteY1" fmla="*/ 44781 h 54406"/>
                <a:gd name="connsiteX2" fmla="*/ 8619 w 44308"/>
                <a:gd name="connsiteY2" fmla="*/ 44781 h 54406"/>
                <a:gd name="connsiteX3" fmla="*/ 26012 w 44308"/>
                <a:gd name="connsiteY3" fmla="*/ 54454 h 54406"/>
                <a:gd name="connsiteX4" fmla="*/ 34811 w 44308"/>
                <a:gd name="connsiteY4" fmla="*/ 53008 h 54406"/>
                <a:gd name="connsiteX5" fmla="*/ 40505 w 44308"/>
                <a:gd name="connsiteY5" fmla="*/ 49003 h 54406"/>
                <a:gd name="connsiteX6" fmla="*/ 43559 w 44308"/>
                <a:gd name="connsiteY6" fmla="*/ 42879 h 54406"/>
                <a:gd name="connsiteX7" fmla="*/ 44439 w 44308"/>
                <a:gd name="connsiteY7" fmla="*/ 35012 h 54406"/>
                <a:gd name="connsiteX8" fmla="*/ 44439 w 44308"/>
                <a:gd name="connsiteY8" fmla="*/ 48 h 54406"/>
                <a:gd name="connsiteX9" fmla="*/ 35640 w 44308"/>
                <a:gd name="connsiteY9" fmla="*/ 48 h 54406"/>
                <a:gd name="connsiteX10" fmla="*/ 35640 w 44308"/>
                <a:gd name="connsiteY10" fmla="*/ 36040 h 54406"/>
                <a:gd name="connsiteX11" fmla="*/ 32741 w 44308"/>
                <a:gd name="connsiteY11" fmla="*/ 43856 h 54406"/>
                <a:gd name="connsiteX12" fmla="*/ 24769 w 44308"/>
                <a:gd name="connsiteY12" fmla="*/ 46735 h 54406"/>
                <a:gd name="connsiteX13" fmla="*/ 17781 w 44308"/>
                <a:gd name="connsiteY13" fmla="*/ 45501 h 54406"/>
                <a:gd name="connsiteX14" fmla="*/ 12864 w 44308"/>
                <a:gd name="connsiteY14" fmla="*/ 42005 h 54406"/>
                <a:gd name="connsiteX15" fmla="*/ 9914 w 44308"/>
                <a:gd name="connsiteY15" fmla="*/ 36709 h 54406"/>
                <a:gd name="connsiteX16" fmla="*/ 8930 w 44308"/>
                <a:gd name="connsiteY16" fmla="*/ 30076 h 54406"/>
                <a:gd name="connsiteX17" fmla="*/ 8930 w 44308"/>
                <a:gd name="connsiteY17" fmla="*/ 48 h 54406"/>
                <a:gd name="connsiteX18" fmla="*/ 130 w 44308"/>
                <a:gd name="connsiteY18" fmla="*/ 48 h 54406"/>
                <a:gd name="connsiteX19" fmla="*/ 130 w 44308"/>
                <a:gd name="connsiteY19" fmla="*/ 53214 h 54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308" h="54406">
                  <a:moveTo>
                    <a:pt x="8412" y="53214"/>
                  </a:moveTo>
                  <a:lnTo>
                    <a:pt x="8412" y="44781"/>
                  </a:lnTo>
                  <a:lnTo>
                    <a:pt x="8619" y="44781"/>
                  </a:lnTo>
                  <a:cubicBezTo>
                    <a:pt x="12277" y="51226"/>
                    <a:pt x="18075" y="54454"/>
                    <a:pt x="26012" y="54454"/>
                  </a:cubicBezTo>
                  <a:cubicBezTo>
                    <a:pt x="29532" y="54454"/>
                    <a:pt x="32465" y="53968"/>
                    <a:pt x="34811" y="53008"/>
                  </a:cubicBezTo>
                  <a:cubicBezTo>
                    <a:pt x="37158" y="52048"/>
                    <a:pt x="39056" y="50717"/>
                    <a:pt x="40505" y="49003"/>
                  </a:cubicBezTo>
                  <a:cubicBezTo>
                    <a:pt x="41955" y="47284"/>
                    <a:pt x="42973" y="45244"/>
                    <a:pt x="43559" y="42879"/>
                  </a:cubicBezTo>
                  <a:cubicBezTo>
                    <a:pt x="44146" y="40514"/>
                    <a:pt x="44439" y="37891"/>
                    <a:pt x="44439" y="35012"/>
                  </a:cubicBezTo>
                  <a:lnTo>
                    <a:pt x="44439" y="48"/>
                  </a:lnTo>
                  <a:lnTo>
                    <a:pt x="35640" y="48"/>
                  </a:lnTo>
                  <a:lnTo>
                    <a:pt x="35640" y="36040"/>
                  </a:lnTo>
                  <a:cubicBezTo>
                    <a:pt x="35640" y="39331"/>
                    <a:pt x="34673" y="41936"/>
                    <a:pt x="32741" y="43856"/>
                  </a:cubicBezTo>
                  <a:cubicBezTo>
                    <a:pt x="30808" y="45775"/>
                    <a:pt x="28151" y="46735"/>
                    <a:pt x="24769" y="46735"/>
                  </a:cubicBezTo>
                  <a:cubicBezTo>
                    <a:pt x="22078" y="46735"/>
                    <a:pt x="19748" y="46324"/>
                    <a:pt x="17781" y="45501"/>
                  </a:cubicBezTo>
                  <a:cubicBezTo>
                    <a:pt x="15814" y="44678"/>
                    <a:pt x="14175" y="43513"/>
                    <a:pt x="12864" y="42005"/>
                  </a:cubicBezTo>
                  <a:cubicBezTo>
                    <a:pt x="11553" y="40496"/>
                    <a:pt x="10569" y="38731"/>
                    <a:pt x="9914" y="36709"/>
                  </a:cubicBezTo>
                  <a:cubicBezTo>
                    <a:pt x="9258" y="34686"/>
                    <a:pt x="8930" y="32475"/>
                    <a:pt x="8930" y="30076"/>
                  </a:cubicBezTo>
                  <a:lnTo>
                    <a:pt x="8930" y="48"/>
                  </a:lnTo>
                  <a:lnTo>
                    <a:pt x="130" y="48"/>
                  </a:lnTo>
                  <a:lnTo>
                    <a:pt x="130" y="53214"/>
                  </a:lnTo>
                  <a:close/>
                </a:path>
              </a:pathLst>
            </a:custGeom>
            <a:solidFill>
              <a:schemeClr val="bg1"/>
            </a:solidFill>
            <a:ln w="5719"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804785EF-AE30-AEF8-453F-4CBEAA9897A1}"/>
                </a:ext>
              </a:extLst>
            </p:cNvPr>
            <p:cNvSpPr/>
            <p:nvPr/>
          </p:nvSpPr>
          <p:spPr>
            <a:xfrm flipV="1">
              <a:off x="6207266" y="3165190"/>
              <a:ext cx="45447" cy="55531"/>
            </a:xfrm>
            <a:custGeom>
              <a:avLst/>
              <a:gdLst>
                <a:gd name="connsiteX0" fmla="*/ 10289 w 45447"/>
                <a:gd name="connsiteY0" fmla="*/ 13049 h 55531"/>
                <a:gd name="connsiteX1" fmla="*/ 13550 w 45447"/>
                <a:gd name="connsiteY1" fmla="*/ 9861 h 55531"/>
                <a:gd name="connsiteX2" fmla="*/ 18105 w 45447"/>
                <a:gd name="connsiteY2" fmla="*/ 8165 h 55531"/>
                <a:gd name="connsiteX3" fmla="*/ 23333 w 45447"/>
                <a:gd name="connsiteY3" fmla="*/ 7650 h 55531"/>
                <a:gd name="connsiteX4" fmla="*/ 27681 w 45447"/>
                <a:gd name="connsiteY4" fmla="*/ 7959 h 55531"/>
                <a:gd name="connsiteX5" fmla="*/ 31874 w 45447"/>
                <a:gd name="connsiteY5" fmla="*/ 9090 h 55531"/>
                <a:gd name="connsiteX6" fmla="*/ 35031 w 45447"/>
                <a:gd name="connsiteY6" fmla="*/ 11501 h 55531"/>
                <a:gd name="connsiteX7" fmla="*/ 36274 w 45447"/>
                <a:gd name="connsiteY7" fmla="*/ 15563 h 55531"/>
                <a:gd name="connsiteX8" fmla="*/ 33686 w 45447"/>
                <a:gd name="connsiteY8" fmla="*/ 20711 h 55531"/>
                <a:gd name="connsiteX9" fmla="*/ 27215 w 45447"/>
                <a:gd name="connsiteY9" fmla="*/ 23539 h 55531"/>
                <a:gd name="connsiteX10" fmla="*/ 18778 w 45447"/>
                <a:gd name="connsiteY10" fmla="*/ 25492 h 55531"/>
                <a:gd name="connsiteX11" fmla="*/ 10341 w 45447"/>
                <a:gd name="connsiteY11" fmla="*/ 27961 h 55531"/>
                <a:gd name="connsiteX12" fmla="*/ 3870 w 45447"/>
                <a:gd name="connsiteY12" fmla="*/ 32434 h 55531"/>
                <a:gd name="connsiteX13" fmla="*/ 1282 w 45447"/>
                <a:gd name="connsiteY13" fmla="*/ 40455 h 55531"/>
                <a:gd name="connsiteX14" fmla="*/ 3094 w 45447"/>
                <a:gd name="connsiteY14" fmla="*/ 47345 h 55531"/>
                <a:gd name="connsiteX15" fmla="*/ 7752 w 45447"/>
                <a:gd name="connsiteY15" fmla="*/ 52024 h 55531"/>
                <a:gd name="connsiteX16" fmla="*/ 14171 w 45447"/>
                <a:gd name="connsiteY16" fmla="*/ 54698 h 55531"/>
                <a:gd name="connsiteX17" fmla="*/ 21262 w 45447"/>
                <a:gd name="connsiteY17" fmla="*/ 55572 h 55531"/>
                <a:gd name="connsiteX18" fmla="*/ 29648 w 45447"/>
                <a:gd name="connsiteY18" fmla="*/ 54801 h 55531"/>
                <a:gd name="connsiteX19" fmla="*/ 36429 w 45447"/>
                <a:gd name="connsiteY19" fmla="*/ 52127 h 55531"/>
                <a:gd name="connsiteX20" fmla="*/ 41139 w 45447"/>
                <a:gd name="connsiteY20" fmla="*/ 46979 h 55531"/>
                <a:gd name="connsiteX21" fmla="*/ 43210 w 45447"/>
                <a:gd name="connsiteY21" fmla="*/ 38913 h 55531"/>
                <a:gd name="connsiteX22" fmla="*/ 34410 w 45447"/>
                <a:gd name="connsiteY22" fmla="*/ 38913 h 55531"/>
                <a:gd name="connsiteX23" fmla="*/ 33064 w 45447"/>
                <a:gd name="connsiteY23" fmla="*/ 43175 h 55531"/>
                <a:gd name="connsiteX24" fmla="*/ 30166 w 45447"/>
                <a:gd name="connsiteY24" fmla="*/ 45905 h 55531"/>
                <a:gd name="connsiteX25" fmla="*/ 26283 w 45447"/>
                <a:gd name="connsiteY25" fmla="*/ 47397 h 55531"/>
                <a:gd name="connsiteX26" fmla="*/ 21987 w 45447"/>
                <a:gd name="connsiteY26" fmla="*/ 47859 h 55531"/>
                <a:gd name="connsiteX27" fmla="*/ 18001 w 45447"/>
                <a:gd name="connsiteY27" fmla="*/ 47551 h 55531"/>
                <a:gd name="connsiteX28" fmla="*/ 14326 w 45447"/>
                <a:gd name="connsiteY28" fmla="*/ 46471 h 55531"/>
                <a:gd name="connsiteX29" fmla="*/ 11635 w 45447"/>
                <a:gd name="connsiteY29" fmla="*/ 44414 h 55531"/>
                <a:gd name="connsiteX30" fmla="*/ 10599 w 45447"/>
                <a:gd name="connsiteY30" fmla="*/ 41072 h 55531"/>
                <a:gd name="connsiteX31" fmla="*/ 12204 w 45447"/>
                <a:gd name="connsiteY31" fmla="*/ 37319 h 55531"/>
                <a:gd name="connsiteX32" fmla="*/ 16293 w 45447"/>
                <a:gd name="connsiteY32" fmla="*/ 34845 h 55531"/>
                <a:gd name="connsiteX33" fmla="*/ 21884 w 45447"/>
                <a:gd name="connsiteY33" fmla="*/ 33205 h 55531"/>
                <a:gd name="connsiteX34" fmla="*/ 28095 w 45447"/>
                <a:gd name="connsiteY34" fmla="*/ 31817 h 55531"/>
                <a:gd name="connsiteX35" fmla="*/ 34565 w 45447"/>
                <a:gd name="connsiteY35" fmla="*/ 30069 h 55531"/>
                <a:gd name="connsiteX36" fmla="*/ 40156 w 45447"/>
                <a:gd name="connsiteY36" fmla="*/ 27344 h 55531"/>
                <a:gd name="connsiteX37" fmla="*/ 44090 w 45447"/>
                <a:gd name="connsiteY37" fmla="*/ 23076 h 55531"/>
                <a:gd name="connsiteX38" fmla="*/ 45591 w 45447"/>
                <a:gd name="connsiteY38" fmla="*/ 16700 h 55531"/>
                <a:gd name="connsiteX39" fmla="*/ 43572 w 45447"/>
                <a:gd name="connsiteY39" fmla="*/ 8679 h 55531"/>
                <a:gd name="connsiteX40" fmla="*/ 38292 w 45447"/>
                <a:gd name="connsiteY40" fmla="*/ 3537 h 55531"/>
                <a:gd name="connsiteX41" fmla="*/ 30942 w 45447"/>
                <a:gd name="connsiteY41" fmla="*/ 806 h 55531"/>
                <a:gd name="connsiteX42" fmla="*/ 22815 w 45447"/>
                <a:gd name="connsiteY42" fmla="*/ 41 h 55531"/>
                <a:gd name="connsiteX43" fmla="*/ 14326 w 45447"/>
                <a:gd name="connsiteY43" fmla="*/ 966 h 55531"/>
                <a:gd name="connsiteX44" fmla="*/ 7183 w 45447"/>
                <a:gd name="connsiteY44" fmla="*/ 4000 h 55531"/>
                <a:gd name="connsiteX45" fmla="*/ 2214 w 45447"/>
                <a:gd name="connsiteY45" fmla="*/ 9553 h 55531"/>
                <a:gd name="connsiteX46" fmla="*/ 143 w 45447"/>
                <a:gd name="connsiteY46" fmla="*/ 17928 h 55531"/>
                <a:gd name="connsiteX47" fmla="*/ 8943 w 45447"/>
                <a:gd name="connsiteY47" fmla="*/ 17928 h 55531"/>
                <a:gd name="connsiteX48" fmla="*/ 10289 w 45447"/>
                <a:gd name="connsiteY48" fmla="*/ 13049 h 5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5447" h="55531">
                  <a:moveTo>
                    <a:pt x="10289" y="13049"/>
                  </a:moveTo>
                  <a:cubicBezTo>
                    <a:pt x="11117" y="11712"/>
                    <a:pt x="12204" y="10650"/>
                    <a:pt x="13550" y="9861"/>
                  </a:cubicBezTo>
                  <a:cubicBezTo>
                    <a:pt x="14896" y="9073"/>
                    <a:pt x="16414" y="8507"/>
                    <a:pt x="18105" y="8165"/>
                  </a:cubicBezTo>
                  <a:cubicBezTo>
                    <a:pt x="19796" y="7822"/>
                    <a:pt x="21539" y="7650"/>
                    <a:pt x="23333" y="7650"/>
                  </a:cubicBezTo>
                  <a:cubicBezTo>
                    <a:pt x="24713" y="7650"/>
                    <a:pt x="26163" y="7753"/>
                    <a:pt x="27681" y="7959"/>
                  </a:cubicBezTo>
                  <a:cubicBezTo>
                    <a:pt x="29199" y="8165"/>
                    <a:pt x="30597" y="8542"/>
                    <a:pt x="31874" y="9090"/>
                  </a:cubicBezTo>
                  <a:cubicBezTo>
                    <a:pt x="33151" y="9633"/>
                    <a:pt x="34203" y="10444"/>
                    <a:pt x="35031" y="11501"/>
                  </a:cubicBezTo>
                  <a:cubicBezTo>
                    <a:pt x="35860" y="12569"/>
                    <a:pt x="36274" y="13923"/>
                    <a:pt x="36274" y="15563"/>
                  </a:cubicBezTo>
                  <a:cubicBezTo>
                    <a:pt x="36274" y="17831"/>
                    <a:pt x="35411" y="19545"/>
                    <a:pt x="33686" y="20711"/>
                  </a:cubicBezTo>
                  <a:cubicBezTo>
                    <a:pt x="31960" y="21876"/>
                    <a:pt x="29803" y="22819"/>
                    <a:pt x="27215" y="23539"/>
                  </a:cubicBezTo>
                  <a:cubicBezTo>
                    <a:pt x="24627" y="24258"/>
                    <a:pt x="21815" y="24910"/>
                    <a:pt x="18778" y="25492"/>
                  </a:cubicBezTo>
                  <a:cubicBezTo>
                    <a:pt x="15741" y="26069"/>
                    <a:pt x="12929" y="26898"/>
                    <a:pt x="10341" y="27961"/>
                  </a:cubicBezTo>
                  <a:cubicBezTo>
                    <a:pt x="7752" y="29023"/>
                    <a:pt x="5596" y="30514"/>
                    <a:pt x="3870" y="32434"/>
                  </a:cubicBezTo>
                  <a:cubicBezTo>
                    <a:pt x="2145" y="34354"/>
                    <a:pt x="1282" y="37022"/>
                    <a:pt x="1282" y="40455"/>
                  </a:cubicBezTo>
                  <a:cubicBezTo>
                    <a:pt x="1282" y="43129"/>
                    <a:pt x="1886" y="45426"/>
                    <a:pt x="3094" y="47345"/>
                  </a:cubicBezTo>
                  <a:cubicBezTo>
                    <a:pt x="4302" y="49265"/>
                    <a:pt x="5854" y="50819"/>
                    <a:pt x="7752" y="52024"/>
                  </a:cubicBezTo>
                  <a:cubicBezTo>
                    <a:pt x="9650" y="53218"/>
                    <a:pt x="11790" y="54109"/>
                    <a:pt x="14171" y="54698"/>
                  </a:cubicBezTo>
                  <a:cubicBezTo>
                    <a:pt x="16552" y="55281"/>
                    <a:pt x="18916" y="55572"/>
                    <a:pt x="21262" y="55572"/>
                  </a:cubicBezTo>
                  <a:cubicBezTo>
                    <a:pt x="24299" y="55572"/>
                    <a:pt x="27094" y="55309"/>
                    <a:pt x="29648" y="54801"/>
                  </a:cubicBezTo>
                  <a:cubicBezTo>
                    <a:pt x="32202" y="54287"/>
                    <a:pt x="34462" y="53395"/>
                    <a:pt x="36429" y="52127"/>
                  </a:cubicBezTo>
                  <a:cubicBezTo>
                    <a:pt x="38396" y="50859"/>
                    <a:pt x="39966" y="49145"/>
                    <a:pt x="41139" y="46979"/>
                  </a:cubicBezTo>
                  <a:cubicBezTo>
                    <a:pt x="42313" y="44826"/>
                    <a:pt x="43003" y="42135"/>
                    <a:pt x="43210" y="38913"/>
                  </a:cubicBezTo>
                  <a:lnTo>
                    <a:pt x="34410" y="38913"/>
                  </a:lnTo>
                  <a:cubicBezTo>
                    <a:pt x="34272" y="40627"/>
                    <a:pt x="33824" y="42049"/>
                    <a:pt x="33064" y="43175"/>
                  </a:cubicBezTo>
                  <a:cubicBezTo>
                    <a:pt x="32305" y="44311"/>
                    <a:pt x="31339" y="45220"/>
                    <a:pt x="30166" y="45905"/>
                  </a:cubicBezTo>
                  <a:cubicBezTo>
                    <a:pt x="28992" y="46591"/>
                    <a:pt x="27698" y="47088"/>
                    <a:pt x="26283" y="47397"/>
                  </a:cubicBezTo>
                  <a:cubicBezTo>
                    <a:pt x="24869" y="47699"/>
                    <a:pt x="23436" y="47859"/>
                    <a:pt x="21987" y="47859"/>
                  </a:cubicBezTo>
                  <a:cubicBezTo>
                    <a:pt x="20676" y="47859"/>
                    <a:pt x="19347" y="47756"/>
                    <a:pt x="18001" y="47551"/>
                  </a:cubicBezTo>
                  <a:cubicBezTo>
                    <a:pt x="16656" y="47345"/>
                    <a:pt x="15431" y="46979"/>
                    <a:pt x="14326" y="46471"/>
                  </a:cubicBezTo>
                  <a:cubicBezTo>
                    <a:pt x="13222" y="45957"/>
                    <a:pt x="12325" y="45271"/>
                    <a:pt x="11635" y="44414"/>
                  </a:cubicBezTo>
                  <a:cubicBezTo>
                    <a:pt x="10944" y="43557"/>
                    <a:pt x="10599" y="42443"/>
                    <a:pt x="10599" y="41072"/>
                  </a:cubicBezTo>
                  <a:cubicBezTo>
                    <a:pt x="10599" y="39564"/>
                    <a:pt x="11134" y="38313"/>
                    <a:pt x="12204" y="37319"/>
                  </a:cubicBezTo>
                  <a:cubicBezTo>
                    <a:pt x="13274" y="36325"/>
                    <a:pt x="14637" y="35502"/>
                    <a:pt x="16293" y="34845"/>
                  </a:cubicBezTo>
                  <a:cubicBezTo>
                    <a:pt x="17950" y="34199"/>
                    <a:pt x="19813" y="33645"/>
                    <a:pt x="21884" y="33205"/>
                  </a:cubicBezTo>
                  <a:cubicBezTo>
                    <a:pt x="23954" y="32760"/>
                    <a:pt x="26025" y="32297"/>
                    <a:pt x="28095" y="31817"/>
                  </a:cubicBezTo>
                  <a:cubicBezTo>
                    <a:pt x="30304" y="31337"/>
                    <a:pt x="32460" y="30754"/>
                    <a:pt x="34565" y="30069"/>
                  </a:cubicBezTo>
                  <a:cubicBezTo>
                    <a:pt x="36670" y="29377"/>
                    <a:pt x="38534" y="28475"/>
                    <a:pt x="40156" y="27344"/>
                  </a:cubicBezTo>
                  <a:cubicBezTo>
                    <a:pt x="41778" y="26212"/>
                    <a:pt x="43089" y="24790"/>
                    <a:pt x="44090" y="23076"/>
                  </a:cubicBezTo>
                  <a:cubicBezTo>
                    <a:pt x="45091" y="21362"/>
                    <a:pt x="45591" y="19237"/>
                    <a:pt x="45591" y="16700"/>
                  </a:cubicBezTo>
                  <a:cubicBezTo>
                    <a:pt x="45591" y="13478"/>
                    <a:pt x="44918" y="10798"/>
                    <a:pt x="43572" y="8679"/>
                  </a:cubicBezTo>
                  <a:cubicBezTo>
                    <a:pt x="42226" y="6553"/>
                    <a:pt x="40466" y="4840"/>
                    <a:pt x="38292" y="3537"/>
                  </a:cubicBezTo>
                  <a:cubicBezTo>
                    <a:pt x="36118" y="2229"/>
                    <a:pt x="33668" y="1326"/>
                    <a:pt x="30942" y="806"/>
                  </a:cubicBezTo>
                  <a:cubicBezTo>
                    <a:pt x="28216" y="298"/>
                    <a:pt x="25507" y="41"/>
                    <a:pt x="22815" y="41"/>
                  </a:cubicBezTo>
                  <a:cubicBezTo>
                    <a:pt x="19848" y="41"/>
                    <a:pt x="17018" y="349"/>
                    <a:pt x="14326" y="966"/>
                  </a:cubicBezTo>
                  <a:cubicBezTo>
                    <a:pt x="11635" y="1583"/>
                    <a:pt x="9254" y="2594"/>
                    <a:pt x="7183" y="4000"/>
                  </a:cubicBezTo>
                  <a:cubicBezTo>
                    <a:pt x="5113" y="5405"/>
                    <a:pt x="3456" y="7250"/>
                    <a:pt x="2214" y="9553"/>
                  </a:cubicBezTo>
                  <a:cubicBezTo>
                    <a:pt x="971" y="11850"/>
                    <a:pt x="281" y="14643"/>
                    <a:pt x="143" y="17928"/>
                  </a:cubicBezTo>
                  <a:lnTo>
                    <a:pt x="8943" y="17928"/>
                  </a:lnTo>
                  <a:cubicBezTo>
                    <a:pt x="9012" y="16014"/>
                    <a:pt x="9461" y="14386"/>
                    <a:pt x="10289" y="13049"/>
                  </a:cubicBezTo>
                </a:path>
              </a:pathLst>
            </a:custGeom>
            <a:solidFill>
              <a:schemeClr val="bg1"/>
            </a:solidFill>
            <a:ln w="5719"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79118E60-7CB0-093B-07EA-FCD59F3B3DFF}"/>
                </a:ext>
              </a:extLst>
            </p:cNvPr>
            <p:cNvSpPr/>
            <p:nvPr/>
          </p:nvSpPr>
          <p:spPr>
            <a:xfrm flipV="1">
              <a:off x="6259546" y="3165189"/>
              <a:ext cx="49414" cy="55537"/>
            </a:xfrm>
            <a:custGeom>
              <a:avLst/>
              <a:gdLst>
                <a:gd name="connsiteX0" fmla="*/ 38827 w 49414"/>
                <a:gd name="connsiteY0" fmla="*/ 38717 h 55537"/>
                <a:gd name="connsiteX1" fmla="*/ 35618 w 49414"/>
                <a:gd name="connsiteY1" fmla="*/ 43499 h 55537"/>
                <a:gd name="connsiteX2" fmla="*/ 30856 w 49414"/>
                <a:gd name="connsiteY2" fmla="*/ 46687 h 55537"/>
                <a:gd name="connsiteX3" fmla="*/ 24805 w 49414"/>
                <a:gd name="connsiteY3" fmla="*/ 47870 h 55537"/>
                <a:gd name="connsiteX4" fmla="*/ 18640 w 49414"/>
                <a:gd name="connsiteY4" fmla="*/ 46687 h 55537"/>
                <a:gd name="connsiteX5" fmla="*/ 13929 w 49414"/>
                <a:gd name="connsiteY5" fmla="*/ 43448 h 55537"/>
                <a:gd name="connsiteX6" fmla="*/ 10824 w 49414"/>
                <a:gd name="connsiteY6" fmla="*/ 38660 h 55537"/>
                <a:gd name="connsiteX7" fmla="*/ 9478 w 49414"/>
                <a:gd name="connsiteY7" fmla="*/ 32855 h 55537"/>
                <a:gd name="connsiteX8" fmla="*/ 40225 w 49414"/>
                <a:gd name="connsiteY8" fmla="*/ 32855 h 55537"/>
                <a:gd name="connsiteX9" fmla="*/ 38827 w 49414"/>
                <a:gd name="connsiteY9" fmla="*/ 38717 h 55537"/>
                <a:gd name="connsiteX10" fmla="*/ 40949 w 49414"/>
                <a:gd name="connsiteY10" fmla="*/ 4570 h 55537"/>
                <a:gd name="connsiteX11" fmla="*/ 25835 w 49414"/>
                <a:gd name="connsiteY11" fmla="*/ 45 h 55537"/>
                <a:gd name="connsiteX12" fmla="*/ 14706 w 49414"/>
                <a:gd name="connsiteY12" fmla="*/ 2107 h 55537"/>
                <a:gd name="connsiteX13" fmla="*/ 6786 w 49414"/>
                <a:gd name="connsiteY13" fmla="*/ 7866 h 55537"/>
                <a:gd name="connsiteX14" fmla="*/ 1972 w 49414"/>
                <a:gd name="connsiteY14" fmla="*/ 16704 h 55537"/>
                <a:gd name="connsiteX15" fmla="*/ 160 w 49414"/>
                <a:gd name="connsiteY15" fmla="*/ 27914 h 55537"/>
                <a:gd name="connsiteX16" fmla="*/ 2024 w 49414"/>
                <a:gd name="connsiteY16" fmla="*/ 39026 h 55537"/>
                <a:gd name="connsiteX17" fmla="*/ 7252 w 49414"/>
                <a:gd name="connsiteY17" fmla="*/ 47767 h 55537"/>
                <a:gd name="connsiteX18" fmla="*/ 15223 w 49414"/>
                <a:gd name="connsiteY18" fmla="*/ 53526 h 55537"/>
                <a:gd name="connsiteX19" fmla="*/ 25317 w 49414"/>
                <a:gd name="connsiteY19" fmla="*/ 55582 h 55537"/>
                <a:gd name="connsiteX20" fmla="*/ 37171 w 49414"/>
                <a:gd name="connsiteY20" fmla="*/ 52646 h 55537"/>
                <a:gd name="connsiteX21" fmla="*/ 44728 w 49414"/>
                <a:gd name="connsiteY21" fmla="*/ 45196 h 55537"/>
                <a:gd name="connsiteX22" fmla="*/ 48662 w 49414"/>
                <a:gd name="connsiteY22" fmla="*/ 35318 h 55537"/>
                <a:gd name="connsiteX23" fmla="*/ 49542 w 49414"/>
                <a:gd name="connsiteY23" fmla="*/ 25143 h 55537"/>
                <a:gd name="connsiteX24" fmla="*/ 9478 w 49414"/>
                <a:gd name="connsiteY24" fmla="*/ 25143 h 55537"/>
                <a:gd name="connsiteX25" fmla="*/ 10306 w 49414"/>
                <a:gd name="connsiteY25" fmla="*/ 18510 h 55537"/>
                <a:gd name="connsiteX26" fmla="*/ 13308 w 49414"/>
                <a:gd name="connsiteY26" fmla="*/ 12951 h 55537"/>
                <a:gd name="connsiteX27" fmla="*/ 18588 w 49414"/>
                <a:gd name="connsiteY27" fmla="*/ 9095 h 55537"/>
                <a:gd name="connsiteX28" fmla="*/ 26145 w 49414"/>
                <a:gd name="connsiteY28" fmla="*/ 7655 h 55537"/>
                <a:gd name="connsiteX29" fmla="*/ 35307 w 49414"/>
                <a:gd name="connsiteY29" fmla="*/ 10231 h 55537"/>
                <a:gd name="connsiteX30" fmla="*/ 40018 w 49414"/>
                <a:gd name="connsiteY30" fmla="*/ 18047 h 55537"/>
                <a:gd name="connsiteX31" fmla="*/ 48714 w 49414"/>
                <a:gd name="connsiteY31" fmla="*/ 18047 h 55537"/>
                <a:gd name="connsiteX32" fmla="*/ 40949 w 49414"/>
                <a:gd name="connsiteY32" fmla="*/ 4570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9414" h="55537">
                  <a:moveTo>
                    <a:pt x="38827" y="38717"/>
                  </a:moveTo>
                  <a:cubicBezTo>
                    <a:pt x="38034" y="40562"/>
                    <a:pt x="36964" y="42162"/>
                    <a:pt x="35618" y="43499"/>
                  </a:cubicBezTo>
                  <a:cubicBezTo>
                    <a:pt x="34272" y="44830"/>
                    <a:pt x="32685" y="45898"/>
                    <a:pt x="30856" y="46687"/>
                  </a:cubicBezTo>
                  <a:cubicBezTo>
                    <a:pt x="29027" y="47470"/>
                    <a:pt x="27008" y="47870"/>
                    <a:pt x="24805" y="47870"/>
                  </a:cubicBezTo>
                  <a:cubicBezTo>
                    <a:pt x="22522" y="47870"/>
                    <a:pt x="20469" y="47470"/>
                    <a:pt x="18640" y="46687"/>
                  </a:cubicBezTo>
                  <a:cubicBezTo>
                    <a:pt x="16811" y="45898"/>
                    <a:pt x="15241" y="44813"/>
                    <a:pt x="13929" y="43448"/>
                  </a:cubicBezTo>
                  <a:cubicBezTo>
                    <a:pt x="12618" y="42076"/>
                    <a:pt x="11583" y="40482"/>
                    <a:pt x="10824" y="38660"/>
                  </a:cubicBezTo>
                  <a:cubicBezTo>
                    <a:pt x="10064" y="36849"/>
                    <a:pt x="9616" y="34912"/>
                    <a:pt x="9478" y="32855"/>
                  </a:cubicBezTo>
                  <a:lnTo>
                    <a:pt x="40225" y="32855"/>
                  </a:lnTo>
                  <a:cubicBezTo>
                    <a:pt x="40087" y="34912"/>
                    <a:pt x="39621" y="36866"/>
                    <a:pt x="38827" y="38717"/>
                  </a:cubicBezTo>
                  <a:moveTo>
                    <a:pt x="40949" y="4570"/>
                  </a:moveTo>
                  <a:cubicBezTo>
                    <a:pt x="36946" y="1553"/>
                    <a:pt x="31908" y="45"/>
                    <a:pt x="25835" y="45"/>
                  </a:cubicBezTo>
                  <a:cubicBezTo>
                    <a:pt x="21556" y="45"/>
                    <a:pt x="17852" y="736"/>
                    <a:pt x="14706" y="2107"/>
                  </a:cubicBezTo>
                  <a:cubicBezTo>
                    <a:pt x="11566" y="3479"/>
                    <a:pt x="8926" y="5398"/>
                    <a:pt x="6786" y="7866"/>
                  </a:cubicBezTo>
                  <a:cubicBezTo>
                    <a:pt x="4647" y="10329"/>
                    <a:pt x="3042" y="13282"/>
                    <a:pt x="1972" y="16704"/>
                  </a:cubicBezTo>
                  <a:cubicBezTo>
                    <a:pt x="902" y="20138"/>
                    <a:pt x="299" y="23869"/>
                    <a:pt x="160" y="27914"/>
                  </a:cubicBezTo>
                  <a:cubicBezTo>
                    <a:pt x="160" y="31958"/>
                    <a:pt x="782" y="35666"/>
                    <a:pt x="2024" y="39026"/>
                  </a:cubicBezTo>
                  <a:cubicBezTo>
                    <a:pt x="3266" y="42385"/>
                    <a:pt x="5009" y="45293"/>
                    <a:pt x="7252" y="47767"/>
                  </a:cubicBezTo>
                  <a:cubicBezTo>
                    <a:pt x="9495" y="50235"/>
                    <a:pt x="12152" y="52154"/>
                    <a:pt x="15223" y="53526"/>
                  </a:cubicBezTo>
                  <a:cubicBezTo>
                    <a:pt x="18295" y="54897"/>
                    <a:pt x="21659" y="55582"/>
                    <a:pt x="25317" y="55582"/>
                  </a:cubicBezTo>
                  <a:cubicBezTo>
                    <a:pt x="30079" y="55582"/>
                    <a:pt x="34031" y="54600"/>
                    <a:pt x="37171" y="52646"/>
                  </a:cubicBezTo>
                  <a:cubicBezTo>
                    <a:pt x="40311" y="50698"/>
                    <a:pt x="42830" y="48207"/>
                    <a:pt x="44728" y="45196"/>
                  </a:cubicBezTo>
                  <a:cubicBezTo>
                    <a:pt x="46626" y="42174"/>
                    <a:pt x="47937" y="38883"/>
                    <a:pt x="48662" y="35318"/>
                  </a:cubicBezTo>
                  <a:cubicBezTo>
                    <a:pt x="49387" y="31753"/>
                    <a:pt x="49680" y="28365"/>
                    <a:pt x="49542" y="25143"/>
                  </a:cubicBezTo>
                  <a:lnTo>
                    <a:pt x="9478" y="25143"/>
                  </a:lnTo>
                  <a:cubicBezTo>
                    <a:pt x="9409" y="22812"/>
                    <a:pt x="9691" y="20595"/>
                    <a:pt x="10306" y="18510"/>
                  </a:cubicBezTo>
                  <a:cubicBezTo>
                    <a:pt x="10927" y="16419"/>
                    <a:pt x="11928" y="14562"/>
                    <a:pt x="13308" y="12951"/>
                  </a:cubicBezTo>
                  <a:cubicBezTo>
                    <a:pt x="14689" y="11346"/>
                    <a:pt x="16448" y="10054"/>
                    <a:pt x="18588" y="9095"/>
                  </a:cubicBezTo>
                  <a:cubicBezTo>
                    <a:pt x="20728" y="8135"/>
                    <a:pt x="23247" y="7655"/>
                    <a:pt x="26145" y="7655"/>
                  </a:cubicBezTo>
                  <a:cubicBezTo>
                    <a:pt x="29872" y="7655"/>
                    <a:pt x="32932" y="8518"/>
                    <a:pt x="35307" y="10231"/>
                  </a:cubicBezTo>
                  <a:cubicBezTo>
                    <a:pt x="37688" y="11940"/>
                    <a:pt x="39259" y="14551"/>
                    <a:pt x="40018" y="18047"/>
                  </a:cubicBezTo>
                  <a:lnTo>
                    <a:pt x="48714" y="18047"/>
                  </a:lnTo>
                  <a:cubicBezTo>
                    <a:pt x="47541" y="12083"/>
                    <a:pt x="44952" y="7592"/>
                    <a:pt x="40949" y="4570"/>
                  </a:cubicBezTo>
                </a:path>
              </a:pathLst>
            </a:custGeom>
            <a:solidFill>
              <a:schemeClr val="bg1"/>
            </a:solidFill>
            <a:ln w="5719"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D82FEFA1-2CEA-FF1F-977A-85EABFB3560A}"/>
                </a:ext>
              </a:extLst>
            </p:cNvPr>
            <p:cNvSpPr/>
            <p:nvPr/>
          </p:nvSpPr>
          <p:spPr>
            <a:xfrm flipV="1">
              <a:off x="6315139" y="3165186"/>
              <a:ext cx="50313" cy="55537"/>
            </a:xfrm>
            <a:custGeom>
              <a:avLst/>
              <a:gdLst>
                <a:gd name="connsiteX0" fmla="*/ 36200 w 50313"/>
                <a:gd name="connsiteY0" fmla="*/ 28632 h 55537"/>
                <a:gd name="connsiteX1" fmla="*/ 31852 w 50313"/>
                <a:gd name="connsiteY1" fmla="*/ 26843 h 55537"/>
                <a:gd name="connsiteX2" fmla="*/ 26210 w 50313"/>
                <a:gd name="connsiteY2" fmla="*/ 25918 h 55537"/>
                <a:gd name="connsiteX3" fmla="*/ 20263 w 50313"/>
                <a:gd name="connsiteY3" fmla="*/ 25101 h 55537"/>
                <a:gd name="connsiteX4" fmla="*/ 14874 w 50313"/>
                <a:gd name="connsiteY4" fmla="*/ 23616 h 55537"/>
                <a:gd name="connsiteX5" fmla="*/ 10991 w 50313"/>
                <a:gd name="connsiteY5" fmla="*/ 20702 h 55537"/>
                <a:gd name="connsiteX6" fmla="*/ 9490 w 50313"/>
                <a:gd name="connsiteY6" fmla="*/ 15537 h 55537"/>
                <a:gd name="connsiteX7" fmla="*/ 10370 w 50313"/>
                <a:gd name="connsiteY7" fmla="*/ 11898 h 55537"/>
                <a:gd name="connsiteX8" fmla="*/ 12648 w 50313"/>
                <a:gd name="connsiteY8" fmla="*/ 9493 h 55537"/>
                <a:gd name="connsiteX9" fmla="*/ 15909 w 50313"/>
                <a:gd name="connsiteY9" fmla="*/ 8167 h 55537"/>
                <a:gd name="connsiteX10" fmla="*/ 19843 w 50313"/>
                <a:gd name="connsiteY10" fmla="*/ 7762 h 55537"/>
                <a:gd name="connsiteX11" fmla="*/ 27297 w 50313"/>
                <a:gd name="connsiteY11" fmla="*/ 8933 h 55537"/>
                <a:gd name="connsiteX12" fmla="*/ 32369 w 50313"/>
                <a:gd name="connsiteY12" fmla="*/ 11898 h 55537"/>
                <a:gd name="connsiteX13" fmla="*/ 35268 w 50313"/>
                <a:gd name="connsiteY13" fmla="*/ 15789 h 55537"/>
                <a:gd name="connsiteX14" fmla="*/ 36200 w 50313"/>
                <a:gd name="connsiteY14" fmla="*/ 19731 h 55537"/>
                <a:gd name="connsiteX15" fmla="*/ 50486 w 50313"/>
                <a:gd name="connsiteY15" fmla="*/ 1380 h 55537"/>
                <a:gd name="connsiteX16" fmla="*/ 44171 w 50313"/>
                <a:gd name="connsiteY16" fmla="*/ 43 h 55537"/>
                <a:gd name="connsiteX17" fmla="*/ 38736 w 50313"/>
                <a:gd name="connsiteY17" fmla="*/ 1946 h 55537"/>
                <a:gd name="connsiteX18" fmla="*/ 36717 w 50313"/>
                <a:gd name="connsiteY18" fmla="*/ 8167 h 55537"/>
                <a:gd name="connsiteX19" fmla="*/ 28280 w 50313"/>
                <a:gd name="connsiteY19" fmla="*/ 1946 h 55537"/>
                <a:gd name="connsiteX20" fmla="*/ 17876 w 50313"/>
                <a:gd name="connsiteY20" fmla="*/ 43 h 55537"/>
                <a:gd name="connsiteX21" fmla="*/ 10991 w 50313"/>
                <a:gd name="connsiteY21" fmla="*/ 872 h 55537"/>
                <a:gd name="connsiteX22" fmla="*/ 5349 w 50313"/>
                <a:gd name="connsiteY22" fmla="*/ 3443 h 55537"/>
                <a:gd name="connsiteX23" fmla="*/ 1571 w 50313"/>
                <a:gd name="connsiteY23" fmla="*/ 8019 h 55537"/>
                <a:gd name="connsiteX24" fmla="*/ 173 w 50313"/>
                <a:gd name="connsiteY24" fmla="*/ 14852 h 55537"/>
                <a:gd name="connsiteX25" fmla="*/ 1726 w 50313"/>
                <a:gd name="connsiteY25" fmla="*/ 22262 h 55537"/>
                <a:gd name="connsiteX26" fmla="*/ 5815 w 50313"/>
                <a:gd name="connsiteY26" fmla="*/ 26935 h 55537"/>
                <a:gd name="connsiteX27" fmla="*/ 11618 w 50313"/>
                <a:gd name="connsiteY27" fmla="*/ 29666 h 55537"/>
                <a:gd name="connsiteX28" fmla="*/ 18290 w 50313"/>
                <a:gd name="connsiteY28" fmla="*/ 31203 h 55537"/>
                <a:gd name="connsiteX29" fmla="*/ 25174 w 50313"/>
                <a:gd name="connsiteY29" fmla="*/ 32288 h 55537"/>
                <a:gd name="connsiteX30" fmla="*/ 30920 w 50313"/>
                <a:gd name="connsiteY30" fmla="*/ 33311 h 55537"/>
                <a:gd name="connsiteX31" fmla="*/ 34860 w 50313"/>
                <a:gd name="connsiteY31" fmla="*/ 35265 h 55537"/>
                <a:gd name="connsiteX32" fmla="*/ 36309 w 50313"/>
                <a:gd name="connsiteY32" fmla="*/ 39018 h 55537"/>
                <a:gd name="connsiteX33" fmla="*/ 35216 w 50313"/>
                <a:gd name="connsiteY33" fmla="*/ 43646 h 55537"/>
                <a:gd name="connsiteX34" fmla="*/ 32421 w 50313"/>
                <a:gd name="connsiteY34" fmla="*/ 46325 h 55537"/>
                <a:gd name="connsiteX35" fmla="*/ 28591 w 50313"/>
                <a:gd name="connsiteY35" fmla="*/ 47559 h 55537"/>
                <a:gd name="connsiteX36" fmla="*/ 24398 w 50313"/>
                <a:gd name="connsiteY36" fmla="*/ 47862 h 55537"/>
                <a:gd name="connsiteX37" fmla="*/ 15081 w 50313"/>
                <a:gd name="connsiteY37" fmla="*/ 45754 h 55537"/>
                <a:gd name="connsiteX38" fmla="*/ 11043 w 50313"/>
                <a:gd name="connsiteY38" fmla="*/ 37790 h 55537"/>
                <a:gd name="connsiteX39" fmla="*/ 2243 w 50313"/>
                <a:gd name="connsiteY39" fmla="*/ 37790 h 55537"/>
                <a:gd name="connsiteX40" fmla="*/ 4314 w 50313"/>
                <a:gd name="connsiteY40" fmla="*/ 46120 h 55537"/>
                <a:gd name="connsiteX41" fmla="*/ 9283 w 50313"/>
                <a:gd name="connsiteY41" fmla="*/ 51616 h 55537"/>
                <a:gd name="connsiteX42" fmla="*/ 16375 w 50313"/>
                <a:gd name="connsiteY42" fmla="*/ 54655 h 55537"/>
                <a:gd name="connsiteX43" fmla="*/ 24916 w 50313"/>
                <a:gd name="connsiteY43" fmla="*/ 55580 h 55537"/>
                <a:gd name="connsiteX44" fmla="*/ 32111 w 50313"/>
                <a:gd name="connsiteY44" fmla="*/ 55061 h 55537"/>
                <a:gd name="connsiteX45" fmla="*/ 38581 w 50313"/>
                <a:gd name="connsiteY45" fmla="*/ 52958 h 55537"/>
                <a:gd name="connsiteX46" fmla="*/ 43245 w 50313"/>
                <a:gd name="connsiteY46" fmla="*/ 48496 h 55537"/>
                <a:gd name="connsiteX47" fmla="*/ 44999 w 50313"/>
                <a:gd name="connsiteY47" fmla="*/ 41006 h 55537"/>
                <a:gd name="connsiteX48" fmla="*/ 44999 w 50313"/>
                <a:gd name="connsiteY48" fmla="*/ 13709 h 55537"/>
                <a:gd name="connsiteX49" fmla="*/ 45362 w 50313"/>
                <a:gd name="connsiteY49" fmla="*/ 9196 h 55537"/>
                <a:gd name="connsiteX50" fmla="*/ 47800 w 50313"/>
                <a:gd name="connsiteY50" fmla="*/ 7762 h 55537"/>
                <a:gd name="connsiteX51" fmla="*/ 50486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00" y="28632"/>
                  </a:moveTo>
                  <a:cubicBezTo>
                    <a:pt x="35095" y="27809"/>
                    <a:pt x="33646" y="27221"/>
                    <a:pt x="31852" y="26843"/>
                  </a:cubicBezTo>
                  <a:cubicBezTo>
                    <a:pt x="30057" y="26466"/>
                    <a:pt x="28177" y="26158"/>
                    <a:pt x="26210" y="25918"/>
                  </a:cubicBezTo>
                  <a:cubicBezTo>
                    <a:pt x="24243" y="25678"/>
                    <a:pt x="22258" y="25409"/>
                    <a:pt x="20263" y="25101"/>
                  </a:cubicBezTo>
                  <a:cubicBezTo>
                    <a:pt x="18255" y="24792"/>
                    <a:pt x="16461" y="24301"/>
                    <a:pt x="14874" y="23616"/>
                  </a:cubicBezTo>
                  <a:cubicBezTo>
                    <a:pt x="13286" y="22936"/>
                    <a:pt x="11992" y="21964"/>
                    <a:pt x="10991" y="20702"/>
                  </a:cubicBezTo>
                  <a:cubicBezTo>
                    <a:pt x="9991" y="19439"/>
                    <a:pt x="9490" y="17720"/>
                    <a:pt x="9490" y="15537"/>
                  </a:cubicBezTo>
                  <a:cubicBezTo>
                    <a:pt x="9490" y="14103"/>
                    <a:pt x="9784" y="12892"/>
                    <a:pt x="10370" y="11898"/>
                  </a:cubicBezTo>
                  <a:cubicBezTo>
                    <a:pt x="10957" y="10910"/>
                    <a:pt x="11716" y="10110"/>
                    <a:pt x="12648" y="9493"/>
                  </a:cubicBezTo>
                  <a:cubicBezTo>
                    <a:pt x="13579" y="8881"/>
                    <a:pt x="14666" y="8442"/>
                    <a:pt x="15909" y="8167"/>
                  </a:cubicBezTo>
                  <a:cubicBezTo>
                    <a:pt x="17151" y="7893"/>
                    <a:pt x="18462" y="7762"/>
                    <a:pt x="19843" y="7762"/>
                  </a:cubicBezTo>
                  <a:cubicBezTo>
                    <a:pt x="22741" y="7762"/>
                    <a:pt x="25226" y="8150"/>
                    <a:pt x="27297" y="8933"/>
                  </a:cubicBezTo>
                  <a:cubicBezTo>
                    <a:pt x="29373" y="9716"/>
                    <a:pt x="31058" y="10704"/>
                    <a:pt x="32369" y="11898"/>
                  </a:cubicBezTo>
                  <a:cubicBezTo>
                    <a:pt x="33681" y="13092"/>
                    <a:pt x="34647" y="14395"/>
                    <a:pt x="35268" y="15789"/>
                  </a:cubicBezTo>
                  <a:cubicBezTo>
                    <a:pt x="35889" y="17188"/>
                    <a:pt x="36200" y="18508"/>
                    <a:pt x="36200" y="19731"/>
                  </a:cubicBezTo>
                  <a:close/>
                  <a:moveTo>
                    <a:pt x="50486" y="1380"/>
                  </a:moveTo>
                  <a:cubicBezTo>
                    <a:pt x="48968" y="489"/>
                    <a:pt x="46863" y="43"/>
                    <a:pt x="44171" y="43"/>
                  </a:cubicBezTo>
                  <a:cubicBezTo>
                    <a:pt x="41894" y="43"/>
                    <a:pt x="40082" y="677"/>
                    <a:pt x="38736" y="1946"/>
                  </a:cubicBezTo>
                  <a:cubicBezTo>
                    <a:pt x="37390" y="3214"/>
                    <a:pt x="36717" y="5288"/>
                    <a:pt x="36717" y="8167"/>
                  </a:cubicBezTo>
                  <a:cubicBezTo>
                    <a:pt x="34302" y="5288"/>
                    <a:pt x="31489" y="3214"/>
                    <a:pt x="28280" y="1946"/>
                  </a:cubicBezTo>
                  <a:cubicBezTo>
                    <a:pt x="25071" y="677"/>
                    <a:pt x="21603" y="43"/>
                    <a:pt x="17876" y="43"/>
                  </a:cubicBezTo>
                  <a:cubicBezTo>
                    <a:pt x="15460" y="43"/>
                    <a:pt x="13165" y="317"/>
                    <a:pt x="10991" y="872"/>
                  </a:cubicBezTo>
                  <a:cubicBezTo>
                    <a:pt x="8817" y="1414"/>
                    <a:pt x="6937" y="2271"/>
                    <a:pt x="5349" y="3443"/>
                  </a:cubicBezTo>
                  <a:cubicBezTo>
                    <a:pt x="3762" y="4602"/>
                    <a:pt x="2508" y="6133"/>
                    <a:pt x="1571" y="8019"/>
                  </a:cubicBezTo>
                  <a:cubicBezTo>
                    <a:pt x="639" y="9904"/>
                    <a:pt x="173" y="12178"/>
                    <a:pt x="173" y="14852"/>
                  </a:cubicBezTo>
                  <a:cubicBezTo>
                    <a:pt x="173" y="17868"/>
                    <a:pt x="691" y="20336"/>
                    <a:pt x="1726" y="22262"/>
                  </a:cubicBezTo>
                  <a:cubicBezTo>
                    <a:pt x="2767" y="24175"/>
                    <a:pt x="4124" y="25735"/>
                    <a:pt x="5815" y="26935"/>
                  </a:cubicBezTo>
                  <a:cubicBezTo>
                    <a:pt x="7506" y="28135"/>
                    <a:pt x="9438" y="29043"/>
                    <a:pt x="11618" y="29666"/>
                  </a:cubicBezTo>
                  <a:cubicBezTo>
                    <a:pt x="13792" y="30277"/>
                    <a:pt x="16012" y="30791"/>
                    <a:pt x="18290" y="31203"/>
                  </a:cubicBezTo>
                  <a:cubicBezTo>
                    <a:pt x="20705" y="31682"/>
                    <a:pt x="23000" y="32042"/>
                    <a:pt x="25174" y="32288"/>
                  </a:cubicBezTo>
                  <a:cubicBezTo>
                    <a:pt x="27348" y="32528"/>
                    <a:pt x="29264" y="32865"/>
                    <a:pt x="30920" y="33311"/>
                  </a:cubicBezTo>
                  <a:cubicBezTo>
                    <a:pt x="32576" y="33756"/>
                    <a:pt x="33888" y="34408"/>
                    <a:pt x="34860" y="35265"/>
                  </a:cubicBezTo>
                  <a:cubicBezTo>
                    <a:pt x="35820" y="36127"/>
                    <a:pt x="36309" y="37373"/>
                    <a:pt x="36309" y="39018"/>
                  </a:cubicBezTo>
                  <a:cubicBezTo>
                    <a:pt x="36309" y="40938"/>
                    <a:pt x="35941" y="42480"/>
                    <a:pt x="35216" y="43646"/>
                  </a:cubicBezTo>
                  <a:cubicBezTo>
                    <a:pt x="34492" y="44811"/>
                    <a:pt x="33560" y="45702"/>
                    <a:pt x="32421" y="46325"/>
                  </a:cubicBezTo>
                  <a:cubicBezTo>
                    <a:pt x="31288" y="46937"/>
                    <a:pt x="30005" y="47348"/>
                    <a:pt x="28591" y="47559"/>
                  </a:cubicBezTo>
                  <a:cubicBezTo>
                    <a:pt x="27176" y="47765"/>
                    <a:pt x="25778" y="47862"/>
                    <a:pt x="24398" y="47862"/>
                  </a:cubicBezTo>
                  <a:cubicBezTo>
                    <a:pt x="20671" y="47862"/>
                    <a:pt x="17565" y="47159"/>
                    <a:pt x="15081" y="45754"/>
                  </a:cubicBezTo>
                  <a:cubicBezTo>
                    <a:pt x="12596" y="44348"/>
                    <a:pt x="11250" y="41692"/>
                    <a:pt x="11043" y="37790"/>
                  </a:cubicBezTo>
                  <a:lnTo>
                    <a:pt x="2243" y="37790"/>
                  </a:lnTo>
                  <a:cubicBezTo>
                    <a:pt x="2381" y="41081"/>
                    <a:pt x="3072" y="43851"/>
                    <a:pt x="4314" y="46120"/>
                  </a:cubicBezTo>
                  <a:cubicBezTo>
                    <a:pt x="5556" y="48376"/>
                    <a:pt x="7213" y="50210"/>
                    <a:pt x="9283" y="51616"/>
                  </a:cubicBezTo>
                  <a:cubicBezTo>
                    <a:pt x="11354" y="53027"/>
                    <a:pt x="13718" y="54032"/>
                    <a:pt x="16375" y="54655"/>
                  </a:cubicBezTo>
                  <a:cubicBezTo>
                    <a:pt x="19032" y="55266"/>
                    <a:pt x="21879" y="55580"/>
                    <a:pt x="24916" y="55580"/>
                  </a:cubicBezTo>
                  <a:cubicBezTo>
                    <a:pt x="27331" y="55580"/>
                    <a:pt x="29729" y="55409"/>
                    <a:pt x="32111" y="55061"/>
                  </a:cubicBezTo>
                  <a:cubicBezTo>
                    <a:pt x="34492" y="54718"/>
                    <a:pt x="36648" y="54015"/>
                    <a:pt x="38581" y="52958"/>
                  </a:cubicBezTo>
                  <a:cubicBezTo>
                    <a:pt x="40513" y="51896"/>
                    <a:pt x="42066" y="50416"/>
                    <a:pt x="43245" y="48496"/>
                  </a:cubicBezTo>
                  <a:cubicBezTo>
                    <a:pt x="44413" y="46582"/>
                    <a:pt x="44999" y="44080"/>
                    <a:pt x="44999" y="41006"/>
                  </a:cubicBezTo>
                  <a:lnTo>
                    <a:pt x="44999" y="13709"/>
                  </a:lnTo>
                  <a:cubicBezTo>
                    <a:pt x="44999" y="11652"/>
                    <a:pt x="45120" y="10155"/>
                    <a:pt x="45362" y="9196"/>
                  </a:cubicBezTo>
                  <a:cubicBezTo>
                    <a:pt x="45603" y="8236"/>
                    <a:pt x="46414" y="7762"/>
                    <a:pt x="47800" y="7762"/>
                  </a:cubicBezTo>
                  <a:cubicBezTo>
                    <a:pt x="48554" y="7762"/>
                    <a:pt x="49451" y="7893"/>
                    <a:pt x="50486" y="8167"/>
                  </a:cubicBezTo>
                  <a:close/>
                </a:path>
              </a:pathLst>
            </a:custGeom>
            <a:solidFill>
              <a:schemeClr val="bg1"/>
            </a:solidFill>
            <a:ln w="571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BC57DE8-AD4D-236E-5D2E-3F91FB7E1493}"/>
                </a:ext>
              </a:extLst>
            </p:cNvPr>
            <p:cNvSpPr/>
            <p:nvPr/>
          </p:nvSpPr>
          <p:spPr>
            <a:xfrm flipV="1">
              <a:off x="6367937" y="3150486"/>
              <a:ext cx="28572" cy="69105"/>
            </a:xfrm>
            <a:custGeom>
              <a:avLst/>
              <a:gdLst>
                <a:gd name="connsiteX0" fmla="*/ 28756 w 28572"/>
                <a:gd name="connsiteY0" fmla="*/ 53211 h 69105"/>
                <a:gd name="connsiteX1" fmla="*/ 28756 w 28572"/>
                <a:gd name="connsiteY1" fmla="*/ 45498 h 69105"/>
                <a:gd name="connsiteX2" fmla="*/ 18093 w 28572"/>
                <a:gd name="connsiteY2" fmla="*/ 45498 h 69105"/>
                <a:gd name="connsiteX3" fmla="*/ 18093 w 28572"/>
                <a:gd name="connsiteY3" fmla="*/ 12488 h 69105"/>
                <a:gd name="connsiteX4" fmla="*/ 18346 w 28572"/>
                <a:gd name="connsiteY4" fmla="*/ 10020 h 69105"/>
                <a:gd name="connsiteX5" fmla="*/ 19335 w 28572"/>
                <a:gd name="connsiteY5" fmla="*/ 8580 h 69105"/>
                <a:gd name="connsiteX6" fmla="*/ 21354 w 28572"/>
                <a:gd name="connsiteY6" fmla="*/ 7911 h 69105"/>
                <a:gd name="connsiteX7" fmla="*/ 24719 w 28572"/>
                <a:gd name="connsiteY7" fmla="*/ 7757 h 69105"/>
                <a:gd name="connsiteX8" fmla="*/ 28756 w 28572"/>
                <a:gd name="connsiteY8" fmla="*/ 7757 h 69105"/>
                <a:gd name="connsiteX9" fmla="*/ 28756 w 28572"/>
                <a:gd name="connsiteY9" fmla="*/ 45 h 69105"/>
                <a:gd name="connsiteX10" fmla="*/ 22027 w 28572"/>
                <a:gd name="connsiteY10" fmla="*/ 45 h 69105"/>
                <a:gd name="connsiteX11" fmla="*/ 16172 w 28572"/>
                <a:gd name="connsiteY11" fmla="*/ 507 h 69105"/>
                <a:gd name="connsiteX12" fmla="*/ 12244 w 28572"/>
                <a:gd name="connsiteY12" fmla="*/ 2204 h 69105"/>
                <a:gd name="connsiteX13" fmla="*/ 10018 w 28572"/>
                <a:gd name="connsiteY13" fmla="*/ 5706 h 69105"/>
                <a:gd name="connsiteX14" fmla="*/ 9293 w 28572"/>
                <a:gd name="connsiteY14" fmla="*/ 11671 h 69105"/>
                <a:gd name="connsiteX15" fmla="*/ 9293 w 28572"/>
                <a:gd name="connsiteY15" fmla="*/ 45498 h 69105"/>
                <a:gd name="connsiteX16" fmla="*/ 183 w 28572"/>
                <a:gd name="connsiteY16" fmla="*/ 45498 h 69105"/>
                <a:gd name="connsiteX17" fmla="*/ 183 w 28572"/>
                <a:gd name="connsiteY17" fmla="*/ 53211 h 69105"/>
                <a:gd name="connsiteX18" fmla="*/ 9293 w 28572"/>
                <a:gd name="connsiteY18" fmla="*/ 53211 h 69105"/>
                <a:gd name="connsiteX19" fmla="*/ 9293 w 28572"/>
                <a:gd name="connsiteY19" fmla="*/ 69150 h 69105"/>
                <a:gd name="connsiteX20" fmla="*/ 18093 w 28572"/>
                <a:gd name="connsiteY20" fmla="*/ 69150 h 69105"/>
                <a:gd name="connsiteX21" fmla="*/ 18093 w 28572"/>
                <a:gd name="connsiteY21" fmla="*/ 53211 h 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572" h="69105">
                  <a:moveTo>
                    <a:pt x="28756" y="53211"/>
                  </a:moveTo>
                  <a:lnTo>
                    <a:pt x="28756" y="45498"/>
                  </a:lnTo>
                  <a:lnTo>
                    <a:pt x="18093" y="45498"/>
                  </a:lnTo>
                  <a:lnTo>
                    <a:pt x="18093" y="12488"/>
                  </a:lnTo>
                  <a:cubicBezTo>
                    <a:pt x="18093" y="11459"/>
                    <a:pt x="18179" y="10637"/>
                    <a:pt x="18346" y="10020"/>
                  </a:cubicBezTo>
                  <a:cubicBezTo>
                    <a:pt x="18524" y="9403"/>
                    <a:pt x="18847" y="8923"/>
                    <a:pt x="19335" y="8580"/>
                  </a:cubicBezTo>
                  <a:cubicBezTo>
                    <a:pt x="19813" y="8237"/>
                    <a:pt x="20491" y="8014"/>
                    <a:pt x="21354" y="7911"/>
                  </a:cubicBezTo>
                  <a:cubicBezTo>
                    <a:pt x="22211" y="7814"/>
                    <a:pt x="23338" y="7757"/>
                    <a:pt x="24719" y="7757"/>
                  </a:cubicBezTo>
                  <a:lnTo>
                    <a:pt x="28756" y="7757"/>
                  </a:lnTo>
                  <a:lnTo>
                    <a:pt x="28756" y="45"/>
                  </a:lnTo>
                  <a:lnTo>
                    <a:pt x="22027" y="45"/>
                  </a:lnTo>
                  <a:cubicBezTo>
                    <a:pt x="19750" y="45"/>
                    <a:pt x="17800" y="204"/>
                    <a:pt x="16172" y="507"/>
                  </a:cubicBezTo>
                  <a:cubicBezTo>
                    <a:pt x="14556" y="816"/>
                    <a:pt x="13245" y="1387"/>
                    <a:pt x="12244" y="2204"/>
                  </a:cubicBezTo>
                  <a:cubicBezTo>
                    <a:pt x="11243" y="3032"/>
                    <a:pt x="10501" y="4192"/>
                    <a:pt x="10018" y="5706"/>
                  </a:cubicBezTo>
                  <a:cubicBezTo>
                    <a:pt x="9535" y="7209"/>
                    <a:pt x="9293" y="9197"/>
                    <a:pt x="9293" y="11671"/>
                  </a:cubicBezTo>
                  <a:lnTo>
                    <a:pt x="9293" y="45498"/>
                  </a:lnTo>
                  <a:lnTo>
                    <a:pt x="183" y="45498"/>
                  </a:lnTo>
                  <a:lnTo>
                    <a:pt x="183" y="53211"/>
                  </a:lnTo>
                  <a:lnTo>
                    <a:pt x="9293" y="53211"/>
                  </a:lnTo>
                  <a:lnTo>
                    <a:pt x="9293" y="69150"/>
                  </a:lnTo>
                  <a:lnTo>
                    <a:pt x="18093" y="69150"/>
                  </a:lnTo>
                  <a:lnTo>
                    <a:pt x="18093" y="53211"/>
                  </a:lnTo>
                  <a:close/>
                </a:path>
              </a:pathLst>
            </a:custGeom>
            <a:solidFill>
              <a:schemeClr val="bg1"/>
            </a:solidFill>
            <a:ln w="571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A334723F-57F7-FCAC-F03F-228D27784225}"/>
                </a:ext>
              </a:extLst>
            </p:cNvPr>
            <p:cNvSpPr/>
            <p:nvPr/>
          </p:nvSpPr>
          <p:spPr>
            <a:xfrm flipV="1">
              <a:off x="6406759" y="3146168"/>
              <a:ext cx="8799" cy="73419"/>
            </a:xfrm>
            <a:custGeom>
              <a:avLst/>
              <a:gdLst>
                <a:gd name="connsiteX0" fmla="*/ 8847 w 8799"/>
                <a:gd name="connsiteY0" fmla="*/ -14 h 73419"/>
                <a:gd name="connsiteX1" fmla="*/ 53 w 8799"/>
                <a:gd name="connsiteY1" fmla="*/ -14 h 73419"/>
                <a:gd name="connsiteX2" fmla="*/ 53 w 8799"/>
                <a:gd name="connsiteY2" fmla="*/ 53153 h 73419"/>
                <a:gd name="connsiteX3" fmla="*/ 8847 w 8799"/>
                <a:gd name="connsiteY3" fmla="*/ 53153 h 73419"/>
                <a:gd name="connsiteX4" fmla="*/ 47 w 8799"/>
                <a:gd name="connsiteY4" fmla="*/ 73406 h 73419"/>
                <a:gd name="connsiteX5" fmla="*/ 8841 w 8799"/>
                <a:gd name="connsiteY5" fmla="*/ 73406 h 73419"/>
                <a:gd name="connsiteX6" fmla="*/ 8841 w 8799"/>
                <a:gd name="connsiteY6" fmla="*/ 62716 h 73419"/>
                <a:gd name="connsiteX7" fmla="*/ 47 w 8799"/>
                <a:gd name="connsiteY7" fmla="*/ 62716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99" h="73419">
                  <a:moveTo>
                    <a:pt x="8847" y="-14"/>
                  </a:moveTo>
                  <a:lnTo>
                    <a:pt x="53" y="-14"/>
                  </a:lnTo>
                  <a:lnTo>
                    <a:pt x="53" y="53153"/>
                  </a:lnTo>
                  <a:lnTo>
                    <a:pt x="8847" y="53153"/>
                  </a:lnTo>
                  <a:close/>
                  <a:moveTo>
                    <a:pt x="47" y="73406"/>
                  </a:moveTo>
                  <a:lnTo>
                    <a:pt x="8841" y="73406"/>
                  </a:lnTo>
                  <a:lnTo>
                    <a:pt x="8841" y="62716"/>
                  </a:lnTo>
                  <a:lnTo>
                    <a:pt x="47" y="62716"/>
                  </a:lnTo>
                  <a:close/>
                </a:path>
              </a:pathLst>
            </a:custGeom>
            <a:solidFill>
              <a:schemeClr val="bg1"/>
            </a:solidFill>
            <a:ln w="5719"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0A1BFBA5-FC3F-BE50-35EE-6ED313BA3C9C}"/>
                </a:ext>
              </a:extLst>
            </p:cNvPr>
            <p:cNvSpPr/>
            <p:nvPr/>
          </p:nvSpPr>
          <p:spPr>
            <a:xfrm flipV="1">
              <a:off x="6426326" y="3165187"/>
              <a:ext cx="48656" cy="55537"/>
            </a:xfrm>
            <a:custGeom>
              <a:avLst/>
              <a:gdLst>
                <a:gd name="connsiteX0" fmla="*/ 35081 w 48656"/>
                <a:gd name="connsiteY0" fmla="*/ 45088 h 55537"/>
                <a:gd name="connsiteX1" fmla="*/ 26178 w 48656"/>
                <a:gd name="connsiteY1" fmla="*/ 47865 h 55537"/>
                <a:gd name="connsiteX2" fmla="*/ 18206 w 48656"/>
                <a:gd name="connsiteY2" fmla="*/ 46122 h 55537"/>
                <a:gd name="connsiteX3" fmla="*/ 13087 w 48656"/>
                <a:gd name="connsiteY3" fmla="*/ 41489 h 55537"/>
                <a:gd name="connsiteX4" fmla="*/ 10338 w 48656"/>
                <a:gd name="connsiteY4" fmla="*/ 34856 h 55537"/>
                <a:gd name="connsiteX5" fmla="*/ 9516 w 48656"/>
                <a:gd name="connsiteY5" fmla="*/ 27098 h 55537"/>
                <a:gd name="connsiteX6" fmla="*/ 10390 w 48656"/>
                <a:gd name="connsiteY6" fmla="*/ 19899 h 55537"/>
                <a:gd name="connsiteX7" fmla="*/ 13139 w 48656"/>
                <a:gd name="connsiteY7" fmla="*/ 13672 h 55537"/>
                <a:gd name="connsiteX8" fmla="*/ 17999 w 48656"/>
                <a:gd name="connsiteY8" fmla="*/ 9301 h 55537"/>
                <a:gd name="connsiteX9" fmla="*/ 25142 w 48656"/>
                <a:gd name="connsiteY9" fmla="*/ 7656 h 55537"/>
                <a:gd name="connsiteX10" fmla="*/ 35340 w 48656"/>
                <a:gd name="connsiteY10" fmla="*/ 11050 h 55537"/>
                <a:gd name="connsiteX11" fmla="*/ 39843 w 48656"/>
                <a:gd name="connsiteY11" fmla="*/ 20619 h 55537"/>
                <a:gd name="connsiteX12" fmla="*/ 48855 w 48656"/>
                <a:gd name="connsiteY12" fmla="*/ 20619 h 55537"/>
                <a:gd name="connsiteX13" fmla="*/ 41448 w 48656"/>
                <a:gd name="connsiteY13" fmla="*/ 5399 h 55537"/>
                <a:gd name="connsiteX14" fmla="*/ 25246 w 48656"/>
                <a:gd name="connsiteY14" fmla="*/ 46 h 55537"/>
                <a:gd name="connsiteX15" fmla="*/ 14427 w 48656"/>
                <a:gd name="connsiteY15" fmla="*/ 2000 h 55537"/>
                <a:gd name="connsiteX16" fmla="*/ 6560 w 48656"/>
                <a:gd name="connsiteY16" fmla="*/ 7559 h 55537"/>
                <a:gd name="connsiteX17" fmla="*/ 1797 w 48656"/>
                <a:gd name="connsiteY17" fmla="*/ 16146 h 55537"/>
                <a:gd name="connsiteX18" fmla="*/ 198 w 48656"/>
                <a:gd name="connsiteY18" fmla="*/ 27098 h 55537"/>
                <a:gd name="connsiteX19" fmla="*/ 1746 w 48656"/>
                <a:gd name="connsiteY19" fmla="*/ 38255 h 55537"/>
                <a:gd name="connsiteX20" fmla="*/ 6456 w 48656"/>
                <a:gd name="connsiteY20" fmla="*/ 47305 h 55537"/>
                <a:gd name="connsiteX21" fmla="*/ 14376 w 48656"/>
                <a:gd name="connsiteY21" fmla="*/ 53367 h 55537"/>
                <a:gd name="connsiteX22" fmla="*/ 25453 w 48656"/>
                <a:gd name="connsiteY22" fmla="*/ 55583 h 55537"/>
                <a:gd name="connsiteX23" fmla="*/ 33999 w 48656"/>
                <a:gd name="connsiteY23" fmla="*/ 54498 h 55537"/>
                <a:gd name="connsiteX24" fmla="*/ 41033 w 48656"/>
                <a:gd name="connsiteY24" fmla="*/ 51156 h 55537"/>
                <a:gd name="connsiteX25" fmla="*/ 46054 w 48656"/>
                <a:gd name="connsiteY25" fmla="*/ 45448 h 55537"/>
                <a:gd name="connsiteX26" fmla="*/ 48545 w 48656"/>
                <a:gd name="connsiteY26" fmla="*/ 37279 h 55537"/>
                <a:gd name="connsiteX27" fmla="*/ 39435 w 48656"/>
                <a:gd name="connsiteY27" fmla="*/ 37279 h 55537"/>
                <a:gd name="connsiteX28" fmla="*/ 35081 w 48656"/>
                <a:gd name="connsiteY28" fmla="*/ 45088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8656" h="55537">
                  <a:moveTo>
                    <a:pt x="35081" y="45088"/>
                  </a:moveTo>
                  <a:cubicBezTo>
                    <a:pt x="32872" y="46939"/>
                    <a:pt x="29910" y="47865"/>
                    <a:pt x="26178" y="47865"/>
                  </a:cubicBezTo>
                  <a:cubicBezTo>
                    <a:pt x="23003" y="47865"/>
                    <a:pt x="20346" y="47288"/>
                    <a:pt x="18206" y="46122"/>
                  </a:cubicBezTo>
                  <a:cubicBezTo>
                    <a:pt x="16067" y="44957"/>
                    <a:pt x="14358" y="43409"/>
                    <a:pt x="13087" y="41489"/>
                  </a:cubicBezTo>
                  <a:cubicBezTo>
                    <a:pt x="11805" y="39569"/>
                    <a:pt x="10890" y="37358"/>
                    <a:pt x="10338" y="34856"/>
                  </a:cubicBezTo>
                  <a:cubicBezTo>
                    <a:pt x="9792" y="32354"/>
                    <a:pt x="9516" y="29766"/>
                    <a:pt x="9516" y="27098"/>
                  </a:cubicBezTo>
                  <a:cubicBezTo>
                    <a:pt x="9516" y="24624"/>
                    <a:pt x="9803" y="22224"/>
                    <a:pt x="10390" y="19899"/>
                  </a:cubicBezTo>
                  <a:cubicBezTo>
                    <a:pt x="10982" y="17568"/>
                    <a:pt x="11897" y="15489"/>
                    <a:pt x="13139" y="13672"/>
                  </a:cubicBezTo>
                  <a:cubicBezTo>
                    <a:pt x="14376" y="11861"/>
                    <a:pt x="16003" y="10404"/>
                    <a:pt x="17999" y="9301"/>
                  </a:cubicBezTo>
                  <a:cubicBezTo>
                    <a:pt x="20001" y="8204"/>
                    <a:pt x="22382" y="7656"/>
                    <a:pt x="25142" y="7656"/>
                  </a:cubicBezTo>
                  <a:cubicBezTo>
                    <a:pt x="29490" y="7656"/>
                    <a:pt x="32889" y="8787"/>
                    <a:pt x="35340" y="11050"/>
                  </a:cubicBezTo>
                  <a:cubicBezTo>
                    <a:pt x="37790" y="13312"/>
                    <a:pt x="39291" y="16500"/>
                    <a:pt x="39843" y="20619"/>
                  </a:cubicBezTo>
                  <a:lnTo>
                    <a:pt x="48855" y="20619"/>
                  </a:lnTo>
                  <a:cubicBezTo>
                    <a:pt x="47889" y="14032"/>
                    <a:pt x="45416" y="8959"/>
                    <a:pt x="41448" y="5399"/>
                  </a:cubicBezTo>
                  <a:cubicBezTo>
                    <a:pt x="37479" y="1834"/>
                    <a:pt x="32084" y="46"/>
                    <a:pt x="25246" y="46"/>
                  </a:cubicBezTo>
                  <a:cubicBezTo>
                    <a:pt x="21174" y="46"/>
                    <a:pt x="17568" y="697"/>
                    <a:pt x="14427" y="2000"/>
                  </a:cubicBezTo>
                  <a:cubicBezTo>
                    <a:pt x="11287" y="3308"/>
                    <a:pt x="8665" y="5159"/>
                    <a:pt x="6560" y="7559"/>
                  </a:cubicBezTo>
                  <a:cubicBezTo>
                    <a:pt x="4455" y="9958"/>
                    <a:pt x="2867" y="12821"/>
                    <a:pt x="1797" y="16146"/>
                  </a:cubicBezTo>
                  <a:cubicBezTo>
                    <a:pt x="728" y="19471"/>
                    <a:pt x="198" y="23116"/>
                    <a:pt x="198" y="27098"/>
                  </a:cubicBezTo>
                  <a:cubicBezTo>
                    <a:pt x="198" y="31068"/>
                    <a:pt x="710" y="34788"/>
                    <a:pt x="1746" y="38255"/>
                  </a:cubicBezTo>
                  <a:cubicBezTo>
                    <a:pt x="2787" y="41712"/>
                    <a:pt x="4351" y="44734"/>
                    <a:pt x="6456" y="47305"/>
                  </a:cubicBezTo>
                  <a:cubicBezTo>
                    <a:pt x="8567" y="49876"/>
                    <a:pt x="11207" y="51893"/>
                    <a:pt x="14376" y="53367"/>
                  </a:cubicBezTo>
                  <a:cubicBezTo>
                    <a:pt x="17550" y="54841"/>
                    <a:pt x="21249" y="55583"/>
                    <a:pt x="25453" y="55583"/>
                  </a:cubicBezTo>
                  <a:cubicBezTo>
                    <a:pt x="28490" y="55583"/>
                    <a:pt x="31342" y="55218"/>
                    <a:pt x="33999" y="54498"/>
                  </a:cubicBezTo>
                  <a:cubicBezTo>
                    <a:pt x="36651" y="53778"/>
                    <a:pt x="39003" y="52664"/>
                    <a:pt x="41033" y="51156"/>
                  </a:cubicBezTo>
                  <a:cubicBezTo>
                    <a:pt x="43075" y="49653"/>
                    <a:pt x="44749" y="47751"/>
                    <a:pt x="46054" y="45448"/>
                  </a:cubicBezTo>
                  <a:cubicBezTo>
                    <a:pt x="47366" y="43152"/>
                    <a:pt x="48194" y="40432"/>
                    <a:pt x="48545" y="37279"/>
                  </a:cubicBezTo>
                  <a:lnTo>
                    <a:pt x="39435" y="37279"/>
                  </a:lnTo>
                  <a:cubicBezTo>
                    <a:pt x="38744" y="40638"/>
                    <a:pt x="37295" y="43243"/>
                    <a:pt x="35081" y="45088"/>
                  </a:cubicBezTo>
                </a:path>
              </a:pathLst>
            </a:custGeom>
            <a:solidFill>
              <a:schemeClr val="bg1"/>
            </a:solidFill>
            <a:ln w="5719"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1EB2BBF4-F80F-2AD6-03EF-68F87442F663}"/>
                </a:ext>
              </a:extLst>
            </p:cNvPr>
            <p:cNvSpPr/>
            <p:nvPr/>
          </p:nvSpPr>
          <p:spPr>
            <a:xfrm flipV="1">
              <a:off x="6511423" y="3144415"/>
              <a:ext cx="67699" cy="76818"/>
            </a:xfrm>
            <a:custGeom>
              <a:avLst/>
              <a:gdLst>
                <a:gd name="connsiteX0" fmla="*/ 48360 w 67699"/>
                <a:gd name="connsiteY0" fmla="*/ 2554 h 76818"/>
                <a:gd name="connsiteX1" fmla="*/ 35420 w 67699"/>
                <a:gd name="connsiteY1" fmla="*/ 34 h 76818"/>
                <a:gd name="connsiteX2" fmla="*/ 20616 w 67699"/>
                <a:gd name="connsiteY2" fmla="*/ 3068 h 76818"/>
                <a:gd name="connsiteX3" fmla="*/ 9538 w 67699"/>
                <a:gd name="connsiteY3" fmla="*/ 11244 h 76818"/>
                <a:gd name="connsiteX4" fmla="*/ 2602 w 67699"/>
                <a:gd name="connsiteY4" fmla="*/ 23070 h 76818"/>
                <a:gd name="connsiteX5" fmla="*/ 221 w 67699"/>
                <a:gd name="connsiteY5" fmla="*/ 36953 h 76818"/>
                <a:gd name="connsiteX6" fmla="*/ 2447 w 67699"/>
                <a:gd name="connsiteY6" fmla="*/ 52218 h 76818"/>
                <a:gd name="connsiteX7" fmla="*/ 9072 w 67699"/>
                <a:gd name="connsiteY7" fmla="*/ 64924 h 76818"/>
                <a:gd name="connsiteX8" fmla="*/ 20046 w 67699"/>
                <a:gd name="connsiteY8" fmla="*/ 73614 h 76818"/>
                <a:gd name="connsiteX9" fmla="*/ 35420 w 67699"/>
                <a:gd name="connsiteY9" fmla="*/ 76853 h 76818"/>
                <a:gd name="connsiteX10" fmla="*/ 46756 w 67699"/>
                <a:gd name="connsiteY10" fmla="*/ 75465 h 76818"/>
                <a:gd name="connsiteX11" fmla="*/ 56280 w 67699"/>
                <a:gd name="connsiteY11" fmla="*/ 71094 h 76818"/>
                <a:gd name="connsiteX12" fmla="*/ 63320 w 67699"/>
                <a:gd name="connsiteY12" fmla="*/ 63536 h 76818"/>
                <a:gd name="connsiteX13" fmla="*/ 67196 w 67699"/>
                <a:gd name="connsiteY13" fmla="*/ 52475 h 76818"/>
                <a:gd name="connsiteX14" fmla="*/ 57361 w 67699"/>
                <a:gd name="connsiteY14" fmla="*/ 52475 h 76818"/>
                <a:gd name="connsiteX15" fmla="*/ 54675 w 67699"/>
                <a:gd name="connsiteY15" fmla="*/ 59731 h 76818"/>
                <a:gd name="connsiteX16" fmla="*/ 49810 w 67699"/>
                <a:gd name="connsiteY16" fmla="*/ 64718 h 76818"/>
                <a:gd name="connsiteX17" fmla="*/ 43230 w 67699"/>
                <a:gd name="connsiteY17" fmla="*/ 67649 h 76818"/>
                <a:gd name="connsiteX18" fmla="*/ 35420 w 67699"/>
                <a:gd name="connsiteY18" fmla="*/ 68620 h 76818"/>
                <a:gd name="connsiteX19" fmla="*/ 23877 w 67699"/>
                <a:gd name="connsiteY19" fmla="*/ 65952 h 76818"/>
                <a:gd name="connsiteX20" fmla="*/ 16009 w 67699"/>
                <a:gd name="connsiteY20" fmla="*/ 58902 h 76818"/>
                <a:gd name="connsiteX21" fmla="*/ 11505 w 67699"/>
                <a:gd name="connsiteY21" fmla="*/ 48933 h 76818"/>
                <a:gd name="connsiteX22" fmla="*/ 10056 w 67699"/>
                <a:gd name="connsiteY22" fmla="*/ 37461 h 76818"/>
                <a:gd name="connsiteX23" fmla="*/ 11712 w 67699"/>
                <a:gd name="connsiteY23" fmla="*/ 26412 h 76818"/>
                <a:gd name="connsiteX24" fmla="*/ 16578 w 67699"/>
                <a:gd name="connsiteY24" fmla="*/ 17054 h 76818"/>
                <a:gd name="connsiteX25" fmla="*/ 24498 w 67699"/>
                <a:gd name="connsiteY25" fmla="*/ 10569 h 76818"/>
                <a:gd name="connsiteX26" fmla="*/ 35420 w 67699"/>
                <a:gd name="connsiteY26" fmla="*/ 8153 h 76818"/>
                <a:gd name="connsiteX27" fmla="*/ 45663 w 67699"/>
                <a:gd name="connsiteY27" fmla="*/ 10010 h 76818"/>
                <a:gd name="connsiteX28" fmla="*/ 53174 w 67699"/>
                <a:gd name="connsiteY28" fmla="*/ 15094 h 76818"/>
                <a:gd name="connsiteX29" fmla="*/ 57781 w 67699"/>
                <a:gd name="connsiteY29" fmla="*/ 22704 h 76818"/>
                <a:gd name="connsiteX30" fmla="*/ 59127 w 67699"/>
                <a:gd name="connsiteY30" fmla="*/ 32119 h 76818"/>
                <a:gd name="connsiteX31" fmla="*/ 35523 w 67699"/>
                <a:gd name="connsiteY31" fmla="*/ 32119 h 76818"/>
                <a:gd name="connsiteX32" fmla="*/ 35523 w 67699"/>
                <a:gd name="connsiteY32" fmla="*/ 40340 h 76818"/>
                <a:gd name="connsiteX33" fmla="*/ 67921 w 67699"/>
                <a:gd name="connsiteY33" fmla="*/ 40340 h 76818"/>
                <a:gd name="connsiteX34" fmla="*/ 67921 w 67699"/>
                <a:gd name="connsiteY34" fmla="*/ 1680 h 76818"/>
                <a:gd name="connsiteX35" fmla="*/ 61709 w 67699"/>
                <a:gd name="connsiteY35" fmla="*/ 1680 h 76818"/>
                <a:gd name="connsiteX36" fmla="*/ 59127 w 67699"/>
                <a:gd name="connsiteY36" fmla="*/ 10827 h 76818"/>
                <a:gd name="connsiteX37" fmla="*/ 48360 w 67699"/>
                <a:gd name="connsiteY37" fmla="*/ 2554 h 7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7699" h="76818">
                  <a:moveTo>
                    <a:pt x="48360" y="2554"/>
                  </a:moveTo>
                  <a:cubicBezTo>
                    <a:pt x="44081" y="874"/>
                    <a:pt x="39768" y="34"/>
                    <a:pt x="35420" y="34"/>
                  </a:cubicBezTo>
                  <a:cubicBezTo>
                    <a:pt x="29893" y="34"/>
                    <a:pt x="24964" y="1046"/>
                    <a:pt x="20616" y="3068"/>
                  </a:cubicBezTo>
                  <a:cubicBezTo>
                    <a:pt x="16267" y="5085"/>
                    <a:pt x="12569" y="7816"/>
                    <a:pt x="9538" y="11244"/>
                  </a:cubicBezTo>
                  <a:cubicBezTo>
                    <a:pt x="6502" y="14666"/>
                    <a:pt x="4184" y="18614"/>
                    <a:pt x="2602" y="23070"/>
                  </a:cubicBezTo>
                  <a:cubicBezTo>
                    <a:pt x="1015" y="27520"/>
                    <a:pt x="221" y="32154"/>
                    <a:pt x="221" y="36953"/>
                  </a:cubicBezTo>
                  <a:cubicBezTo>
                    <a:pt x="221" y="42300"/>
                    <a:pt x="963" y="47390"/>
                    <a:pt x="2447" y="52218"/>
                  </a:cubicBezTo>
                  <a:cubicBezTo>
                    <a:pt x="3925" y="57057"/>
                    <a:pt x="6134" y="61285"/>
                    <a:pt x="9072" y="64924"/>
                  </a:cubicBezTo>
                  <a:cubicBezTo>
                    <a:pt x="12006" y="68558"/>
                    <a:pt x="15658" y="71454"/>
                    <a:pt x="20046" y="73614"/>
                  </a:cubicBezTo>
                  <a:cubicBezTo>
                    <a:pt x="24429" y="75768"/>
                    <a:pt x="29547" y="76853"/>
                    <a:pt x="35420" y="76853"/>
                  </a:cubicBezTo>
                  <a:cubicBezTo>
                    <a:pt x="39417" y="76853"/>
                    <a:pt x="43201" y="76390"/>
                    <a:pt x="46756" y="75465"/>
                  </a:cubicBezTo>
                  <a:cubicBezTo>
                    <a:pt x="50310" y="74539"/>
                    <a:pt x="53485" y="73082"/>
                    <a:pt x="56280" y="71094"/>
                  </a:cubicBezTo>
                  <a:cubicBezTo>
                    <a:pt x="59069" y="69100"/>
                    <a:pt x="61422" y="66581"/>
                    <a:pt x="63320" y="63536"/>
                  </a:cubicBezTo>
                  <a:cubicBezTo>
                    <a:pt x="65218" y="60485"/>
                    <a:pt x="66506" y="56800"/>
                    <a:pt x="67196" y="52475"/>
                  </a:cubicBezTo>
                  <a:lnTo>
                    <a:pt x="57361" y="52475"/>
                  </a:lnTo>
                  <a:cubicBezTo>
                    <a:pt x="56878" y="55286"/>
                    <a:pt x="55981" y="57703"/>
                    <a:pt x="54675" y="59731"/>
                  </a:cubicBezTo>
                  <a:cubicBezTo>
                    <a:pt x="53358" y="61748"/>
                    <a:pt x="51742" y="63410"/>
                    <a:pt x="49810" y="64718"/>
                  </a:cubicBezTo>
                  <a:cubicBezTo>
                    <a:pt x="47877" y="66015"/>
                    <a:pt x="45680" y="66992"/>
                    <a:pt x="43230" y="67649"/>
                  </a:cubicBezTo>
                  <a:cubicBezTo>
                    <a:pt x="40786" y="68301"/>
                    <a:pt x="38175" y="68620"/>
                    <a:pt x="35420" y="68620"/>
                  </a:cubicBezTo>
                  <a:cubicBezTo>
                    <a:pt x="30934" y="68620"/>
                    <a:pt x="27086" y="67729"/>
                    <a:pt x="23877" y="65952"/>
                  </a:cubicBezTo>
                  <a:cubicBezTo>
                    <a:pt x="20667" y="64164"/>
                    <a:pt x="18045" y="61822"/>
                    <a:pt x="16009" y="58902"/>
                  </a:cubicBezTo>
                  <a:cubicBezTo>
                    <a:pt x="13973" y="55994"/>
                    <a:pt x="12472" y="52664"/>
                    <a:pt x="11505" y="48933"/>
                  </a:cubicBezTo>
                  <a:cubicBezTo>
                    <a:pt x="10539" y="45197"/>
                    <a:pt x="10056" y="41375"/>
                    <a:pt x="10056" y="37461"/>
                  </a:cubicBezTo>
                  <a:cubicBezTo>
                    <a:pt x="10056" y="33622"/>
                    <a:pt x="10608" y="29943"/>
                    <a:pt x="11712" y="26412"/>
                  </a:cubicBezTo>
                  <a:cubicBezTo>
                    <a:pt x="12811" y="22881"/>
                    <a:pt x="14439" y="19762"/>
                    <a:pt x="16578" y="17054"/>
                  </a:cubicBezTo>
                  <a:cubicBezTo>
                    <a:pt x="18718" y="14340"/>
                    <a:pt x="21357" y="12186"/>
                    <a:pt x="24498" y="10569"/>
                  </a:cubicBezTo>
                  <a:cubicBezTo>
                    <a:pt x="27632" y="8964"/>
                    <a:pt x="31273" y="8153"/>
                    <a:pt x="35420" y="8153"/>
                  </a:cubicBezTo>
                  <a:cubicBezTo>
                    <a:pt x="39285" y="8153"/>
                    <a:pt x="42701" y="8776"/>
                    <a:pt x="45663" y="10010"/>
                  </a:cubicBezTo>
                  <a:cubicBezTo>
                    <a:pt x="48636" y="11244"/>
                    <a:pt x="51133" y="12935"/>
                    <a:pt x="53174" y="15094"/>
                  </a:cubicBezTo>
                  <a:cubicBezTo>
                    <a:pt x="55205" y="17254"/>
                    <a:pt x="56746" y="19796"/>
                    <a:pt x="57781" y="22704"/>
                  </a:cubicBezTo>
                  <a:cubicBezTo>
                    <a:pt x="58811" y="25618"/>
                    <a:pt x="59265" y="28760"/>
                    <a:pt x="59127" y="32119"/>
                  </a:cubicBezTo>
                  <a:lnTo>
                    <a:pt x="35523" y="32119"/>
                  </a:lnTo>
                  <a:lnTo>
                    <a:pt x="35523" y="40340"/>
                  </a:lnTo>
                  <a:lnTo>
                    <a:pt x="67921" y="40340"/>
                  </a:lnTo>
                  <a:lnTo>
                    <a:pt x="67921" y="1680"/>
                  </a:lnTo>
                  <a:lnTo>
                    <a:pt x="61709" y="1680"/>
                  </a:lnTo>
                  <a:lnTo>
                    <a:pt x="59127" y="10827"/>
                  </a:lnTo>
                  <a:cubicBezTo>
                    <a:pt x="56228" y="6987"/>
                    <a:pt x="52634" y="4234"/>
                    <a:pt x="48360" y="2554"/>
                  </a:cubicBezTo>
                </a:path>
              </a:pathLst>
            </a:custGeom>
            <a:solidFill>
              <a:schemeClr val="bg1"/>
            </a:solidFill>
            <a:ln w="571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EB3645D0-9730-97B5-9B41-D40E6B93CA2C}"/>
                </a:ext>
              </a:extLst>
            </p:cNvPr>
            <p:cNvSpPr/>
            <p:nvPr/>
          </p:nvSpPr>
          <p:spPr>
            <a:xfrm flipV="1">
              <a:off x="6592691" y="3146163"/>
              <a:ext cx="8793" cy="73425"/>
            </a:xfrm>
            <a:custGeom>
              <a:avLst/>
              <a:gdLst>
                <a:gd name="connsiteX0" fmla="*/ 8852 w 8793"/>
                <a:gd name="connsiteY0" fmla="*/ -14 h 73425"/>
                <a:gd name="connsiteX1" fmla="*/ 58 w 8793"/>
                <a:gd name="connsiteY1" fmla="*/ -14 h 73425"/>
                <a:gd name="connsiteX2" fmla="*/ 58 w 8793"/>
                <a:gd name="connsiteY2" fmla="*/ 73411 h 73425"/>
                <a:gd name="connsiteX3" fmla="*/ 8852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52" y="-14"/>
                  </a:moveTo>
                  <a:lnTo>
                    <a:pt x="58" y="-14"/>
                  </a:lnTo>
                  <a:lnTo>
                    <a:pt x="58" y="73411"/>
                  </a:lnTo>
                  <a:lnTo>
                    <a:pt x="8852" y="73411"/>
                  </a:lnTo>
                  <a:close/>
                </a:path>
              </a:pathLst>
            </a:custGeom>
            <a:solidFill>
              <a:schemeClr val="bg1"/>
            </a:solidFill>
            <a:ln w="571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CC6A2046-7485-790A-FBE3-D564A116217E}"/>
                </a:ext>
              </a:extLst>
            </p:cNvPr>
            <p:cNvSpPr/>
            <p:nvPr/>
          </p:nvSpPr>
          <p:spPr>
            <a:xfrm flipV="1">
              <a:off x="6612251" y="3165186"/>
              <a:ext cx="51969" cy="55537"/>
            </a:xfrm>
            <a:custGeom>
              <a:avLst/>
              <a:gdLst>
                <a:gd name="connsiteX0" fmla="*/ 10849 w 51969"/>
                <a:gd name="connsiteY0" fmla="*/ 19118 h 55537"/>
                <a:gd name="connsiteX1" fmla="*/ 14420 w 51969"/>
                <a:gd name="connsiteY1" fmla="*/ 12845 h 55537"/>
                <a:gd name="connsiteX2" fmla="*/ 19752 w 51969"/>
                <a:gd name="connsiteY2" fmla="*/ 8994 h 55537"/>
                <a:gd name="connsiteX3" fmla="*/ 26222 w 51969"/>
                <a:gd name="connsiteY3" fmla="*/ 7651 h 55537"/>
                <a:gd name="connsiteX4" fmla="*/ 32693 w 51969"/>
                <a:gd name="connsiteY4" fmla="*/ 8994 h 55537"/>
                <a:gd name="connsiteX5" fmla="*/ 38024 w 51969"/>
                <a:gd name="connsiteY5" fmla="*/ 12845 h 55537"/>
                <a:gd name="connsiteX6" fmla="*/ 41596 w 51969"/>
                <a:gd name="connsiteY6" fmla="*/ 19118 h 55537"/>
                <a:gd name="connsiteX7" fmla="*/ 42890 w 51969"/>
                <a:gd name="connsiteY7" fmla="*/ 27704 h 55537"/>
                <a:gd name="connsiteX8" fmla="*/ 41596 w 51969"/>
                <a:gd name="connsiteY8" fmla="*/ 36297 h 55537"/>
                <a:gd name="connsiteX9" fmla="*/ 38024 w 51969"/>
                <a:gd name="connsiteY9" fmla="*/ 42616 h 55537"/>
                <a:gd name="connsiteX10" fmla="*/ 32693 w 51969"/>
                <a:gd name="connsiteY10" fmla="*/ 46529 h 55537"/>
                <a:gd name="connsiteX11" fmla="*/ 26222 w 51969"/>
                <a:gd name="connsiteY11" fmla="*/ 47860 h 55537"/>
                <a:gd name="connsiteX12" fmla="*/ 19752 w 51969"/>
                <a:gd name="connsiteY12" fmla="*/ 46529 h 55537"/>
                <a:gd name="connsiteX13" fmla="*/ 14420 w 51969"/>
                <a:gd name="connsiteY13" fmla="*/ 42616 h 55537"/>
                <a:gd name="connsiteX14" fmla="*/ 10849 w 51969"/>
                <a:gd name="connsiteY14" fmla="*/ 36297 h 55537"/>
                <a:gd name="connsiteX15" fmla="*/ 9555 w 51969"/>
                <a:gd name="connsiteY15" fmla="*/ 27704 h 55537"/>
                <a:gd name="connsiteX16" fmla="*/ 10849 w 51969"/>
                <a:gd name="connsiteY16" fmla="*/ 19118 h 55537"/>
                <a:gd name="connsiteX17" fmla="*/ 1894 w 51969"/>
                <a:gd name="connsiteY17" fmla="*/ 38657 h 55537"/>
                <a:gd name="connsiteX18" fmla="*/ 6863 w 51969"/>
                <a:gd name="connsiteY18" fmla="*/ 47506 h 55537"/>
                <a:gd name="connsiteX19" fmla="*/ 15042 w 51969"/>
                <a:gd name="connsiteY19" fmla="*/ 53414 h 55537"/>
                <a:gd name="connsiteX20" fmla="*/ 26222 w 51969"/>
                <a:gd name="connsiteY20" fmla="*/ 55579 h 55537"/>
                <a:gd name="connsiteX21" fmla="*/ 37455 w 51969"/>
                <a:gd name="connsiteY21" fmla="*/ 53414 h 55537"/>
                <a:gd name="connsiteX22" fmla="*/ 45582 w 51969"/>
                <a:gd name="connsiteY22" fmla="*/ 47506 h 55537"/>
                <a:gd name="connsiteX23" fmla="*/ 50551 w 51969"/>
                <a:gd name="connsiteY23" fmla="*/ 38657 h 55537"/>
                <a:gd name="connsiteX24" fmla="*/ 52207 w 51969"/>
                <a:gd name="connsiteY24" fmla="*/ 27704 h 55537"/>
                <a:gd name="connsiteX25" fmla="*/ 50551 w 51969"/>
                <a:gd name="connsiteY25" fmla="*/ 16810 h 55537"/>
                <a:gd name="connsiteX26" fmla="*/ 45582 w 51969"/>
                <a:gd name="connsiteY26" fmla="*/ 8017 h 55537"/>
                <a:gd name="connsiteX27" fmla="*/ 37455 w 51969"/>
                <a:gd name="connsiteY27" fmla="*/ 2150 h 55537"/>
                <a:gd name="connsiteX28" fmla="*/ 26222 w 51969"/>
                <a:gd name="connsiteY28" fmla="*/ 42 h 55537"/>
                <a:gd name="connsiteX29" fmla="*/ 15042 w 51969"/>
                <a:gd name="connsiteY29" fmla="*/ 2150 h 55537"/>
                <a:gd name="connsiteX30" fmla="*/ 6863 w 51969"/>
                <a:gd name="connsiteY30" fmla="*/ 8017 h 55537"/>
                <a:gd name="connsiteX31" fmla="*/ 1894 w 51969"/>
                <a:gd name="connsiteY31" fmla="*/ 16810 h 55537"/>
                <a:gd name="connsiteX32" fmla="*/ 237 w 51969"/>
                <a:gd name="connsiteY32" fmla="*/ 27704 h 55537"/>
                <a:gd name="connsiteX33" fmla="*/ 1894 w 51969"/>
                <a:gd name="connsiteY33" fmla="*/ 3865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1969" h="55537">
                  <a:moveTo>
                    <a:pt x="10849" y="19118"/>
                  </a:moveTo>
                  <a:cubicBezTo>
                    <a:pt x="11712" y="16621"/>
                    <a:pt x="12902" y="14524"/>
                    <a:pt x="14420" y="12845"/>
                  </a:cubicBezTo>
                  <a:cubicBezTo>
                    <a:pt x="15939" y="11165"/>
                    <a:pt x="17716" y="9880"/>
                    <a:pt x="19752" y="8994"/>
                  </a:cubicBezTo>
                  <a:cubicBezTo>
                    <a:pt x="21788" y="8097"/>
                    <a:pt x="23945" y="7651"/>
                    <a:pt x="26222" y="7651"/>
                  </a:cubicBezTo>
                  <a:cubicBezTo>
                    <a:pt x="28500" y="7651"/>
                    <a:pt x="30657" y="8097"/>
                    <a:pt x="32693" y="8994"/>
                  </a:cubicBezTo>
                  <a:cubicBezTo>
                    <a:pt x="34729" y="9880"/>
                    <a:pt x="36506" y="11165"/>
                    <a:pt x="38024" y="12845"/>
                  </a:cubicBezTo>
                  <a:cubicBezTo>
                    <a:pt x="39543" y="14524"/>
                    <a:pt x="40733" y="16621"/>
                    <a:pt x="41596" y="19118"/>
                  </a:cubicBezTo>
                  <a:cubicBezTo>
                    <a:pt x="42459" y="21620"/>
                    <a:pt x="42890" y="24482"/>
                    <a:pt x="42890" y="27704"/>
                  </a:cubicBezTo>
                  <a:cubicBezTo>
                    <a:pt x="42890" y="30927"/>
                    <a:pt x="42459" y="33789"/>
                    <a:pt x="41596" y="36297"/>
                  </a:cubicBezTo>
                  <a:cubicBezTo>
                    <a:pt x="40733" y="38794"/>
                    <a:pt x="39543" y="40902"/>
                    <a:pt x="38024" y="42616"/>
                  </a:cubicBezTo>
                  <a:cubicBezTo>
                    <a:pt x="36506" y="44330"/>
                    <a:pt x="34729" y="45638"/>
                    <a:pt x="32693" y="46529"/>
                  </a:cubicBezTo>
                  <a:cubicBezTo>
                    <a:pt x="30657" y="47415"/>
                    <a:pt x="28500" y="47860"/>
                    <a:pt x="26222" y="47860"/>
                  </a:cubicBezTo>
                  <a:cubicBezTo>
                    <a:pt x="23945" y="47860"/>
                    <a:pt x="21788" y="47415"/>
                    <a:pt x="19752" y="46529"/>
                  </a:cubicBezTo>
                  <a:cubicBezTo>
                    <a:pt x="17716" y="45638"/>
                    <a:pt x="15939" y="44330"/>
                    <a:pt x="14420" y="42616"/>
                  </a:cubicBezTo>
                  <a:cubicBezTo>
                    <a:pt x="12902" y="40902"/>
                    <a:pt x="11712" y="38794"/>
                    <a:pt x="10849" y="36297"/>
                  </a:cubicBezTo>
                  <a:cubicBezTo>
                    <a:pt x="9986" y="33789"/>
                    <a:pt x="9555" y="30927"/>
                    <a:pt x="9555" y="27704"/>
                  </a:cubicBezTo>
                  <a:cubicBezTo>
                    <a:pt x="9555" y="24482"/>
                    <a:pt x="9986" y="21620"/>
                    <a:pt x="10849" y="19118"/>
                  </a:cubicBezTo>
                  <a:moveTo>
                    <a:pt x="1894" y="38657"/>
                  </a:moveTo>
                  <a:cubicBezTo>
                    <a:pt x="2998" y="42056"/>
                    <a:pt x="4655" y="44998"/>
                    <a:pt x="6863" y="47506"/>
                  </a:cubicBezTo>
                  <a:cubicBezTo>
                    <a:pt x="9072" y="50003"/>
                    <a:pt x="11798" y="51974"/>
                    <a:pt x="15042" y="53414"/>
                  </a:cubicBezTo>
                  <a:cubicBezTo>
                    <a:pt x="18285" y="54859"/>
                    <a:pt x="22012" y="55579"/>
                    <a:pt x="26222" y="55579"/>
                  </a:cubicBezTo>
                  <a:cubicBezTo>
                    <a:pt x="30501" y="55579"/>
                    <a:pt x="34246" y="54859"/>
                    <a:pt x="37455" y="53414"/>
                  </a:cubicBezTo>
                  <a:cubicBezTo>
                    <a:pt x="40664" y="51974"/>
                    <a:pt x="43373" y="50003"/>
                    <a:pt x="45582" y="47506"/>
                  </a:cubicBezTo>
                  <a:cubicBezTo>
                    <a:pt x="47790" y="44998"/>
                    <a:pt x="49446" y="42056"/>
                    <a:pt x="50551" y="38657"/>
                  </a:cubicBezTo>
                  <a:cubicBezTo>
                    <a:pt x="51655" y="35263"/>
                    <a:pt x="52207" y="31618"/>
                    <a:pt x="52207" y="27704"/>
                  </a:cubicBezTo>
                  <a:cubicBezTo>
                    <a:pt x="52207" y="23797"/>
                    <a:pt x="51655" y="20169"/>
                    <a:pt x="50551" y="16810"/>
                  </a:cubicBezTo>
                  <a:cubicBezTo>
                    <a:pt x="49446" y="13445"/>
                    <a:pt x="47790" y="10514"/>
                    <a:pt x="45582" y="8017"/>
                  </a:cubicBezTo>
                  <a:cubicBezTo>
                    <a:pt x="43373" y="5509"/>
                    <a:pt x="40664" y="3555"/>
                    <a:pt x="37455" y="2150"/>
                  </a:cubicBezTo>
                  <a:cubicBezTo>
                    <a:pt x="34246" y="744"/>
                    <a:pt x="30501" y="42"/>
                    <a:pt x="26222" y="42"/>
                  </a:cubicBezTo>
                  <a:cubicBezTo>
                    <a:pt x="22012" y="42"/>
                    <a:pt x="18285" y="744"/>
                    <a:pt x="15042" y="2150"/>
                  </a:cubicBezTo>
                  <a:cubicBezTo>
                    <a:pt x="11798" y="3555"/>
                    <a:pt x="9072" y="5509"/>
                    <a:pt x="6863" y="8017"/>
                  </a:cubicBezTo>
                  <a:cubicBezTo>
                    <a:pt x="4655" y="10514"/>
                    <a:pt x="2998" y="13445"/>
                    <a:pt x="1894" y="16810"/>
                  </a:cubicBezTo>
                  <a:cubicBezTo>
                    <a:pt x="790" y="20169"/>
                    <a:pt x="237" y="23797"/>
                    <a:pt x="237" y="27704"/>
                  </a:cubicBezTo>
                  <a:cubicBezTo>
                    <a:pt x="237" y="31618"/>
                    <a:pt x="790" y="35263"/>
                    <a:pt x="1894" y="38657"/>
                  </a:cubicBezTo>
                </a:path>
              </a:pathLst>
            </a:custGeom>
            <a:solidFill>
              <a:schemeClr val="bg1"/>
            </a:solidFill>
            <a:ln w="571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BE08E87B-F11B-DCE2-697B-47A7F2465125}"/>
                </a:ext>
              </a:extLst>
            </p:cNvPr>
            <p:cNvSpPr/>
            <p:nvPr/>
          </p:nvSpPr>
          <p:spPr>
            <a:xfrm flipV="1">
              <a:off x="6674884" y="3146166"/>
              <a:ext cx="50727" cy="74556"/>
            </a:xfrm>
            <a:custGeom>
              <a:avLst/>
              <a:gdLst>
                <a:gd name="connsiteX0" fmla="*/ 40684 w 50727"/>
                <a:gd name="connsiteY0" fmla="*/ 35468 h 74556"/>
                <a:gd name="connsiteX1" fmla="*/ 37682 w 50727"/>
                <a:gd name="connsiteY1" fmla="*/ 41792 h 74556"/>
                <a:gd name="connsiteX2" fmla="*/ 32505 w 50727"/>
                <a:gd name="connsiteY2" fmla="*/ 46214 h 74556"/>
                <a:gd name="connsiteX3" fmla="*/ 25103 w 50727"/>
                <a:gd name="connsiteY3" fmla="*/ 47859 h 74556"/>
                <a:gd name="connsiteX4" fmla="*/ 17546 w 50727"/>
                <a:gd name="connsiteY4" fmla="*/ 46111 h 74556"/>
                <a:gd name="connsiteX5" fmla="*/ 12473 w 50727"/>
                <a:gd name="connsiteY5" fmla="*/ 41535 h 74556"/>
                <a:gd name="connsiteX6" fmla="*/ 9626 w 50727"/>
                <a:gd name="connsiteY6" fmla="*/ 35113 h 74556"/>
                <a:gd name="connsiteX7" fmla="*/ 8746 w 50727"/>
                <a:gd name="connsiteY7" fmla="*/ 27806 h 74556"/>
                <a:gd name="connsiteX8" fmla="*/ 9678 w 50727"/>
                <a:gd name="connsiteY8" fmla="*/ 20248 h 74556"/>
                <a:gd name="connsiteX9" fmla="*/ 12628 w 50727"/>
                <a:gd name="connsiteY9" fmla="*/ 13821 h 74556"/>
                <a:gd name="connsiteX10" fmla="*/ 17856 w 50727"/>
                <a:gd name="connsiteY10" fmla="*/ 9347 h 74556"/>
                <a:gd name="connsiteX11" fmla="*/ 25621 w 50727"/>
                <a:gd name="connsiteY11" fmla="*/ 7650 h 74556"/>
                <a:gd name="connsiteX12" fmla="*/ 33230 w 50727"/>
                <a:gd name="connsiteY12" fmla="*/ 9404 h 74556"/>
                <a:gd name="connsiteX13" fmla="*/ 38147 w 50727"/>
                <a:gd name="connsiteY13" fmla="*/ 14026 h 74556"/>
                <a:gd name="connsiteX14" fmla="*/ 40839 w 50727"/>
                <a:gd name="connsiteY14" fmla="*/ 20608 h 74556"/>
                <a:gd name="connsiteX15" fmla="*/ 41667 w 50727"/>
                <a:gd name="connsiteY15" fmla="*/ 28218 h 74556"/>
                <a:gd name="connsiteX16" fmla="*/ 40684 w 50727"/>
                <a:gd name="connsiteY16" fmla="*/ 35468 h 74556"/>
                <a:gd name="connsiteX17" fmla="*/ 9057 w 50727"/>
                <a:gd name="connsiteY17" fmla="*/ 74597 h 74556"/>
                <a:gd name="connsiteX18" fmla="*/ 9057 w 50727"/>
                <a:gd name="connsiteY18" fmla="*/ 47139 h 74556"/>
                <a:gd name="connsiteX19" fmla="*/ 9264 w 50727"/>
                <a:gd name="connsiteY19" fmla="*/ 47139 h 74556"/>
                <a:gd name="connsiteX20" fmla="*/ 16096 w 50727"/>
                <a:gd name="connsiteY20" fmla="*/ 53567 h 74556"/>
                <a:gd name="connsiteX21" fmla="*/ 26346 w 50727"/>
                <a:gd name="connsiteY21" fmla="*/ 55578 h 74556"/>
                <a:gd name="connsiteX22" fmla="*/ 37164 w 50727"/>
                <a:gd name="connsiteY22" fmla="*/ 53310 h 74556"/>
                <a:gd name="connsiteX23" fmla="*/ 44825 w 50727"/>
                <a:gd name="connsiteY23" fmla="*/ 47191 h 74556"/>
                <a:gd name="connsiteX24" fmla="*/ 49432 w 50727"/>
                <a:gd name="connsiteY24" fmla="*/ 38296 h 74556"/>
                <a:gd name="connsiteX25" fmla="*/ 50985 w 50727"/>
                <a:gd name="connsiteY25" fmla="*/ 27601 h 74556"/>
                <a:gd name="connsiteX26" fmla="*/ 49483 w 50727"/>
                <a:gd name="connsiteY26" fmla="*/ 16906 h 74556"/>
                <a:gd name="connsiteX27" fmla="*/ 44928 w 50727"/>
                <a:gd name="connsiteY27" fmla="*/ 8113 h 74556"/>
                <a:gd name="connsiteX28" fmla="*/ 37267 w 50727"/>
                <a:gd name="connsiteY28" fmla="*/ 2200 h 74556"/>
                <a:gd name="connsiteX29" fmla="*/ 26553 w 50727"/>
                <a:gd name="connsiteY29" fmla="*/ 41 h 74556"/>
                <a:gd name="connsiteX30" fmla="*/ 22153 w 50727"/>
                <a:gd name="connsiteY30" fmla="*/ 452 h 74556"/>
                <a:gd name="connsiteX31" fmla="*/ 17333 w 50727"/>
                <a:gd name="connsiteY31" fmla="*/ 1789 h 74556"/>
                <a:gd name="connsiteX32" fmla="*/ 12835 w 50727"/>
                <a:gd name="connsiteY32" fmla="*/ 4308 h 74556"/>
                <a:gd name="connsiteX33" fmla="*/ 9264 w 50727"/>
                <a:gd name="connsiteY33" fmla="*/ 8267 h 74556"/>
                <a:gd name="connsiteX34" fmla="*/ 9057 w 50727"/>
                <a:gd name="connsiteY34" fmla="*/ 8267 h 74556"/>
                <a:gd name="connsiteX35" fmla="*/ 9057 w 50727"/>
                <a:gd name="connsiteY35" fmla="*/ 1172 h 74556"/>
                <a:gd name="connsiteX36" fmla="*/ 257 w 50727"/>
                <a:gd name="connsiteY36" fmla="*/ 1172 h 74556"/>
                <a:gd name="connsiteX37" fmla="*/ 257 w 50727"/>
                <a:gd name="connsiteY37" fmla="*/ 74597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0727" h="74556">
                  <a:moveTo>
                    <a:pt x="40684" y="35468"/>
                  </a:moveTo>
                  <a:cubicBezTo>
                    <a:pt x="40028" y="37833"/>
                    <a:pt x="39027" y="39941"/>
                    <a:pt x="37682" y="41792"/>
                  </a:cubicBezTo>
                  <a:cubicBezTo>
                    <a:pt x="36336" y="43643"/>
                    <a:pt x="34605" y="45117"/>
                    <a:pt x="32505" y="46214"/>
                  </a:cubicBezTo>
                  <a:cubicBezTo>
                    <a:pt x="30400" y="47311"/>
                    <a:pt x="27933" y="47859"/>
                    <a:pt x="25103" y="47859"/>
                  </a:cubicBezTo>
                  <a:cubicBezTo>
                    <a:pt x="22130" y="47859"/>
                    <a:pt x="19616" y="47277"/>
                    <a:pt x="17546" y="46111"/>
                  </a:cubicBezTo>
                  <a:cubicBezTo>
                    <a:pt x="15475" y="44946"/>
                    <a:pt x="13779" y="43420"/>
                    <a:pt x="12473" y="41535"/>
                  </a:cubicBezTo>
                  <a:cubicBezTo>
                    <a:pt x="11162" y="39644"/>
                    <a:pt x="10213" y="37507"/>
                    <a:pt x="9626" y="35113"/>
                  </a:cubicBezTo>
                  <a:cubicBezTo>
                    <a:pt x="9040" y="32708"/>
                    <a:pt x="8746" y="30274"/>
                    <a:pt x="8746" y="27806"/>
                  </a:cubicBezTo>
                  <a:cubicBezTo>
                    <a:pt x="8746" y="25201"/>
                    <a:pt x="9057" y="22682"/>
                    <a:pt x="9678" y="20248"/>
                  </a:cubicBezTo>
                  <a:cubicBezTo>
                    <a:pt x="10299" y="17814"/>
                    <a:pt x="11283" y="15672"/>
                    <a:pt x="12628" y="13821"/>
                  </a:cubicBezTo>
                  <a:cubicBezTo>
                    <a:pt x="13968" y="11970"/>
                    <a:pt x="15717" y="10478"/>
                    <a:pt x="17856" y="9347"/>
                  </a:cubicBezTo>
                  <a:cubicBezTo>
                    <a:pt x="19990" y="8216"/>
                    <a:pt x="22584" y="7650"/>
                    <a:pt x="25621" y="7650"/>
                  </a:cubicBezTo>
                  <a:cubicBezTo>
                    <a:pt x="28658" y="7650"/>
                    <a:pt x="31194" y="8227"/>
                    <a:pt x="33230" y="9404"/>
                  </a:cubicBezTo>
                  <a:cubicBezTo>
                    <a:pt x="35266" y="10564"/>
                    <a:pt x="36905" y="12107"/>
                    <a:pt x="38147" y="14026"/>
                  </a:cubicBezTo>
                  <a:cubicBezTo>
                    <a:pt x="39384" y="15946"/>
                    <a:pt x="40287" y="18140"/>
                    <a:pt x="40839" y="20608"/>
                  </a:cubicBezTo>
                  <a:cubicBezTo>
                    <a:pt x="41391" y="23076"/>
                    <a:pt x="41667" y="25607"/>
                    <a:pt x="41667" y="28218"/>
                  </a:cubicBezTo>
                  <a:cubicBezTo>
                    <a:pt x="41667" y="30686"/>
                    <a:pt x="41339" y="33102"/>
                    <a:pt x="40684" y="35468"/>
                  </a:cubicBezTo>
                  <a:moveTo>
                    <a:pt x="9057" y="74597"/>
                  </a:moveTo>
                  <a:lnTo>
                    <a:pt x="9057" y="47139"/>
                  </a:lnTo>
                  <a:lnTo>
                    <a:pt x="9264" y="47139"/>
                  </a:lnTo>
                  <a:cubicBezTo>
                    <a:pt x="10713" y="50087"/>
                    <a:pt x="12991" y="52230"/>
                    <a:pt x="16096" y="53567"/>
                  </a:cubicBezTo>
                  <a:cubicBezTo>
                    <a:pt x="19202" y="54904"/>
                    <a:pt x="22619" y="55578"/>
                    <a:pt x="26346" y="55578"/>
                  </a:cubicBezTo>
                  <a:cubicBezTo>
                    <a:pt x="30487" y="55578"/>
                    <a:pt x="34093" y="54818"/>
                    <a:pt x="37164" y="53310"/>
                  </a:cubicBezTo>
                  <a:cubicBezTo>
                    <a:pt x="40235" y="51801"/>
                    <a:pt x="42789" y="49762"/>
                    <a:pt x="44825" y="47191"/>
                  </a:cubicBezTo>
                  <a:cubicBezTo>
                    <a:pt x="46855" y="44626"/>
                    <a:pt x="48396" y="41655"/>
                    <a:pt x="49432" y="38296"/>
                  </a:cubicBezTo>
                  <a:cubicBezTo>
                    <a:pt x="50467" y="34936"/>
                    <a:pt x="50985" y="31371"/>
                    <a:pt x="50985" y="27601"/>
                  </a:cubicBezTo>
                  <a:cubicBezTo>
                    <a:pt x="50985" y="23830"/>
                    <a:pt x="50484" y="20265"/>
                    <a:pt x="49483" y="16906"/>
                  </a:cubicBezTo>
                  <a:cubicBezTo>
                    <a:pt x="48477" y="13546"/>
                    <a:pt x="46964" y="10616"/>
                    <a:pt x="44928" y="8113"/>
                  </a:cubicBezTo>
                  <a:cubicBezTo>
                    <a:pt x="42892" y="5605"/>
                    <a:pt x="40333" y="3640"/>
                    <a:pt x="37267" y="2200"/>
                  </a:cubicBezTo>
                  <a:cubicBezTo>
                    <a:pt x="34196" y="760"/>
                    <a:pt x="30625" y="41"/>
                    <a:pt x="26553" y="41"/>
                  </a:cubicBezTo>
                  <a:cubicBezTo>
                    <a:pt x="25235" y="41"/>
                    <a:pt x="23775" y="178"/>
                    <a:pt x="22153" y="452"/>
                  </a:cubicBezTo>
                  <a:cubicBezTo>
                    <a:pt x="20531" y="726"/>
                    <a:pt x="18926" y="1172"/>
                    <a:pt x="17333" y="1789"/>
                  </a:cubicBezTo>
                  <a:cubicBezTo>
                    <a:pt x="15751" y="2406"/>
                    <a:pt x="14245" y="3246"/>
                    <a:pt x="12835" y="4308"/>
                  </a:cubicBezTo>
                  <a:cubicBezTo>
                    <a:pt x="11421" y="5371"/>
                    <a:pt x="10230" y="6691"/>
                    <a:pt x="9264" y="8267"/>
                  </a:cubicBezTo>
                  <a:lnTo>
                    <a:pt x="9057" y="8267"/>
                  </a:lnTo>
                  <a:lnTo>
                    <a:pt x="9057" y="1172"/>
                  </a:lnTo>
                  <a:lnTo>
                    <a:pt x="257" y="1172"/>
                  </a:lnTo>
                  <a:lnTo>
                    <a:pt x="257" y="74597"/>
                  </a:lnTo>
                  <a:close/>
                </a:path>
              </a:pathLst>
            </a:custGeom>
            <a:solidFill>
              <a:schemeClr val="bg1"/>
            </a:solidFill>
            <a:ln w="571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1DED2B11-DF2B-FD60-9D45-4B733DA0579E}"/>
                </a:ext>
              </a:extLst>
            </p:cNvPr>
            <p:cNvSpPr/>
            <p:nvPr/>
          </p:nvSpPr>
          <p:spPr>
            <a:xfrm flipV="1">
              <a:off x="6733060" y="3165186"/>
              <a:ext cx="50313" cy="55537"/>
            </a:xfrm>
            <a:custGeom>
              <a:avLst/>
              <a:gdLst>
                <a:gd name="connsiteX0" fmla="*/ 36297 w 50313"/>
                <a:gd name="connsiteY0" fmla="*/ 28632 h 55537"/>
                <a:gd name="connsiteX1" fmla="*/ 31949 w 50313"/>
                <a:gd name="connsiteY1" fmla="*/ 26843 h 55537"/>
                <a:gd name="connsiteX2" fmla="*/ 26306 w 50313"/>
                <a:gd name="connsiteY2" fmla="*/ 25918 h 55537"/>
                <a:gd name="connsiteX3" fmla="*/ 20359 w 50313"/>
                <a:gd name="connsiteY3" fmla="*/ 25101 h 55537"/>
                <a:gd name="connsiteX4" fmla="*/ 14970 w 50313"/>
                <a:gd name="connsiteY4" fmla="*/ 23616 h 55537"/>
                <a:gd name="connsiteX5" fmla="*/ 11088 w 50313"/>
                <a:gd name="connsiteY5" fmla="*/ 20702 h 55537"/>
                <a:gd name="connsiteX6" fmla="*/ 9587 w 50313"/>
                <a:gd name="connsiteY6" fmla="*/ 15537 h 55537"/>
                <a:gd name="connsiteX7" fmla="*/ 10467 w 50313"/>
                <a:gd name="connsiteY7" fmla="*/ 11898 h 55537"/>
                <a:gd name="connsiteX8" fmla="*/ 12745 w 50313"/>
                <a:gd name="connsiteY8" fmla="*/ 9493 h 55537"/>
                <a:gd name="connsiteX9" fmla="*/ 16006 w 50313"/>
                <a:gd name="connsiteY9" fmla="*/ 8167 h 55537"/>
                <a:gd name="connsiteX10" fmla="*/ 19940 w 50313"/>
                <a:gd name="connsiteY10" fmla="*/ 7762 h 55537"/>
                <a:gd name="connsiteX11" fmla="*/ 27393 w 50313"/>
                <a:gd name="connsiteY11" fmla="*/ 8933 h 55537"/>
                <a:gd name="connsiteX12" fmla="*/ 32466 w 50313"/>
                <a:gd name="connsiteY12" fmla="*/ 11898 h 55537"/>
                <a:gd name="connsiteX13" fmla="*/ 35365 w 50313"/>
                <a:gd name="connsiteY13" fmla="*/ 15789 h 55537"/>
                <a:gd name="connsiteX14" fmla="*/ 36297 w 50313"/>
                <a:gd name="connsiteY14" fmla="*/ 19731 h 55537"/>
                <a:gd name="connsiteX15" fmla="*/ 50583 w 50313"/>
                <a:gd name="connsiteY15" fmla="*/ 1380 h 55537"/>
                <a:gd name="connsiteX16" fmla="*/ 44268 w 50313"/>
                <a:gd name="connsiteY16" fmla="*/ 43 h 55537"/>
                <a:gd name="connsiteX17" fmla="*/ 38833 w 50313"/>
                <a:gd name="connsiteY17" fmla="*/ 1946 h 55537"/>
                <a:gd name="connsiteX18" fmla="*/ 36814 w 50313"/>
                <a:gd name="connsiteY18" fmla="*/ 8167 h 55537"/>
                <a:gd name="connsiteX19" fmla="*/ 28377 w 50313"/>
                <a:gd name="connsiteY19" fmla="*/ 1946 h 55537"/>
                <a:gd name="connsiteX20" fmla="*/ 17973 w 50313"/>
                <a:gd name="connsiteY20" fmla="*/ 43 h 55537"/>
                <a:gd name="connsiteX21" fmla="*/ 11088 w 50313"/>
                <a:gd name="connsiteY21" fmla="*/ 872 h 55537"/>
                <a:gd name="connsiteX22" fmla="*/ 5446 w 50313"/>
                <a:gd name="connsiteY22" fmla="*/ 3443 h 55537"/>
                <a:gd name="connsiteX23" fmla="*/ 1667 w 50313"/>
                <a:gd name="connsiteY23" fmla="*/ 8019 h 55537"/>
                <a:gd name="connsiteX24" fmla="*/ 270 w 50313"/>
                <a:gd name="connsiteY24" fmla="*/ 14852 h 55537"/>
                <a:gd name="connsiteX25" fmla="*/ 1823 w 50313"/>
                <a:gd name="connsiteY25" fmla="*/ 22262 h 55537"/>
                <a:gd name="connsiteX26" fmla="*/ 5912 w 50313"/>
                <a:gd name="connsiteY26" fmla="*/ 26935 h 55537"/>
                <a:gd name="connsiteX27" fmla="*/ 11715 w 50313"/>
                <a:gd name="connsiteY27" fmla="*/ 29666 h 55537"/>
                <a:gd name="connsiteX28" fmla="*/ 18387 w 50313"/>
                <a:gd name="connsiteY28" fmla="*/ 31203 h 55537"/>
                <a:gd name="connsiteX29" fmla="*/ 25271 w 50313"/>
                <a:gd name="connsiteY29" fmla="*/ 32288 h 55537"/>
                <a:gd name="connsiteX30" fmla="*/ 31017 w 50313"/>
                <a:gd name="connsiteY30" fmla="*/ 33311 h 55537"/>
                <a:gd name="connsiteX31" fmla="*/ 34957 w 50313"/>
                <a:gd name="connsiteY31" fmla="*/ 35265 h 55537"/>
                <a:gd name="connsiteX32" fmla="*/ 36406 w 50313"/>
                <a:gd name="connsiteY32" fmla="*/ 39018 h 55537"/>
                <a:gd name="connsiteX33" fmla="*/ 35313 w 50313"/>
                <a:gd name="connsiteY33" fmla="*/ 43646 h 55537"/>
                <a:gd name="connsiteX34" fmla="*/ 32518 w 50313"/>
                <a:gd name="connsiteY34" fmla="*/ 46325 h 55537"/>
                <a:gd name="connsiteX35" fmla="*/ 28688 w 50313"/>
                <a:gd name="connsiteY35" fmla="*/ 47559 h 55537"/>
                <a:gd name="connsiteX36" fmla="*/ 24495 w 50313"/>
                <a:gd name="connsiteY36" fmla="*/ 47862 h 55537"/>
                <a:gd name="connsiteX37" fmla="*/ 15177 w 50313"/>
                <a:gd name="connsiteY37" fmla="*/ 45754 h 55537"/>
                <a:gd name="connsiteX38" fmla="*/ 11140 w 50313"/>
                <a:gd name="connsiteY38" fmla="*/ 37790 h 55537"/>
                <a:gd name="connsiteX39" fmla="*/ 2340 w 50313"/>
                <a:gd name="connsiteY39" fmla="*/ 37790 h 55537"/>
                <a:gd name="connsiteX40" fmla="*/ 4411 w 50313"/>
                <a:gd name="connsiteY40" fmla="*/ 46120 h 55537"/>
                <a:gd name="connsiteX41" fmla="*/ 9380 w 50313"/>
                <a:gd name="connsiteY41" fmla="*/ 51616 h 55537"/>
                <a:gd name="connsiteX42" fmla="*/ 16472 w 50313"/>
                <a:gd name="connsiteY42" fmla="*/ 54655 h 55537"/>
                <a:gd name="connsiteX43" fmla="*/ 25012 w 50313"/>
                <a:gd name="connsiteY43" fmla="*/ 55580 h 55537"/>
                <a:gd name="connsiteX44" fmla="*/ 32207 w 50313"/>
                <a:gd name="connsiteY44" fmla="*/ 55061 h 55537"/>
                <a:gd name="connsiteX45" fmla="*/ 38678 w 50313"/>
                <a:gd name="connsiteY45" fmla="*/ 52958 h 55537"/>
                <a:gd name="connsiteX46" fmla="*/ 43342 w 50313"/>
                <a:gd name="connsiteY46" fmla="*/ 48496 h 55537"/>
                <a:gd name="connsiteX47" fmla="*/ 45096 w 50313"/>
                <a:gd name="connsiteY47" fmla="*/ 41006 h 55537"/>
                <a:gd name="connsiteX48" fmla="*/ 45096 w 50313"/>
                <a:gd name="connsiteY48" fmla="*/ 13709 h 55537"/>
                <a:gd name="connsiteX49" fmla="*/ 45459 w 50313"/>
                <a:gd name="connsiteY49" fmla="*/ 9196 h 55537"/>
                <a:gd name="connsiteX50" fmla="*/ 47897 w 50313"/>
                <a:gd name="connsiteY50" fmla="*/ 7762 h 55537"/>
                <a:gd name="connsiteX51" fmla="*/ 50583 w 50313"/>
                <a:gd name="connsiteY51" fmla="*/ 8167 h 55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313" h="55537">
                  <a:moveTo>
                    <a:pt x="36297" y="28632"/>
                  </a:moveTo>
                  <a:cubicBezTo>
                    <a:pt x="35192" y="27809"/>
                    <a:pt x="33743" y="27221"/>
                    <a:pt x="31949" y="26843"/>
                  </a:cubicBezTo>
                  <a:cubicBezTo>
                    <a:pt x="30154" y="26466"/>
                    <a:pt x="28273" y="26158"/>
                    <a:pt x="26306" y="25918"/>
                  </a:cubicBezTo>
                  <a:cubicBezTo>
                    <a:pt x="24339" y="25678"/>
                    <a:pt x="22355" y="25409"/>
                    <a:pt x="20359" y="25101"/>
                  </a:cubicBezTo>
                  <a:cubicBezTo>
                    <a:pt x="18352" y="24792"/>
                    <a:pt x="16558" y="24301"/>
                    <a:pt x="14970" y="23616"/>
                  </a:cubicBezTo>
                  <a:cubicBezTo>
                    <a:pt x="13383" y="22936"/>
                    <a:pt x="12089" y="21964"/>
                    <a:pt x="11088" y="20702"/>
                  </a:cubicBezTo>
                  <a:cubicBezTo>
                    <a:pt x="10087" y="19439"/>
                    <a:pt x="9587" y="17720"/>
                    <a:pt x="9587" y="15537"/>
                  </a:cubicBezTo>
                  <a:cubicBezTo>
                    <a:pt x="9587" y="14103"/>
                    <a:pt x="9880" y="12892"/>
                    <a:pt x="10467" y="11898"/>
                  </a:cubicBezTo>
                  <a:cubicBezTo>
                    <a:pt x="11054" y="10910"/>
                    <a:pt x="11813" y="10110"/>
                    <a:pt x="12745" y="9493"/>
                  </a:cubicBezTo>
                  <a:cubicBezTo>
                    <a:pt x="13676" y="8881"/>
                    <a:pt x="14763" y="8442"/>
                    <a:pt x="16006" y="8167"/>
                  </a:cubicBezTo>
                  <a:cubicBezTo>
                    <a:pt x="17248" y="7893"/>
                    <a:pt x="18559" y="7762"/>
                    <a:pt x="19940" y="7762"/>
                  </a:cubicBezTo>
                  <a:cubicBezTo>
                    <a:pt x="22838" y="7762"/>
                    <a:pt x="25323" y="8150"/>
                    <a:pt x="27393" y="8933"/>
                  </a:cubicBezTo>
                  <a:cubicBezTo>
                    <a:pt x="29470" y="9716"/>
                    <a:pt x="31155" y="10704"/>
                    <a:pt x="32466" y="11898"/>
                  </a:cubicBezTo>
                  <a:cubicBezTo>
                    <a:pt x="33778" y="13092"/>
                    <a:pt x="34744" y="14395"/>
                    <a:pt x="35365" y="15789"/>
                  </a:cubicBezTo>
                  <a:cubicBezTo>
                    <a:pt x="35986" y="17188"/>
                    <a:pt x="36297" y="18508"/>
                    <a:pt x="36297" y="19731"/>
                  </a:cubicBezTo>
                  <a:close/>
                  <a:moveTo>
                    <a:pt x="50583" y="1380"/>
                  </a:moveTo>
                  <a:cubicBezTo>
                    <a:pt x="49065" y="489"/>
                    <a:pt x="46960" y="43"/>
                    <a:pt x="44268" y="43"/>
                  </a:cubicBezTo>
                  <a:cubicBezTo>
                    <a:pt x="41991" y="43"/>
                    <a:pt x="40179" y="677"/>
                    <a:pt x="38833" y="1946"/>
                  </a:cubicBezTo>
                  <a:cubicBezTo>
                    <a:pt x="37487" y="3214"/>
                    <a:pt x="36814" y="5288"/>
                    <a:pt x="36814" y="8167"/>
                  </a:cubicBezTo>
                  <a:cubicBezTo>
                    <a:pt x="34399" y="5288"/>
                    <a:pt x="31586" y="3214"/>
                    <a:pt x="28377" y="1946"/>
                  </a:cubicBezTo>
                  <a:cubicBezTo>
                    <a:pt x="25168" y="677"/>
                    <a:pt x="21700" y="43"/>
                    <a:pt x="17973" y="43"/>
                  </a:cubicBezTo>
                  <a:cubicBezTo>
                    <a:pt x="15557" y="43"/>
                    <a:pt x="13262" y="317"/>
                    <a:pt x="11088" y="872"/>
                  </a:cubicBezTo>
                  <a:cubicBezTo>
                    <a:pt x="8914" y="1414"/>
                    <a:pt x="7033" y="2271"/>
                    <a:pt x="5446" y="3443"/>
                  </a:cubicBezTo>
                  <a:cubicBezTo>
                    <a:pt x="3859" y="4602"/>
                    <a:pt x="2605" y="6133"/>
                    <a:pt x="1667" y="8019"/>
                  </a:cubicBezTo>
                  <a:cubicBezTo>
                    <a:pt x="736" y="9904"/>
                    <a:pt x="270" y="12178"/>
                    <a:pt x="270" y="14852"/>
                  </a:cubicBezTo>
                  <a:cubicBezTo>
                    <a:pt x="270" y="17868"/>
                    <a:pt x="787" y="20336"/>
                    <a:pt x="1823" y="22262"/>
                  </a:cubicBezTo>
                  <a:cubicBezTo>
                    <a:pt x="2864" y="24175"/>
                    <a:pt x="4221" y="25735"/>
                    <a:pt x="5912" y="26935"/>
                  </a:cubicBezTo>
                  <a:cubicBezTo>
                    <a:pt x="7603" y="28135"/>
                    <a:pt x="9535" y="29043"/>
                    <a:pt x="11715" y="29666"/>
                  </a:cubicBezTo>
                  <a:cubicBezTo>
                    <a:pt x="13889" y="30277"/>
                    <a:pt x="16109" y="30791"/>
                    <a:pt x="18387" y="31203"/>
                  </a:cubicBezTo>
                  <a:cubicBezTo>
                    <a:pt x="20802" y="31682"/>
                    <a:pt x="23097" y="32042"/>
                    <a:pt x="25271" y="32288"/>
                  </a:cubicBezTo>
                  <a:cubicBezTo>
                    <a:pt x="27445" y="32528"/>
                    <a:pt x="29360" y="32865"/>
                    <a:pt x="31017" y="33311"/>
                  </a:cubicBezTo>
                  <a:cubicBezTo>
                    <a:pt x="32673" y="33756"/>
                    <a:pt x="33985" y="34408"/>
                    <a:pt x="34957" y="35265"/>
                  </a:cubicBezTo>
                  <a:cubicBezTo>
                    <a:pt x="35917" y="36127"/>
                    <a:pt x="36406" y="37373"/>
                    <a:pt x="36406" y="39018"/>
                  </a:cubicBezTo>
                  <a:cubicBezTo>
                    <a:pt x="36406" y="40938"/>
                    <a:pt x="36038" y="42480"/>
                    <a:pt x="35313" y="43646"/>
                  </a:cubicBezTo>
                  <a:cubicBezTo>
                    <a:pt x="34588" y="44811"/>
                    <a:pt x="33657" y="45702"/>
                    <a:pt x="32518" y="46325"/>
                  </a:cubicBezTo>
                  <a:cubicBezTo>
                    <a:pt x="31385" y="46937"/>
                    <a:pt x="30102" y="47348"/>
                    <a:pt x="28688" y="47559"/>
                  </a:cubicBezTo>
                  <a:cubicBezTo>
                    <a:pt x="27273" y="47765"/>
                    <a:pt x="25875" y="47862"/>
                    <a:pt x="24495" y="47862"/>
                  </a:cubicBezTo>
                  <a:cubicBezTo>
                    <a:pt x="20768" y="47862"/>
                    <a:pt x="17662" y="47159"/>
                    <a:pt x="15177" y="45754"/>
                  </a:cubicBezTo>
                  <a:cubicBezTo>
                    <a:pt x="12693" y="44348"/>
                    <a:pt x="11347" y="41692"/>
                    <a:pt x="11140" y="37790"/>
                  </a:cubicBezTo>
                  <a:lnTo>
                    <a:pt x="2340" y="37790"/>
                  </a:lnTo>
                  <a:cubicBezTo>
                    <a:pt x="2478" y="41081"/>
                    <a:pt x="3169" y="43851"/>
                    <a:pt x="4411" y="46120"/>
                  </a:cubicBezTo>
                  <a:cubicBezTo>
                    <a:pt x="5653" y="48376"/>
                    <a:pt x="7310" y="50210"/>
                    <a:pt x="9380" y="51616"/>
                  </a:cubicBezTo>
                  <a:cubicBezTo>
                    <a:pt x="11451" y="53027"/>
                    <a:pt x="13814" y="54032"/>
                    <a:pt x="16472" y="54655"/>
                  </a:cubicBezTo>
                  <a:cubicBezTo>
                    <a:pt x="19129" y="55266"/>
                    <a:pt x="21976" y="55580"/>
                    <a:pt x="25012" y="55580"/>
                  </a:cubicBezTo>
                  <a:cubicBezTo>
                    <a:pt x="27428" y="55580"/>
                    <a:pt x="29826" y="55409"/>
                    <a:pt x="32207" y="55061"/>
                  </a:cubicBezTo>
                  <a:cubicBezTo>
                    <a:pt x="34588" y="54718"/>
                    <a:pt x="36745" y="54015"/>
                    <a:pt x="38678" y="52958"/>
                  </a:cubicBezTo>
                  <a:cubicBezTo>
                    <a:pt x="40610" y="51896"/>
                    <a:pt x="42163" y="50416"/>
                    <a:pt x="43342" y="48496"/>
                  </a:cubicBezTo>
                  <a:cubicBezTo>
                    <a:pt x="44510" y="46582"/>
                    <a:pt x="45096" y="44080"/>
                    <a:pt x="45096" y="41006"/>
                  </a:cubicBezTo>
                  <a:lnTo>
                    <a:pt x="45096" y="13709"/>
                  </a:lnTo>
                  <a:cubicBezTo>
                    <a:pt x="45096" y="11652"/>
                    <a:pt x="45217" y="10155"/>
                    <a:pt x="45459" y="9196"/>
                  </a:cubicBezTo>
                  <a:cubicBezTo>
                    <a:pt x="45700" y="8236"/>
                    <a:pt x="46511" y="7762"/>
                    <a:pt x="47897" y="7762"/>
                  </a:cubicBezTo>
                  <a:cubicBezTo>
                    <a:pt x="48651" y="7762"/>
                    <a:pt x="49548" y="7893"/>
                    <a:pt x="50583" y="8167"/>
                  </a:cubicBezTo>
                  <a:close/>
                </a:path>
              </a:pathLst>
            </a:custGeom>
            <a:solidFill>
              <a:schemeClr val="bg1"/>
            </a:solidFill>
            <a:ln w="571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B7312FE6-E787-CD99-7451-B26615089A6A}"/>
                </a:ext>
              </a:extLst>
            </p:cNvPr>
            <p:cNvSpPr/>
            <p:nvPr/>
          </p:nvSpPr>
          <p:spPr>
            <a:xfrm flipV="1">
              <a:off x="6792075" y="3146163"/>
              <a:ext cx="8793" cy="73425"/>
            </a:xfrm>
            <a:custGeom>
              <a:avLst/>
              <a:gdLst>
                <a:gd name="connsiteX0" fmla="*/ 8863 w 8793"/>
                <a:gd name="connsiteY0" fmla="*/ -14 h 73425"/>
                <a:gd name="connsiteX1" fmla="*/ 69 w 8793"/>
                <a:gd name="connsiteY1" fmla="*/ -14 h 73425"/>
                <a:gd name="connsiteX2" fmla="*/ 69 w 8793"/>
                <a:gd name="connsiteY2" fmla="*/ 73411 h 73425"/>
                <a:gd name="connsiteX3" fmla="*/ 8863 w 8793"/>
                <a:gd name="connsiteY3" fmla="*/ 73411 h 73425"/>
              </a:gdLst>
              <a:ahLst/>
              <a:cxnLst>
                <a:cxn ang="0">
                  <a:pos x="connsiteX0" y="connsiteY0"/>
                </a:cxn>
                <a:cxn ang="0">
                  <a:pos x="connsiteX1" y="connsiteY1"/>
                </a:cxn>
                <a:cxn ang="0">
                  <a:pos x="connsiteX2" y="connsiteY2"/>
                </a:cxn>
                <a:cxn ang="0">
                  <a:pos x="connsiteX3" y="connsiteY3"/>
                </a:cxn>
              </a:cxnLst>
              <a:rect l="l" t="t" r="r" b="b"/>
              <a:pathLst>
                <a:path w="8793" h="73425">
                  <a:moveTo>
                    <a:pt x="8863" y="-14"/>
                  </a:moveTo>
                  <a:lnTo>
                    <a:pt x="69" y="-14"/>
                  </a:lnTo>
                  <a:lnTo>
                    <a:pt x="69" y="73411"/>
                  </a:lnTo>
                  <a:lnTo>
                    <a:pt x="8863" y="73411"/>
                  </a:lnTo>
                  <a:close/>
                </a:path>
              </a:pathLst>
            </a:custGeom>
            <a:solidFill>
              <a:schemeClr val="bg1"/>
            </a:solidFill>
            <a:ln w="571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6C6BDCC4-5161-7E64-4CCF-BB2D68DE8672}"/>
                </a:ext>
              </a:extLst>
            </p:cNvPr>
            <p:cNvSpPr/>
            <p:nvPr/>
          </p:nvSpPr>
          <p:spPr>
            <a:xfrm flipV="1">
              <a:off x="6332204" y="3282956"/>
              <a:ext cx="60562" cy="73424"/>
            </a:xfrm>
            <a:custGeom>
              <a:avLst/>
              <a:gdLst>
                <a:gd name="connsiteX0" fmla="*/ 171 w 60562"/>
                <a:gd name="connsiteY0" fmla="*/ 59927 h 73424"/>
                <a:gd name="connsiteX1" fmla="*/ 171 w 60562"/>
                <a:gd name="connsiteY1" fmla="*/ 73502 h 73424"/>
                <a:gd name="connsiteX2" fmla="*/ 60733 w 60562"/>
                <a:gd name="connsiteY2" fmla="*/ 73502 h 73424"/>
                <a:gd name="connsiteX3" fmla="*/ 60733 w 60562"/>
                <a:gd name="connsiteY3" fmla="*/ 59927 h 73424"/>
                <a:gd name="connsiteX4" fmla="*/ 38585 w 60562"/>
                <a:gd name="connsiteY4" fmla="*/ 59927 h 73424"/>
                <a:gd name="connsiteX5" fmla="*/ 38585 w 60562"/>
                <a:gd name="connsiteY5" fmla="*/ 77 h 73424"/>
                <a:gd name="connsiteX6" fmla="*/ 22331 w 60562"/>
                <a:gd name="connsiteY6" fmla="*/ 77 h 73424"/>
                <a:gd name="connsiteX7" fmla="*/ 22331 w 60562"/>
                <a:gd name="connsiteY7" fmla="*/ 59927 h 73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562" h="73424">
                  <a:moveTo>
                    <a:pt x="171" y="59927"/>
                  </a:moveTo>
                  <a:lnTo>
                    <a:pt x="171" y="73502"/>
                  </a:lnTo>
                  <a:lnTo>
                    <a:pt x="60733" y="73502"/>
                  </a:lnTo>
                  <a:lnTo>
                    <a:pt x="60733" y="59927"/>
                  </a:lnTo>
                  <a:lnTo>
                    <a:pt x="38585" y="59927"/>
                  </a:lnTo>
                  <a:lnTo>
                    <a:pt x="38585" y="77"/>
                  </a:lnTo>
                  <a:lnTo>
                    <a:pt x="22331" y="77"/>
                  </a:lnTo>
                  <a:lnTo>
                    <a:pt x="22331" y="59927"/>
                  </a:lnTo>
                  <a:close/>
                </a:path>
              </a:pathLst>
            </a:custGeom>
            <a:solidFill>
              <a:schemeClr val="accent6"/>
            </a:solidFill>
            <a:ln w="571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C27D15CB-496A-3090-DB87-C30B7EE762DA}"/>
                </a:ext>
              </a:extLst>
            </p:cNvPr>
            <p:cNvSpPr/>
            <p:nvPr/>
          </p:nvSpPr>
          <p:spPr>
            <a:xfrm flipV="1">
              <a:off x="6385629" y="3301773"/>
              <a:ext cx="53404" cy="55942"/>
            </a:xfrm>
            <a:custGeom>
              <a:avLst/>
              <a:gdLst>
                <a:gd name="connsiteX0" fmla="*/ 35129 w 53404"/>
                <a:gd name="connsiteY0" fmla="*/ 42137 h 55942"/>
                <a:gd name="connsiteX1" fmla="*/ 27100 w 53404"/>
                <a:gd name="connsiteY1" fmla="*/ 45017 h 55942"/>
                <a:gd name="connsiteX2" fmla="*/ 21257 w 53404"/>
                <a:gd name="connsiteY2" fmla="*/ 43834 h 55942"/>
                <a:gd name="connsiteX3" fmla="*/ 17530 w 53404"/>
                <a:gd name="connsiteY3" fmla="*/ 40903 h 55942"/>
                <a:gd name="connsiteX4" fmla="*/ 15563 w 53404"/>
                <a:gd name="connsiteY4" fmla="*/ 37201 h 55942"/>
                <a:gd name="connsiteX5" fmla="*/ 14890 w 53404"/>
                <a:gd name="connsiteY5" fmla="*/ 33705 h 55942"/>
                <a:gd name="connsiteX6" fmla="*/ 38804 w 53404"/>
                <a:gd name="connsiteY6" fmla="*/ 33705 h 55942"/>
                <a:gd name="connsiteX7" fmla="*/ 35129 w 53404"/>
                <a:gd name="connsiteY7" fmla="*/ 42137 h 55942"/>
                <a:gd name="connsiteX8" fmla="*/ 18507 w 53404"/>
                <a:gd name="connsiteY8" fmla="*/ 14166 h 55942"/>
                <a:gd name="connsiteX9" fmla="*/ 28038 w 53404"/>
                <a:gd name="connsiteY9" fmla="*/ 10978 h 55942"/>
                <a:gd name="connsiteX10" fmla="*/ 35698 w 53404"/>
                <a:gd name="connsiteY10" fmla="*/ 13189 h 55942"/>
                <a:gd name="connsiteX11" fmla="*/ 39627 w 53404"/>
                <a:gd name="connsiteY11" fmla="*/ 17868 h 55942"/>
                <a:gd name="connsiteX12" fmla="*/ 52567 w 53404"/>
                <a:gd name="connsiteY12" fmla="*/ 17868 h 55942"/>
                <a:gd name="connsiteX13" fmla="*/ 43049 w 53404"/>
                <a:gd name="connsiteY13" fmla="*/ 4191 h 55942"/>
                <a:gd name="connsiteX14" fmla="*/ 27520 w 53404"/>
                <a:gd name="connsiteY14" fmla="*/ 77 h 55942"/>
                <a:gd name="connsiteX15" fmla="*/ 16126 w 53404"/>
                <a:gd name="connsiteY15" fmla="*/ 2083 h 55942"/>
                <a:gd name="connsiteX16" fmla="*/ 7534 w 53404"/>
                <a:gd name="connsiteY16" fmla="*/ 7790 h 55942"/>
                <a:gd name="connsiteX17" fmla="*/ 2104 w 53404"/>
                <a:gd name="connsiteY17" fmla="*/ 16634 h 55942"/>
                <a:gd name="connsiteX18" fmla="*/ 189 w 53404"/>
                <a:gd name="connsiteY18" fmla="*/ 27946 h 55942"/>
                <a:gd name="connsiteX19" fmla="*/ 2156 w 53404"/>
                <a:gd name="connsiteY19" fmla="*/ 39052 h 55942"/>
                <a:gd name="connsiteX20" fmla="*/ 7747 w 53404"/>
                <a:gd name="connsiteY20" fmla="*/ 47948 h 55942"/>
                <a:gd name="connsiteX21" fmla="*/ 16385 w 53404"/>
                <a:gd name="connsiteY21" fmla="*/ 53861 h 55942"/>
                <a:gd name="connsiteX22" fmla="*/ 27520 w 53404"/>
                <a:gd name="connsiteY22" fmla="*/ 56020 h 55942"/>
                <a:gd name="connsiteX23" fmla="*/ 39425 w 53404"/>
                <a:gd name="connsiteY23" fmla="*/ 53398 h 55942"/>
                <a:gd name="connsiteX24" fmla="*/ 47759 w 53404"/>
                <a:gd name="connsiteY24" fmla="*/ 46354 h 55942"/>
                <a:gd name="connsiteX25" fmla="*/ 52469 w 53404"/>
                <a:gd name="connsiteY25" fmla="*/ 36276 h 55942"/>
                <a:gd name="connsiteX26" fmla="*/ 53499 w 53404"/>
                <a:gd name="connsiteY26" fmla="*/ 24450 h 55942"/>
                <a:gd name="connsiteX27" fmla="*/ 14890 w 53404"/>
                <a:gd name="connsiteY27" fmla="*/ 24450 h 55942"/>
                <a:gd name="connsiteX28" fmla="*/ 18507 w 53404"/>
                <a:gd name="connsiteY28" fmla="*/ 14166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404" h="55942">
                  <a:moveTo>
                    <a:pt x="35129" y="42137"/>
                  </a:moveTo>
                  <a:cubicBezTo>
                    <a:pt x="33369" y="44057"/>
                    <a:pt x="30695" y="45017"/>
                    <a:pt x="27100" y="45017"/>
                  </a:cubicBezTo>
                  <a:cubicBezTo>
                    <a:pt x="24753" y="45017"/>
                    <a:pt x="22809" y="44623"/>
                    <a:pt x="21257" y="43834"/>
                  </a:cubicBezTo>
                  <a:cubicBezTo>
                    <a:pt x="19698" y="43046"/>
                    <a:pt x="18467" y="42069"/>
                    <a:pt x="17530" y="40903"/>
                  </a:cubicBezTo>
                  <a:cubicBezTo>
                    <a:pt x="16598" y="39738"/>
                    <a:pt x="15937" y="38504"/>
                    <a:pt x="15563" y="37201"/>
                  </a:cubicBezTo>
                  <a:cubicBezTo>
                    <a:pt x="15183" y="35899"/>
                    <a:pt x="14959" y="34733"/>
                    <a:pt x="14890" y="33705"/>
                  </a:cubicBezTo>
                  <a:lnTo>
                    <a:pt x="38804" y="33705"/>
                  </a:lnTo>
                  <a:cubicBezTo>
                    <a:pt x="38114" y="37407"/>
                    <a:pt x="36889" y="40218"/>
                    <a:pt x="35129" y="42137"/>
                  </a:cubicBezTo>
                  <a:moveTo>
                    <a:pt x="18507" y="14166"/>
                  </a:moveTo>
                  <a:cubicBezTo>
                    <a:pt x="20722" y="12041"/>
                    <a:pt x="23896" y="10978"/>
                    <a:pt x="28038" y="10978"/>
                  </a:cubicBezTo>
                  <a:cubicBezTo>
                    <a:pt x="30999" y="10978"/>
                    <a:pt x="33559" y="11715"/>
                    <a:pt x="35698" y="13189"/>
                  </a:cubicBezTo>
                  <a:cubicBezTo>
                    <a:pt x="37838" y="14663"/>
                    <a:pt x="39143" y="16223"/>
                    <a:pt x="39627" y="17868"/>
                  </a:cubicBezTo>
                  <a:lnTo>
                    <a:pt x="52567" y="17868"/>
                  </a:lnTo>
                  <a:cubicBezTo>
                    <a:pt x="50502" y="11492"/>
                    <a:pt x="47322" y="6933"/>
                    <a:pt x="43049" y="4191"/>
                  </a:cubicBezTo>
                  <a:cubicBezTo>
                    <a:pt x="38770" y="1449"/>
                    <a:pt x="33588" y="77"/>
                    <a:pt x="27520" y="77"/>
                  </a:cubicBezTo>
                  <a:cubicBezTo>
                    <a:pt x="23304" y="77"/>
                    <a:pt x="19508" y="746"/>
                    <a:pt x="16126" y="2083"/>
                  </a:cubicBezTo>
                  <a:cubicBezTo>
                    <a:pt x="12745" y="3420"/>
                    <a:pt x="9880" y="5322"/>
                    <a:pt x="7534" y="7790"/>
                  </a:cubicBezTo>
                  <a:cubicBezTo>
                    <a:pt x="5193" y="10258"/>
                    <a:pt x="3375" y="13206"/>
                    <a:pt x="2104" y="16634"/>
                  </a:cubicBezTo>
                  <a:cubicBezTo>
                    <a:pt x="828" y="20062"/>
                    <a:pt x="189" y="23833"/>
                    <a:pt x="189" y="27946"/>
                  </a:cubicBezTo>
                  <a:cubicBezTo>
                    <a:pt x="189" y="31922"/>
                    <a:pt x="839" y="35625"/>
                    <a:pt x="2156" y="39052"/>
                  </a:cubicBezTo>
                  <a:cubicBezTo>
                    <a:pt x="3467" y="42480"/>
                    <a:pt x="5331" y="45445"/>
                    <a:pt x="7747" y="47948"/>
                  </a:cubicBezTo>
                  <a:cubicBezTo>
                    <a:pt x="10162" y="50450"/>
                    <a:pt x="13038" y="52421"/>
                    <a:pt x="16385" y="53861"/>
                  </a:cubicBezTo>
                  <a:cubicBezTo>
                    <a:pt x="19732" y="55300"/>
                    <a:pt x="23448" y="56020"/>
                    <a:pt x="27520" y="56020"/>
                  </a:cubicBezTo>
                  <a:cubicBezTo>
                    <a:pt x="32075" y="56020"/>
                    <a:pt x="36043" y="55146"/>
                    <a:pt x="39425" y="53398"/>
                  </a:cubicBezTo>
                  <a:cubicBezTo>
                    <a:pt x="42807" y="51650"/>
                    <a:pt x="45579" y="49302"/>
                    <a:pt x="47759" y="46354"/>
                  </a:cubicBezTo>
                  <a:cubicBezTo>
                    <a:pt x="49927" y="43406"/>
                    <a:pt x="51503" y="40046"/>
                    <a:pt x="52469" y="36276"/>
                  </a:cubicBezTo>
                  <a:cubicBezTo>
                    <a:pt x="53436" y="32505"/>
                    <a:pt x="53781" y="28563"/>
                    <a:pt x="53499" y="24450"/>
                  </a:cubicBezTo>
                  <a:lnTo>
                    <a:pt x="14890" y="24450"/>
                  </a:lnTo>
                  <a:cubicBezTo>
                    <a:pt x="15097" y="19719"/>
                    <a:pt x="16305" y="16291"/>
                    <a:pt x="18507" y="14166"/>
                  </a:cubicBezTo>
                </a:path>
              </a:pathLst>
            </a:custGeom>
            <a:solidFill>
              <a:schemeClr val="accent6"/>
            </a:solidFill>
            <a:ln w="571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83AF09F9-4CCB-8C27-1D9A-817073CCAED9}"/>
                </a:ext>
              </a:extLst>
            </p:cNvPr>
            <p:cNvSpPr/>
            <p:nvPr/>
          </p:nvSpPr>
          <p:spPr>
            <a:xfrm flipV="1">
              <a:off x="6447635" y="3301775"/>
              <a:ext cx="34468" cy="54605"/>
            </a:xfrm>
            <a:custGeom>
              <a:avLst/>
              <a:gdLst>
                <a:gd name="connsiteX0" fmla="*/ 14175 w 34468"/>
                <a:gd name="connsiteY0" fmla="*/ 53246 h 54605"/>
                <a:gd name="connsiteX1" fmla="*/ 14175 w 34468"/>
                <a:gd name="connsiteY1" fmla="*/ 43373 h 54605"/>
                <a:gd name="connsiteX2" fmla="*/ 14382 w 34468"/>
                <a:gd name="connsiteY2" fmla="*/ 43373 h 54605"/>
                <a:gd name="connsiteX3" fmla="*/ 17178 w 34468"/>
                <a:gd name="connsiteY3" fmla="*/ 47950 h 54605"/>
                <a:gd name="connsiteX4" fmla="*/ 21215 w 34468"/>
                <a:gd name="connsiteY4" fmla="*/ 51549 h 54605"/>
                <a:gd name="connsiteX5" fmla="*/ 26081 w 34468"/>
                <a:gd name="connsiteY5" fmla="*/ 53863 h 54605"/>
                <a:gd name="connsiteX6" fmla="*/ 31470 w 34468"/>
                <a:gd name="connsiteY6" fmla="*/ 54685 h 54605"/>
                <a:gd name="connsiteX7" fmla="*/ 34668 w 34468"/>
                <a:gd name="connsiteY7" fmla="*/ 54171 h 54605"/>
                <a:gd name="connsiteX8" fmla="*/ 34668 w 34468"/>
                <a:gd name="connsiteY8" fmla="*/ 40597 h 54605"/>
                <a:gd name="connsiteX9" fmla="*/ 32189 w 34468"/>
                <a:gd name="connsiteY9" fmla="*/ 40962 h 54605"/>
                <a:gd name="connsiteX10" fmla="*/ 29394 w 34468"/>
                <a:gd name="connsiteY10" fmla="*/ 41111 h 54605"/>
                <a:gd name="connsiteX11" fmla="*/ 22561 w 34468"/>
                <a:gd name="connsiteY11" fmla="*/ 39780 h 54605"/>
                <a:gd name="connsiteX12" fmla="*/ 18057 w 34468"/>
                <a:gd name="connsiteY12" fmla="*/ 36123 h 54605"/>
                <a:gd name="connsiteX13" fmla="*/ 15625 w 34468"/>
                <a:gd name="connsiteY13" fmla="*/ 30730 h 54605"/>
                <a:gd name="connsiteX14" fmla="*/ 14900 w 34468"/>
                <a:gd name="connsiteY14" fmla="*/ 24046 h 54605"/>
                <a:gd name="connsiteX15" fmla="*/ 14900 w 34468"/>
                <a:gd name="connsiteY15" fmla="*/ 79 h 54605"/>
                <a:gd name="connsiteX16" fmla="*/ 199 w 34468"/>
                <a:gd name="connsiteY16" fmla="*/ 79 h 54605"/>
                <a:gd name="connsiteX17" fmla="*/ 199 w 34468"/>
                <a:gd name="connsiteY1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468" h="54605">
                  <a:moveTo>
                    <a:pt x="14175" y="53246"/>
                  </a:moveTo>
                  <a:lnTo>
                    <a:pt x="14175" y="43373"/>
                  </a:lnTo>
                  <a:lnTo>
                    <a:pt x="14382" y="43373"/>
                  </a:lnTo>
                  <a:cubicBezTo>
                    <a:pt x="15067" y="45024"/>
                    <a:pt x="15998" y="46544"/>
                    <a:pt x="17178" y="47950"/>
                  </a:cubicBezTo>
                  <a:cubicBezTo>
                    <a:pt x="18351" y="49355"/>
                    <a:pt x="19697" y="50555"/>
                    <a:pt x="21215" y="51549"/>
                  </a:cubicBezTo>
                  <a:cubicBezTo>
                    <a:pt x="22728" y="52543"/>
                    <a:pt x="24361" y="53314"/>
                    <a:pt x="26081" y="53863"/>
                  </a:cubicBezTo>
                  <a:cubicBezTo>
                    <a:pt x="27806" y="54411"/>
                    <a:pt x="29606" y="54685"/>
                    <a:pt x="31470" y="54685"/>
                  </a:cubicBezTo>
                  <a:cubicBezTo>
                    <a:pt x="32430" y="54685"/>
                    <a:pt x="33500" y="54520"/>
                    <a:pt x="34668" y="54171"/>
                  </a:cubicBezTo>
                  <a:lnTo>
                    <a:pt x="34668" y="40597"/>
                  </a:lnTo>
                  <a:cubicBezTo>
                    <a:pt x="33983" y="40740"/>
                    <a:pt x="33155" y="40854"/>
                    <a:pt x="32189" y="40962"/>
                  </a:cubicBezTo>
                  <a:cubicBezTo>
                    <a:pt x="31222" y="41060"/>
                    <a:pt x="30291" y="41111"/>
                    <a:pt x="29394" y="41111"/>
                  </a:cubicBezTo>
                  <a:cubicBezTo>
                    <a:pt x="26708" y="41111"/>
                    <a:pt x="24424" y="40665"/>
                    <a:pt x="22561" y="39780"/>
                  </a:cubicBezTo>
                  <a:cubicBezTo>
                    <a:pt x="20697" y="38883"/>
                    <a:pt x="19196" y="37666"/>
                    <a:pt x="18057" y="36123"/>
                  </a:cubicBezTo>
                  <a:cubicBezTo>
                    <a:pt x="16924" y="34581"/>
                    <a:pt x="16108" y="32781"/>
                    <a:pt x="15625" y="30730"/>
                  </a:cubicBezTo>
                  <a:cubicBezTo>
                    <a:pt x="15142" y="28668"/>
                    <a:pt x="14900" y="26445"/>
                    <a:pt x="14900" y="24046"/>
                  </a:cubicBezTo>
                  <a:lnTo>
                    <a:pt x="14900" y="79"/>
                  </a:lnTo>
                  <a:lnTo>
                    <a:pt x="199" y="79"/>
                  </a:lnTo>
                  <a:lnTo>
                    <a:pt x="199" y="53246"/>
                  </a:lnTo>
                  <a:close/>
                </a:path>
              </a:pathLst>
            </a:custGeom>
            <a:solidFill>
              <a:schemeClr val="accent6"/>
            </a:solidFill>
            <a:ln w="571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6E6B90F-1B73-1221-139E-96D0DC3B0972}"/>
                </a:ext>
              </a:extLst>
            </p:cNvPr>
            <p:cNvSpPr/>
            <p:nvPr/>
          </p:nvSpPr>
          <p:spPr>
            <a:xfrm flipV="1">
              <a:off x="6488320" y="3301775"/>
              <a:ext cx="81790" cy="54605"/>
            </a:xfrm>
            <a:custGeom>
              <a:avLst/>
              <a:gdLst>
                <a:gd name="connsiteX0" fmla="*/ 14083 w 81790"/>
                <a:gd name="connsiteY0" fmla="*/ 53246 h 54605"/>
                <a:gd name="connsiteX1" fmla="*/ 14083 w 81790"/>
                <a:gd name="connsiteY1" fmla="*/ 46047 h 54605"/>
                <a:gd name="connsiteX2" fmla="*/ 14290 w 81790"/>
                <a:gd name="connsiteY2" fmla="*/ 46047 h 54605"/>
                <a:gd name="connsiteX3" fmla="*/ 21278 w 81790"/>
                <a:gd name="connsiteY3" fmla="*/ 52423 h 54605"/>
                <a:gd name="connsiteX4" fmla="*/ 30647 w 81790"/>
                <a:gd name="connsiteY4" fmla="*/ 54685 h 54605"/>
                <a:gd name="connsiteX5" fmla="*/ 39906 w 81790"/>
                <a:gd name="connsiteY5" fmla="*/ 52731 h 54605"/>
                <a:gd name="connsiteX6" fmla="*/ 46279 w 81790"/>
                <a:gd name="connsiteY6" fmla="*/ 45841 h 54605"/>
                <a:gd name="connsiteX7" fmla="*/ 52749 w 81790"/>
                <a:gd name="connsiteY7" fmla="*/ 52012 h 54605"/>
                <a:gd name="connsiteX8" fmla="*/ 62429 w 81790"/>
                <a:gd name="connsiteY8" fmla="*/ 54685 h 54605"/>
                <a:gd name="connsiteX9" fmla="*/ 70291 w 81790"/>
                <a:gd name="connsiteY9" fmla="*/ 53657 h 54605"/>
                <a:gd name="connsiteX10" fmla="*/ 76508 w 81790"/>
                <a:gd name="connsiteY10" fmla="*/ 50366 h 54605"/>
                <a:gd name="connsiteX11" fmla="*/ 80552 w 81790"/>
                <a:gd name="connsiteY11" fmla="*/ 44453 h 54605"/>
                <a:gd name="connsiteX12" fmla="*/ 82001 w 81790"/>
                <a:gd name="connsiteY12" fmla="*/ 35661 h 54605"/>
                <a:gd name="connsiteX13" fmla="*/ 82001 w 81790"/>
                <a:gd name="connsiteY13" fmla="*/ 79 h 54605"/>
                <a:gd name="connsiteX14" fmla="*/ 67295 w 81790"/>
                <a:gd name="connsiteY14" fmla="*/ 79 h 54605"/>
                <a:gd name="connsiteX15" fmla="*/ 67295 w 81790"/>
                <a:gd name="connsiteY15" fmla="*/ 30216 h 54605"/>
                <a:gd name="connsiteX16" fmla="*/ 67088 w 81790"/>
                <a:gd name="connsiteY16" fmla="*/ 35255 h 54605"/>
                <a:gd name="connsiteX17" fmla="*/ 65949 w 81790"/>
                <a:gd name="connsiteY17" fmla="*/ 39363 h 54605"/>
                <a:gd name="connsiteX18" fmla="*/ 63205 w 81790"/>
                <a:gd name="connsiteY18" fmla="*/ 42145 h 54605"/>
                <a:gd name="connsiteX19" fmla="*/ 58288 w 81790"/>
                <a:gd name="connsiteY19" fmla="*/ 43168 h 54605"/>
                <a:gd name="connsiteX20" fmla="*/ 53261 w 81790"/>
                <a:gd name="connsiteY20" fmla="*/ 41985 h 54605"/>
                <a:gd name="connsiteX21" fmla="*/ 50265 w 81790"/>
                <a:gd name="connsiteY21" fmla="*/ 38900 h 54605"/>
                <a:gd name="connsiteX22" fmla="*/ 48815 w 81790"/>
                <a:gd name="connsiteY22" fmla="*/ 34581 h 54605"/>
                <a:gd name="connsiteX23" fmla="*/ 48459 w 81790"/>
                <a:gd name="connsiteY23" fmla="*/ 29696 h 54605"/>
                <a:gd name="connsiteX24" fmla="*/ 48459 w 81790"/>
                <a:gd name="connsiteY24" fmla="*/ 79 h 54605"/>
                <a:gd name="connsiteX25" fmla="*/ 33752 w 81790"/>
                <a:gd name="connsiteY25" fmla="*/ 79 h 54605"/>
                <a:gd name="connsiteX26" fmla="*/ 33752 w 81790"/>
                <a:gd name="connsiteY26" fmla="*/ 29902 h 54605"/>
                <a:gd name="connsiteX27" fmla="*/ 33649 w 81790"/>
                <a:gd name="connsiteY27" fmla="*/ 34581 h 54605"/>
                <a:gd name="connsiteX28" fmla="*/ 32769 w 81790"/>
                <a:gd name="connsiteY28" fmla="*/ 38849 h 54605"/>
                <a:gd name="connsiteX29" fmla="*/ 30181 w 81790"/>
                <a:gd name="connsiteY29" fmla="*/ 41985 h 54605"/>
                <a:gd name="connsiteX30" fmla="*/ 24849 w 81790"/>
                <a:gd name="connsiteY30" fmla="*/ 43168 h 54605"/>
                <a:gd name="connsiteX31" fmla="*/ 22106 w 81790"/>
                <a:gd name="connsiteY31" fmla="*/ 42705 h 54605"/>
                <a:gd name="connsiteX32" fmla="*/ 18787 w 81790"/>
                <a:gd name="connsiteY32" fmla="*/ 40962 h 54605"/>
                <a:gd name="connsiteX33" fmla="*/ 16050 w 81790"/>
                <a:gd name="connsiteY33" fmla="*/ 37255 h 54605"/>
                <a:gd name="connsiteX34" fmla="*/ 14917 w 81790"/>
                <a:gd name="connsiteY34" fmla="*/ 30936 h 54605"/>
                <a:gd name="connsiteX35" fmla="*/ 14917 w 81790"/>
                <a:gd name="connsiteY35" fmla="*/ 79 h 54605"/>
                <a:gd name="connsiteX36" fmla="*/ 210 w 81790"/>
                <a:gd name="connsiteY36" fmla="*/ 79 h 54605"/>
                <a:gd name="connsiteX37" fmla="*/ 210 w 81790"/>
                <a:gd name="connsiteY37"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1790" h="54605">
                  <a:moveTo>
                    <a:pt x="14083" y="53246"/>
                  </a:moveTo>
                  <a:lnTo>
                    <a:pt x="14083" y="46047"/>
                  </a:lnTo>
                  <a:lnTo>
                    <a:pt x="14290" y="46047"/>
                  </a:lnTo>
                  <a:cubicBezTo>
                    <a:pt x="16216" y="48789"/>
                    <a:pt x="18551" y="50915"/>
                    <a:pt x="21278" y="52423"/>
                  </a:cubicBezTo>
                  <a:cubicBezTo>
                    <a:pt x="24004" y="53931"/>
                    <a:pt x="27127" y="54685"/>
                    <a:pt x="30647" y="54685"/>
                  </a:cubicBezTo>
                  <a:cubicBezTo>
                    <a:pt x="34028" y="54685"/>
                    <a:pt x="37117" y="54034"/>
                    <a:pt x="39906" y="52731"/>
                  </a:cubicBezTo>
                  <a:cubicBezTo>
                    <a:pt x="42707" y="51435"/>
                    <a:pt x="44830" y="49132"/>
                    <a:pt x="46279" y="45841"/>
                  </a:cubicBezTo>
                  <a:cubicBezTo>
                    <a:pt x="47866" y="48172"/>
                    <a:pt x="50017" y="50229"/>
                    <a:pt x="52749" y="52012"/>
                  </a:cubicBezTo>
                  <a:cubicBezTo>
                    <a:pt x="55475" y="53800"/>
                    <a:pt x="58702" y="54685"/>
                    <a:pt x="62429" y="54685"/>
                  </a:cubicBezTo>
                  <a:cubicBezTo>
                    <a:pt x="65259" y="54685"/>
                    <a:pt x="67881" y="54343"/>
                    <a:pt x="70291" y="53657"/>
                  </a:cubicBezTo>
                  <a:cubicBezTo>
                    <a:pt x="72707" y="52971"/>
                    <a:pt x="74783" y="51875"/>
                    <a:pt x="76508" y="50366"/>
                  </a:cubicBezTo>
                  <a:cubicBezTo>
                    <a:pt x="78234" y="48858"/>
                    <a:pt x="79580" y="46887"/>
                    <a:pt x="80552" y="44453"/>
                  </a:cubicBezTo>
                  <a:cubicBezTo>
                    <a:pt x="81512" y="42019"/>
                    <a:pt x="82001" y="39089"/>
                    <a:pt x="82001" y="35661"/>
                  </a:cubicBezTo>
                  <a:lnTo>
                    <a:pt x="82001" y="79"/>
                  </a:lnTo>
                  <a:lnTo>
                    <a:pt x="67295" y="79"/>
                  </a:lnTo>
                  <a:lnTo>
                    <a:pt x="67295" y="30216"/>
                  </a:lnTo>
                  <a:cubicBezTo>
                    <a:pt x="67295" y="31993"/>
                    <a:pt x="67226" y="33673"/>
                    <a:pt x="67088" y="35255"/>
                  </a:cubicBezTo>
                  <a:cubicBezTo>
                    <a:pt x="66944" y="36826"/>
                    <a:pt x="66570" y="38197"/>
                    <a:pt x="65949" y="39363"/>
                  </a:cubicBezTo>
                  <a:cubicBezTo>
                    <a:pt x="65328" y="40528"/>
                    <a:pt x="64413" y="41460"/>
                    <a:pt x="63205" y="42145"/>
                  </a:cubicBezTo>
                  <a:cubicBezTo>
                    <a:pt x="61998" y="42825"/>
                    <a:pt x="60358" y="43168"/>
                    <a:pt x="58288" y="43168"/>
                  </a:cubicBezTo>
                  <a:cubicBezTo>
                    <a:pt x="56217" y="43168"/>
                    <a:pt x="54544" y="42774"/>
                    <a:pt x="53261" y="41985"/>
                  </a:cubicBezTo>
                  <a:cubicBezTo>
                    <a:pt x="51990" y="41202"/>
                    <a:pt x="50989" y="40168"/>
                    <a:pt x="50265" y="38900"/>
                  </a:cubicBezTo>
                  <a:cubicBezTo>
                    <a:pt x="49540" y="37637"/>
                    <a:pt x="49057" y="36198"/>
                    <a:pt x="48815" y="34581"/>
                  </a:cubicBezTo>
                  <a:cubicBezTo>
                    <a:pt x="48568" y="32970"/>
                    <a:pt x="48459" y="31342"/>
                    <a:pt x="48459" y="29696"/>
                  </a:cubicBezTo>
                  <a:lnTo>
                    <a:pt x="48459" y="79"/>
                  </a:lnTo>
                  <a:lnTo>
                    <a:pt x="33752" y="79"/>
                  </a:lnTo>
                  <a:lnTo>
                    <a:pt x="33752" y="29902"/>
                  </a:lnTo>
                  <a:cubicBezTo>
                    <a:pt x="33752" y="31479"/>
                    <a:pt x="33718" y="33038"/>
                    <a:pt x="33649" y="34581"/>
                  </a:cubicBezTo>
                  <a:cubicBezTo>
                    <a:pt x="33580" y="36123"/>
                    <a:pt x="33286" y="37546"/>
                    <a:pt x="32769" y="38849"/>
                  </a:cubicBezTo>
                  <a:cubicBezTo>
                    <a:pt x="32251" y="40151"/>
                    <a:pt x="31389" y="41202"/>
                    <a:pt x="30181" y="41985"/>
                  </a:cubicBezTo>
                  <a:cubicBezTo>
                    <a:pt x="28973" y="42774"/>
                    <a:pt x="27190" y="43168"/>
                    <a:pt x="24849" y="43168"/>
                  </a:cubicBezTo>
                  <a:cubicBezTo>
                    <a:pt x="24159" y="43168"/>
                    <a:pt x="23245" y="43013"/>
                    <a:pt x="22106" y="42705"/>
                  </a:cubicBezTo>
                  <a:cubicBezTo>
                    <a:pt x="20967" y="42402"/>
                    <a:pt x="19863" y="41814"/>
                    <a:pt x="18787" y="40962"/>
                  </a:cubicBezTo>
                  <a:cubicBezTo>
                    <a:pt x="17723" y="40100"/>
                    <a:pt x="16809" y="38866"/>
                    <a:pt x="16050" y="37255"/>
                  </a:cubicBezTo>
                  <a:cubicBezTo>
                    <a:pt x="15290" y="35644"/>
                    <a:pt x="14917" y="33535"/>
                    <a:pt x="14917" y="30936"/>
                  </a:cubicBezTo>
                  <a:lnTo>
                    <a:pt x="14917" y="79"/>
                  </a:lnTo>
                  <a:lnTo>
                    <a:pt x="210" y="79"/>
                  </a:lnTo>
                  <a:lnTo>
                    <a:pt x="210" y="53246"/>
                  </a:lnTo>
                  <a:close/>
                </a:path>
              </a:pathLst>
            </a:custGeom>
            <a:solidFill>
              <a:schemeClr val="accent6"/>
            </a:solidFill>
            <a:ln w="571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D29417D7-D092-B5B0-CC1A-270CC1FF04A4}"/>
                </a:ext>
              </a:extLst>
            </p:cNvPr>
            <p:cNvSpPr/>
            <p:nvPr/>
          </p:nvSpPr>
          <p:spPr>
            <a:xfrm flipV="1">
              <a:off x="6582114" y="3282958"/>
              <a:ext cx="14700" cy="73419"/>
            </a:xfrm>
            <a:custGeom>
              <a:avLst/>
              <a:gdLst>
                <a:gd name="connsiteX0" fmla="*/ 14758 w 14700"/>
                <a:gd name="connsiteY0" fmla="*/ 42 h 73419"/>
                <a:gd name="connsiteX1" fmla="*/ 57 w 14700"/>
                <a:gd name="connsiteY1" fmla="*/ 42 h 73419"/>
                <a:gd name="connsiteX2" fmla="*/ 57 w 14700"/>
                <a:gd name="connsiteY2" fmla="*/ 53208 h 73419"/>
                <a:gd name="connsiteX3" fmla="*/ 14758 w 14700"/>
                <a:gd name="connsiteY3" fmla="*/ 53208 h 73419"/>
                <a:gd name="connsiteX4" fmla="*/ 57 w 14700"/>
                <a:gd name="connsiteY4" fmla="*/ 73461 h 73419"/>
                <a:gd name="connsiteX5" fmla="*/ 14758 w 14700"/>
                <a:gd name="connsiteY5" fmla="*/ 73461 h 73419"/>
                <a:gd name="connsiteX6" fmla="*/ 14758 w 14700"/>
                <a:gd name="connsiteY6" fmla="*/ 61435 h 73419"/>
                <a:gd name="connsiteX7" fmla="*/ 57 w 14700"/>
                <a:gd name="connsiteY7" fmla="*/ 61435 h 73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00" h="73419">
                  <a:moveTo>
                    <a:pt x="14758" y="42"/>
                  </a:moveTo>
                  <a:lnTo>
                    <a:pt x="57" y="42"/>
                  </a:lnTo>
                  <a:lnTo>
                    <a:pt x="57" y="53208"/>
                  </a:lnTo>
                  <a:lnTo>
                    <a:pt x="14758" y="53208"/>
                  </a:lnTo>
                  <a:close/>
                  <a:moveTo>
                    <a:pt x="57" y="73461"/>
                  </a:moveTo>
                  <a:lnTo>
                    <a:pt x="14758" y="73461"/>
                  </a:lnTo>
                  <a:lnTo>
                    <a:pt x="14758" y="61435"/>
                  </a:lnTo>
                  <a:lnTo>
                    <a:pt x="57" y="61435"/>
                  </a:lnTo>
                  <a:close/>
                </a:path>
              </a:pathLst>
            </a:custGeom>
            <a:solidFill>
              <a:schemeClr val="accent6"/>
            </a:solidFill>
            <a:ln w="571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5A1D3267-4BD8-1F8F-3179-BEB5671A9D46}"/>
                </a:ext>
              </a:extLst>
            </p:cNvPr>
            <p:cNvSpPr/>
            <p:nvPr/>
          </p:nvSpPr>
          <p:spPr>
            <a:xfrm flipV="1">
              <a:off x="6608409" y="3301775"/>
              <a:ext cx="50209" cy="54605"/>
            </a:xfrm>
            <a:custGeom>
              <a:avLst/>
              <a:gdLst>
                <a:gd name="connsiteX0" fmla="*/ 14213 w 50209"/>
                <a:gd name="connsiteY0" fmla="*/ 53246 h 54605"/>
                <a:gd name="connsiteX1" fmla="*/ 14213 w 50209"/>
                <a:gd name="connsiteY1" fmla="*/ 45841 h 54605"/>
                <a:gd name="connsiteX2" fmla="*/ 14524 w 50209"/>
                <a:gd name="connsiteY2" fmla="*/ 45841 h 54605"/>
                <a:gd name="connsiteX3" fmla="*/ 21765 w 50209"/>
                <a:gd name="connsiteY3" fmla="*/ 52583 h 54605"/>
                <a:gd name="connsiteX4" fmla="*/ 30875 w 50209"/>
                <a:gd name="connsiteY4" fmla="*/ 54685 h 54605"/>
                <a:gd name="connsiteX5" fmla="*/ 40554 w 50209"/>
                <a:gd name="connsiteY5" fmla="*/ 53097 h 54605"/>
                <a:gd name="connsiteX6" fmla="*/ 46507 w 50209"/>
                <a:gd name="connsiteY6" fmla="*/ 48669 h 54605"/>
                <a:gd name="connsiteX7" fmla="*/ 49561 w 50209"/>
                <a:gd name="connsiteY7" fmla="*/ 41779 h 54605"/>
                <a:gd name="connsiteX8" fmla="*/ 50447 w 50209"/>
                <a:gd name="connsiteY8" fmla="*/ 32781 h 54605"/>
                <a:gd name="connsiteX9" fmla="*/ 50447 w 50209"/>
                <a:gd name="connsiteY9" fmla="*/ 79 h 54605"/>
                <a:gd name="connsiteX10" fmla="*/ 35746 w 50209"/>
                <a:gd name="connsiteY10" fmla="*/ 79 h 54605"/>
                <a:gd name="connsiteX11" fmla="*/ 35746 w 50209"/>
                <a:gd name="connsiteY11" fmla="*/ 30108 h 54605"/>
                <a:gd name="connsiteX12" fmla="*/ 33676 w 50209"/>
                <a:gd name="connsiteY12" fmla="*/ 39928 h 54605"/>
                <a:gd name="connsiteX13" fmla="*/ 26320 w 50209"/>
                <a:gd name="connsiteY13" fmla="*/ 43168 h 54605"/>
                <a:gd name="connsiteX14" fmla="*/ 17629 w 50209"/>
                <a:gd name="connsiteY14" fmla="*/ 39620 h 54605"/>
                <a:gd name="connsiteX15" fmla="*/ 14932 w 50209"/>
                <a:gd name="connsiteY15" fmla="*/ 27948 h 54605"/>
                <a:gd name="connsiteX16" fmla="*/ 14932 w 50209"/>
                <a:gd name="connsiteY16" fmla="*/ 79 h 54605"/>
                <a:gd name="connsiteX17" fmla="*/ 237 w 50209"/>
                <a:gd name="connsiteY17" fmla="*/ 79 h 54605"/>
                <a:gd name="connsiteX18" fmla="*/ 237 w 50209"/>
                <a:gd name="connsiteY18" fmla="*/ 53246 h 5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0209" h="54605">
                  <a:moveTo>
                    <a:pt x="14213" y="53246"/>
                  </a:moveTo>
                  <a:lnTo>
                    <a:pt x="14213" y="45841"/>
                  </a:lnTo>
                  <a:lnTo>
                    <a:pt x="14524" y="45841"/>
                  </a:lnTo>
                  <a:cubicBezTo>
                    <a:pt x="16381" y="48927"/>
                    <a:pt x="18797" y="51178"/>
                    <a:pt x="21765" y="52583"/>
                  </a:cubicBezTo>
                  <a:cubicBezTo>
                    <a:pt x="24738" y="53983"/>
                    <a:pt x="27769" y="54685"/>
                    <a:pt x="30875" y="54685"/>
                  </a:cubicBezTo>
                  <a:cubicBezTo>
                    <a:pt x="34815" y="54685"/>
                    <a:pt x="38041" y="54154"/>
                    <a:pt x="40554" y="53097"/>
                  </a:cubicBezTo>
                  <a:cubicBezTo>
                    <a:pt x="43079" y="52029"/>
                    <a:pt x="45058" y="50555"/>
                    <a:pt x="46507" y="48669"/>
                  </a:cubicBezTo>
                  <a:cubicBezTo>
                    <a:pt x="47957" y="46784"/>
                    <a:pt x="48980" y="44487"/>
                    <a:pt x="49561" y="41779"/>
                  </a:cubicBezTo>
                  <a:cubicBezTo>
                    <a:pt x="50148" y="39077"/>
                    <a:pt x="50447" y="36072"/>
                    <a:pt x="50447" y="32781"/>
                  </a:cubicBezTo>
                  <a:lnTo>
                    <a:pt x="50447" y="79"/>
                  </a:lnTo>
                  <a:lnTo>
                    <a:pt x="35746" y="79"/>
                  </a:lnTo>
                  <a:lnTo>
                    <a:pt x="35746" y="30108"/>
                  </a:lnTo>
                  <a:cubicBezTo>
                    <a:pt x="35746" y="34495"/>
                    <a:pt x="35050" y="37769"/>
                    <a:pt x="33676" y="39928"/>
                  </a:cubicBezTo>
                  <a:cubicBezTo>
                    <a:pt x="32295" y="42088"/>
                    <a:pt x="29845" y="43168"/>
                    <a:pt x="26320" y="43168"/>
                  </a:cubicBezTo>
                  <a:cubicBezTo>
                    <a:pt x="22323" y="43168"/>
                    <a:pt x="19424" y="41985"/>
                    <a:pt x="17629" y="39620"/>
                  </a:cubicBezTo>
                  <a:cubicBezTo>
                    <a:pt x="15829" y="37255"/>
                    <a:pt x="14932" y="33370"/>
                    <a:pt x="14932" y="27948"/>
                  </a:cubicBezTo>
                  <a:lnTo>
                    <a:pt x="14932" y="79"/>
                  </a:lnTo>
                  <a:lnTo>
                    <a:pt x="237" y="79"/>
                  </a:lnTo>
                  <a:lnTo>
                    <a:pt x="237" y="53246"/>
                  </a:lnTo>
                  <a:close/>
                </a:path>
              </a:pathLst>
            </a:custGeom>
            <a:solidFill>
              <a:schemeClr val="accent6"/>
            </a:solidFill>
            <a:ln w="571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08F3516A-3D67-0005-D5E1-148BAFF3861D}"/>
                </a:ext>
              </a:extLst>
            </p:cNvPr>
            <p:cNvSpPr/>
            <p:nvPr/>
          </p:nvSpPr>
          <p:spPr>
            <a:xfrm flipV="1">
              <a:off x="6667528" y="3301774"/>
              <a:ext cx="52171" cy="55942"/>
            </a:xfrm>
            <a:custGeom>
              <a:avLst/>
              <a:gdLst>
                <a:gd name="connsiteX0" fmla="*/ 35862 w 52171"/>
                <a:gd name="connsiteY0" fmla="*/ 27429 h 55942"/>
                <a:gd name="connsiteX1" fmla="*/ 33532 w 52171"/>
                <a:gd name="connsiteY1" fmla="*/ 26144 h 55942"/>
                <a:gd name="connsiteX2" fmla="*/ 30524 w 52171"/>
                <a:gd name="connsiteY2" fmla="*/ 25378 h 55942"/>
                <a:gd name="connsiteX3" fmla="*/ 27165 w 52171"/>
                <a:gd name="connsiteY3" fmla="*/ 24858 h 55942"/>
                <a:gd name="connsiteX4" fmla="*/ 23646 w 52171"/>
                <a:gd name="connsiteY4" fmla="*/ 24344 h 55942"/>
                <a:gd name="connsiteX5" fmla="*/ 20385 w 52171"/>
                <a:gd name="connsiteY5" fmla="*/ 23522 h 55942"/>
                <a:gd name="connsiteX6" fmla="*/ 17584 w 52171"/>
                <a:gd name="connsiteY6" fmla="*/ 22133 h 55942"/>
                <a:gd name="connsiteX7" fmla="*/ 15674 w 52171"/>
                <a:gd name="connsiteY7" fmla="*/ 19928 h 55942"/>
                <a:gd name="connsiteX8" fmla="*/ 14944 w 52171"/>
                <a:gd name="connsiteY8" fmla="*/ 16534 h 55942"/>
                <a:gd name="connsiteX9" fmla="*/ 15674 w 52171"/>
                <a:gd name="connsiteY9" fmla="*/ 13244 h 55942"/>
                <a:gd name="connsiteX10" fmla="*/ 17641 w 52171"/>
                <a:gd name="connsiteY10" fmla="*/ 11130 h 55942"/>
                <a:gd name="connsiteX11" fmla="*/ 20540 w 52171"/>
                <a:gd name="connsiteY11" fmla="*/ 10050 h 55942"/>
                <a:gd name="connsiteX12" fmla="*/ 23956 w 52171"/>
                <a:gd name="connsiteY12" fmla="*/ 9742 h 55942"/>
                <a:gd name="connsiteX13" fmla="*/ 30685 w 52171"/>
                <a:gd name="connsiteY13" fmla="*/ 11181 h 55942"/>
                <a:gd name="connsiteX14" fmla="*/ 34205 w 52171"/>
                <a:gd name="connsiteY14" fmla="*/ 14632 h 55942"/>
                <a:gd name="connsiteX15" fmla="*/ 35603 w 52171"/>
                <a:gd name="connsiteY15" fmla="*/ 18694 h 55942"/>
                <a:gd name="connsiteX16" fmla="*/ 35862 w 52171"/>
                <a:gd name="connsiteY16" fmla="*/ 21979 h 55942"/>
                <a:gd name="connsiteX17" fmla="*/ 1905 w 52171"/>
                <a:gd name="connsiteY17" fmla="*/ 38233 h 55942"/>
                <a:gd name="connsiteX18" fmla="*/ 4493 w 52171"/>
                <a:gd name="connsiteY18" fmla="*/ 46768 h 55942"/>
                <a:gd name="connsiteX19" fmla="*/ 10291 w 52171"/>
                <a:gd name="connsiteY19" fmla="*/ 52213 h 55942"/>
                <a:gd name="connsiteX20" fmla="*/ 18216 w 52171"/>
                <a:gd name="connsiteY20" fmla="*/ 55149 h 55942"/>
                <a:gd name="connsiteX21" fmla="*/ 27062 w 52171"/>
                <a:gd name="connsiteY21" fmla="*/ 56018 h 55942"/>
                <a:gd name="connsiteX22" fmla="*/ 35246 w 52171"/>
                <a:gd name="connsiteY22" fmla="*/ 55452 h 55942"/>
                <a:gd name="connsiteX23" fmla="*/ 42798 w 52171"/>
                <a:gd name="connsiteY23" fmla="*/ 53247 h 55942"/>
                <a:gd name="connsiteX24" fmla="*/ 48388 w 52171"/>
                <a:gd name="connsiteY24" fmla="*/ 48671 h 55942"/>
                <a:gd name="connsiteX25" fmla="*/ 50568 w 52171"/>
                <a:gd name="connsiteY25" fmla="*/ 40901 h 55942"/>
                <a:gd name="connsiteX26" fmla="*/ 50568 w 52171"/>
                <a:gd name="connsiteY26" fmla="*/ 13244 h 55942"/>
                <a:gd name="connsiteX27" fmla="*/ 50976 w 52171"/>
                <a:gd name="connsiteY27" fmla="*/ 6354 h 55942"/>
                <a:gd name="connsiteX28" fmla="*/ 52426 w 52171"/>
                <a:gd name="connsiteY28" fmla="*/ 1412 h 55942"/>
                <a:gd name="connsiteX29" fmla="*/ 37518 w 52171"/>
                <a:gd name="connsiteY29" fmla="*/ 1412 h 55942"/>
                <a:gd name="connsiteX30" fmla="*/ 36845 w 52171"/>
                <a:gd name="connsiteY30" fmla="*/ 3937 h 55942"/>
                <a:gd name="connsiteX31" fmla="*/ 36477 w 52171"/>
                <a:gd name="connsiteY31" fmla="*/ 6559 h 55942"/>
                <a:gd name="connsiteX32" fmla="*/ 28201 w 52171"/>
                <a:gd name="connsiteY32" fmla="*/ 1515 h 55942"/>
                <a:gd name="connsiteX33" fmla="*/ 18475 w 52171"/>
                <a:gd name="connsiteY33" fmla="*/ 75 h 55942"/>
                <a:gd name="connsiteX34" fmla="*/ 11326 w 52171"/>
                <a:gd name="connsiteY34" fmla="*/ 1000 h 55942"/>
                <a:gd name="connsiteX35" fmla="*/ 5534 w 52171"/>
                <a:gd name="connsiteY35" fmla="*/ 3880 h 55942"/>
                <a:gd name="connsiteX36" fmla="*/ 1646 w 52171"/>
                <a:gd name="connsiteY36" fmla="*/ 8816 h 55942"/>
                <a:gd name="connsiteX37" fmla="*/ 255 w 52171"/>
                <a:gd name="connsiteY37" fmla="*/ 15912 h 55942"/>
                <a:gd name="connsiteX38" fmla="*/ 1854 w 52171"/>
                <a:gd name="connsiteY38" fmla="*/ 23367 h 55942"/>
                <a:gd name="connsiteX39" fmla="*/ 5995 w 52171"/>
                <a:gd name="connsiteY39" fmla="*/ 28046 h 55942"/>
                <a:gd name="connsiteX40" fmla="*/ 11786 w 52171"/>
                <a:gd name="connsiteY40" fmla="*/ 30669 h 55942"/>
                <a:gd name="connsiteX41" fmla="*/ 18366 w 52171"/>
                <a:gd name="connsiteY41" fmla="*/ 32063 h 55942"/>
                <a:gd name="connsiteX42" fmla="*/ 24888 w 52171"/>
                <a:gd name="connsiteY42" fmla="*/ 32880 h 55942"/>
                <a:gd name="connsiteX43" fmla="*/ 30582 w 52171"/>
                <a:gd name="connsiteY43" fmla="*/ 33805 h 55942"/>
                <a:gd name="connsiteX44" fmla="*/ 34516 w 52171"/>
                <a:gd name="connsiteY44" fmla="*/ 35611 h 55942"/>
                <a:gd name="connsiteX45" fmla="*/ 35862 w 52171"/>
                <a:gd name="connsiteY45" fmla="*/ 39050 h 55942"/>
                <a:gd name="connsiteX46" fmla="*/ 35085 w 52171"/>
                <a:gd name="connsiteY46" fmla="*/ 42803 h 55942"/>
                <a:gd name="connsiteX47" fmla="*/ 33015 w 52171"/>
                <a:gd name="connsiteY47" fmla="*/ 44963 h 55942"/>
                <a:gd name="connsiteX48" fmla="*/ 30007 w 52171"/>
                <a:gd name="connsiteY48" fmla="*/ 45991 h 55942"/>
                <a:gd name="connsiteX49" fmla="*/ 26337 w 52171"/>
                <a:gd name="connsiteY49" fmla="*/ 46248 h 55942"/>
                <a:gd name="connsiteX50" fmla="*/ 19505 w 52171"/>
                <a:gd name="connsiteY50" fmla="*/ 44403 h 55942"/>
                <a:gd name="connsiteX51" fmla="*/ 16606 w 52171"/>
                <a:gd name="connsiteY51" fmla="*/ 38233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2171" h="55942">
                  <a:moveTo>
                    <a:pt x="35862" y="27429"/>
                  </a:moveTo>
                  <a:cubicBezTo>
                    <a:pt x="35246" y="26881"/>
                    <a:pt x="34464" y="26452"/>
                    <a:pt x="33532" y="26144"/>
                  </a:cubicBezTo>
                  <a:cubicBezTo>
                    <a:pt x="32606" y="25841"/>
                    <a:pt x="31600" y="25584"/>
                    <a:pt x="30524" y="25378"/>
                  </a:cubicBezTo>
                  <a:cubicBezTo>
                    <a:pt x="29460" y="25167"/>
                    <a:pt x="28333" y="24996"/>
                    <a:pt x="27165" y="24858"/>
                  </a:cubicBezTo>
                  <a:cubicBezTo>
                    <a:pt x="25986" y="24721"/>
                    <a:pt x="24819" y="24550"/>
                    <a:pt x="23646" y="24344"/>
                  </a:cubicBezTo>
                  <a:cubicBezTo>
                    <a:pt x="22541" y="24139"/>
                    <a:pt x="21449" y="23864"/>
                    <a:pt x="20385" y="23522"/>
                  </a:cubicBezTo>
                  <a:cubicBezTo>
                    <a:pt x="19315" y="23179"/>
                    <a:pt x="18383" y="22716"/>
                    <a:pt x="17584" y="22133"/>
                  </a:cubicBezTo>
                  <a:cubicBezTo>
                    <a:pt x="16801" y="21556"/>
                    <a:pt x="16157" y="20814"/>
                    <a:pt x="15674" y="19928"/>
                  </a:cubicBezTo>
                  <a:cubicBezTo>
                    <a:pt x="15191" y="19031"/>
                    <a:pt x="14944" y="17900"/>
                    <a:pt x="14944" y="16534"/>
                  </a:cubicBezTo>
                  <a:cubicBezTo>
                    <a:pt x="14944" y="15226"/>
                    <a:pt x="15191" y="14129"/>
                    <a:pt x="15674" y="13244"/>
                  </a:cubicBezTo>
                  <a:cubicBezTo>
                    <a:pt x="16157" y="12347"/>
                    <a:pt x="16807" y="11644"/>
                    <a:pt x="17641" y="11130"/>
                  </a:cubicBezTo>
                  <a:cubicBezTo>
                    <a:pt x="18475" y="10621"/>
                    <a:pt x="19441" y="10256"/>
                    <a:pt x="20540" y="10050"/>
                  </a:cubicBezTo>
                  <a:cubicBezTo>
                    <a:pt x="21638" y="9844"/>
                    <a:pt x="22783" y="9742"/>
                    <a:pt x="23956" y="9742"/>
                  </a:cubicBezTo>
                  <a:cubicBezTo>
                    <a:pt x="26855" y="9742"/>
                    <a:pt x="29098" y="10221"/>
                    <a:pt x="30685" y="11181"/>
                  </a:cubicBezTo>
                  <a:cubicBezTo>
                    <a:pt x="32273" y="12141"/>
                    <a:pt x="33446" y="13289"/>
                    <a:pt x="34205" y="14632"/>
                  </a:cubicBezTo>
                  <a:cubicBezTo>
                    <a:pt x="34964" y="15963"/>
                    <a:pt x="35430" y="17317"/>
                    <a:pt x="35603" y="18694"/>
                  </a:cubicBezTo>
                  <a:cubicBezTo>
                    <a:pt x="35770" y="20059"/>
                    <a:pt x="35862" y="21156"/>
                    <a:pt x="35862" y="21979"/>
                  </a:cubicBezTo>
                  <a:close/>
                  <a:moveTo>
                    <a:pt x="1905" y="38233"/>
                  </a:moveTo>
                  <a:cubicBezTo>
                    <a:pt x="2112" y="41655"/>
                    <a:pt x="2969" y="44500"/>
                    <a:pt x="4493" y="46768"/>
                  </a:cubicBezTo>
                  <a:cubicBezTo>
                    <a:pt x="6012" y="49025"/>
                    <a:pt x="7944" y="50842"/>
                    <a:pt x="10291" y="52213"/>
                  </a:cubicBezTo>
                  <a:cubicBezTo>
                    <a:pt x="12637" y="53584"/>
                    <a:pt x="15277" y="54561"/>
                    <a:pt x="18216" y="55149"/>
                  </a:cubicBezTo>
                  <a:cubicBezTo>
                    <a:pt x="21144" y="55726"/>
                    <a:pt x="24088" y="56018"/>
                    <a:pt x="27062" y="56018"/>
                  </a:cubicBezTo>
                  <a:cubicBezTo>
                    <a:pt x="29754" y="56018"/>
                    <a:pt x="32480" y="55829"/>
                    <a:pt x="35246" y="55452"/>
                  </a:cubicBezTo>
                  <a:cubicBezTo>
                    <a:pt x="37995" y="55075"/>
                    <a:pt x="40526" y="54338"/>
                    <a:pt x="42798" y="53247"/>
                  </a:cubicBezTo>
                  <a:cubicBezTo>
                    <a:pt x="45075" y="52144"/>
                    <a:pt x="46939" y="50625"/>
                    <a:pt x="48388" y="48671"/>
                  </a:cubicBezTo>
                  <a:cubicBezTo>
                    <a:pt x="49838" y="46711"/>
                    <a:pt x="50568" y="44123"/>
                    <a:pt x="50568" y="40901"/>
                  </a:cubicBezTo>
                  <a:lnTo>
                    <a:pt x="50568" y="13244"/>
                  </a:lnTo>
                  <a:cubicBezTo>
                    <a:pt x="50568" y="10838"/>
                    <a:pt x="50700" y="8542"/>
                    <a:pt x="50976" y="6354"/>
                  </a:cubicBezTo>
                  <a:cubicBezTo>
                    <a:pt x="51252" y="4154"/>
                    <a:pt x="51735" y="2509"/>
                    <a:pt x="52426" y="1412"/>
                  </a:cubicBezTo>
                  <a:lnTo>
                    <a:pt x="37518" y="1412"/>
                  </a:lnTo>
                  <a:cubicBezTo>
                    <a:pt x="37242" y="2234"/>
                    <a:pt x="37018" y="3074"/>
                    <a:pt x="36845" y="3937"/>
                  </a:cubicBezTo>
                  <a:cubicBezTo>
                    <a:pt x="36673" y="4788"/>
                    <a:pt x="36546" y="5662"/>
                    <a:pt x="36477" y="6559"/>
                  </a:cubicBezTo>
                  <a:cubicBezTo>
                    <a:pt x="34130" y="4154"/>
                    <a:pt x="31375" y="2474"/>
                    <a:pt x="28201" y="1515"/>
                  </a:cubicBezTo>
                  <a:cubicBezTo>
                    <a:pt x="25020" y="555"/>
                    <a:pt x="21782" y="75"/>
                    <a:pt x="18475" y="75"/>
                  </a:cubicBezTo>
                  <a:cubicBezTo>
                    <a:pt x="15910" y="75"/>
                    <a:pt x="13529" y="389"/>
                    <a:pt x="11326" y="1000"/>
                  </a:cubicBezTo>
                  <a:cubicBezTo>
                    <a:pt x="9118" y="1617"/>
                    <a:pt x="7185" y="2577"/>
                    <a:pt x="5534" y="3880"/>
                  </a:cubicBezTo>
                  <a:cubicBezTo>
                    <a:pt x="3872" y="5182"/>
                    <a:pt x="2578" y="6834"/>
                    <a:pt x="1646" y="8816"/>
                  </a:cubicBezTo>
                  <a:cubicBezTo>
                    <a:pt x="715" y="10804"/>
                    <a:pt x="255" y="13169"/>
                    <a:pt x="255" y="15912"/>
                  </a:cubicBezTo>
                  <a:cubicBezTo>
                    <a:pt x="255" y="18928"/>
                    <a:pt x="778" y="21413"/>
                    <a:pt x="1854" y="23367"/>
                  </a:cubicBezTo>
                  <a:cubicBezTo>
                    <a:pt x="2923" y="25321"/>
                    <a:pt x="4304" y="26881"/>
                    <a:pt x="5995" y="28046"/>
                  </a:cubicBezTo>
                  <a:cubicBezTo>
                    <a:pt x="7691" y="29212"/>
                    <a:pt x="9624" y="30086"/>
                    <a:pt x="11786" y="30669"/>
                  </a:cubicBezTo>
                  <a:cubicBezTo>
                    <a:pt x="13966" y="31251"/>
                    <a:pt x="16157" y="31714"/>
                    <a:pt x="18366" y="32063"/>
                  </a:cubicBezTo>
                  <a:cubicBezTo>
                    <a:pt x="20574" y="32400"/>
                    <a:pt x="22748" y="32674"/>
                    <a:pt x="24888" y="32880"/>
                  </a:cubicBezTo>
                  <a:cubicBezTo>
                    <a:pt x="27027" y="33085"/>
                    <a:pt x="28925" y="33394"/>
                    <a:pt x="30582" y="33805"/>
                  </a:cubicBezTo>
                  <a:cubicBezTo>
                    <a:pt x="32238" y="34217"/>
                    <a:pt x="33550" y="34816"/>
                    <a:pt x="34516" y="35611"/>
                  </a:cubicBezTo>
                  <a:cubicBezTo>
                    <a:pt x="35482" y="36393"/>
                    <a:pt x="35931" y="37547"/>
                    <a:pt x="35862" y="39050"/>
                  </a:cubicBezTo>
                  <a:cubicBezTo>
                    <a:pt x="35862" y="40632"/>
                    <a:pt x="35603" y="41878"/>
                    <a:pt x="35085" y="42803"/>
                  </a:cubicBezTo>
                  <a:cubicBezTo>
                    <a:pt x="34568" y="43735"/>
                    <a:pt x="33872" y="44449"/>
                    <a:pt x="33015" y="44963"/>
                  </a:cubicBezTo>
                  <a:cubicBezTo>
                    <a:pt x="32152" y="45477"/>
                    <a:pt x="31157" y="45820"/>
                    <a:pt x="30007" y="45991"/>
                  </a:cubicBezTo>
                  <a:cubicBezTo>
                    <a:pt x="28874" y="46163"/>
                    <a:pt x="27649" y="46248"/>
                    <a:pt x="26337" y="46248"/>
                  </a:cubicBezTo>
                  <a:cubicBezTo>
                    <a:pt x="23439" y="46248"/>
                    <a:pt x="21155" y="45637"/>
                    <a:pt x="19505" y="44403"/>
                  </a:cubicBezTo>
                  <a:cubicBezTo>
                    <a:pt x="17848" y="43163"/>
                    <a:pt x="16876" y="41112"/>
                    <a:pt x="16606" y="38233"/>
                  </a:cubicBezTo>
                  <a:close/>
                </a:path>
              </a:pathLst>
            </a:custGeom>
            <a:solidFill>
              <a:schemeClr val="accent6"/>
            </a:solidFill>
            <a:ln w="571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BCD21897-88FE-296B-C3D1-95ABDBC8E387}"/>
                </a:ext>
              </a:extLst>
            </p:cNvPr>
            <p:cNvSpPr/>
            <p:nvPr/>
          </p:nvSpPr>
          <p:spPr>
            <a:xfrm flipV="1">
              <a:off x="6729632" y="3282952"/>
              <a:ext cx="14706" cy="73424"/>
            </a:xfrm>
            <a:custGeom>
              <a:avLst/>
              <a:gdLst>
                <a:gd name="connsiteX0" fmla="*/ 14772 w 14706"/>
                <a:gd name="connsiteY0" fmla="*/ 42 h 73424"/>
                <a:gd name="connsiteX1" fmla="*/ 66 w 14706"/>
                <a:gd name="connsiteY1" fmla="*/ 42 h 73424"/>
                <a:gd name="connsiteX2" fmla="*/ 66 w 14706"/>
                <a:gd name="connsiteY2" fmla="*/ 73467 h 73424"/>
                <a:gd name="connsiteX3" fmla="*/ 14772 w 14706"/>
                <a:gd name="connsiteY3" fmla="*/ 73467 h 73424"/>
              </a:gdLst>
              <a:ahLst/>
              <a:cxnLst>
                <a:cxn ang="0">
                  <a:pos x="connsiteX0" y="connsiteY0"/>
                </a:cxn>
                <a:cxn ang="0">
                  <a:pos x="connsiteX1" y="connsiteY1"/>
                </a:cxn>
                <a:cxn ang="0">
                  <a:pos x="connsiteX2" y="connsiteY2"/>
                </a:cxn>
                <a:cxn ang="0">
                  <a:pos x="connsiteX3" y="connsiteY3"/>
                </a:cxn>
              </a:cxnLst>
              <a:rect l="l" t="t" r="r" b="b"/>
              <a:pathLst>
                <a:path w="14706" h="73424">
                  <a:moveTo>
                    <a:pt x="14772" y="42"/>
                  </a:moveTo>
                  <a:lnTo>
                    <a:pt x="66" y="42"/>
                  </a:lnTo>
                  <a:lnTo>
                    <a:pt x="66" y="73467"/>
                  </a:lnTo>
                  <a:lnTo>
                    <a:pt x="14772" y="73467"/>
                  </a:lnTo>
                  <a:close/>
                </a:path>
              </a:pathLst>
            </a:custGeom>
            <a:solidFill>
              <a:schemeClr val="accent6"/>
            </a:solidFill>
            <a:ln w="571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18DE1D9-A890-B3BD-4762-3825A803620C}"/>
                </a:ext>
              </a:extLst>
            </p:cNvPr>
            <p:cNvSpPr/>
            <p:nvPr/>
          </p:nvSpPr>
          <p:spPr>
            <a:xfrm flipV="1">
              <a:off x="6753345" y="3301776"/>
              <a:ext cx="49588" cy="55942"/>
            </a:xfrm>
            <a:custGeom>
              <a:avLst/>
              <a:gdLst>
                <a:gd name="connsiteX0" fmla="*/ 15230 w 49588"/>
                <a:gd name="connsiteY0" fmla="*/ 14630 h 55942"/>
                <a:gd name="connsiteX1" fmla="*/ 17761 w 49588"/>
                <a:gd name="connsiteY1" fmla="*/ 11853 h 55942"/>
                <a:gd name="connsiteX2" fmla="*/ 21338 w 49588"/>
                <a:gd name="connsiteY2" fmla="*/ 10253 h 55942"/>
                <a:gd name="connsiteX3" fmla="*/ 25531 w 49588"/>
                <a:gd name="connsiteY3" fmla="*/ 9745 h 55942"/>
                <a:gd name="connsiteX4" fmla="*/ 28792 w 49588"/>
                <a:gd name="connsiteY4" fmla="*/ 10105 h 55942"/>
                <a:gd name="connsiteX5" fmla="*/ 31892 w 49588"/>
                <a:gd name="connsiteY5" fmla="*/ 11230 h 55942"/>
                <a:gd name="connsiteX6" fmla="*/ 34227 w 49588"/>
                <a:gd name="connsiteY6" fmla="*/ 13293 h 55942"/>
                <a:gd name="connsiteX7" fmla="*/ 35159 w 49588"/>
                <a:gd name="connsiteY7" fmla="*/ 16532 h 55942"/>
                <a:gd name="connsiteX8" fmla="*/ 30759 w 49588"/>
                <a:gd name="connsiteY8" fmla="*/ 21463 h 55942"/>
                <a:gd name="connsiteX9" fmla="*/ 18491 w 49588"/>
                <a:gd name="connsiteY9" fmla="*/ 24753 h 55942"/>
                <a:gd name="connsiteX10" fmla="*/ 12228 w 49588"/>
                <a:gd name="connsiteY10" fmla="*/ 26450 h 55942"/>
                <a:gd name="connsiteX11" fmla="*/ 6787 w 49588"/>
                <a:gd name="connsiteY11" fmla="*/ 29027 h 55942"/>
                <a:gd name="connsiteX12" fmla="*/ 2963 w 49588"/>
                <a:gd name="connsiteY12" fmla="*/ 33037 h 55942"/>
                <a:gd name="connsiteX13" fmla="*/ 1507 w 49588"/>
                <a:gd name="connsiteY13" fmla="*/ 38950 h 55942"/>
                <a:gd name="connsiteX14" fmla="*/ 3532 w 49588"/>
                <a:gd name="connsiteY14" fmla="*/ 47377 h 55942"/>
                <a:gd name="connsiteX15" fmla="*/ 8869 w 49588"/>
                <a:gd name="connsiteY15" fmla="*/ 52576 h 55942"/>
                <a:gd name="connsiteX16" fmla="*/ 16312 w 49588"/>
                <a:gd name="connsiteY16" fmla="*/ 55244 h 55942"/>
                <a:gd name="connsiteX17" fmla="*/ 24806 w 49588"/>
                <a:gd name="connsiteY17" fmla="*/ 56016 h 55942"/>
                <a:gd name="connsiteX18" fmla="*/ 33244 w 49588"/>
                <a:gd name="connsiteY18" fmla="*/ 55199 h 55942"/>
                <a:gd name="connsiteX19" fmla="*/ 40542 w 49588"/>
                <a:gd name="connsiteY19" fmla="*/ 52416 h 55942"/>
                <a:gd name="connsiteX20" fmla="*/ 45874 w 49588"/>
                <a:gd name="connsiteY20" fmla="*/ 47223 h 55942"/>
                <a:gd name="connsiteX21" fmla="*/ 48410 w 49588"/>
                <a:gd name="connsiteY21" fmla="*/ 39048 h 55942"/>
                <a:gd name="connsiteX22" fmla="*/ 34434 w 49588"/>
                <a:gd name="connsiteY22" fmla="*/ 39048 h 55942"/>
                <a:gd name="connsiteX23" fmla="*/ 31219 w 49588"/>
                <a:gd name="connsiteY23" fmla="*/ 44755 h 55942"/>
                <a:gd name="connsiteX24" fmla="*/ 24392 w 49588"/>
                <a:gd name="connsiteY24" fmla="*/ 46246 h 55942"/>
                <a:gd name="connsiteX25" fmla="*/ 21701 w 49588"/>
                <a:gd name="connsiteY25" fmla="*/ 46098 h 55942"/>
                <a:gd name="connsiteX26" fmla="*/ 19061 w 49588"/>
                <a:gd name="connsiteY26" fmla="*/ 45429 h 55942"/>
                <a:gd name="connsiteX27" fmla="*/ 17042 w 49588"/>
                <a:gd name="connsiteY27" fmla="*/ 43938 h 55942"/>
                <a:gd name="connsiteX28" fmla="*/ 16214 w 49588"/>
                <a:gd name="connsiteY28" fmla="*/ 41316 h 55942"/>
                <a:gd name="connsiteX29" fmla="*/ 17663 w 49588"/>
                <a:gd name="connsiteY29" fmla="*/ 38122 h 55942"/>
                <a:gd name="connsiteX30" fmla="*/ 21442 w 49588"/>
                <a:gd name="connsiteY30" fmla="*/ 36122 h 55942"/>
                <a:gd name="connsiteX31" fmla="*/ 26773 w 49588"/>
                <a:gd name="connsiteY31" fmla="*/ 34734 h 55942"/>
                <a:gd name="connsiteX32" fmla="*/ 32881 w 49588"/>
                <a:gd name="connsiteY32" fmla="*/ 33392 h 55942"/>
                <a:gd name="connsiteX33" fmla="*/ 39139 w 49588"/>
                <a:gd name="connsiteY33" fmla="*/ 31649 h 55942"/>
                <a:gd name="connsiteX34" fmla="*/ 44580 w 49588"/>
                <a:gd name="connsiteY34" fmla="*/ 28924 h 55942"/>
                <a:gd name="connsiteX35" fmla="*/ 48410 w 49588"/>
                <a:gd name="connsiteY35" fmla="*/ 24708 h 55942"/>
                <a:gd name="connsiteX36" fmla="*/ 49859 w 49588"/>
                <a:gd name="connsiteY36" fmla="*/ 18486 h 55942"/>
                <a:gd name="connsiteX37" fmla="*/ 47731 w 49588"/>
                <a:gd name="connsiteY37" fmla="*/ 9694 h 55942"/>
                <a:gd name="connsiteX38" fmla="*/ 42193 w 49588"/>
                <a:gd name="connsiteY38" fmla="*/ 3986 h 55942"/>
                <a:gd name="connsiteX39" fmla="*/ 34382 w 49588"/>
                <a:gd name="connsiteY39" fmla="*/ 947 h 55942"/>
                <a:gd name="connsiteX40" fmla="*/ 25422 w 49588"/>
                <a:gd name="connsiteY40" fmla="*/ 73 h 55942"/>
                <a:gd name="connsiteX41" fmla="*/ 16312 w 49588"/>
                <a:gd name="connsiteY41" fmla="*/ 998 h 55942"/>
                <a:gd name="connsiteX42" fmla="*/ 8398 w 49588"/>
                <a:gd name="connsiteY42" fmla="*/ 4083 h 55942"/>
                <a:gd name="connsiteX43" fmla="*/ 2698 w 49588"/>
                <a:gd name="connsiteY43" fmla="*/ 9791 h 55942"/>
                <a:gd name="connsiteX44" fmla="*/ 271 w 49588"/>
                <a:gd name="connsiteY44" fmla="*/ 18692 h 55942"/>
                <a:gd name="connsiteX45" fmla="*/ 14247 w 49588"/>
                <a:gd name="connsiteY45" fmla="*/ 18692 h 55942"/>
                <a:gd name="connsiteX46" fmla="*/ 15230 w 49588"/>
                <a:gd name="connsiteY46" fmla="*/ 14630 h 5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9588" h="55942">
                  <a:moveTo>
                    <a:pt x="15230" y="14630"/>
                  </a:moveTo>
                  <a:cubicBezTo>
                    <a:pt x="15886" y="13498"/>
                    <a:pt x="16731" y="12573"/>
                    <a:pt x="17761" y="11853"/>
                  </a:cubicBezTo>
                  <a:cubicBezTo>
                    <a:pt x="18802" y="11133"/>
                    <a:pt x="19992" y="10596"/>
                    <a:pt x="21338" y="10253"/>
                  </a:cubicBezTo>
                  <a:cubicBezTo>
                    <a:pt x="22684" y="9916"/>
                    <a:pt x="24082" y="9745"/>
                    <a:pt x="25531" y="9745"/>
                  </a:cubicBezTo>
                  <a:cubicBezTo>
                    <a:pt x="26572" y="9745"/>
                    <a:pt x="27653" y="9859"/>
                    <a:pt x="28792" y="10105"/>
                  </a:cubicBezTo>
                  <a:cubicBezTo>
                    <a:pt x="29931" y="10339"/>
                    <a:pt x="30960" y="10716"/>
                    <a:pt x="31892" y="11230"/>
                  </a:cubicBezTo>
                  <a:cubicBezTo>
                    <a:pt x="32830" y="11745"/>
                    <a:pt x="33600" y="12430"/>
                    <a:pt x="34227" y="13293"/>
                  </a:cubicBezTo>
                  <a:cubicBezTo>
                    <a:pt x="34848" y="14144"/>
                    <a:pt x="35159" y="15224"/>
                    <a:pt x="35159" y="16532"/>
                  </a:cubicBezTo>
                  <a:cubicBezTo>
                    <a:pt x="35159" y="18726"/>
                    <a:pt x="33692" y="20371"/>
                    <a:pt x="30759" y="21463"/>
                  </a:cubicBezTo>
                  <a:cubicBezTo>
                    <a:pt x="27826" y="22565"/>
                    <a:pt x="23737" y="23656"/>
                    <a:pt x="18491" y="24753"/>
                  </a:cubicBezTo>
                  <a:cubicBezTo>
                    <a:pt x="16346" y="25233"/>
                    <a:pt x="14258" y="25799"/>
                    <a:pt x="12228" y="26450"/>
                  </a:cubicBezTo>
                  <a:cubicBezTo>
                    <a:pt x="10192" y="27107"/>
                    <a:pt x="8386" y="27958"/>
                    <a:pt x="6787" y="29027"/>
                  </a:cubicBezTo>
                  <a:cubicBezTo>
                    <a:pt x="5206" y="30084"/>
                    <a:pt x="3923" y="31421"/>
                    <a:pt x="2963" y="33037"/>
                  </a:cubicBezTo>
                  <a:cubicBezTo>
                    <a:pt x="1991" y="34643"/>
                    <a:pt x="1507" y="36619"/>
                    <a:pt x="1507" y="38950"/>
                  </a:cubicBezTo>
                  <a:cubicBezTo>
                    <a:pt x="1507" y="42373"/>
                    <a:pt x="2180" y="45189"/>
                    <a:pt x="3532" y="47377"/>
                  </a:cubicBezTo>
                  <a:cubicBezTo>
                    <a:pt x="4878" y="49571"/>
                    <a:pt x="6655" y="51302"/>
                    <a:pt x="8869" y="52576"/>
                  </a:cubicBezTo>
                  <a:cubicBezTo>
                    <a:pt x="11066" y="53839"/>
                    <a:pt x="13557" y="54736"/>
                    <a:pt x="16312" y="55244"/>
                  </a:cubicBezTo>
                  <a:cubicBezTo>
                    <a:pt x="19078" y="55758"/>
                    <a:pt x="21908" y="56016"/>
                    <a:pt x="24806" y="56016"/>
                  </a:cubicBezTo>
                  <a:cubicBezTo>
                    <a:pt x="27705" y="56016"/>
                    <a:pt x="30512" y="55741"/>
                    <a:pt x="33244" y="55199"/>
                  </a:cubicBezTo>
                  <a:cubicBezTo>
                    <a:pt x="35970" y="54644"/>
                    <a:pt x="38397" y="53725"/>
                    <a:pt x="40542" y="52416"/>
                  </a:cubicBezTo>
                  <a:cubicBezTo>
                    <a:pt x="42676" y="51119"/>
                    <a:pt x="44459" y="49388"/>
                    <a:pt x="45874" y="47223"/>
                  </a:cubicBezTo>
                  <a:cubicBezTo>
                    <a:pt x="47283" y="45063"/>
                    <a:pt x="48134" y="42344"/>
                    <a:pt x="48410" y="39048"/>
                  </a:cubicBezTo>
                  <a:lnTo>
                    <a:pt x="34434" y="39048"/>
                  </a:lnTo>
                  <a:cubicBezTo>
                    <a:pt x="34227" y="41864"/>
                    <a:pt x="33152" y="43767"/>
                    <a:pt x="31219" y="44755"/>
                  </a:cubicBezTo>
                  <a:cubicBezTo>
                    <a:pt x="29287" y="45749"/>
                    <a:pt x="27015" y="46246"/>
                    <a:pt x="24392" y="46246"/>
                  </a:cubicBezTo>
                  <a:cubicBezTo>
                    <a:pt x="23558" y="46246"/>
                    <a:pt x="22667" y="46195"/>
                    <a:pt x="21701" y="46098"/>
                  </a:cubicBezTo>
                  <a:cubicBezTo>
                    <a:pt x="20729" y="45989"/>
                    <a:pt x="19854" y="45766"/>
                    <a:pt x="19061" y="45429"/>
                  </a:cubicBezTo>
                  <a:cubicBezTo>
                    <a:pt x="18267" y="45081"/>
                    <a:pt x="17594" y="44584"/>
                    <a:pt x="17042" y="43938"/>
                  </a:cubicBezTo>
                  <a:cubicBezTo>
                    <a:pt x="16490" y="43287"/>
                    <a:pt x="16214" y="42407"/>
                    <a:pt x="16214" y="41316"/>
                  </a:cubicBezTo>
                  <a:cubicBezTo>
                    <a:pt x="16214" y="40007"/>
                    <a:pt x="16697" y="38950"/>
                    <a:pt x="17663" y="38122"/>
                  </a:cubicBezTo>
                  <a:cubicBezTo>
                    <a:pt x="18629" y="37305"/>
                    <a:pt x="19889" y="36637"/>
                    <a:pt x="21442" y="36122"/>
                  </a:cubicBezTo>
                  <a:cubicBezTo>
                    <a:pt x="23000" y="35608"/>
                    <a:pt x="24772" y="35146"/>
                    <a:pt x="26773" y="34734"/>
                  </a:cubicBezTo>
                  <a:cubicBezTo>
                    <a:pt x="28769" y="34317"/>
                    <a:pt x="30811" y="33871"/>
                    <a:pt x="32881" y="33392"/>
                  </a:cubicBezTo>
                  <a:cubicBezTo>
                    <a:pt x="35015" y="32912"/>
                    <a:pt x="37109" y="32335"/>
                    <a:pt x="39139" y="31649"/>
                  </a:cubicBezTo>
                  <a:cubicBezTo>
                    <a:pt x="41181" y="30958"/>
                    <a:pt x="42992" y="30049"/>
                    <a:pt x="44580" y="28924"/>
                  </a:cubicBezTo>
                  <a:cubicBezTo>
                    <a:pt x="46167" y="27793"/>
                    <a:pt x="47444" y="26387"/>
                    <a:pt x="48410" y="24708"/>
                  </a:cubicBezTo>
                  <a:cubicBezTo>
                    <a:pt x="49376" y="23028"/>
                    <a:pt x="49859" y="20948"/>
                    <a:pt x="49859" y="18486"/>
                  </a:cubicBezTo>
                  <a:cubicBezTo>
                    <a:pt x="49859" y="14984"/>
                    <a:pt x="49146" y="12059"/>
                    <a:pt x="47731" y="9694"/>
                  </a:cubicBezTo>
                  <a:cubicBezTo>
                    <a:pt x="46317" y="7328"/>
                    <a:pt x="44476" y="5426"/>
                    <a:pt x="42193" y="3986"/>
                  </a:cubicBezTo>
                  <a:cubicBezTo>
                    <a:pt x="39921" y="2546"/>
                    <a:pt x="37316" y="1530"/>
                    <a:pt x="34382" y="947"/>
                  </a:cubicBezTo>
                  <a:cubicBezTo>
                    <a:pt x="31443" y="370"/>
                    <a:pt x="28464" y="73"/>
                    <a:pt x="25422" y="73"/>
                  </a:cubicBezTo>
                  <a:cubicBezTo>
                    <a:pt x="22322" y="73"/>
                    <a:pt x="19279" y="387"/>
                    <a:pt x="16312" y="998"/>
                  </a:cubicBezTo>
                  <a:cubicBezTo>
                    <a:pt x="13350" y="1621"/>
                    <a:pt x="10710" y="2644"/>
                    <a:pt x="8398" y="4083"/>
                  </a:cubicBezTo>
                  <a:cubicBezTo>
                    <a:pt x="6080" y="5523"/>
                    <a:pt x="4188" y="7425"/>
                    <a:pt x="2698" y="9791"/>
                  </a:cubicBezTo>
                  <a:cubicBezTo>
                    <a:pt x="1214" y="12156"/>
                    <a:pt x="409" y="15127"/>
                    <a:pt x="271" y="18692"/>
                  </a:cubicBezTo>
                  <a:lnTo>
                    <a:pt x="14247" y="18692"/>
                  </a:lnTo>
                  <a:cubicBezTo>
                    <a:pt x="14247" y="17115"/>
                    <a:pt x="14575" y="15755"/>
                    <a:pt x="15230" y="14630"/>
                  </a:cubicBezTo>
                </a:path>
              </a:pathLst>
            </a:custGeom>
            <a:solidFill>
              <a:schemeClr val="accent6"/>
            </a:solidFill>
            <a:ln w="571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8C286AEB-8382-413E-633C-B225884A8DB8}"/>
                </a:ext>
              </a:extLst>
            </p:cNvPr>
            <p:cNvSpPr/>
            <p:nvPr/>
          </p:nvSpPr>
          <p:spPr>
            <a:xfrm flipV="1">
              <a:off x="5706199" y="3115121"/>
              <a:ext cx="1095050" cy="272230"/>
            </a:xfrm>
            <a:custGeom>
              <a:avLst/>
              <a:gdLst>
                <a:gd name="connsiteX0" fmla="*/ 140702 w 1095050"/>
                <a:gd name="connsiteY0" fmla="*/ 27358 h 272230"/>
                <a:gd name="connsiteX1" fmla="*/ 140702 w 1095050"/>
                <a:gd name="connsiteY1" fmla="*/ 39173 h 272230"/>
                <a:gd name="connsiteX2" fmla="*/ 133513 w 1095050"/>
                <a:gd name="connsiteY2" fmla="*/ 39173 h 272230"/>
                <a:gd name="connsiteX3" fmla="*/ 133513 w 1095050"/>
                <a:gd name="connsiteY3" fmla="*/ 27358 h 272230"/>
                <a:gd name="connsiteX4" fmla="*/ 27583 w 1095050"/>
                <a:gd name="connsiteY4" fmla="*/ 132582 h 272230"/>
                <a:gd name="connsiteX5" fmla="*/ 39477 w 1095050"/>
                <a:gd name="connsiteY5" fmla="*/ 132582 h 272230"/>
                <a:gd name="connsiteX6" fmla="*/ 39477 w 1095050"/>
                <a:gd name="connsiteY6" fmla="*/ 139723 h 272230"/>
                <a:gd name="connsiteX7" fmla="*/ 27583 w 1095050"/>
                <a:gd name="connsiteY7" fmla="*/ 139723 h 272230"/>
                <a:gd name="connsiteX8" fmla="*/ 133513 w 1095050"/>
                <a:gd name="connsiteY8" fmla="*/ 244953 h 272230"/>
                <a:gd name="connsiteX9" fmla="*/ 133513 w 1095050"/>
                <a:gd name="connsiteY9" fmla="*/ 233704 h 272230"/>
                <a:gd name="connsiteX10" fmla="*/ 140702 w 1095050"/>
                <a:gd name="connsiteY10" fmla="*/ 233704 h 272230"/>
                <a:gd name="connsiteX11" fmla="*/ 140702 w 1095050"/>
                <a:gd name="connsiteY11" fmla="*/ 244953 h 272230"/>
                <a:gd name="connsiteX12" fmla="*/ 246637 w 1095050"/>
                <a:gd name="connsiteY12" fmla="*/ 139723 h 272230"/>
                <a:gd name="connsiteX13" fmla="*/ 239109 w 1095050"/>
                <a:gd name="connsiteY13" fmla="*/ 139723 h 272230"/>
                <a:gd name="connsiteX14" fmla="*/ 235140 w 1095050"/>
                <a:gd name="connsiteY14" fmla="*/ 139723 h 272230"/>
                <a:gd name="connsiteX15" fmla="*/ 235140 w 1095050"/>
                <a:gd name="connsiteY15" fmla="*/ 132582 h 272230"/>
                <a:gd name="connsiteX16" fmla="*/ 239109 w 1095050"/>
                <a:gd name="connsiteY16" fmla="*/ 132582 h 272230"/>
                <a:gd name="connsiteX17" fmla="*/ 246637 w 1095050"/>
                <a:gd name="connsiteY17" fmla="*/ 132582 h 272230"/>
                <a:gd name="connsiteX18" fmla="*/ 140702 w 1095050"/>
                <a:gd name="connsiteY18" fmla="*/ 27358 h 272230"/>
                <a:gd name="connsiteX19" fmla="*/ 253827 w 1095050"/>
                <a:gd name="connsiteY19" fmla="*/ 139723 h 272230"/>
                <a:gd name="connsiteX20" fmla="*/ 140702 w 1095050"/>
                <a:gd name="connsiteY20" fmla="*/ 252095 h 272230"/>
                <a:gd name="connsiteX21" fmla="*/ 140702 w 1095050"/>
                <a:gd name="connsiteY21" fmla="*/ 272268 h 272230"/>
                <a:gd name="connsiteX22" fmla="*/ 133513 w 1095050"/>
                <a:gd name="connsiteY22" fmla="*/ 272268 h 272230"/>
                <a:gd name="connsiteX23" fmla="*/ 133513 w 1095050"/>
                <a:gd name="connsiteY23" fmla="*/ 252095 h 272230"/>
                <a:gd name="connsiteX24" fmla="*/ 20394 w 1095050"/>
                <a:gd name="connsiteY24" fmla="*/ 139723 h 272230"/>
                <a:gd name="connsiteX25" fmla="*/ 80 w 1095050"/>
                <a:gd name="connsiteY25" fmla="*/ 139723 h 272230"/>
                <a:gd name="connsiteX26" fmla="*/ 80 w 1095050"/>
                <a:gd name="connsiteY26" fmla="*/ 132582 h 272230"/>
                <a:gd name="connsiteX27" fmla="*/ 20394 w 1095050"/>
                <a:gd name="connsiteY27" fmla="*/ 132582 h 272230"/>
                <a:gd name="connsiteX28" fmla="*/ 133513 w 1095050"/>
                <a:gd name="connsiteY28" fmla="*/ 20216 h 272230"/>
                <a:gd name="connsiteX29" fmla="*/ 133513 w 1095050"/>
                <a:gd name="connsiteY29" fmla="*/ 38 h 272230"/>
                <a:gd name="connsiteX30" fmla="*/ 140702 w 1095050"/>
                <a:gd name="connsiteY30" fmla="*/ 38 h 272230"/>
                <a:gd name="connsiteX31" fmla="*/ 140702 w 1095050"/>
                <a:gd name="connsiteY31" fmla="*/ 20216 h 272230"/>
                <a:gd name="connsiteX32" fmla="*/ 253827 w 1095050"/>
                <a:gd name="connsiteY32" fmla="*/ 132582 h 272230"/>
                <a:gd name="connsiteX33" fmla="*/ 1095131 w 1095050"/>
                <a:gd name="connsiteY33" fmla="*/ 132582 h 272230"/>
                <a:gd name="connsiteX34" fmla="*/ 1095131 w 1095050"/>
                <a:gd name="connsiteY34" fmla="*/ 139723 h 272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5050" h="272230">
                  <a:moveTo>
                    <a:pt x="140702" y="27358"/>
                  </a:moveTo>
                  <a:lnTo>
                    <a:pt x="140702" y="39173"/>
                  </a:lnTo>
                  <a:lnTo>
                    <a:pt x="133513" y="39173"/>
                  </a:lnTo>
                  <a:lnTo>
                    <a:pt x="133513" y="27358"/>
                  </a:lnTo>
                  <a:cubicBezTo>
                    <a:pt x="75895" y="29226"/>
                    <a:pt x="29464" y="75348"/>
                    <a:pt x="27583" y="132582"/>
                  </a:cubicBezTo>
                  <a:lnTo>
                    <a:pt x="39477" y="132582"/>
                  </a:lnTo>
                  <a:lnTo>
                    <a:pt x="39477" y="139723"/>
                  </a:lnTo>
                  <a:lnTo>
                    <a:pt x="27583" y="139723"/>
                  </a:lnTo>
                  <a:cubicBezTo>
                    <a:pt x="29464" y="196957"/>
                    <a:pt x="75895" y="243085"/>
                    <a:pt x="133513" y="244953"/>
                  </a:cubicBezTo>
                  <a:lnTo>
                    <a:pt x="133513" y="233704"/>
                  </a:lnTo>
                  <a:lnTo>
                    <a:pt x="140702" y="233704"/>
                  </a:lnTo>
                  <a:lnTo>
                    <a:pt x="140702" y="244953"/>
                  </a:lnTo>
                  <a:cubicBezTo>
                    <a:pt x="198320" y="243085"/>
                    <a:pt x="244757" y="196957"/>
                    <a:pt x="246637" y="139723"/>
                  </a:cubicBezTo>
                  <a:lnTo>
                    <a:pt x="239109" y="139723"/>
                  </a:lnTo>
                  <a:lnTo>
                    <a:pt x="235140" y="139723"/>
                  </a:lnTo>
                  <a:lnTo>
                    <a:pt x="235140" y="132582"/>
                  </a:lnTo>
                  <a:lnTo>
                    <a:pt x="239109" y="132582"/>
                  </a:lnTo>
                  <a:lnTo>
                    <a:pt x="246637" y="132582"/>
                  </a:lnTo>
                  <a:cubicBezTo>
                    <a:pt x="244757" y="75348"/>
                    <a:pt x="198320" y="29226"/>
                    <a:pt x="140702" y="27358"/>
                  </a:cubicBezTo>
                  <a:moveTo>
                    <a:pt x="253827" y="139723"/>
                  </a:moveTo>
                  <a:cubicBezTo>
                    <a:pt x="251940" y="200899"/>
                    <a:pt x="202288" y="250221"/>
                    <a:pt x="140702" y="252095"/>
                  </a:cubicBezTo>
                  <a:lnTo>
                    <a:pt x="140702" y="272268"/>
                  </a:lnTo>
                  <a:lnTo>
                    <a:pt x="133513" y="272268"/>
                  </a:lnTo>
                  <a:lnTo>
                    <a:pt x="133513" y="252095"/>
                  </a:lnTo>
                  <a:cubicBezTo>
                    <a:pt x="71933" y="250221"/>
                    <a:pt x="22281" y="200899"/>
                    <a:pt x="20394" y="139723"/>
                  </a:cubicBezTo>
                  <a:lnTo>
                    <a:pt x="80" y="139723"/>
                  </a:lnTo>
                  <a:lnTo>
                    <a:pt x="80" y="132582"/>
                  </a:lnTo>
                  <a:lnTo>
                    <a:pt x="20394" y="132582"/>
                  </a:lnTo>
                  <a:cubicBezTo>
                    <a:pt x="22281" y="71412"/>
                    <a:pt x="71933" y="22090"/>
                    <a:pt x="133513" y="20216"/>
                  </a:cubicBezTo>
                  <a:lnTo>
                    <a:pt x="133513" y="38"/>
                  </a:lnTo>
                  <a:lnTo>
                    <a:pt x="140702" y="38"/>
                  </a:lnTo>
                  <a:lnTo>
                    <a:pt x="140702" y="20216"/>
                  </a:lnTo>
                  <a:cubicBezTo>
                    <a:pt x="202288" y="22090"/>
                    <a:pt x="251940" y="71406"/>
                    <a:pt x="253827" y="132582"/>
                  </a:cubicBezTo>
                  <a:lnTo>
                    <a:pt x="1095131" y="132582"/>
                  </a:lnTo>
                  <a:lnTo>
                    <a:pt x="1095131" y="139723"/>
                  </a:lnTo>
                  <a:close/>
                </a:path>
              </a:pathLst>
            </a:custGeom>
            <a:solidFill>
              <a:schemeClr val="accent6"/>
            </a:solidFill>
            <a:ln w="571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785DC09B-4271-A5FB-98B1-2BD397C18D05}"/>
                </a:ext>
              </a:extLst>
            </p:cNvPr>
            <p:cNvSpPr/>
            <p:nvPr/>
          </p:nvSpPr>
          <p:spPr>
            <a:xfrm flipV="1">
              <a:off x="5753363" y="3161398"/>
              <a:ext cx="179731" cy="178534"/>
            </a:xfrm>
            <a:custGeom>
              <a:avLst/>
              <a:gdLst>
                <a:gd name="connsiteX0" fmla="*/ 112258 w 179731"/>
                <a:gd name="connsiteY0" fmla="*/ 10315 h 178534"/>
                <a:gd name="connsiteX1" fmla="*/ 129926 w 179731"/>
                <a:gd name="connsiteY1" fmla="*/ 41183 h 178534"/>
                <a:gd name="connsiteX2" fmla="*/ 156768 w 179731"/>
                <a:gd name="connsiteY2" fmla="*/ 41183 h 178534"/>
                <a:gd name="connsiteX3" fmla="*/ 112258 w 179731"/>
                <a:gd name="connsiteY3" fmla="*/ 10315 h 178534"/>
                <a:gd name="connsiteX4" fmla="*/ 23077 w 179731"/>
                <a:gd name="connsiteY4" fmla="*/ 41183 h 178534"/>
                <a:gd name="connsiteX5" fmla="*/ 49919 w 179731"/>
                <a:gd name="connsiteY5" fmla="*/ 41183 h 178534"/>
                <a:gd name="connsiteX6" fmla="*/ 67587 w 179731"/>
                <a:gd name="connsiteY6" fmla="*/ 10315 h 178534"/>
                <a:gd name="connsiteX7" fmla="*/ 23077 w 179731"/>
                <a:gd name="connsiteY7" fmla="*/ 41183 h 178534"/>
                <a:gd name="connsiteX8" fmla="*/ 67587 w 179731"/>
                <a:gd name="connsiteY8" fmla="*/ 168311 h 178534"/>
                <a:gd name="connsiteX9" fmla="*/ 49740 w 179731"/>
                <a:gd name="connsiteY9" fmla="*/ 136878 h 178534"/>
                <a:gd name="connsiteX10" fmla="*/ 22651 w 179731"/>
                <a:gd name="connsiteY10" fmla="*/ 136878 h 178534"/>
                <a:gd name="connsiteX11" fmla="*/ 67587 w 179731"/>
                <a:gd name="connsiteY11" fmla="*/ 168311 h 178534"/>
                <a:gd name="connsiteX12" fmla="*/ 157200 w 179731"/>
                <a:gd name="connsiteY12" fmla="*/ 136878 h 178534"/>
                <a:gd name="connsiteX13" fmla="*/ 130111 w 179731"/>
                <a:gd name="connsiteY13" fmla="*/ 136878 h 178534"/>
                <a:gd name="connsiteX14" fmla="*/ 112258 w 179731"/>
                <a:gd name="connsiteY14" fmla="*/ 168311 h 178534"/>
                <a:gd name="connsiteX15" fmla="*/ 157200 w 179731"/>
                <a:gd name="connsiteY15" fmla="*/ 136878 h 178534"/>
                <a:gd name="connsiteX16" fmla="*/ 137150 w 179731"/>
                <a:gd name="connsiteY16" fmla="*/ 92310 h 178534"/>
                <a:gd name="connsiteX17" fmla="*/ 132221 w 179731"/>
                <a:gd name="connsiteY17" fmla="*/ 129736 h 178534"/>
                <a:gd name="connsiteX18" fmla="*/ 161807 w 179731"/>
                <a:gd name="connsiteY18" fmla="*/ 129736 h 178534"/>
                <a:gd name="connsiteX19" fmla="*/ 172447 w 179731"/>
                <a:gd name="connsiteY19" fmla="*/ 92310 h 178534"/>
                <a:gd name="connsiteX20" fmla="*/ 137121 w 179731"/>
                <a:gd name="connsiteY20" fmla="*/ 85168 h 178534"/>
                <a:gd name="connsiteX21" fmla="*/ 172389 w 179731"/>
                <a:gd name="connsiteY21" fmla="*/ 85168 h 178534"/>
                <a:gd name="connsiteX22" fmla="*/ 161461 w 179731"/>
                <a:gd name="connsiteY22" fmla="*/ 48324 h 178534"/>
                <a:gd name="connsiteX23" fmla="*/ 132078 w 179731"/>
                <a:gd name="connsiteY23" fmla="*/ 48324 h 178534"/>
                <a:gd name="connsiteX24" fmla="*/ 137121 w 179731"/>
                <a:gd name="connsiteY24" fmla="*/ 85168 h 178534"/>
                <a:gd name="connsiteX25" fmla="*/ 93497 w 179731"/>
                <a:gd name="connsiteY25" fmla="*/ 48324 h 178534"/>
                <a:gd name="connsiteX26" fmla="*/ 93497 w 179731"/>
                <a:gd name="connsiteY26" fmla="*/ 85168 h 178534"/>
                <a:gd name="connsiteX27" fmla="*/ 129932 w 179731"/>
                <a:gd name="connsiteY27" fmla="*/ 85168 h 178534"/>
                <a:gd name="connsiteX28" fmla="*/ 124451 w 179731"/>
                <a:gd name="connsiteY28" fmla="*/ 48324 h 178534"/>
                <a:gd name="connsiteX29" fmla="*/ 93497 w 179731"/>
                <a:gd name="connsiteY29" fmla="*/ 7567 h 178534"/>
                <a:gd name="connsiteX30" fmla="*/ 93497 w 179731"/>
                <a:gd name="connsiteY30" fmla="*/ 41183 h 178534"/>
                <a:gd name="connsiteX31" fmla="*/ 122128 w 179731"/>
                <a:gd name="connsiteY31" fmla="*/ 41183 h 178534"/>
                <a:gd name="connsiteX32" fmla="*/ 93497 w 179731"/>
                <a:gd name="connsiteY32" fmla="*/ 7567 h 178534"/>
                <a:gd name="connsiteX33" fmla="*/ 86354 w 179731"/>
                <a:gd name="connsiteY33" fmla="*/ 41183 h 178534"/>
                <a:gd name="connsiteX34" fmla="*/ 86354 w 179731"/>
                <a:gd name="connsiteY34" fmla="*/ 7567 h 178534"/>
                <a:gd name="connsiteX35" fmla="*/ 57718 w 179731"/>
                <a:gd name="connsiteY35" fmla="*/ 41183 h 178534"/>
                <a:gd name="connsiteX36" fmla="*/ 49913 w 179731"/>
                <a:gd name="connsiteY36" fmla="*/ 85168 h 178534"/>
                <a:gd name="connsiteX37" fmla="*/ 86354 w 179731"/>
                <a:gd name="connsiteY37" fmla="*/ 85168 h 178534"/>
                <a:gd name="connsiteX38" fmla="*/ 86354 w 179731"/>
                <a:gd name="connsiteY38" fmla="*/ 48324 h 178534"/>
                <a:gd name="connsiteX39" fmla="*/ 55400 w 179731"/>
                <a:gd name="connsiteY39" fmla="*/ 48324 h 178534"/>
                <a:gd name="connsiteX40" fmla="*/ 49913 w 179731"/>
                <a:gd name="connsiteY40" fmla="*/ 85168 h 178534"/>
                <a:gd name="connsiteX41" fmla="*/ 42695 w 179731"/>
                <a:gd name="connsiteY41" fmla="*/ 92310 h 178534"/>
                <a:gd name="connsiteX42" fmla="*/ 7398 w 179731"/>
                <a:gd name="connsiteY42" fmla="*/ 92310 h 178534"/>
                <a:gd name="connsiteX43" fmla="*/ 18039 w 179731"/>
                <a:gd name="connsiteY43" fmla="*/ 129736 h 178534"/>
                <a:gd name="connsiteX44" fmla="*/ 47630 w 179731"/>
                <a:gd name="connsiteY44" fmla="*/ 129736 h 178534"/>
                <a:gd name="connsiteX45" fmla="*/ 42695 w 179731"/>
                <a:gd name="connsiteY45" fmla="*/ 92310 h 178534"/>
                <a:gd name="connsiteX46" fmla="*/ 86354 w 179731"/>
                <a:gd name="connsiteY46" fmla="*/ 129736 h 178534"/>
                <a:gd name="connsiteX47" fmla="*/ 86354 w 179731"/>
                <a:gd name="connsiteY47" fmla="*/ 92310 h 178534"/>
                <a:gd name="connsiteX48" fmla="*/ 49884 w 179731"/>
                <a:gd name="connsiteY48" fmla="*/ 92310 h 178534"/>
                <a:gd name="connsiteX49" fmla="*/ 55227 w 179731"/>
                <a:gd name="connsiteY49" fmla="*/ 129736 h 178534"/>
                <a:gd name="connsiteX50" fmla="*/ 86354 w 179731"/>
                <a:gd name="connsiteY50" fmla="*/ 171054 h 178534"/>
                <a:gd name="connsiteX51" fmla="*/ 86354 w 179731"/>
                <a:gd name="connsiteY51" fmla="*/ 136878 h 178534"/>
                <a:gd name="connsiteX52" fmla="*/ 57511 w 179731"/>
                <a:gd name="connsiteY52" fmla="*/ 136878 h 178534"/>
                <a:gd name="connsiteX53" fmla="*/ 86354 w 179731"/>
                <a:gd name="connsiteY53" fmla="*/ 171054 h 178534"/>
                <a:gd name="connsiteX54" fmla="*/ 124618 w 179731"/>
                <a:gd name="connsiteY54" fmla="*/ 129736 h 178534"/>
                <a:gd name="connsiteX55" fmla="*/ 129961 w 179731"/>
                <a:gd name="connsiteY55" fmla="*/ 92310 h 178534"/>
                <a:gd name="connsiteX56" fmla="*/ 93497 w 179731"/>
                <a:gd name="connsiteY56" fmla="*/ 92310 h 178534"/>
                <a:gd name="connsiteX57" fmla="*/ 93497 w 179731"/>
                <a:gd name="connsiteY57" fmla="*/ 129736 h 178534"/>
                <a:gd name="connsiteX58" fmla="*/ 93497 w 179731"/>
                <a:gd name="connsiteY58" fmla="*/ 136878 h 178534"/>
                <a:gd name="connsiteX59" fmla="*/ 93497 w 179731"/>
                <a:gd name="connsiteY59" fmla="*/ 171054 h 178534"/>
                <a:gd name="connsiteX60" fmla="*/ 122340 w 179731"/>
                <a:gd name="connsiteY60" fmla="*/ 136878 h 178534"/>
                <a:gd name="connsiteX61" fmla="*/ 7456 w 179731"/>
                <a:gd name="connsiteY61" fmla="*/ 85168 h 178534"/>
                <a:gd name="connsiteX62" fmla="*/ 42724 w 179731"/>
                <a:gd name="connsiteY62" fmla="*/ 85168 h 178534"/>
                <a:gd name="connsiteX63" fmla="*/ 47768 w 179731"/>
                <a:gd name="connsiteY63" fmla="*/ 48324 h 178534"/>
                <a:gd name="connsiteX64" fmla="*/ 18389 w 179731"/>
                <a:gd name="connsiteY64" fmla="*/ 48324 h 178534"/>
                <a:gd name="connsiteX65" fmla="*/ 7456 w 179731"/>
                <a:gd name="connsiteY65" fmla="*/ 85168 h 178534"/>
                <a:gd name="connsiteX66" fmla="*/ 89925 w 179731"/>
                <a:gd name="connsiteY66" fmla="*/ 178578 h 178534"/>
                <a:gd name="connsiteX67" fmla="*/ 60 w 179731"/>
                <a:gd name="connsiteY67" fmla="*/ 89310 h 178534"/>
                <a:gd name="connsiteX68" fmla="*/ 89925 w 179731"/>
                <a:gd name="connsiteY68" fmla="*/ 43 h 178534"/>
                <a:gd name="connsiteX69" fmla="*/ 179791 w 179731"/>
                <a:gd name="connsiteY69" fmla="*/ 89310 h 178534"/>
                <a:gd name="connsiteX70" fmla="*/ 89925 w 179731"/>
                <a:gd name="connsiteY70" fmla="*/ 178578 h 17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79731" h="178534">
                  <a:moveTo>
                    <a:pt x="112258" y="10315"/>
                  </a:moveTo>
                  <a:cubicBezTo>
                    <a:pt x="119522" y="17502"/>
                    <a:pt x="125584" y="28168"/>
                    <a:pt x="129926" y="41183"/>
                  </a:cubicBezTo>
                  <a:lnTo>
                    <a:pt x="156768" y="41183"/>
                  </a:lnTo>
                  <a:cubicBezTo>
                    <a:pt x="145967" y="26420"/>
                    <a:pt x="130381" y="15382"/>
                    <a:pt x="112258" y="10315"/>
                  </a:cubicBezTo>
                  <a:moveTo>
                    <a:pt x="23077" y="41183"/>
                  </a:moveTo>
                  <a:lnTo>
                    <a:pt x="49919" y="41183"/>
                  </a:lnTo>
                  <a:cubicBezTo>
                    <a:pt x="54267" y="28168"/>
                    <a:pt x="60329" y="17502"/>
                    <a:pt x="67587" y="10315"/>
                  </a:cubicBezTo>
                  <a:cubicBezTo>
                    <a:pt x="49464" y="15382"/>
                    <a:pt x="33878" y="26420"/>
                    <a:pt x="23077" y="41183"/>
                  </a:cubicBezTo>
                  <a:moveTo>
                    <a:pt x="67587" y="168311"/>
                  </a:moveTo>
                  <a:cubicBezTo>
                    <a:pt x="60225" y="161016"/>
                    <a:pt x="54094" y="150144"/>
                    <a:pt x="49740" y="136878"/>
                  </a:cubicBezTo>
                  <a:lnTo>
                    <a:pt x="22651" y="136878"/>
                  </a:lnTo>
                  <a:cubicBezTo>
                    <a:pt x="33464" y="151920"/>
                    <a:pt x="49228" y="163175"/>
                    <a:pt x="67587" y="168311"/>
                  </a:cubicBezTo>
                  <a:moveTo>
                    <a:pt x="157200" y="136878"/>
                  </a:moveTo>
                  <a:lnTo>
                    <a:pt x="130111" y="136878"/>
                  </a:lnTo>
                  <a:cubicBezTo>
                    <a:pt x="125751" y="150144"/>
                    <a:pt x="119626" y="161016"/>
                    <a:pt x="112258" y="168311"/>
                  </a:cubicBezTo>
                  <a:cubicBezTo>
                    <a:pt x="130617" y="163175"/>
                    <a:pt x="146381" y="151920"/>
                    <a:pt x="157200" y="136878"/>
                  </a:cubicBezTo>
                  <a:moveTo>
                    <a:pt x="137150" y="92310"/>
                  </a:moveTo>
                  <a:cubicBezTo>
                    <a:pt x="136926" y="105833"/>
                    <a:pt x="135183" y="118487"/>
                    <a:pt x="132221" y="129736"/>
                  </a:cubicBezTo>
                  <a:lnTo>
                    <a:pt x="161807" y="129736"/>
                  </a:lnTo>
                  <a:cubicBezTo>
                    <a:pt x="168173" y="118607"/>
                    <a:pt x="171952" y="105878"/>
                    <a:pt x="172447" y="92310"/>
                  </a:cubicBezTo>
                  <a:close/>
                  <a:moveTo>
                    <a:pt x="137121" y="85168"/>
                  </a:moveTo>
                  <a:lnTo>
                    <a:pt x="172389" y="85168"/>
                  </a:lnTo>
                  <a:cubicBezTo>
                    <a:pt x="171710" y="71794"/>
                    <a:pt x="167840" y="59271"/>
                    <a:pt x="161461" y="48324"/>
                  </a:cubicBezTo>
                  <a:lnTo>
                    <a:pt x="132078" y="48324"/>
                  </a:lnTo>
                  <a:cubicBezTo>
                    <a:pt x="135051" y="59391"/>
                    <a:pt x="136811" y="71857"/>
                    <a:pt x="137121" y="85168"/>
                  </a:cubicBezTo>
                  <a:moveTo>
                    <a:pt x="93497" y="48324"/>
                  </a:moveTo>
                  <a:lnTo>
                    <a:pt x="93497" y="85168"/>
                  </a:lnTo>
                  <a:lnTo>
                    <a:pt x="129932" y="85168"/>
                  </a:lnTo>
                  <a:cubicBezTo>
                    <a:pt x="129593" y="71885"/>
                    <a:pt x="127637" y="59333"/>
                    <a:pt x="124451" y="48324"/>
                  </a:cubicBezTo>
                  <a:close/>
                  <a:moveTo>
                    <a:pt x="93497" y="7567"/>
                  </a:moveTo>
                  <a:lnTo>
                    <a:pt x="93497" y="41183"/>
                  </a:lnTo>
                  <a:lnTo>
                    <a:pt x="122128" y="41183"/>
                  </a:lnTo>
                  <a:cubicBezTo>
                    <a:pt x="115433" y="22644"/>
                    <a:pt x="105103" y="9784"/>
                    <a:pt x="93497" y="7567"/>
                  </a:cubicBezTo>
                  <a:moveTo>
                    <a:pt x="86354" y="41183"/>
                  </a:moveTo>
                  <a:lnTo>
                    <a:pt x="86354" y="7567"/>
                  </a:lnTo>
                  <a:cubicBezTo>
                    <a:pt x="74747" y="9784"/>
                    <a:pt x="64418" y="22644"/>
                    <a:pt x="57718" y="41183"/>
                  </a:cubicBezTo>
                  <a:close/>
                  <a:moveTo>
                    <a:pt x="49913" y="85168"/>
                  </a:moveTo>
                  <a:lnTo>
                    <a:pt x="86354" y="85168"/>
                  </a:lnTo>
                  <a:lnTo>
                    <a:pt x="86354" y="48324"/>
                  </a:lnTo>
                  <a:lnTo>
                    <a:pt x="55400" y="48324"/>
                  </a:lnTo>
                  <a:cubicBezTo>
                    <a:pt x="52208" y="59333"/>
                    <a:pt x="50258" y="71885"/>
                    <a:pt x="49913" y="85168"/>
                  </a:cubicBezTo>
                  <a:moveTo>
                    <a:pt x="42695" y="92310"/>
                  </a:moveTo>
                  <a:lnTo>
                    <a:pt x="7398" y="92310"/>
                  </a:lnTo>
                  <a:cubicBezTo>
                    <a:pt x="7899" y="105878"/>
                    <a:pt x="11678" y="118607"/>
                    <a:pt x="18039" y="129736"/>
                  </a:cubicBezTo>
                  <a:lnTo>
                    <a:pt x="47630" y="129736"/>
                  </a:lnTo>
                  <a:cubicBezTo>
                    <a:pt x="44662" y="118487"/>
                    <a:pt x="42925" y="105833"/>
                    <a:pt x="42695" y="92310"/>
                  </a:cubicBezTo>
                  <a:moveTo>
                    <a:pt x="86354" y="129736"/>
                  </a:moveTo>
                  <a:lnTo>
                    <a:pt x="86354" y="92310"/>
                  </a:lnTo>
                  <a:lnTo>
                    <a:pt x="49884" y="92310"/>
                  </a:lnTo>
                  <a:cubicBezTo>
                    <a:pt x="50137" y="105787"/>
                    <a:pt x="52047" y="118544"/>
                    <a:pt x="55227" y="129736"/>
                  </a:cubicBezTo>
                  <a:close/>
                  <a:moveTo>
                    <a:pt x="86354" y="171054"/>
                  </a:moveTo>
                  <a:lnTo>
                    <a:pt x="86354" y="136878"/>
                  </a:lnTo>
                  <a:lnTo>
                    <a:pt x="57511" y="136878"/>
                  </a:lnTo>
                  <a:cubicBezTo>
                    <a:pt x="64199" y="155720"/>
                    <a:pt x="74627" y="168820"/>
                    <a:pt x="86354" y="171054"/>
                  </a:cubicBezTo>
                  <a:moveTo>
                    <a:pt x="124618" y="129736"/>
                  </a:moveTo>
                  <a:cubicBezTo>
                    <a:pt x="127804" y="118544"/>
                    <a:pt x="129714" y="105787"/>
                    <a:pt x="129961" y="92310"/>
                  </a:cubicBezTo>
                  <a:lnTo>
                    <a:pt x="93497" y="92310"/>
                  </a:lnTo>
                  <a:lnTo>
                    <a:pt x="93497" y="129736"/>
                  </a:lnTo>
                  <a:close/>
                  <a:moveTo>
                    <a:pt x="93497" y="136878"/>
                  </a:moveTo>
                  <a:lnTo>
                    <a:pt x="93497" y="171054"/>
                  </a:lnTo>
                  <a:cubicBezTo>
                    <a:pt x="105218" y="168820"/>
                    <a:pt x="115646" y="155720"/>
                    <a:pt x="122340" y="136878"/>
                  </a:cubicBezTo>
                  <a:close/>
                  <a:moveTo>
                    <a:pt x="7456" y="85168"/>
                  </a:moveTo>
                  <a:lnTo>
                    <a:pt x="42724" y="85168"/>
                  </a:lnTo>
                  <a:cubicBezTo>
                    <a:pt x="43034" y="71857"/>
                    <a:pt x="44800" y="59391"/>
                    <a:pt x="47768" y="48324"/>
                  </a:cubicBezTo>
                  <a:lnTo>
                    <a:pt x="18389" y="48324"/>
                  </a:lnTo>
                  <a:cubicBezTo>
                    <a:pt x="12005" y="59271"/>
                    <a:pt x="8135" y="71794"/>
                    <a:pt x="7456" y="85168"/>
                  </a:cubicBezTo>
                  <a:moveTo>
                    <a:pt x="89925" y="178578"/>
                  </a:moveTo>
                  <a:cubicBezTo>
                    <a:pt x="40371" y="178578"/>
                    <a:pt x="60" y="138534"/>
                    <a:pt x="60" y="89310"/>
                  </a:cubicBezTo>
                  <a:cubicBezTo>
                    <a:pt x="60" y="40092"/>
                    <a:pt x="40371" y="43"/>
                    <a:pt x="89925" y="43"/>
                  </a:cubicBezTo>
                  <a:cubicBezTo>
                    <a:pt x="139474" y="43"/>
                    <a:pt x="179791" y="40092"/>
                    <a:pt x="179791" y="89310"/>
                  </a:cubicBezTo>
                  <a:cubicBezTo>
                    <a:pt x="179791" y="138534"/>
                    <a:pt x="139474" y="178578"/>
                    <a:pt x="89925" y="178578"/>
                  </a:cubicBezTo>
                </a:path>
              </a:pathLst>
            </a:custGeom>
            <a:solidFill>
              <a:schemeClr val="bg1"/>
            </a:solidFill>
            <a:ln w="5719" cap="flat">
              <a:noFill/>
              <a:prstDash val="solid"/>
              <a:miter/>
            </a:ln>
          </p:spPr>
          <p:txBody>
            <a:bodyPr rtlCol="0" anchor="ctr"/>
            <a:lstStyle/>
            <a:p>
              <a:endParaRPr lang="en-IN"/>
            </a:p>
          </p:txBody>
        </p:sp>
      </p:grpSp>
    </p:spTree>
    <p:extLst>
      <p:ext uri="{BB962C8B-B14F-4D97-AF65-F5344CB8AC3E}">
        <p14:creationId xmlns:p14="http://schemas.microsoft.com/office/powerpoint/2010/main" val="25231306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3296101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8" name="Pentagon 8">
            <a:extLst>
              <a:ext uri="{FF2B5EF4-FFF2-40B4-BE49-F238E27FC236}">
                <a16:creationId xmlns:a16="http://schemas.microsoft.com/office/drawing/2014/main" id="{833A9605-E8AC-DD4B-FC81-8608E159F6DB}"/>
              </a:ext>
            </a:extLst>
          </p:cNvPr>
          <p:cNvSpPr/>
          <p:nvPr/>
        </p:nvSpPr>
        <p:spPr bwMode="white">
          <a:xfrm>
            <a:off x="0" y="0"/>
            <a:ext cx="4772660" cy="5143500"/>
          </a:xfrm>
          <a:prstGeom prst="homePlate">
            <a:avLst>
              <a:gd name="adj" fmla="val 1293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3608546"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360775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7" name="TextBox 66">
            <a:extLst>
              <a:ext uri="{FF2B5EF4-FFF2-40B4-BE49-F238E27FC236}">
                <a16:creationId xmlns:a16="http://schemas.microsoft.com/office/drawing/2014/main" id="{49912C13-E753-DE4E-0EA4-B43895A889C1}"/>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4406025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8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098672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reeform 18">
            <a:extLst>
              <a:ext uri="{FF2B5EF4-FFF2-40B4-BE49-F238E27FC236}">
                <a16:creationId xmlns:a16="http://schemas.microsoft.com/office/drawing/2014/main" id="{8588EA02-38F3-9B85-0407-1DAA387EC926}"/>
              </a:ext>
            </a:extLst>
          </p:cNvPr>
          <p:cNvSpPr/>
          <p:nvPr/>
        </p:nvSpPr>
        <p:spPr bwMode="white">
          <a:xfrm>
            <a:off x="0" y="0"/>
            <a:ext cx="5974079"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4" name="Title 1">
            <a:extLst>
              <a:ext uri="{FF2B5EF4-FFF2-40B4-BE49-F238E27FC236}">
                <a16:creationId xmlns:a16="http://schemas.microsoft.com/office/drawing/2014/main" id="{CE6AF6FF-B9F5-7401-EA06-A11FDB12271E}"/>
              </a:ext>
            </a:extLst>
          </p:cNvPr>
          <p:cNvSpPr>
            <a:spLocks noGrp="1"/>
          </p:cNvSpPr>
          <p:nvPr>
            <p:ph type="title"/>
          </p:nvPr>
        </p:nvSpPr>
        <p:spPr>
          <a:xfrm>
            <a:off x="330993" y="231777"/>
            <a:ext cx="4896609"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6" name="Text Placeholder 7">
            <a:extLst>
              <a:ext uri="{FF2B5EF4-FFF2-40B4-BE49-F238E27FC236}">
                <a16:creationId xmlns:a16="http://schemas.microsoft.com/office/drawing/2014/main" id="{C9ADC685-6603-9902-1292-61477E3997FB}"/>
              </a:ext>
            </a:extLst>
          </p:cNvPr>
          <p:cNvSpPr>
            <a:spLocks noGrp="1"/>
          </p:cNvSpPr>
          <p:nvPr>
            <p:ph type="body" sz="quarter" idx="10"/>
          </p:nvPr>
        </p:nvSpPr>
        <p:spPr>
          <a:xfrm>
            <a:off x="331788" y="1370013"/>
            <a:ext cx="489553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a:extLst>
              <a:ext uri="{FF2B5EF4-FFF2-40B4-BE49-F238E27FC236}">
                <a16:creationId xmlns:a16="http://schemas.microsoft.com/office/drawing/2014/main" id="{8CE0BDBB-3B49-5421-259C-26DC2355326F}"/>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3404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_Custom Layou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CE9AB1-AE53-119C-BDC2-8D3A9E2D3605}"/>
              </a:ext>
            </a:extLst>
          </p:cNvPr>
          <p:cNvGraphicFramePr>
            <a:graphicFrameLocks noChangeAspect="1"/>
          </p:cNvGraphicFramePr>
          <p:nvPr>
            <p:custDataLst>
              <p:tags r:id="rId1"/>
            </p:custDataLst>
            <p:extLst>
              <p:ext uri="{D42A27DB-BD31-4B8C-83A1-F6EECF244321}">
                <p14:modId xmlns:p14="http://schemas.microsoft.com/office/powerpoint/2010/main" val="29701645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53" imgH="353" progId="TCLayout.ActiveDocument.1">
                  <p:embed/>
                </p:oleObj>
              </mc:Choice>
              <mc:Fallback>
                <p:oleObj name="Diapositiva de think-cell" r:id="rId3" imgW="353" imgH="353" progId="TCLayout.ActiveDocument.1">
                  <p:embed/>
                  <p:pic>
                    <p:nvPicPr>
                      <p:cNvPr id="5" name="think-cell data - do not delete" hidden="1">
                        <a:extLst>
                          <a:ext uri="{FF2B5EF4-FFF2-40B4-BE49-F238E27FC236}">
                            <a16:creationId xmlns:a16="http://schemas.microsoft.com/office/drawing/2014/main" id="{88CE9AB1-AE53-119C-BDC2-8D3A9E2D36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Freeform 18">
            <a:extLst>
              <a:ext uri="{FF2B5EF4-FFF2-40B4-BE49-F238E27FC236}">
                <a16:creationId xmlns:a16="http://schemas.microsoft.com/office/drawing/2014/main" id="{8588EA02-38F3-9B85-0407-1DAA387EC926}"/>
              </a:ext>
            </a:extLst>
          </p:cNvPr>
          <p:cNvSpPr/>
          <p:nvPr/>
        </p:nvSpPr>
        <p:spPr bwMode="white">
          <a:xfrm>
            <a:off x="1" y="0"/>
            <a:ext cx="7097462" cy="51435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750"/>
              </a:spcAft>
            </a:pPr>
            <a:endParaRPr lang="en-US" sz="900">
              <a:solidFill>
                <a:schemeClr val="bg1"/>
              </a:solidFill>
              <a:latin typeface="+mn-lt"/>
              <a:ea typeface="+mn-ea"/>
              <a:cs typeface="+mn-cs"/>
              <a:sym typeface="Trebuchet MS" panose="020B0603020202020204" pitchFamily="34" charset="0"/>
            </a:endParaRPr>
          </a:p>
        </p:txBody>
      </p:sp>
      <p:sp>
        <p:nvSpPr>
          <p:cNvPr id="9" name="Title 1">
            <a:extLst>
              <a:ext uri="{FF2B5EF4-FFF2-40B4-BE49-F238E27FC236}">
                <a16:creationId xmlns:a16="http://schemas.microsoft.com/office/drawing/2014/main" id="{2BD559C9-D6FF-4CDD-CD66-06DD41FD813A}"/>
              </a:ext>
            </a:extLst>
          </p:cNvPr>
          <p:cNvSpPr>
            <a:spLocks noGrp="1"/>
          </p:cNvSpPr>
          <p:nvPr>
            <p:ph type="title"/>
          </p:nvPr>
        </p:nvSpPr>
        <p:spPr>
          <a:xfrm>
            <a:off x="330994" y="231777"/>
            <a:ext cx="6015672" cy="307777"/>
          </a:xfrm>
        </p:spPr>
        <p:txBody>
          <a:bodyPr vert="horz"/>
          <a:lstStyle>
            <a:lvl1pPr>
              <a:lnSpc>
                <a:spcPct val="100000"/>
              </a:lnSpc>
              <a:defRPr>
                <a:solidFill>
                  <a:schemeClr val="accent6"/>
                </a:solidFill>
              </a:defRPr>
            </a:lvl1pPr>
          </a:lstStyle>
          <a:p>
            <a:r>
              <a:rPr lang="en-US"/>
              <a:t>Click to edit Master title style</a:t>
            </a:r>
            <a:endParaRPr lang="en-IN"/>
          </a:p>
        </p:txBody>
      </p:sp>
      <p:sp>
        <p:nvSpPr>
          <p:cNvPr id="12" name="Text Placeholder 7">
            <a:extLst>
              <a:ext uri="{FF2B5EF4-FFF2-40B4-BE49-F238E27FC236}">
                <a16:creationId xmlns:a16="http://schemas.microsoft.com/office/drawing/2014/main" id="{A692D8FB-A372-0DCD-202B-49023E6A6D20}"/>
              </a:ext>
            </a:extLst>
          </p:cNvPr>
          <p:cNvSpPr>
            <a:spLocks noGrp="1"/>
          </p:cNvSpPr>
          <p:nvPr>
            <p:ph type="body" sz="quarter" idx="10"/>
          </p:nvPr>
        </p:nvSpPr>
        <p:spPr>
          <a:xfrm>
            <a:off x="331788" y="1370013"/>
            <a:ext cx="6015672" cy="3060000"/>
          </a:xfrm>
        </p:spPr>
        <p:txBody>
          <a:bodyPr/>
          <a:lstStyle>
            <a:lvl1pPr>
              <a:defRPr>
                <a:solidFill>
                  <a:schemeClr val="bg1"/>
                </a:solidFill>
              </a:defRPr>
            </a:lvl1pPr>
            <a:lvl2pP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Rechteck 6">
            <a:extLst>
              <a:ext uri="{FF2B5EF4-FFF2-40B4-BE49-F238E27FC236}">
                <a16:creationId xmlns:a16="http://schemas.microsoft.com/office/drawing/2014/main" id="{A253A139-9197-49DD-7AA1-DBAA7F2C1894}"/>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4" name="TextBox 3">
            <a:extLst>
              <a:ext uri="{FF2B5EF4-FFF2-40B4-BE49-F238E27FC236}">
                <a16:creationId xmlns:a16="http://schemas.microsoft.com/office/drawing/2014/main" id="{FAA75294-F1C2-414B-58D3-5A6A1B8ED7B3}"/>
              </a:ext>
            </a:extLst>
          </p:cNvPr>
          <p:cNvSpPr txBox="1"/>
          <p:nvPr/>
        </p:nvSpPr>
        <p:spPr>
          <a:xfrm>
            <a:off x="0" y="4871838"/>
            <a:ext cx="504000" cy="126000"/>
          </a:xfrm>
          <a:prstGeom prst="rect">
            <a:avLst/>
          </a:prstGeom>
          <a:solidFill>
            <a:schemeClr val="accent6"/>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chemeClr val="bg1"/>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chemeClr val="bg1"/>
              </a:solidFill>
              <a:effectLst/>
              <a:uLnTx/>
              <a:uFillTx/>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8552682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lient layout 1">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3705225933"/>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307777"/>
          </a:xfrm>
        </p:spPr>
        <p:txBody>
          <a:bodyPr vert="horz"/>
          <a:lstStyle>
            <a:lvl1pPr>
              <a:lnSpc>
                <a:spcPct val="100000"/>
              </a:lnSpc>
              <a:defRPr>
                <a:latin typeface="+mj-lt"/>
                <a:ea typeface="+mj-ea"/>
                <a:cs typeface="+mj-cs"/>
              </a:defRPr>
            </a:lvl1pPr>
          </a:lstStyle>
          <a:p>
            <a:r>
              <a:rPr lang="en-GB"/>
              <a:t>Click to add title</a:t>
            </a:r>
          </a:p>
        </p:txBody>
      </p:sp>
      <p:sp>
        <p:nvSpPr>
          <p:cNvPr id="4" name="Text Placeholder 5">
            <a:extLst>
              <a:ext uri="{FF2B5EF4-FFF2-40B4-BE49-F238E27FC236}">
                <a16:creationId xmlns:a16="http://schemas.microsoft.com/office/drawing/2014/main" id="{5348B53B-ECC6-75A4-1ADA-7AC3FB8BF227}"/>
              </a:ext>
            </a:extLst>
          </p:cNvPr>
          <p:cNvSpPr>
            <a:spLocks noGrp="1"/>
          </p:cNvSpPr>
          <p:nvPr>
            <p:ph type="body" sz="quarter" idx="22" hasCustomPrompt="1"/>
          </p:nvPr>
        </p:nvSpPr>
        <p:spPr bwMode="gray">
          <a:xfrm>
            <a:off x="323851" y="1147202"/>
            <a:ext cx="4176713" cy="3527352"/>
          </a:xfrm>
          <a:prstGeom prst="rect">
            <a:avLst/>
          </a:prstGeom>
        </p:spPr>
        <p:txBody>
          <a:bodyPr/>
          <a:lstStyle>
            <a:lvl1pPr>
              <a:defRPr sz="1400">
                <a:latin typeface="+mn-lt"/>
                <a:ea typeface="+mn-ea"/>
                <a:cs typeface="+mn-cs"/>
              </a:defRPr>
            </a:lvl1pPr>
            <a:lvl2pPr>
              <a:defRPr sz="1400">
                <a:latin typeface="+mn-lt"/>
                <a:ea typeface="+mn-ea"/>
                <a:cs typeface="+mn-cs"/>
              </a:defRPr>
            </a:lvl2pPr>
            <a:lvl3pPr>
              <a:defRPr sz="1400">
                <a:latin typeface="+mn-lt"/>
                <a:ea typeface="+mn-ea"/>
                <a:cs typeface="+mn-cs"/>
              </a:defRPr>
            </a:lvl3pPr>
            <a:lvl4pPr>
              <a:defRPr sz="1400">
                <a:latin typeface="+mn-lt"/>
                <a:ea typeface="+mn-ea"/>
                <a:cs typeface="+mn-cs"/>
              </a:defRPr>
            </a:lvl4pPr>
            <a:lvl5pPr>
              <a:defRPr sz="1400">
                <a:latin typeface="+mn-lt"/>
                <a:ea typeface="+mn-ea"/>
                <a:cs typeface="+mn-cs"/>
              </a:defRPr>
            </a:lvl5pPr>
          </a:lstStyle>
          <a:p>
            <a:pPr lvl="0"/>
            <a:r>
              <a:rPr lang="en-GB"/>
              <a:t>Edit Master text styles  </a:t>
            </a:r>
          </a:p>
          <a:p>
            <a:pPr lvl="1"/>
            <a:r>
              <a:rPr lang="en-GB"/>
              <a:t>Second level  </a:t>
            </a:r>
          </a:p>
          <a:p>
            <a:pPr lvl="2"/>
            <a:r>
              <a:rPr lang="en-GB"/>
              <a:t>Third level  </a:t>
            </a:r>
          </a:p>
          <a:p>
            <a:pPr lvl="3"/>
            <a:r>
              <a:rPr lang="en-GB"/>
              <a:t>Fourth level  </a:t>
            </a:r>
          </a:p>
          <a:p>
            <a:pPr lvl="4"/>
            <a:r>
              <a:rPr lang="en-GB"/>
              <a:t>Fifth level  </a:t>
            </a:r>
          </a:p>
        </p:txBody>
      </p:sp>
      <p:pic>
        <p:nvPicPr>
          <p:cNvPr id="7" name="Grafik 9">
            <a:extLst>
              <a:ext uri="{FF2B5EF4-FFF2-40B4-BE49-F238E27FC236}">
                <a16:creationId xmlns:a16="http://schemas.microsoft.com/office/drawing/2014/main" id="{38DCC0DC-E932-E11A-3613-4DDFDB62F27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
        <p:nvSpPr>
          <p:cNvPr id="9" name="Rechteck 6">
            <a:extLst>
              <a:ext uri="{FF2B5EF4-FFF2-40B4-BE49-F238E27FC236}">
                <a16:creationId xmlns:a16="http://schemas.microsoft.com/office/drawing/2014/main" id="{03DD52B0-4510-25E6-398F-1753CF669AA6}"/>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pic>
        <p:nvPicPr>
          <p:cNvPr id="11" name="Picture 10" descr="A aerial view of a warehouse&#10;&#10;AI-generated content may be incorrect.">
            <a:extLst>
              <a:ext uri="{FF2B5EF4-FFF2-40B4-BE49-F238E27FC236}">
                <a16:creationId xmlns:a16="http://schemas.microsoft.com/office/drawing/2014/main" id="{F5C3DA44-E4A2-BF06-2E3E-8FE54BDEA57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4636294" y="1147200"/>
            <a:ext cx="4176712" cy="3527353"/>
          </a:xfrm>
          <a:prstGeom prst="rect">
            <a:avLst/>
          </a:prstGeom>
        </p:spPr>
      </p:pic>
    </p:spTree>
    <p:extLst>
      <p:ext uri="{BB962C8B-B14F-4D97-AF65-F5344CB8AC3E}">
        <p14:creationId xmlns:p14="http://schemas.microsoft.com/office/powerpoint/2010/main" val="3307259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lient layout 2">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2610720918"/>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307777"/>
          </a:xfrm>
        </p:spPr>
        <p:txBody>
          <a:bodyPr vert="horz"/>
          <a:lstStyle>
            <a:lvl1pPr>
              <a:lnSpc>
                <a:spcPct val="100000"/>
              </a:lnSpc>
              <a:defRPr sz="2000">
                <a:latin typeface="+mj-lt"/>
                <a:ea typeface="+mj-ea"/>
                <a:cs typeface="+mj-cs"/>
              </a:defRPr>
            </a:lvl1pPr>
          </a:lstStyle>
          <a:p>
            <a:r>
              <a:rPr lang="en-GB"/>
              <a:t>Click to add title</a:t>
            </a:r>
          </a:p>
        </p:txBody>
      </p:sp>
      <p:sp>
        <p:nvSpPr>
          <p:cNvPr id="18" name="Rechteck 6">
            <a:extLst>
              <a:ext uri="{FF2B5EF4-FFF2-40B4-BE49-F238E27FC236}">
                <a16:creationId xmlns:a16="http://schemas.microsoft.com/office/drawing/2014/main" id="{F24A7ACB-244B-7708-284E-08E9D6538AB1}"/>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6" name="Text Placeholder 5">
            <a:extLst>
              <a:ext uri="{FF2B5EF4-FFF2-40B4-BE49-F238E27FC236}">
                <a16:creationId xmlns:a16="http://schemas.microsoft.com/office/drawing/2014/main" id="{CE01C401-924B-C9B7-CA81-45C5C55A246D}"/>
              </a:ext>
            </a:extLst>
          </p:cNvPr>
          <p:cNvSpPr>
            <a:spLocks noGrp="1"/>
          </p:cNvSpPr>
          <p:nvPr>
            <p:ph type="body" sz="quarter" idx="22" hasCustomPrompt="1"/>
          </p:nvPr>
        </p:nvSpPr>
        <p:spPr bwMode="gray">
          <a:xfrm>
            <a:off x="4643438" y="1146554"/>
            <a:ext cx="4176713" cy="3528000"/>
          </a:xfrm>
          <a:prstGeom prst="rect">
            <a:avLst/>
          </a:prstGeom>
        </p:spPr>
        <p:txBody>
          <a:bodyPr/>
          <a:lstStyle>
            <a:lvl1pPr>
              <a:defRPr sz="1400"/>
            </a:lvl1pPr>
            <a:lvl2pPr>
              <a:defRPr sz="1400"/>
            </a:lvl2pPr>
            <a:lvl3pPr>
              <a:defRPr sz="1400"/>
            </a:lvl3pPr>
            <a:lvl4pPr>
              <a:defRPr sz="1400"/>
            </a:lvl4pPr>
            <a:lvl5pPr>
              <a:defRPr sz="1400"/>
            </a:lvl5pPr>
          </a:lstStyle>
          <a:p>
            <a:pPr lvl="0"/>
            <a:r>
              <a:rPr lang="en-GB"/>
              <a:t>Edit Master text styles  </a:t>
            </a:r>
          </a:p>
          <a:p>
            <a:pPr lvl="1"/>
            <a:r>
              <a:rPr lang="en-GB"/>
              <a:t>Second level  </a:t>
            </a:r>
          </a:p>
          <a:p>
            <a:pPr lvl="2"/>
            <a:r>
              <a:rPr lang="en-GB"/>
              <a:t>Third level  </a:t>
            </a:r>
          </a:p>
          <a:p>
            <a:pPr lvl="3"/>
            <a:r>
              <a:rPr lang="en-GB"/>
              <a:t>Fourth level  </a:t>
            </a:r>
          </a:p>
          <a:p>
            <a:pPr lvl="4"/>
            <a:r>
              <a:rPr lang="en-GB"/>
              <a:t>Fifth level  </a:t>
            </a:r>
          </a:p>
        </p:txBody>
      </p:sp>
      <p:pic>
        <p:nvPicPr>
          <p:cNvPr id="7" name="Grafik 9">
            <a:extLst>
              <a:ext uri="{FF2B5EF4-FFF2-40B4-BE49-F238E27FC236}">
                <a16:creationId xmlns:a16="http://schemas.microsoft.com/office/drawing/2014/main" id="{FDB78C75-56E6-6A6A-40F4-3B175B73F15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pic>
        <p:nvPicPr>
          <p:cNvPr id="12" name="Picture 11" descr="A person in a control room&#10;&#10;AI-generated content may be incorrect.">
            <a:extLst>
              <a:ext uri="{FF2B5EF4-FFF2-40B4-BE49-F238E27FC236}">
                <a16:creationId xmlns:a16="http://schemas.microsoft.com/office/drawing/2014/main" id="{27EFED1E-8D88-1453-4970-152A9847FB42}"/>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323849" y="1146552"/>
            <a:ext cx="4176160" cy="3528001"/>
          </a:xfrm>
          <a:prstGeom prst="rect">
            <a:avLst/>
          </a:prstGeom>
        </p:spPr>
      </p:pic>
    </p:spTree>
    <p:extLst>
      <p:ext uri="{BB962C8B-B14F-4D97-AF65-F5344CB8AC3E}">
        <p14:creationId xmlns:p14="http://schemas.microsoft.com/office/powerpoint/2010/main" val="1752964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lient layout 3">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3035096102"/>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8" name="TextBox 7">
            <a:extLst>
              <a:ext uri="{FF2B5EF4-FFF2-40B4-BE49-F238E27FC236}">
                <a16:creationId xmlns:a16="http://schemas.microsoft.com/office/drawing/2014/main" id="{766EA2F4-FCEA-4B4C-97F0-F8E6E5A7D732}"/>
              </a:ext>
            </a:extLst>
          </p:cNvPr>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sp>
        <p:nvSpPr>
          <p:cNvPr id="3" name="Title 1">
            <a:extLst>
              <a:ext uri="{FF2B5EF4-FFF2-40B4-BE49-F238E27FC236}">
                <a16:creationId xmlns:a16="http://schemas.microsoft.com/office/drawing/2014/main" id="{DF5FE159-F2AA-3A9D-5292-C809C651428D}"/>
              </a:ext>
            </a:extLst>
          </p:cNvPr>
          <p:cNvSpPr>
            <a:spLocks noGrp="1"/>
          </p:cNvSpPr>
          <p:nvPr>
            <p:ph type="title" hasCustomPrompt="1"/>
          </p:nvPr>
        </p:nvSpPr>
        <p:spPr bwMode="gray">
          <a:xfrm>
            <a:off x="330994" y="231777"/>
            <a:ext cx="8482014" cy="430887"/>
          </a:xfrm>
        </p:spPr>
        <p:txBody>
          <a:bodyPr vert="horz"/>
          <a:lstStyle>
            <a:lvl1pPr>
              <a:lnSpc>
                <a:spcPct val="100000"/>
              </a:lnSpc>
              <a:defRPr sz="2800">
                <a:latin typeface="+mj-lt"/>
                <a:ea typeface="+mj-ea"/>
                <a:cs typeface="+mj-cs"/>
              </a:defRPr>
            </a:lvl1pPr>
          </a:lstStyle>
          <a:p>
            <a:r>
              <a:rPr lang="en-GB"/>
              <a:t>Agenda</a:t>
            </a:r>
          </a:p>
        </p:txBody>
      </p:sp>
      <p:sp>
        <p:nvSpPr>
          <p:cNvPr id="9" name="Textplatzhalter 25">
            <a:extLst>
              <a:ext uri="{FF2B5EF4-FFF2-40B4-BE49-F238E27FC236}">
                <a16:creationId xmlns:a16="http://schemas.microsoft.com/office/drawing/2014/main" id="{863F45AA-FBCE-5F19-0B0F-BABA63CC14C4}"/>
              </a:ext>
            </a:extLst>
          </p:cNvPr>
          <p:cNvSpPr>
            <a:spLocks noGrp="1"/>
          </p:cNvSpPr>
          <p:nvPr>
            <p:ph type="body" sz="quarter" idx="18" hasCustomPrompt="1"/>
          </p:nvPr>
        </p:nvSpPr>
        <p:spPr bwMode="gray">
          <a:xfrm>
            <a:off x="323850" y="991449"/>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0" name="Textplatzhalter 25">
            <a:extLst>
              <a:ext uri="{FF2B5EF4-FFF2-40B4-BE49-F238E27FC236}">
                <a16:creationId xmlns:a16="http://schemas.microsoft.com/office/drawing/2014/main" id="{A7CDC26B-C679-9295-209D-BF57A76545E2}"/>
              </a:ext>
            </a:extLst>
          </p:cNvPr>
          <p:cNvSpPr>
            <a:spLocks noGrp="1"/>
          </p:cNvSpPr>
          <p:nvPr>
            <p:ph type="body" sz="quarter" idx="41" hasCustomPrompt="1"/>
          </p:nvPr>
        </p:nvSpPr>
        <p:spPr bwMode="gray">
          <a:xfrm>
            <a:off x="323850" y="1422953"/>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1" name="Textplatzhalter 25">
            <a:extLst>
              <a:ext uri="{FF2B5EF4-FFF2-40B4-BE49-F238E27FC236}">
                <a16:creationId xmlns:a16="http://schemas.microsoft.com/office/drawing/2014/main" id="{1DBA1CD5-E2A2-968D-1DDC-E58BEA5A8A90}"/>
              </a:ext>
            </a:extLst>
          </p:cNvPr>
          <p:cNvSpPr>
            <a:spLocks noGrp="1"/>
          </p:cNvSpPr>
          <p:nvPr>
            <p:ph type="body" sz="quarter" idx="43" hasCustomPrompt="1"/>
          </p:nvPr>
        </p:nvSpPr>
        <p:spPr bwMode="gray">
          <a:xfrm>
            <a:off x="323850" y="1854457"/>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2" name="Textplatzhalter 25">
            <a:extLst>
              <a:ext uri="{FF2B5EF4-FFF2-40B4-BE49-F238E27FC236}">
                <a16:creationId xmlns:a16="http://schemas.microsoft.com/office/drawing/2014/main" id="{548142BF-3E79-4A99-F980-CB882ABF7060}"/>
              </a:ext>
            </a:extLst>
          </p:cNvPr>
          <p:cNvSpPr>
            <a:spLocks noGrp="1"/>
          </p:cNvSpPr>
          <p:nvPr>
            <p:ph type="body" sz="quarter" idx="45" hasCustomPrompt="1"/>
          </p:nvPr>
        </p:nvSpPr>
        <p:spPr bwMode="gray">
          <a:xfrm>
            <a:off x="323850" y="2285961"/>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3" name="Textplatzhalter 25">
            <a:extLst>
              <a:ext uri="{FF2B5EF4-FFF2-40B4-BE49-F238E27FC236}">
                <a16:creationId xmlns:a16="http://schemas.microsoft.com/office/drawing/2014/main" id="{D074860E-20CA-9065-F896-3C262D0A276C}"/>
              </a:ext>
            </a:extLst>
          </p:cNvPr>
          <p:cNvSpPr>
            <a:spLocks noGrp="1"/>
          </p:cNvSpPr>
          <p:nvPr>
            <p:ph type="body" sz="quarter" idx="47" hasCustomPrompt="1"/>
          </p:nvPr>
        </p:nvSpPr>
        <p:spPr bwMode="gray">
          <a:xfrm>
            <a:off x="323850" y="2717465"/>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4" name="Textplatzhalter 25">
            <a:extLst>
              <a:ext uri="{FF2B5EF4-FFF2-40B4-BE49-F238E27FC236}">
                <a16:creationId xmlns:a16="http://schemas.microsoft.com/office/drawing/2014/main" id="{31616241-44DE-4512-3A8D-BEDC64848131}"/>
              </a:ext>
            </a:extLst>
          </p:cNvPr>
          <p:cNvSpPr>
            <a:spLocks noGrp="1"/>
          </p:cNvSpPr>
          <p:nvPr>
            <p:ph type="body" sz="quarter" idx="49" hasCustomPrompt="1"/>
          </p:nvPr>
        </p:nvSpPr>
        <p:spPr bwMode="gray">
          <a:xfrm>
            <a:off x="323850" y="3148969"/>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5" name="Textplatzhalter 25">
            <a:extLst>
              <a:ext uri="{FF2B5EF4-FFF2-40B4-BE49-F238E27FC236}">
                <a16:creationId xmlns:a16="http://schemas.microsoft.com/office/drawing/2014/main" id="{CEDCE75F-290E-BB15-05E0-7561D08AEDBE}"/>
              </a:ext>
            </a:extLst>
          </p:cNvPr>
          <p:cNvSpPr>
            <a:spLocks noGrp="1"/>
          </p:cNvSpPr>
          <p:nvPr>
            <p:ph type="body" sz="quarter" idx="51" hasCustomPrompt="1"/>
          </p:nvPr>
        </p:nvSpPr>
        <p:spPr bwMode="gray">
          <a:xfrm>
            <a:off x="323850" y="3580473"/>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6" name="Textplatzhalter 25">
            <a:extLst>
              <a:ext uri="{FF2B5EF4-FFF2-40B4-BE49-F238E27FC236}">
                <a16:creationId xmlns:a16="http://schemas.microsoft.com/office/drawing/2014/main" id="{A069075B-B085-690E-9DC2-45562D9CCBC9}"/>
              </a:ext>
            </a:extLst>
          </p:cNvPr>
          <p:cNvSpPr>
            <a:spLocks noGrp="1"/>
          </p:cNvSpPr>
          <p:nvPr>
            <p:ph type="body" sz="quarter" idx="53" hasCustomPrompt="1"/>
          </p:nvPr>
        </p:nvSpPr>
        <p:spPr bwMode="gray">
          <a:xfrm>
            <a:off x="323850" y="4011975"/>
            <a:ext cx="8496300" cy="360000"/>
          </a:xfrm>
          <a:prstGeom prst="rect">
            <a:avLst/>
          </a:prstGeom>
          <a:ln>
            <a:noFill/>
          </a:ln>
        </p:spPr>
        <p:txBody>
          <a:bodyPr vert="horz" wrap="square" lIns="72000" tIns="0" rIns="0" bIns="0" rtlCol="0" anchor="ctr" anchorCtr="0">
            <a:noAutofit/>
          </a:bodyPr>
          <a:lstStyle>
            <a:lvl1pPr>
              <a:defRPr lang="en-GB" sz="1400" b="0" cap="none" baseline="0" noProof="0" dirty="0">
                <a:solidFill>
                  <a:schemeClr val="tx1"/>
                </a:solidFill>
              </a:defRPr>
            </a:lvl1pPr>
          </a:lstStyle>
          <a:p>
            <a:pPr lvl="0" defTabSz="914034">
              <a:lnSpc>
                <a:spcPct val="100000"/>
              </a:lnSpc>
              <a:spcBef>
                <a:spcPts val="0"/>
              </a:spcBef>
              <a:spcAft>
                <a:spcPts val="0"/>
              </a:spcAft>
              <a:buNone/>
            </a:pPr>
            <a:r>
              <a:rPr lang="en-GB" noProof="0"/>
              <a:t>Click to add text</a:t>
            </a:r>
          </a:p>
        </p:txBody>
      </p:sp>
      <p:sp>
        <p:nvSpPr>
          <p:cNvPr id="18" name="Rechteck 6">
            <a:extLst>
              <a:ext uri="{FF2B5EF4-FFF2-40B4-BE49-F238E27FC236}">
                <a16:creationId xmlns:a16="http://schemas.microsoft.com/office/drawing/2014/main" id="{F24A7ACB-244B-7708-284E-08E9D6538AB1}"/>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pic>
        <p:nvPicPr>
          <p:cNvPr id="4" name="Grafik 9">
            <a:extLst>
              <a:ext uri="{FF2B5EF4-FFF2-40B4-BE49-F238E27FC236}">
                <a16:creationId xmlns:a16="http://schemas.microsoft.com/office/drawing/2014/main" id="{6CD86A04-D706-9D12-C299-6284B56472D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596337" y="4659313"/>
            <a:ext cx="1302697" cy="484188"/>
          </a:xfrm>
          <a:prstGeom prst="rect">
            <a:avLst/>
          </a:prstGeom>
        </p:spPr>
      </p:pic>
    </p:spTree>
    <p:extLst>
      <p:ext uri="{BB962C8B-B14F-4D97-AF65-F5344CB8AC3E}">
        <p14:creationId xmlns:p14="http://schemas.microsoft.com/office/powerpoint/2010/main" val="13089281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lient layout 4">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BAF094-3B15-494A-85A2-60DE842775CC}"/>
              </a:ext>
            </a:extLst>
          </p:cNvPr>
          <p:cNvGraphicFramePr>
            <a:graphicFrameLocks noChangeAspect="1"/>
          </p:cNvGraphicFramePr>
          <p:nvPr>
            <p:custDataLst>
              <p:tags r:id="rId1"/>
            </p:custDataLst>
            <p:extLst>
              <p:ext uri="{D42A27DB-BD31-4B8C-83A1-F6EECF244321}">
                <p14:modId xmlns:p14="http://schemas.microsoft.com/office/powerpoint/2010/main" val="228564078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Diapositiva de think-cell" r:id="rId3" imgW="366" imgH="367" progId="TCLayout.ActiveDocument.1">
                  <p:embed/>
                </p:oleObj>
              </mc:Choice>
              <mc:Fallback>
                <p:oleObj name="Diapositiva de think-cell" r:id="rId3" imgW="366" imgH="367" progId="TCLayout.ActiveDocument.1">
                  <p:embed/>
                  <p:pic>
                    <p:nvPicPr>
                      <p:cNvPr id="2" name="think-cell data - do not delete" hidden="1">
                        <a:extLst>
                          <a:ext uri="{FF2B5EF4-FFF2-40B4-BE49-F238E27FC236}">
                            <a16:creationId xmlns:a16="http://schemas.microsoft.com/office/drawing/2014/main" id="{07BAF094-3B15-494A-85A2-60DE842775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pic>
        <p:nvPicPr>
          <p:cNvPr id="11" name="Picture 10" descr="A container ship at a port&#10;&#10;AI-generated content may be incorrect.">
            <a:extLst>
              <a:ext uri="{FF2B5EF4-FFF2-40B4-BE49-F238E27FC236}">
                <a16:creationId xmlns:a16="http://schemas.microsoft.com/office/drawing/2014/main" id="{3F1F1A0E-F6CB-B33E-6ABD-49FF13F3B97B}"/>
              </a:ext>
            </a:extLst>
          </p:cNvPr>
          <p:cNvPicPr>
            <a:picLocks noChangeAspect="1"/>
          </p:cNvPicPr>
          <p:nvPr/>
        </p:nvPicPr>
        <p:blipFill rotWithShape="1">
          <a:blip r:embed="rId5"/>
          <a:srcRect t="7833" b="7833"/>
          <a:stretch/>
        </p:blipFill>
        <p:spPr>
          <a:xfrm>
            <a:off x="0" y="0"/>
            <a:ext cx="9144000" cy="5143500"/>
          </a:xfrm>
          <a:prstGeom prst="rect">
            <a:avLst/>
          </a:prstGeom>
        </p:spPr>
      </p:pic>
      <p:sp>
        <p:nvSpPr>
          <p:cNvPr id="5" name="Copyright" hidden="1"/>
          <p:cNvSpPr txBox="1"/>
          <p:nvPr/>
        </p:nvSpPr>
        <p:spPr>
          <a:xfrm rot="16200000">
            <a:off x="7115176" y="2941873"/>
            <a:ext cx="3850481"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lumMod val="50000"/>
                  </a:schemeClr>
                </a:solidFill>
                <a:latin typeface="+mn-lt"/>
                <a:ea typeface="+mn-ea"/>
                <a:cs typeface="+mn-cs"/>
                <a:sym typeface="Trebuchet MS" panose="020B0603020202020204" pitchFamily="34" charset="0"/>
              </a:rPr>
              <a:t>Copyright © 2024 by Boston Consulting Group. All rights reserved.</a:t>
            </a:r>
          </a:p>
        </p:txBody>
      </p:sp>
      <p:sp>
        <p:nvSpPr>
          <p:cNvPr id="6" name="Titel 1">
            <a:extLst>
              <a:ext uri="{FF2B5EF4-FFF2-40B4-BE49-F238E27FC236}">
                <a16:creationId xmlns:a16="http://schemas.microsoft.com/office/drawing/2014/main" id="{25A94C94-155D-6D63-2211-7DE9EF116EA3}"/>
              </a:ext>
            </a:extLst>
          </p:cNvPr>
          <p:cNvSpPr>
            <a:spLocks noGrp="1"/>
          </p:cNvSpPr>
          <p:nvPr>
            <p:ph type="title" hasCustomPrompt="1"/>
          </p:nvPr>
        </p:nvSpPr>
        <p:spPr bwMode="gray">
          <a:xfrm>
            <a:off x="2484438" y="3611292"/>
            <a:ext cx="6335712" cy="430887"/>
          </a:xfrm>
        </p:spPr>
        <p:txBody>
          <a:bodyPr vert="horz" anchor="ctr"/>
          <a:lstStyle>
            <a:lvl1pPr>
              <a:lnSpc>
                <a:spcPct val="100000"/>
              </a:lnSpc>
              <a:defRPr sz="2800" b="0" cap="none" baseline="0">
                <a:solidFill>
                  <a:schemeClr val="bg1"/>
                </a:solidFill>
              </a:defRPr>
            </a:lvl1pPr>
          </a:lstStyle>
          <a:p>
            <a:pPr lvl="0"/>
            <a:r>
              <a:rPr lang="en-GB"/>
              <a:t>Click to add title</a:t>
            </a:r>
            <a:endParaRPr lang="en-GB" noProof="0"/>
          </a:p>
        </p:txBody>
      </p:sp>
      <p:sp>
        <p:nvSpPr>
          <p:cNvPr id="7" name="Text Placeholder 3">
            <a:extLst>
              <a:ext uri="{FF2B5EF4-FFF2-40B4-BE49-F238E27FC236}">
                <a16:creationId xmlns:a16="http://schemas.microsoft.com/office/drawing/2014/main" id="{7C5BE3D9-9B72-5D88-BCA8-0C1E2A0AEC38}"/>
              </a:ext>
            </a:extLst>
          </p:cNvPr>
          <p:cNvSpPr>
            <a:spLocks noGrp="1"/>
          </p:cNvSpPr>
          <p:nvPr>
            <p:ph type="body" sz="quarter" idx="16" hasCustomPrompt="1"/>
          </p:nvPr>
        </p:nvSpPr>
        <p:spPr bwMode="gray">
          <a:xfrm>
            <a:off x="647564" y="3101500"/>
            <a:ext cx="1453557" cy="1450470"/>
          </a:xfrm>
          <a:prstGeom prst="rect">
            <a:avLst/>
          </a:prstGeom>
        </p:spPr>
        <p:txBody>
          <a:bodyPr anchor="ctr" anchorCtr="0"/>
          <a:lstStyle>
            <a:lvl1pPr algn="l">
              <a:defRPr sz="8000" b="0">
                <a:solidFill>
                  <a:schemeClr val="bg1"/>
                </a:solidFill>
              </a:defRPr>
            </a:lvl1pPr>
            <a:lvl2pPr>
              <a:defRPr sz="8000">
                <a:solidFill>
                  <a:schemeClr val="bg1"/>
                </a:solidFill>
              </a:defRPr>
            </a:lvl2pPr>
            <a:lvl3pPr marL="0" indent="0">
              <a:buNone/>
              <a:defRPr sz="8000">
                <a:solidFill>
                  <a:schemeClr val="bg1"/>
                </a:solidFill>
              </a:defRPr>
            </a:lvl3pPr>
            <a:lvl4pPr marL="0" indent="0">
              <a:buNone/>
              <a:defRPr sz="8000">
                <a:solidFill>
                  <a:schemeClr val="bg1"/>
                </a:solidFill>
              </a:defRPr>
            </a:lvl4pPr>
            <a:lvl5pPr marL="0" indent="0">
              <a:buNone/>
              <a:defRPr sz="8000">
                <a:solidFill>
                  <a:schemeClr val="bg1"/>
                </a:solidFill>
              </a:defRPr>
            </a:lvl5pPr>
            <a:lvl6pPr>
              <a:defRPr sz="8000" b="0">
                <a:solidFill>
                  <a:schemeClr val="bg1"/>
                </a:solidFill>
              </a:defRPr>
            </a:lvl6pPr>
            <a:lvl7pPr>
              <a:defRPr sz="8000" b="0">
                <a:solidFill>
                  <a:schemeClr val="bg1"/>
                </a:solidFill>
              </a:defRPr>
            </a:lvl7pPr>
            <a:lvl8pPr>
              <a:defRPr sz="8000">
                <a:solidFill>
                  <a:schemeClr val="bg1"/>
                </a:solidFill>
              </a:defRPr>
            </a:lvl8pPr>
            <a:lvl9pPr>
              <a:defRPr sz="8000">
                <a:solidFill>
                  <a:schemeClr val="bg1"/>
                </a:solidFill>
              </a:defRPr>
            </a:lvl9pPr>
          </a:lstStyle>
          <a:p>
            <a:pPr lvl="0"/>
            <a:r>
              <a:rPr lang="de-DE"/>
              <a:t>XX</a:t>
            </a:r>
            <a:endParaRPr lang="en-US"/>
          </a:p>
        </p:txBody>
      </p:sp>
      <p:sp>
        <p:nvSpPr>
          <p:cNvPr id="17" name="Rechteck 6">
            <a:extLst>
              <a:ext uri="{FF2B5EF4-FFF2-40B4-BE49-F238E27FC236}">
                <a16:creationId xmlns:a16="http://schemas.microsoft.com/office/drawing/2014/main" id="{FCEDA8D9-B518-DD82-9BED-E4CBCC21D01C}"/>
              </a:ext>
            </a:extLst>
          </p:cNvPr>
          <p:cNvSpPr/>
          <p:nvPr/>
        </p:nvSpPr>
        <p:spPr bwMode="gray">
          <a:xfrm>
            <a:off x="0" y="0"/>
            <a:ext cx="9144000" cy="72000"/>
          </a:xfrm>
          <a:prstGeom prst="rect">
            <a:avLst/>
          </a:prstGeom>
          <a:solidFill>
            <a:srgbClr val="222C37">
              <a:lumMod val="90000"/>
              <a:lumOff val="10000"/>
            </a:srgbClr>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Tree>
    <p:extLst>
      <p:ext uri="{BB962C8B-B14F-4D97-AF65-F5344CB8AC3E}">
        <p14:creationId xmlns:p14="http://schemas.microsoft.com/office/powerpoint/2010/main" val="20063851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439977890"/>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192" y="1192"/>
                        <a:ext cx="1190" cy="1190"/>
                      </a:xfrm>
                      <a:prstGeom prst="rect">
                        <a:avLst/>
                      </a:prstGeom>
                    </p:spPr>
                  </p:pic>
                </p:oleObj>
              </mc:Fallback>
            </mc:AlternateContent>
          </a:graphicData>
        </a:graphic>
      </p:graphicFrame>
      <p:pic>
        <p:nvPicPr>
          <p:cNvPr id="6" name="Picture 5" descr="A port with cranes and ships&#10;&#10;AI-generated content may be incorrect.">
            <a:extLst>
              <a:ext uri="{FF2B5EF4-FFF2-40B4-BE49-F238E27FC236}">
                <a16:creationId xmlns:a16="http://schemas.microsoft.com/office/drawing/2014/main" id="{E37F52F3-E5E5-1FD9-5F37-9AD12DC8F091}"/>
              </a:ext>
            </a:extLst>
          </p:cNvPr>
          <p:cNvPicPr>
            <a:picLocks noChangeAspect="1"/>
          </p:cNvPicPr>
          <p:nvPr/>
        </p:nvPicPr>
        <p:blipFill rotWithShape="1">
          <a:blip r:embed="rId5"/>
          <a:srcRect t="7813" b="7813"/>
          <a:stretch/>
        </p:blipFill>
        <p:spPr>
          <a:xfrm>
            <a:off x="0" y="0"/>
            <a:ext cx="9144000" cy="5143500"/>
          </a:xfrm>
          <a:prstGeom prst="rect">
            <a:avLst/>
          </a:prstGeom>
        </p:spPr>
      </p:pic>
      <p:sp>
        <p:nvSpPr>
          <p:cNvPr id="9" name="Rectangle 8">
            <a:extLst>
              <a:ext uri="{FF2B5EF4-FFF2-40B4-BE49-F238E27FC236}">
                <a16:creationId xmlns:a16="http://schemas.microsoft.com/office/drawing/2014/main" id="{1E6390CC-B535-EEF2-55F0-9DD04283E49E}"/>
              </a:ext>
            </a:extLst>
          </p:cNvPr>
          <p:cNvSpPr/>
          <p:nvPr/>
        </p:nvSpPr>
        <p:spPr bwMode="gray">
          <a:xfrm flipH="1">
            <a:off x="-1" y="0"/>
            <a:ext cx="9143998" cy="5143500"/>
          </a:xfrm>
          <a:prstGeom prst="rect">
            <a:avLst/>
          </a:prstGeom>
          <a:gradFill flip="none" rotWithShape="1">
            <a:gsLst>
              <a:gs pos="3000">
                <a:schemeClr val="accent5">
                  <a:alpha val="76000"/>
                </a:schemeClr>
              </a:gs>
              <a:gs pos="100000">
                <a:schemeClr val="accent5">
                  <a:alpha val="62000"/>
                </a:schemeClr>
              </a:gs>
            </a:gsLst>
            <a:lin ang="0" scaled="1"/>
            <a:tileRect/>
          </a:gradFill>
          <a:ln w="12700" cap="flat" cmpd="sng" algn="ctr">
            <a:noFill/>
            <a:prstDash val="solid"/>
            <a:miter lim="800000"/>
          </a:ln>
          <a:effectLst/>
        </p:spPr>
        <p:txBody>
          <a:bodyPr rtlCol="0" anchor="ctr"/>
          <a:lstStyle/>
          <a:p>
            <a:pPr algn="ctr" defTabSz="914355"/>
            <a:endParaRPr lang="en-US" kern="0" err="1">
              <a:solidFill>
                <a:prstClr val="white"/>
              </a:solidFill>
              <a:latin typeface="Calibri" panose="020F0502020204030204"/>
            </a:endParaRPr>
          </a:p>
        </p:txBody>
      </p:sp>
      <p:sp>
        <p:nvSpPr>
          <p:cNvPr id="12" name="Title 3">
            <a:extLst>
              <a:ext uri="{FF2B5EF4-FFF2-40B4-BE49-F238E27FC236}">
                <a16:creationId xmlns:a16="http://schemas.microsoft.com/office/drawing/2014/main" id="{6DE61E7A-68DC-4C53-A6C2-6F812F1F3DA8}"/>
              </a:ext>
            </a:extLst>
          </p:cNvPr>
          <p:cNvSpPr txBox="1">
            <a:spLocks/>
          </p:cNvSpPr>
          <p:nvPr/>
        </p:nvSpPr>
        <p:spPr bwMode="gray">
          <a:xfrm>
            <a:off x="323850" y="3480972"/>
            <a:ext cx="8496300" cy="677108"/>
          </a:xfrm>
          <a:prstGeom prst="rect">
            <a:avLst/>
          </a:prstGeom>
        </p:spPr>
        <p:txBody>
          <a:bodyPr vert="horz" wrap="square" lIns="0" tIns="0" rIns="0" bIns="0" rtlCol="0" anchor="ctr">
            <a:spAutoFit/>
          </a:bodyPr>
          <a:lstStyle>
            <a:lvl1pPr algn="ctr" defTabSz="1218682" rtl="0" eaLnBrk="1" latinLnBrk="0" hangingPunct="1">
              <a:spcBef>
                <a:spcPct val="0"/>
              </a:spcBef>
              <a:buNone/>
              <a:defRPr sz="3733" b="1" kern="1200" cap="none" baseline="0">
                <a:solidFill>
                  <a:schemeClr val="bg1"/>
                </a:solidFill>
                <a:latin typeface="+mj-lt"/>
                <a:ea typeface="+mj-ea"/>
                <a:cs typeface="+mj-cs"/>
              </a:defRPr>
            </a:lvl1pPr>
          </a:lstStyle>
          <a:p>
            <a:pPr marL="0" marR="0" lvl="0" indent="0" algn="ctr" defTabSz="914012" rtl="0" eaLnBrk="1" fontAlgn="auto" latinLnBrk="0" hangingPunct="1">
              <a:lnSpc>
                <a:spcPct val="100000"/>
              </a:lnSpc>
              <a:spcBef>
                <a:spcPct val="0"/>
              </a:spcBef>
              <a:spcAft>
                <a:spcPts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Helvetica Neue LT Pro" panose="020B0604020202020204" pitchFamily="34" charset="0"/>
                <a:ea typeface="+mn-ea"/>
                <a:cs typeface="+mn-cs"/>
              </a:rPr>
              <a:t>THANK YOU</a:t>
            </a:r>
          </a:p>
        </p:txBody>
      </p:sp>
      <p:pic>
        <p:nvPicPr>
          <p:cNvPr id="13" name="Grafik 2">
            <a:extLst>
              <a:ext uri="{FF2B5EF4-FFF2-40B4-BE49-F238E27FC236}">
                <a16:creationId xmlns:a16="http://schemas.microsoft.com/office/drawing/2014/main" id="{6A0209C6-004B-4DDC-9C57-09F1F4069DC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323850" y="268936"/>
            <a:ext cx="8496300" cy="440240"/>
          </a:xfrm>
          <a:prstGeom prst="rect">
            <a:avLst/>
          </a:prstGeom>
        </p:spPr>
      </p:pic>
    </p:spTree>
    <p:extLst>
      <p:ext uri="{BB962C8B-B14F-4D97-AF65-F5344CB8AC3E}">
        <p14:creationId xmlns:p14="http://schemas.microsoft.com/office/powerpoint/2010/main" val="3646120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1_End">
    <p:bg>
      <p:bgPr>
        <a:solidFill>
          <a:schemeClr val="accent5"/>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752598215"/>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192" y="1192"/>
                        <a:ext cx="1190" cy="1190"/>
                      </a:xfrm>
                      <a:prstGeom prst="rect">
                        <a:avLst/>
                      </a:prstGeom>
                    </p:spPr>
                  </p:pic>
                </p:oleObj>
              </mc:Fallback>
            </mc:AlternateContent>
          </a:graphicData>
        </a:graphic>
      </p:graphicFrame>
      <p:pic>
        <p:nvPicPr>
          <p:cNvPr id="43" name="Picture 42" descr="A port with containers on the water&#10;&#10;AI-generated content may be incorrect.">
            <a:extLst>
              <a:ext uri="{FF2B5EF4-FFF2-40B4-BE49-F238E27FC236}">
                <a16:creationId xmlns:a16="http://schemas.microsoft.com/office/drawing/2014/main" id="{E502F8A6-05F9-0CCB-AF1B-ADF6F64DD6D8}"/>
              </a:ext>
            </a:extLst>
          </p:cNvPr>
          <p:cNvPicPr>
            <a:picLocks noChangeAspect="1"/>
          </p:cNvPicPr>
          <p:nvPr/>
        </p:nvPicPr>
        <p:blipFill rotWithShape="1">
          <a:blip r:embed="rId5"/>
          <a:srcRect t="9125" b="9125"/>
          <a:stretch/>
        </p:blipFill>
        <p:spPr>
          <a:xfrm>
            <a:off x="0" y="0"/>
            <a:ext cx="9144000" cy="5143500"/>
          </a:xfrm>
          <a:prstGeom prst="rect">
            <a:avLst/>
          </a:prstGeom>
        </p:spPr>
      </p:pic>
      <p:sp>
        <p:nvSpPr>
          <p:cNvPr id="3" name="Rectangle 2">
            <a:extLst>
              <a:ext uri="{FF2B5EF4-FFF2-40B4-BE49-F238E27FC236}">
                <a16:creationId xmlns:a16="http://schemas.microsoft.com/office/drawing/2014/main" id="{4F6E5740-8CCB-0BE1-C001-AF91B8DBFD9B}"/>
              </a:ext>
            </a:extLst>
          </p:cNvPr>
          <p:cNvSpPr/>
          <p:nvPr/>
        </p:nvSpPr>
        <p:spPr>
          <a:xfrm>
            <a:off x="0" y="-2282"/>
            <a:ext cx="9144000" cy="5143500"/>
          </a:xfrm>
          <a:prstGeom prst="rect">
            <a:avLst/>
          </a:prstGeom>
          <a:gradFill flip="none" rotWithShape="1">
            <a:gsLst>
              <a:gs pos="0">
                <a:schemeClr val="accent5">
                  <a:alpha val="0"/>
                </a:schemeClr>
              </a:gs>
              <a:gs pos="100000">
                <a:schemeClr val="accent5"/>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itle 3">
            <a:extLst>
              <a:ext uri="{FF2B5EF4-FFF2-40B4-BE49-F238E27FC236}">
                <a16:creationId xmlns:a16="http://schemas.microsoft.com/office/drawing/2014/main" id="{6DE61E7A-68DC-4C53-A6C2-6F812F1F3DA8}"/>
              </a:ext>
            </a:extLst>
          </p:cNvPr>
          <p:cNvSpPr txBox="1">
            <a:spLocks/>
          </p:cNvSpPr>
          <p:nvPr/>
        </p:nvSpPr>
        <p:spPr bwMode="gray">
          <a:xfrm>
            <a:off x="323850" y="3480972"/>
            <a:ext cx="4095750" cy="677108"/>
          </a:xfrm>
          <a:prstGeom prst="rect">
            <a:avLst/>
          </a:prstGeom>
        </p:spPr>
        <p:txBody>
          <a:bodyPr vert="horz" wrap="square" lIns="0" tIns="0" rIns="0" bIns="0" rtlCol="0" anchor="ctr">
            <a:spAutoFit/>
          </a:bodyPr>
          <a:lstStyle>
            <a:lvl1pPr algn="ctr" defTabSz="1218682" rtl="0" eaLnBrk="1" latinLnBrk="0" hangingPunct="1">
              <a:spcBef>
                <a:spcPct val="0"/>
              </a:spcBef>
              <a:buNone/>
              <a:defRPr sz="3733" b="1" kern="1200" cap="none" baseline="0">
                <a:solidFill>
                  <a:schemeClr val="bg1"/>
                </a:solidFill>
                <a:latin typeface="+mj-lt"/>
                <a:ea typeface="+mj-ea"/>
                <a:cs typeface="+mj-cs"/>
              </a:defRPr>
            </a:lvl1pPr>
          </a:lstStyle>
          <a:p>
            <a:pPr marL="0" marR="0" lvl="0" indent="0" algn="ctr" defTabSz="914012" rtl="0" eaLnBrk="1" fontAlgn="auto" latinLnBrk="0" hangingPunct="1">
              <a:lnSpc>
                <a:spcPct val="100000"/>
              </a:lnSpc>
              <a:spcBef>
                <a:spcPct val="0"/>
              </a:spcBef>
              <a:spcAft>
                <a:spcPts val="0"/>
              </a:spcAft>
              <a:buClrTx/>
              <a:buSzTx/>
              <a:buFontTx/>
              <a:buNone/>
              <a:tabLst/>
              <a:defRPr/>
            </a:pPr>
            <a:r>
              <a:rPr kumimoji="0" lang="en-GB" sz="4400" b="1" i="0" u="none" strike="noStrike" kern="1200" cap="none" spc="0" normalizeH="0" baseline="0" noProof="0">
                <a:ln>
                  <a:noFill/>
                </a:ln>
                <a:solidFill>
                  <a:srgbClr val="FFFFFF"/>
                </a:solidFill>
                <a:effectLst/>
                <a:uLnTx/>
                <a:uFillTx/>
                <a:latin typeface="Helvetica Neue LT Pro" panose="020B0604020202020204" pitchFamily="34" charset="0"/>
                <a:ea typeface="+mn-ea"/>
                <a:cs typeface="+mn-cs"/>
              </a:rPr>
              <a:t>THANK YOU</a:t>
            </a:r>
          </a:p>
        </p:txBody>
      </p:sp>
      <p:pic>
        <p:nvPicPr>
          <p:cNvPr id="38" name="Picture 37">
            <a:extLst>
              <a:ext uri="{FF2B5EF4-FFF2-40B4-BE49-F238E27FC236}">
                <a16:creationId xmlns:a16="http://schemas.microsoft.com/office/drawing/2014/main" id="{613360D3-C846-74C9-F2BC-3992117CD286}"/>
              </a:ext>
            </a:extLst>
          </p:cNvPr>
          <p:cNvPicPr>
            <a:picLocks noChangeAspect="1"/>
          </p:cNvPicPr>
          <p:nvPr/>
        </p:nvPicPr>
        <p:blipFill>
          <a:blip r:embed="rId6"/>
          <a:stretch>
            <a:fillRect/>
          </a:stretch>
        </p:blipFill>
        <p:spPr>
          <a:xfrm>
            <a:off x="261939" y="701501"/>
            <a:ext cx="3438524" cy="863950"/>
          </a:xfrm>
          <a:prstGeom prst="rect">
            <a:avLst/>
          </a:prstGeom>
        </p:spPr>
      </p:pic>
    </p:spTree>
    <p:extLst>
      <p:ext uri="{BB962C8B-B14F-4D97-AF65-F5344CB8AC3E}">
        <p14:creationId xmlns:p14="http://schemas.microsoft.com/office/powerpoint/2010/main" val="579122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F4204-19DD-5971-9B4B-5A28C9AB0D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45279C-48EA-AA86-A4EA-1A40972290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8458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pic>
        <p:nvPicPr>
          <p:cNvPr id="11" name="object 6">
            <a:extLst>
              <a:ext uri="{FF2B5EF4-FFF2-40B4-BE49-F238E27FC236}">
                <a16:creationId xmlns:a16="http://schemas.microsoft.com/office/drawing/2014/main" id="{178C59DB-FC03-BDC5-F710-CFDD8E7D8DD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6123787" y="69312"/>
            <a:ext cx="3088385" cy="1624088"/>
          </a:xfrm>
          <a:prstGeom prst="rect">
            <a:avLst/>
          </a:prstGeom>
        </p:spPr>
      </p:pic>
      <p:sp>
        <p:nvSpPr>
          <p:cNvPr id="16" name="Marcador de texto 15">
            <a:extLst>
              <a:ext uri="{FF2B5EF4-FFF2-40B4-BE49-F238E27FC236}">
                <a16:creationId xmlns:a16="http://schemas.microsoft.com/office/drawing/2014/main" id="{0F6AA125-C2FA-9C26-0A5D-C3DD1F4657EB}"/>
              </a:ext>
            </a:extLst>
          </p:cNvPr>
          <p:cNvSpPr>
            <a:spLocks noGrp="1"/>
          </p:cNvSpPr>
          <p:nvPr>
            <p:ph type="body" sz="quarter" idx="10" hasCustomPrompt="1"/>
          </p:nvPr>
        </p:nvSpPr>
        <p:spPr>
          <a:xfrm>
            <a:off x="4987899" y="838960"/>
            <a:ext cx="3535141" cy="2263136"/>
          </a:xfrm>
        </p:spPr>
        <p:txBody>
          <a:bodyPr/>
          <a:lstStyle>
            <a:lvl1pPr marL="6065" marR="2310" indent="-578">
              <a:lnSpc>
                <a:spcPct val="121100"/>
              </a:lnSpc>
              <a:spcBef>
                <a:spcPts val="70"/>
              </a:spcBef>
              <a:defRPr sz="1092"/>
            </a:lvl1pPr>
          </a:lstStyle>
          <a:p>
            <a:pPr marL="13335" marR="5080" indent="-1270">
              <a:lnSpc>
                <a:spcPct val="121100"/>
              </a:lnSpc>
              <a:spcBef>
                <a:spcPts val="155"/>
              </a:spcBef>
            </a:pPr>
            <a:r>
              <a:rPr lang="es-CL" sz="819">
                <a:solidFill>
                  <a:srgbClr val="5E5E5E"/>
                </a:solidFill>
                <a:latin typeface="Verdana"/>
                <a:cs typeface="Verdana"/>
              </a:rPr>
              <a:t>At vero</a:t>
            </a:r>
            <a:r>
              <a:rPr lang="es-CL" sz="819" spc="5">
                <a:solidFill>
                  <a:srgbClr val="5E5E5E"/>
                </a:solidFill>
                <a:latin typeface="Verdana"/>
                <a:cs typeface="Verdana"/>
              </a:rPr>
              <a:t> </a:t>
            </a:r>
            <a:r>
              <a:rPr lang="es-CL" sz="819" err="1">
                <a:solidFill>
                  <a:srgbClr val="5E5E5E"/>
                </a:solidFill>
                <a:latin typeface="Verdana"/>
                <a:cs typeface="Verdana"/>
              </a:rPr>
              <a:t>eos</a:t>
            </a:r>
            <a:r>
              <a:rPr lang="es-CL" sz="819" spc="2">
                <a:solidFill>
                  <a:srgbClr val="5E5E5E"/>
                </a:solidFill>
                <a:latin typeface="Verdana"/>
                <a:cs typeface="Verdana"/>
              </a:rPr>
              <a:t> </a:t>
            </a:r>
            <a:r>
              <a:rPr lang="es-CL" sz="819">
                <a:solidFill>
                  <a:srgbClr val="5E5E5E"/>
                </a:solidFill>
                <a:latin typeface="Verdana"/>
                <a:cs typeface="Verdana"/>
              </a:rPr>
              <a:t>et</a:t>
            </a:r>
            <a:r>
              <a:rPr lang="es-CL" sz="819" spc="5">
                <a:solidFill>
                  <a:srgbClr val="5E5E5E"/>
                </a:solidFill>
                <a:latin typeface="Verdana"/>
                <a:cs typeface="Verdana"/>
              </a:rPr>
              <a:t> </a:t>
            </a:r>
            <a:r>
              <a:rPr lang="es-CL" sz="819" err="1">
                <a:solidFill>
                  <a:srgbClr val="5E5E5E"/>
                </a:solidFill>
                <a:latin typeface="Verdana"/>
                <a:cs typeface="Verdana"/>
              </a:rPr>
              <a:t>accusam</a:t>
            </a:r>
            <a:r>
              <a:rPr lang="es-CL" sz="819">
                <a:solidFill>
                  <a:srgbClr val="5E5E5E"/>
                </a:solidFill>
                <a:latin typeface="Verdana"/>
                <a:cs typeface="Verdana"/>
              </a:rPr>
              <a:t> et</a:t>
            </a:r>
            <a:r>
              <a:rPr lang="es-CL" sz="819" spc="7">
                <a:solidFill>
                  <a:srgbClr val="5E5E5E"/>
                </a:solidFill>
                <a:latin typeface="Verdana"/>
                <a:cs typeface="Verdana"/>
              </a:rPr>
              <a:t> </a:t>
            </a:r>
            <a:r>
              <a:rPr lang="es-CL" sz="819">
                <a:solidFill>
                  <a:srgbClr val="5E5E5E"/>
                </a:solidFill>
                <a:latin typeface="Verdana"/>
                <a:cs typeface="Verdana"/>
              </a:rPr>
              <a:t>justo</a:t>
            </a:r>
            <a:r>
              <a:rPr lang="es-CL" sz="819" spc="2">
                <a:solidFill>
                  <a:srgbClr val="5E5E5E"/>
                </a:solidFill>
                <a:latin typeface="Verdana"/>
                <a:cs typeface="Verdana"/>
              </a:rPr>
              <a:t> </a:t>
            </a:r>
            <a:r>
              <a:rPr lang="es-CL" sz="819" err="1">
                <a:solidFill>
                  <a:srgbClr val="5E5E5E"/>
                </a:solidFill>
                <a:latin typeface="Verdana"/>
                <a:cs typeface="Verdana"/>
              </a:rPr>
              <a:t>fosduo</a:t>
            </a:r>
            <a:r>
              <a:rPr lang="es-CL" sz="819">
                <a:solidFill>
                  <a:srgbClr val="5E5E5E"/>
                </a:solidFill>
                <a:latin typeface="Verdana"/>
                <a:cs typeface="Verdana"/>
              </a:rPr>
              <a:t> </a:t>
            </a:r>
            <a:r>
              <a:rPr lang="es-CL" sz="819" spc="-5">
                <a:solidFill>
                  <a:srgbClr val="5E5E5E"/>
                </a:solidFill>
                <a:latin typeface="Verdana"/>
                <a:cs typeface="Verdana"/>
              </a:rPr>
              <a:t>dolores </a:t>
            </a:r>
            <a:r>
              <a:rPr lang="es-CL" sz="819" err="1">
                <a:solidFill>
                  <a:srgbClr val="5E5E5E"/>
                </a:solidFill>
                <a:latin typeface="Verdana"/>
                <a:cs typeface="Verdana"/>
              </a:rPr>
              <a:t>wetoma</a:t>
            </a:r>
            <a:r>
              <a:rPr lang="es-CL" sz="819" spc="-2">
                <a:solidFill>
                  <a:srgbClr val="5E5E5E"/>
                </a:solidFill>
                <a:latin typeface="Verdana"/>
                <a:cs typeface="Verdana"/>
              </a:rPr>
              <a:t> </a:t>
            </a:r>
            <a:r>
              <a:rPr lang="es-CL" sz="819" err="1">
                <a:solidFill>
                  <a:srgbClr val="5E5E5E"/>
                </a:solidFill>
                <a:latin typeface="Verdana"/>
                <a:cs typeface="Verdana"/>
              </a:rPr>
              <a:t>jam</a:t>
            </a:r>
            <a:r>
              <a:rPr lang="es-CL" sz="819" spc="-2">
                <a:solidFill>
                  <a:srgbClr val="5E5E5E"/>
                </a:solidFill>
                <a:latin typeface="Verdana"/>
                <a:cs typeface="Verdana"/>
              </a:rPr>
              <a:t> </a:t>
            </a:r>
            <a:r>
              <a:rPr lang="es-CL" sz="819" err="1">
                <a:solidFill>
                  <a:srgbClr val="5E5E5E"/>
                </a:solidFill>
                <a:latin typeface="Verdana"/>
                <a:cs typeface="Verdana"/>
              </a:rPr>
              <a:t>rebum</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Stet</a:t>
            </a:r>
            <a:r>
              <a:rPr lang="es-CL" sz="819" spc="5">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spc="-5"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2">
                <a:solidFill>
                  <a:srgbClr val="5E5E5E"/>
                </a:solidFill>
                <a:latin typeface="Verdana"/>
                <a:cs typeface="Verdana"/>
              </a:rPr>
              <a:t> </a:t>
            </a:r>
            <a:r>
              <a:rPr lang="es-CL" sz="819" err="1">
                <a:solidFill>
                  <a:srgbClr val="5E5E5E"/>
                </a:solidFill>
                <a:latin typeface="Verdana"/>
                <a:cs typeface="Verdana"/>
              </a:rPr>
              <a:t>seansa</a:t>
            </a:r>
            <a:r>
              <a:rPr lang="es-CL" sz="819" spc="2">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spc="-5">
                <a:solidFill>
                  <a:srgbClr val="5E5E5E"/>
                </a:solidFill>
                <a:latin typeface="Verdana"/>
                <a:cs typeface="Verdana"/>
              </a:rPr>
              <a:t>sanctus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a:t>
            </a:r>
            <a:r>
              <a:rPr lang="es-CL" sz="819" spc="-11">
                <a:solidFill>
                  <a:srgbClr val="5E5E5E"/>
                </a:solidFill>
                <a:latin typeface="Verdana"/>
                <a:cs typeface="Verdana"/>
              </a:rPr>
              <a:t>eso </a:t>
            </a:r>
            <a:r>
              <a:rPr lang="es-CL" sz="819" err="1">
                <a:solidFill>
                  <a:srgbClr val="5E5E5E"/>
                </a:solidFill>
                <a:latin typeface="Verdana"/>
                <a:cs typeface="Verdana"/>
              </a:rPr>
              <a:t>ipsum</a:t>
            </a:r>
            <a:r>
              <a:rPr lang="es-CL" sz="819" spc="-7">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spc="-5" err="1">
                <a:solidFill>
                  <a:srgbClr val="5E5E5E"/>
                </a:solidFill>
                <a:latin typeface="Verdana"/>
                <a:cs typeface="Verdana"/>
              </a:rPr>
              <a:t>consetetur</a:t>
            </a:r>
            <a:r>
              <a:rPr lang="es-CL" sz="819" spc="-5">
                <a:solidFill>
                  <a:srgbClr val="5E5E5E"/>
                </a:solidFill>
                <a:latin typeface="Verdana"/>
                <a:cs typeface="Verdana"/>
              </a:rPr>
              <a:t> </a:t>
            </a:r>
            <a:r>
              <a:rPr lang="es-CL" sz="819" err="1">
                <a:solidFill>
                  <a:srgbClr val="5E5E5E"/>
                </a:solidFill>
                <a:latin typeface="Verdana"/>
                <a:cs typeface="Verdana"/>
              </a:rPr>
              <a:t>sadipscing</a:t>
            </a:r>
            <a:r>
              <a:rPr lang="es-CL" sz="819" spc="-2">
                <a:solidFill>
                  <a:srgbClr val="5E5E5E"/>
                </a:solidFill>
                <a:latin typeface="Verdana"/>
                <a:cs typeface="Verdana"/>
              </a:rPr>
              <a:t> </a:t>
            </a:r>
            <a:r>
              <a:rPr lang="es-CL" sz="819">
                <a:solidFill>
                  <a:srgbClr val="5E5E5E"/>
                </a:solidFill>
                <a:latin typeface="Verdana"/>
                <a:cs typeface="Verdana"/>
              </a:rPr>
              <a:t>idas</a:t>
            </a:r>
            <a:r>
              <a:rPr lang="es-CL" sz="819" spc="2">
                <a:solidFill>
                  <a:srgbClr val="5E5E5E"/>
                </a:solidFill>
                <a:latin typeface="Verdana"/>
                <a:cs typeface="Verdana"/>
              </a:rPr>
              <a:t> </a:t>
            </a:r>
            <a:r>
              <a:rPr lang="es-CL" sz="819">
                <a:solidFill>
                  <a:srgbClr val="5E5E5E"/>
                </a:solidFill>
                <a:latin typeface="Verdana"/>
                <a:cs typeface="Verdana"/>
              </a:rPr>
              <a:t>brotas</a:t>
            </a:r>
            <a:r>
              <a:rPr lang="es-CL" sz="819" spc="2">
                <a:solidFill>
                  <a:srgbClr val="5E5E5E"/>
                </a:solidFill>
                <a:latin typeface="Verdana"/>
                <a:cs typeface="Verdana"/>
              </a:rPr>
              <a:t> </a:t>
            </a:r>
            <a:r>
              <a:rPr lang="es-CL" sz="819" err="1">
                <a:solidFill>
                  <a:srgbClr val="5E5E5E"/>
                </a:solidFill>
                <a:latin typeface="Verdana"/>
                <a:cs typeface="Verdana"/>
              </a:rPr>
              <a:t>geras</a:t>
            </a:r>
            <a:r>
              <a:rPr lang="es-CL" sz="819" spc="2">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a:t>
            </a:r>
          </a:p>
          <a:p>
            <a:pPr marL="13335" marR="5080" indent="-1270">
              <a:lnSpc>
                <a:spcPct val="121100"/>
              </a:lnSpc>
              <a:spcBef>
                <a:spcPts val="155"/>
              </a:spcBef>
            </a:pPr>
            <a:endParaRPr lang="es-CL" sz="819" spc="-5">
              <a:solidFill>
                <a:srgbClr val="5E5E5E"/>
              </a:solidFill>
              <a:latin typeface="Verdana"/>
              <a:cs typeface="Verdana"/>
            </a:endParaRPr>
          </a:p>
          <a:p>
            <a:pPr marL="12700" marR="168275" indent="3810">
              <a:lnSpc>
                <a:spcPct val="120800"/>
              </a:lnSpc>
              <a:spcBef>
                <a:spcPts val="85"/>
              </a:spcBef>
            </a:pPr>
            <a:r>
              <a:rPr lang="es-CL" sz="819">
                <a:solidFill>
                  <a:srgbClr val="5E5E5E"/>
                </a:solidFill>
                <a:latin typeface="Verdana"/>
                <a:cs typeface="Verdana"/>
              </a:rPr>
              <a:t>Sed </a:t>
            </a:r>
            <a:r>
              <a:rPr lang="es-CL" sz="819" err="1">
                <a:solidFill>
                  <a:srgbClr val="5E5E5E"/>
                </a:solidFill>
                <a:latin typeface="Verdana"/>
                <a:cs typeface="Verdana"/>
              </a:rPr>
              <a:t>diam</a:t>
            </a:r>
            <a:r>
              <a:rPr lang="es-CL" sz="819" spc="-2">
                <a:solidFill>
                  <a:srgbClr val="5E5E5E"/>
                </a:solidFill>
                <a:latin typeface="Verdana"/>
                <a:cs typeface="Verdana"/>
              </a:rPr>
              <a:t> </a:t>
            </a:r>
            <a:r>
              <a:rPr lang="es-CL" sz="819">
                <a:solidFill>
                  <a:srgbClr val="5E5E5E"/>
                </a:solidFill>
                <a:latin typeface="Verdana"/>
                <a:cs typeface="Verdana"/>
              </a:rPr>
              <a:t>nie</a:t>
            </a:r>
            <a:r>
              <a:rPr lang="es-CL" sz="819" spc="2">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spc="-2">
                <a:solidFill>
                  <a:srgbClr val="5E5E5E"/>
                </a:solidFill>
                <a:latin typeface="Verdana"/>
                <a:cs typeface="Verdana"/>
              </a:rPr>
              <a:t> </a:t>
            </a:r>
            <a:r>
              <a:rPr lang="es-CL" sz="819" err="1">
                <a:solidFill>
                  <a:srgbClr val="5E5E5E"/>
                </a:solidFill>
                <a:latin typeface="Verdana"/>
                <a:cs typeface="Verdana"/>
              </a:rPr>
              <a:t>tempor</a:t>
            </a:r>
            <a:r>
              <a:rPr lang="es-CL" sz="819" spc="2">
                <a:solidFill>
                  <a:srgbClr val="5E5E5E"/>
                </a:solidFill>
                <a:latin typeface="Verdana"/>
                <a:cs typeface="Verdana"/>
              </a:rPr>
              <a:t> </a:t>
            </a:r>
            <a:r>
              <a:rPr lang="es-CL" sz="819" spc="-5" err="1">
                <a:solidFill>
                  <a:srgbClr val="5E5E5E"/>
                </a:solidFill>
                <a:latin typeface="Verdana"/>
                <a:cs typeface="Verdana"/>
              </a:rPr>
              <a:t>invidunt</a:t>
            </a:r>
            <a:r>
              <a:rPr lang="es-CL" sz="819" spc="-5">
                <a:solidFill>
                  <a:srgbClr val="5E5E5E"/>
                </a:solidFill>
                <a:latin typeface="Verdana"/>
                <a:cs typeface="Verdana"/>
              </a:rPr>
              <a:t> </a:t>
            </a:r>
            <a:r>
              <a:rPr lang="es-CL" sz="819">
                <a:solidFill>
                  <a:srgbClr val="5E5E5E"/>
                </a:solidFill>
                <a:latin typeface="Verdana"/>
                <a:cs typeface="Verdana"/>
              </a:rPr>
              <a:t>ut</a:t>
            </a:r>
            <a:r>
              <a:rPr lang="es-CL" sz="819" spc="2">
                <a:solidFill>
                  <a:srgbClr val="5E5E5E"/>
                </a:solidFill>
                <a:latin typeface="Verdana"/>
                <a:cs typeface="Verdana"/>
              </a:rPr>
              <a:t> </a:t>
            </a:r>
            <a:r>
              <a:rPr lang="es-CL" sz="819">
                <a:solidFill>
                  <a:srgbClr val="5E5E5E"/>
                </a:solidFill>
                <a:latin typeface="Verdana"/>
                <a:cs typeface="Verdana"/>
              </a:rPr>
              <a:t>labore </a:t>
            </a:r>
            <a:r>
              <a:rPr lang="es-CL" sz="819" err="1">
                <a:solidFill>
                  <a:srgbClr val="5E5E5E"/>
                </a:solidFill>
                <a:latin typeface="Verdana"/>
                <a:cs typeface="Verdana"/>
              </a:rPr>
              <a:t>eto</a:t>
            </a:r>
            <a:r>
              <a:rPr lang="es-CL" sz="819" spc="2">
                <a:solidFill>
                  <a:srgbClr val="5E5E5E"/>
                </a:solidFill>
                <a:latin typeface="Verdana"/>
                <a:cs typeface="Verdana"/>
              </a:rPr>
              <a:t> </a:t>
            </a:r>
            <a:r>
              <a:rPr lang="es-CL" sz="819" err="1">
                <a:solidFill>
                  <a:srgbClr val="5E5E5E"/>
                </a:solidFill>
                <a:latin typeface="Verdana"/>
                <a:cs typeface="Verdana"/>
              </a:rPr>
              <a:t>dolore</a:t>
            </a:r>
            <a:r>
              <a:rPr lang="es-CL" sz="819" spc="2">
                <a:solidFill>
                  <a:srgbClr val="5E5E5E"/>
                </a:solidFill>
                <a:latin typeface="Verdana"/>
                <a:cs typeface="Verdana"/>
              </a:rPr>
              <a:t> </a:t>
            </a:r>
            <a:r>
              <a:rPr lang="es-CL" sz="819">
                <a:solidFill>
                  <a:srgbClr val="5E5E5E"/>
                </a:solidFill>
                <a:latin typeface="Verdana"/>
                <a:cs typeface="Verdana"/>
              </a:rPr>
              <a:t>magna</a:t>
            </a:r>
            <a:r>
              <a:rPr lang="es-CL" sz="819" spc="5">
                <a:solidFill>
                  <a:srgbClr val="5E5E5E"/>
                </a:solidFill>
                <a:latin typeface="Verdana"/>
                <a:cs typeface="Verdana"/>
              </a:rPr>
              <a:t> </a:t>
            </a:r>
            <a:r>
              <a:rPr lang="es-CL" sz="819" err="1">
                <a:solidFill>
                  <a:srgbClr val="5E5E5E"/>
                </a:solidFill>
                <a:latin typeface="Verdana"/>
                <a:cs typeface="Verdana"/>
              </a:rPr>
              <a:t>aliquyam</a:t>
            </a:r>
            <a:r>
              <a:rPr lang="es-CL" sz="819">
                <a:solidFill>
                  <a:srgbClr val="5E5E5E"/>
                </a:solidFill>
                <a:latin typeface="Verdana"/>
                <a:cs typeface="Verdana"/>
              </a:rPr>
              <a:t> </a:t>
            </a:r>
            <a:r>
              <a:rPr lang="es-CL" sz="819" spc="-9" err="1">
                <a:solidFill>
                  <a:srgbClr val="5E5E5E"/>
                </a:solidFill>
                <a:latin typeface="Verdana"/>
                <a:cs typeface="Verdana"/>
              </a:rPr>
              <a:t>erat</a:t>
            </a:r>
            <a:r>
              <a:rPr lang="es-CL" sz="819" spc="-9">
                <a:solidFill>
                  <a:srgbClr val="5E5E5E"/>
                </a:solidFill>
                <a:latin typeface="Verdana"/>
                <a:cs typeface="Verdana"/>
              </a:rPr>
              <a:t> </a:t>
            </a:r>
            <a:r>
              <a:rPr lang="es-CL" sz="819">
                <a:solidFill>
                  <a:srgbClr val="5E5E5E"/>
                </a:solidFill>
                <a:latin typeface="Verdana"/>
                <a:cs typeface="Verdana"/>
              </a:rPr>
              <a:t>desando</a:t>
            </a:r>
            <a:r>
              <a:rPr lang="es-CL" sz="819" spc="-2">
                <a:solidFill>
                  <a:srgbClr val="5E5E5E"/>
                </a:solidFill>
                <a:latin typeface="Verdana"/>
                <a:cs typeface="Verdana"/>
              </a:rPr>
              <a:t> </a:t>
            </a:r>
            <a:r>
              <a:rPr lang="es-CL" sz="819" spc="-5" err="1">
                <a:solidFill>
                  <a:srgbClr val="5E5E5E"/>
                </a:solidFill>
                <a:latin typeface="Verdana"/>
                <a:cs typeface="Verdana"/>
              </a:rPr>
              <a:t>greadon</a:t>
            </a:r>
            <a:r>
              <a:rPr lang="es-CL" sz="819" spc="-5">
                <a:solidFill>
                  <a:srgbClr val="5E5E5E"/>
                </a:solidFill>
                <a:latin typeface="Verdana"/>
                <a:cs typeface="Verdana"/>
              </a:rPr>
              <a:t>.</a:t>
            </a:r>
            <a:endParaRPr lang="es-CL" sz="819">
              <a:latin typeface="Verdana"/>
              <a:cs typeface="Verdana"/>
            </a:endParaRPr>
          </a:p>
          <a:p>
            <a:pPr>
              <a:lnSpc>
                <a:spcPct val="100000"/>
              </a:lnSpc>
            </a:pPr>
            <a:endParaRPr lang="es-CL" sz="910">
              <a:latin typeface="Verdana"/>
              <a:cs typeface="Verdana"/>
            </a:endParaRPr>
          </a:p>
          <a:p>
            <a:pPr marL="12700" marR="5080" indent="-635">
              <a:lnSpc>
                <a:spcPct val="121600"/>
              </a:lnSpc>
              <a:spcBef>
                <a:spcPts val="2080"/>
              </a:spcBef>
            </a:pPr>
            <a:r>
              <a:rPr lang="es-CL" sz="819" err="1">
                <a:solidFill>
                  <a:srgbClr val="5E5E5E"/>
                </a:solidFill>
                <a:latin typeface="Verdana"/>
                <a:cs typeface="Verdana"/>
              </a:rPr>
              <a:t>Deot</a:t>
            </a:r>
            <a:r>
              <a:rPr lang="es-CL" sz="819">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5">
                <a:solidFill>
                  <a:srgbClr val="5E5E5E"/>
                </a:solidFill>
                <a:latin typeface="Verdana"/>
                <a:cs typeface="Verdana"/>
              </a:rPr>
              <a:t> </a:t>
            </a:r>
            <a:r>
              <a:rPr lang="es-CL" sz="819">
                <a:solidFill>
                  <a:srgbClr val="5E5E5E"/>
                </a:solidFill>
                <a:latin typeface="Verdana"/>
                <a:cs typeface="Verdana"/>
              </a:rPr>
              <a:t>sea</a:t>
            </a:r>
            <a:r>
              <a:rPr lang="es-CL" sz="819" spc="2">
                <a:solidFill>
                  <a:srgbClr val="5E5E5E"/>
                </a:solidFill>
                <a:latin typeface="Verdana"/>
                <a:cs typeface="Verdana"/>
              </a:rPr>
              <a:t> </a:t>
            </a:r>
            <a:r>
              <a:rPr lang="es-CL" sz="819" spc="-5" err="1">
                <a:solidFill>
                  <a:srgbClr val="5E5E5E"/>
                </a:solidFill>
                <a:latin typeface="Verdana"/>
                <a:cs typeface="Verdana"/>
              </a:rPr>
              <a:t>fronds</a:t>
            </a:r>
            <a:r>
              <a:rPr lang="es-CL" sz="819" spc="-5">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a:solidFill>
                  <a:srgbClr val="5E5E5E"/>
                </a:solidFill>
                <a:latin typeface="Verdana"/>
                <a:cs typeface="Verdana"/>
              </a:rPr>
              <a:t>sanctus</a:t>
            </a:r>
            <a:r>
              <a:rPr lang="es-CL" sz="819" spc="2">
                <a:solidFill>
                  <a:srgbClr val="5E5E5E"/>
                </a:solidFill>
                <a:latin typeface="Verdana"/>
                <a:cs typeface="Verdana"/>
              </a:rPr>
              <a:t>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ero </a:t>
            </a:r>
            <a:r>
              <a:rPr lang="es-CL" sz="819" spc="-5" err="1">
                <a:solidFill>
                  <a:srgbClr val="5E5E5E"/>
                </a:solidFill>
                <a:latin typeface="Verdana"/>
                <a:cs typeface="Verdana"/>
              </a:rPr>
              <a:t>psusit</a:t>
            </a:r>
            <a:r>
              <a:rPr lang="es-CL" sz="819" spc="-5">
                <a:solidFill>
                  <a:srgbClr val="5E5E5E"/>
                </a:solidFill>
                <a:latin typeface="Verdana"/>
                <a:cs typeface="Verdana"/>
              </a:rPr>
              <a:t> </a:t>
            </a:r>
            <a:r>
              <a:rPr lang="es-CL" sz="819" err="1">
                <a:solidFill>
                  <a:srgbClr val="5E5E5E"/>
                </a:solidFill>
                <a:latin typeface="Verdana"/>
                <a:cs typeface="Verdana"/>
              </a:rPr>
              <a:t>druamet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a:solidFill>
                  <a:srgbClr val="5E5E5E"/>
                </a:solidFill>
                <a:latin typeface="Verdana"/>
                <a:cs typeface="Verdana"/>
              </a:rPr>
              <a:t>eso</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a:solidFill>
                  <a:srgbClr val="5E5E5E"/>
                </a:solidFill>
                <a:latin typeface="Verdana"/>
                <a:cs typeface="Verdana"/>
              </a:rPr>
              <a:t> 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5">
                <a:solidFill>
                  <a:srgbClr val="5E5E5E"/>
                </a:solidFill>
                <a:latin typeface="Verdana"/>
                <a:cs typeface="Verdana"/>
              </a:rPr>
              <a:t> </a:t>
            </a:r>
            <a:r>
              <a:rPr lang="es-CL" sz="819" spc="-5" err="1">
                <a:solidFill>
                  <a:srgbClr val="5E5E5E"/>
                </a:solidFill>
                <a:latin typeface="Verdana"/>
                <a:cs typeface="Verdana"/>
              </a:rPr>
              <a:t>amet</a:t>
            </a:r>
            <a:r>
              <a:rPr lang="es-CL" sz="819" spc="-5">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err="1">
                <a:solidFill>
                  <a:srgbClr val="5E5E5E"/>
                </a:solidFill>
                <a:latin typeface="Verdana"/>
                <a:cs typeface="Verdana"/>
              </a:rPr>
              <a:t>gradaso</a:t>
            </a:r>
            <a:r>
              <a:rPr lang="es-CL" sz="819" spc="-2">
                <a:solidFill>
                  <a:srgbClr val="5E5E5E"/>
                </a:solidFill>
                <a:latin typeface="Verdana"/>
                <a:cs typeface="Verdana"/>
              </a:rPr>
              <a:t> </a:t>
            </a:r>
            <a:r>
              <a:rPr lang="es-CL" sz="819" err="1">
                <a:solidFill>
                  <a:srgbClr val="5E5E5E"/>
                </a:solidFill>
                <a:latin typeface="Verdana"/>
                <a:cs typeface="Verdana"/>
              </a:rPr>
              <a:t>consetetur</a:t>
            </a:r>
            <a:r>
              <a:rPr lang="es-CL" sz="819" spc="2">
                <a:solidFill>
                  <a:srgbClr val="5E5E5E"/>
                </a:solidFill>
                <a:latin typeface="Verdana"/>
                <a:cs typeface="Verdana"/>
              </a:rPr>
              <a:t> </a:t>
            </a:r>
            <a:r>
              <a:rPr lang="es-CL" sz="819" err="1">
                <a:solidFill>
                  <a:srgbClr val="5E5E5E"/>
                </a:solidFill>
                <a:latin typeface="Verdana"/>
                <a:cs typeface="Verdana"/>
              </a:rPr>
              <a:t>sadipscing</a:t>
            </a:r>
            <a:r>
              <a:rPr lang="es-CL" sz="819">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 </a:t>
            </a:r>
            <a:r>
              <a:rPr lang="es-CL" sz="819">
                <a:solidFill>
                  <a:srgbClr val="5E5E5E"/>
                </a:solidFill>
                <a:latin typeface="Verdana"/>
                <a:cs typeface="Verdana"/>
              </a:rPr>
              <a:t>Sed</a:t>
            </a:r>
            <a:r>
              <a:rPr lang="es-CL" sz="819" spc="-2">
                <a:solidFill>
                  <a:srgbClr val="5E5E5E"/>
                </a:solidFill>
                <a:latin typeface="Verdana"/>
                <a:cs typeface="Verdana"/>
              </a:rPr>
              <a:t> </a:t>
            </a:r>
            <a:r>
              <a:rPr lang="es-CL" sz="819" err="1">
                <a:solidFill>
                  <a:srgbClr val="5E5E5E"/>
                </a:solidFill>
                <a:latin typeface="Verdana"/>
                <a:cs typeface="Verdana"/>
              </a:rPr>
              <a:t>diam</a:t>
            </a:r>
            <a:r>
              <a:rPr lang="es-CL" sz="819">
                <a:solidFill>
                  <a:srgbClr val="5E5E5E"/>
                </a:solidFill>
                <a:latin typeface="Verdana"/>
                <a:cs typeface="Verdana"/>
              </a:rPr>
              <a:t> </a:t>
            </a:r>
            <a:r>
              <a:rPr lang="es-CL" sz="819" err="1">
                <a:solidFill>
                  <a:srgbClr val="5E5E5E"/>
                </a:solidFill>
                <a:latin typeface="Verdana"/>
                <a:cs typeface="Verdana"/>
              </a:rPr>
              <a:t>dnie</a:t>
            </a:r>
            <a:r>
              <a:rPr lang="es-CL" sz="819" spc="5">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a:solidFill>
                  <a:srgbClr val="5E5E5E"/>
                </a:solidFill>
                <a:latin typeface="Verdana"/>
                <a:cs typeface="Verdana"/>
              </a:rPr>
              <a:t> </a:t>
            </a:r>
            <a:r>
              <a:rPr lang="es-CL" sz="819" spc="-5" err="1">
                <a:solidFill>
                  <a:srgbClr val="5E5E5E"/>
                </a:solidFill>
                <a:latin typeface="Verdana"/>
                <a:cs typeface="Verdana"/>
              </a:rPr>
              <a:t>tempor</a:t>
            </a:r>
            <a:r>
              <a:rPr lang="es-CL" sz="819" spc="-5">
                <a:solidFill>
                  <a:srgbClr val="5E5E5E"/>
                </a:solidFill>
                <a:latin typeface="Verdana"/>
                <a:cs typeface="Verdana"/>
              </a:rPr>
              <a:t>  </a:t>
            </a:r>
            <a:r>
              <a:rPr lang="es-CL" sz="819" err="1">
                <a:solidFill>
                  <a:srgbClr val="5E5E5E"/>
                </a:solidFill>
                <a:latin typeface="Verdana"/>
                <a:cs typeface="Verdana"/>
              </a:rPr>
              <a:t>invidunt</a:t>
            </a:r>
            <a:r>
              <a:rPr lang="es-CL" sz="819" spc="5">
                <a:solidFill>
                  <a:srgbClr val="5E5E5E"/>
                </a:solidFill>
                <a:latin typeface="Verdana"/>
                <a:cs typeface="Verdana"/>
              </a:rPr>
              <a:t> </a:t>
            </a:r>
            <a:r>
              <a:rPr lang="es-CL" sz="819" err="1">
                <a:solidFill>
                  <a:srgbClr val="5E5E5E"/>
                </a:solidFill>
                <a:latin typeface="Verdana"/>
                <a:cs typeface="Verdana"/>
              </a:rPr>
              <a:t>utony</a:t>
            </a:r>
            <a:r>
              <a:rPr lang="es-CL" sz="819" spc="5">
                <a:solidFill>
                  <a:srgbClr val="5E5E5E"/>
                </a:solidFill>
                <a:latin typeface="Verdana"/>
                <a:cs typeface="Verdana"/>
              </a:rPr>
              <a:t> </a:t>
            </a:r>
            <a:r>
              <a:rPr lang="es-CL" sz="819">
                <a:solidFill>
                  <a:srgbClr val="5E5E5E"/>
                </a:solidFill>
                <a:latin typeface="Verdana"/>
                <a:cs typeface="Verdana"/>
              </a:rPr>
              <a:t>labore</a:t>
            </a:r>
            <a:r>
              <a:rPr lang="es-CL" sz="819" spc="2">
                <a:solidFill>
                  <a:srgbClr val="5E5E5E"/>
                </a:solidFill>
                <a:latin typeface="Verdana"/>
                <a:cs typeface="Verdana"/>
              </a:rPr>
              <a:t> </a:t>
            </a:r>
            <a:r>
              <a:rPr lang="es-CL" sz="819" err="1">
                <a:solidFill>
                  <a:srgbClr val="5E5E5E"/>
                </a:solidFill>
                <a:latin typeface="Verdana"/>
                <a:cs typeface="Verdana"/>
              </a:rPr>
              <a:t>etodre</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spc="-5" err="1">
                <a:solidFill>
                  <a:srgbClr val="5E5E5E"/>
                </a:solidFill>
                <a:latin typeface="Verdana"/>
                <a:cs typeface="Verdana"/>
              </a:rPr>
              <a:t>noradsa</a:t>
            </a:r>
            <a:r>
              <a:rPr lang="es-CL" sz="819" spc="-5">
                <a:solidFill>
                  <a:srgbClr val="5E5E5E"/>
                </a:solidFill>
                <a:latin typeface="Verdana"/>
                <a:cs typeface="Verdana"/>
              </a:rPr>
              <a:t> </a:t>
            </a:r>
            <a:r>
              <a:rPr lang="es-CL" sz="819" spc="-5" err="1">
                <a:solidFill>
                  <a:srgbClr val="5E5E5E"/>
                </a:solidFill>
                <a:latin typeface="Verdana"/>
                <a:cs typeface="Verdana"/>
              </a:rPr>
              <a:t>mirda</a:t>
            </a:r>
            <a:r>
              <a:rPr lang="es-CL" sz="819" spc="-5">
                <a:solidFill>
                  <a:srgbClr val="5E5E5E"/>
                </a:solidFill>
                <a:latin typeface="Verdana"/>
                <a:cs typeface="Verdana"/>
              </a:rPr>
              <a:t>.</a:t>
            </a:r>
          </a:p>
          <a:p>
            <a:pPr marL="13335" marR="5080" indent="-1270">
              <a:lnSpc>
                <a:spcPct val="121100"/>
              </a:lnSpc>
              <a:spcBef>
                <a:spcPts val="155"/>
              </a:spcBef>
            </a:pPr>
            <a:endParaRPr lang="es-CL" sz="819">
              <a:latin typeface="Verdana"/>
              <a:cs typeface="Verdana"/>
            </a:endParaRPr>
          </a:p>
        </p:txBody>
      </p:sp>
      <p:sp>
        <p:nvSpPr>
          <p:cNvPr id="17" name="Holder 6">
            <a:extLst>
              <a:ext uri="{FF2B5EF4-FFF2-40B4-BE49-F238E27FC236}">
                <a16:creationId xmlns:a16="http://schemas.microsoft.com/office/drawing/2014/main" id="{E71E975C-BBAA-06AF-DA7F-5B6D718F9B5E}"/>
              </a:ext>
            </a:extLst>
          </p:cNvPr>
          <p:cNvSpPr>
            <a:spLocks noGrp="1"/>
          </p:cNvSpPr>
          <p:nvPr>
            <p:ph type="sldNum" sz="quarter" idx="7"/>
          </p:nvPr>
        </p:nvSpPr>
        <p:spPr>
          <a:xfrm>
            <a:off x="8124470" y="4869569"/>
            <a:ext cx="413011" cy="141064"/>
          </a:xfrm>
          <a:prstGeom prst="rect">
            <a:avLst/>
          </a:prstGeom>
        </p:spPr>
        <p:txBody>
          <a:bodyPr wrap="square" lIns="0" tIns="0" rIns="0" bIns="0">
            <a:spAutoFit/>
          </a:bodyPr>
          <a:lstStyle>
            <a:lvl1pPr>
              <a:defRPr sz="637" b="0" i="0">
                <a:solidFill>
                  <a:srgbClr val="797979"/>
                </a:solidFill>
                <a:latin typeface="+mn-lt"/>
                <a:cs typeface="Helvetica-Light"/>
              </a:defRPr>
            </a:lvl1pPr>
          </a:lstStyle>
          <a:p>
            <a:pPr marL="17328">
              <a:lnSpc>
                <a:spcPts val="1064"/>
              </a:lnSpc>
            </a:pPr>
            <a:fld id="{81D60167-4931-47E6-BA6A-407CBD079E47}" type="slidenum">
              <a:rPr lang="es-CL" smtClean="0"/>
              <a:pPr marL="17328">
                <a:lnSpc>
                  <a:spcPts val="1064"/>
                </a:lnSpc>
              </a:pPr>
              <a:t>‹Nº›</a:t>
            </a:fld>
            <a:endParaRPr lang="es-CL"/>
          </a:p>
        </p:txBody>
      </p:sp>
      <p:sp>
        <p:nvSpPr>
          <p:cNvPr id="18" name="Título 17">
            <a:extLst>
              <a:ext uri="{FF2B5EF4-FFF2-40B4-BE49-F238E27FC236}">
                <a16:creationId xmlns:a16="http://schemas.microsoft.com/office/drawing/2014/main" id="{AA3B4CA3-71D2-5959-B6FB-38FB365FDACB}"/>
              </a:ext>
            </a:extLst>
          </p:cNvPr>
          <p:cNvSpPr>
            <a:spLocks noGrp="1"/>
          </p:cNvSpPr>
          <p:nvPr>
            <p:ph type="title" hasCustomPrompt="1"/>
          </p:nvPr>
        </p:nvSpPr>
        <p:spPr>
          <a:xfrm>
            <a:off x="756223" y="838959"/>
            <a:ext cx="3763019" cy="276999"/>
          </a:xfrm>
        </p:spPr>
        <p:txBody>
          <a:bodyPr/>
          <a:lstStyle/>
          <a:p>
            <a:r>
              <a:rPr lang="es-MX"/>
              <a:t>Lorem ipsum dolor sit</a:t>
            </a:r>
            <a:endParaRPr lang="es-ES_tradnl"/>
          </a:p>
        </p:txBody>
      </p:sp>
    </p:spTree>
    <p:extLst>
      <p:ext uri="{BB962C8B-B14F-4D97-AF65-F5344CB8AC3E}">
        <p14:creationId xmlns:p14="http://schemas.microsoft.com/office/powerpoint/2010/main" val="41273469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1" name="object 6">
            <a:extLst>
              <a:ext uri="{FF2B5EF4-FFF2-40B4-BE49-F238E27FC236}">
                <a16:creationId xmlns:a16="http://schemas.microsoft.com/office/drawing/2014/main" id="{178C59DB-FC03-BDC5-F710-CFDD8E7D8DD6}"/>
              </a:ext>
            </a:extLst>
          </p:cNvPr>
          <p:cNvPicPr/>
          <p:nvPr userDrawn="1"/>
        </p:nvPicPr>
        <p:blipFill>
          <a:blip r:embed="rId2" cstate="email">
            <a:extLst>
              <a:ext uri="{28A0092B-C50C-407E-A947-70E740481C1C}">
                <a14:useLocalDpi xmlns:a14="http://schemas.microsoft.com/office/drawing/2010/main"/>
              </a:ext>
            </a:extLst>
          </a:blip>
          <a:stretch>
            <a:fillRect/>
          </a:stretch>
        </p:blipFill>
        <p:spPr>
          <a:xfrm>
            <a:off x="6123787" y="69312"/>
            <a:ext cx="3088385" cy="1624088"/>
          </a:xfrm>
          <a:prstGeom prst="rect">
            <a:avLst/>
          </a:prstGeom>
        </p:spPr>
      </p:pic>
      <p:sp>
        <p:nvSpPr>
          <p:cNvPr id="16" name="Marcador de texto 15">
            <a:extLst>
              <a:ext uri="{FF2B5EF4-FFF2-40B4-BE49-F238E27FC236}">
                <a16:creationId xmlns:a16="http://schemas.microsoft.com/office/drawing/2014/main" id="{0F6AA125-C2FA-9C26-0A5D-C3DD1F4657EB}"/>
              </a:ext>
            </a:extLst>
          </p:cNvPr>
          <p:cNvSpPr>
            <a:spLocks noGrp="1"/>
          </p:cNvSpPr>
          <p:nvPr>
            <p:ph type="body" sz="quarter" idx="10" hasCustomPrompt="1"/>
          </p:nvPr>
        </p:nvSpPr>
        <p:spPr>
          <a:xfrm>
            <a:off x="4987899" y="838960"/>
            <a:ext cx="3535141" cy="2263136"/>
          </a:xfrm>
        </p:spPr>
        <p:txBody>
          <a:bodyPr/>
          <a:lstStyle>
            <a:lvl1pPr>
              <a:defRPr sz="1092"/>
            </a:lvl1pPr>
          </a:lstStyle>
          <a:p>
            <a:pPr marL="6065" marR="2310" indent="-578">
              <a:lnSpc>
                <a:spcPct val="121100"/>
              </a:lnSpc>
              <a:spcBef>
                <a:spcPts val="70"/>
              </a:spcBef>
            </a:pPr>
            <a:r>
              <a:rPr lang="es-CL" sz="819">
                <a:solidFill>
                  <a:srgbClr val="5E5E5E"/>
                </a:solidFill>
                <a:latin typeface="Verdana"/>
                <a:cs typeface="Verdana"/>
              </a:rPr>
              <a:t>At vero</a:t>
            </a:r>
            <a:r>
              <a:rPr lang="es-CL" sz="819" spc="5">
                <a:solidFill>
                  <a:srgbClr val="5E5E5E"/>
                </a:solidFill>
                <a:latin typeface="Verdana"/>
                <a:cs typeface="Verdana"/>
              </a:rPr>
              <a:t> </a:t>
            </a:r>
            <a:r>
              <a:rPr lang="es-CL" sz="819" err="1">
                <a:solidFill>
                  <a:srgbClr val="5E5E5E"/>
                </a:solidFill>
                <a:latin typeface="Verdana"/>
                <a:cs typeface="Verdana"/>
              </a:rPr>
              <a:t>eos</a:t>
            </a:r>
            <a:r>
              <a:rPr lang="es-CL" sz="819" spc="2">
                <a:solidFill>
                  <a:srgbClr val="5E5E5E"/>
                </a:solidFill>
                <a:latin typeface="Verdana"/>
                <a:cs typeface="Verdana"/>
              </a:rPr>
              <a:t> </a:t>
            </a:r>
            <a:r>
              <a:rPr lang="es-CL" sz="819">
                <a:solidFill>
                  <a:srgbClr val="5E5E5E"/>
                </a:solidFill>
                <a:latin typeface="Verdana"/>
                <a:cs typeface="Verdana"/>
              </a:rPr>
              <a:t>et</a:t>
            </a:r>
            <a:r>
              <a:rPr lang="es-CL" sz="819" spc="5">
                <a:solidFill>
                  <a:srgbClr val="5E5E5E"/>
                </a:solidFill>
                <a:latin typeface="Verdana"/>
                <a:cs typeface="Verdana"/>
              </a:rPr>
              <a:t> </a:t>
            </a:r>
            <a:r>
              <a:rPr lang="es-CL" sz="819" err="1">
                <a:solidFill>
                  <a:srgbClr val="5E5E5E"/>
                </a:solidFill>
                <a:latin typeface="Verdana"/>
                <a:cs typeface="Verdana"/>
              </a:rPr>
              <a:t>accusam</a:t>
            </a:r>
            <a:r>
              <a:rPr lang="es-CL" sz="819">
                <a:solidFill>
                  <a:srgbClr val="5E5E5E"/>
                </a:solidFill>
                <a:latin typeface="Verdana"/>
                <a:cs typeface="Verdana"/>
              </a:rPr>
              <a:t> et</a:t>
            </a:r>
            <a:r>
              <a:rPr lang="es-CL" sz="819" spc="7">
                <a:solidFill>
                  <a:srgbClr val="5E5E5E"/>
                </a:solidFill>
                <a:latin typeface="Verdana"/>
                <a:cs typeface="Verdana"/>
              </a:rPr>
              <a:t> </a:t>
            </a:r>
            <a:r>
              <a:rPr lang="es-CL" sz="819">
                <a:solidFill>
                  <a:srgbClr val="5E5E5E"/>
                </a:solidFill>
                <a:latin typeface="Verdana"/>
                <a:cs typeface="Verdana"/>
              </a:rPr>
              <a:t>justo</a:t>
            </a:r>
            <a:r>
              <a:rPr lang="es-CL" sz="819" spc="2">
                <a:solidFill>
                  <a:srgbClr val="5E5E5E"/>
                </a:solidFill>
                <a:latin typeface="Verdana"/>
                <a:cs typeface="Verdana"/>
              </a:rPr>
              <a:t> </a:t>
            </a:r>
            <a:r>
              <a:rPr lang="es-CL" sz="819" err="1">
                <a:solidFill>
                  <a:srgbClr val="5E5E5E"/>
                </a:solidFill>
                <a:latin typeface="Verdana"/>
                <a:cs typeface="Verdana"/>
              </a:rPr>
              <a:t>fosduo</a:t>
            </a:r>
            <a:r>
              <a:rPr lang="es-CL" sz="819">
                <a:solidFill>
                  <a:srgbClr val="5E5E5E"/>
                </a:solidFill>
                <a:latin typeface="Verdana"/>
                <a:cs typeface="Verdana"/>
              </a:rPr>
              <a:t> </a:t>
            </a:r>
            <a:r>
              <a:rPr lang="es-CL" sz="819" spc="-5">
                <a:solidFill>
                  <a:srgbClr val="5E5E5E"/>
                </a:solidFill>
                <a:latin typeface="Verdana"/>
                <a:cs typeface="Verdana"/>
              </a:rPr>
              <a:t>dolores </a:t>
            </a:r>
            <a:r>
              <a:rPr lang="es-CL" sz="819" err="1">
                <a:solidFill>
                  <a:srgbClr val="5E5E5E"/>
                </a:solidFill>
                <a:latin typeface="Verdana"/>
                <a:cs typeface="Verdana"/>
              </a:rPr>
              <a:t>wetoma</a:t>
            </a:r>
            <a:r>
              <a:rPr lang="es-CL" sz="819" spc="-2">
                <a:solidFill>
                  <a:srgbClr val="5E5E5E"/>
                </a:solidFill>
                <a:latin typeface="Verdana"/>
                <a:cs typeface="Verdana"/>
              </a:rPr>
              <a:t> </a:t>
            </a:r>
            <a:r>
              <a:rPr lang="es-CL" sz="819" err="1">
                <a:solidFill>
                  <a:srgbClr val="5E5E5E"/>
                </a:solidFill>
                <a:latin typeface="Verdana"/>
                <a:cs typeface="Verdana"/>
              </a:rPr>
              <a:t>jam</a:t>
            </a:r>
            <a:r>
              <a:rPr lang="es-CL" sz="819" spc="-2">
                <a:solidFill>
                  <a:srgbClr val="5E5E5E"/>
                </a:solidFill>
                <a:latin typeface="Verdana"/>
                <a:cs typeface="Verdana"/>
              </a:rPr>
              <a:t> </a:t>
            </a:r>
            <a:r>
              <a:rPr lang="es-CL" sz="819" err="1">
                <a:solidFill>
                  <a:srgbClr val="5E5E5E"/>
                </a:solidFill>
                <a:latin typeface="Verdana"/>
                <a:cs typeface="Verdana"/>
              </a:rPr>
              <a:t>rebum</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Stet</a:t>
            </a:r>
            <a:r>
              <a:rPr lang="es-CL" sz="819" spc="5">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spc="-5"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2">
                <a:solidFill>
                  <a:srgbClr val="5E5E5E"/>
                </a:solidFill>
                <a:latin typeface="Verdana"/>
                <a:cs typeface="Verdana"/>
              </a:rPr>
              <a:t> </a:t>
            </a:r>
            <a:r>
              <a:rPr lang="es-CL" sz="819" err="1">
                <a:solidFill>
                  <a:srgbClr val="5E5E5E"/>
                </a:solidFill>
                <a:latin typeface="Verdana"/>
                <a:cs typeface="Verdana"/>
              </a:rPr>
              <a:t>seansa</a:t>
            </a:r>
            <a:r>
              <a:rPr lang="es-CL" sz="819" spc="2">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spc="-5">
                <a:solidFill>
                  <a:srgbClr val="5E5E5E"/>
                </a:solidFill>
                <a:latin typeface="Verdana"/>
                <a:cs typeface="Verdana"/>
              </a:rPr>
              <a:t>sanctus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a:t>
            </a:r>
            <a:r>
              <a:rPr lang="es-CL" sz="819" spc="-11">
                <a:solidFill>
                  <a:srgbClr val="5E5E5E"/>
                </a:solidFill>
                <a:latin typeface="Verdana"/>
                <a:cs typeface="Verdana"/>
              </a:rPr>
              <a:t>eso </a:t>
            </a:r>
            <a:r>
              <a:rPr lang="es-CL" sz="819" err="1">
                <a:solidFill>
                  <a:srgbClr val="5E5E5E"/>
                </a:solidFill>
                <a:latin typeface="Verdana"/>
                <a:cs typeface="Verdana"/>
              </a:rPr>
              <a:t>ipsum</a:t>
            </a:r>
            <a:r>
              <a:rPr lang="es-CL" sz="819" spc="-7">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err="1">
                <a:solidFill>
                  <a:srgbClr val="5E5E5E"/>
                </a:solidFill>
                <a:latin typeface="Verdana"/>
                <a:cs typeface="Verdana"/>
              </a:rPr>
              <a:t>sit</a:t>
            </a:r>
            <a:r>
              <a:rPr lang="es-CL" sz="819" spc="2">
                <a:solidFill>
                  <a:srgbClr val="5E5E5E"/>
                </a:solidFill>
                <a:latin typeface="Verdana"/>
                <a:cs typeface="Verdana"/>
              </a:rPr>
              <a:t> </a:t>
            </a:r>
            <a:r>
              <a:rPr lang="es-CL" sz="819" err="1">
                <a:solidFill>
                  <a:srgbClr val="5E5E5E"/>
                </a:solidFill>
                <a:latin typeface="Verdana"/>
                <a:cs typeface="Verdana"/>
              </a:rPr>
              <a:t>amet</a:t>
            </a:r>
            <a:r>
              <a:rPr lang="es-CL" sz="819">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spc="-5" err="1">
                <a:solidFill>
                  <a:srgbClr val="5E5E5E"/>
                </a:solidFill>
                <a:latin typeface="Verdana"/>
                <a:cs typeface="Verdana"/>
              </a:rPr>
              <a:t>consetetur</a:t>
            </a:r>
            <a:r>
              <a:rPr lang="es-CL" sz="819" spc="-5">
                <a:solidFill>
                  <a:srgbClr val="5E5E5E"/>
                </a:solidFill>
                <a:latin typeface="Verdana"/>
                <a:cs typeface="Verdana"/>
              </a:rPr>
              <a:t> </a:t>
            </a:r>
            <a:r>
              <a:rPr lang="es-CL" sz="819" err="1">
                <a:solidFill>
                  <a:srgbClr val="5E5E5E"/>
                </a:solidFill>
                <a:latin typeface="Verdana"/>
                <a:cs typeface="Verdana"/>
              </a:rPr>
              <a:t>sadipscing</a:t>
            </a:r>
            <a:r>
              <a:rPr lang="es-CL" sz="819" spc="-2">
                <a:solidFill>
                  <a:srgbClr val="5E5E5E"/>
                </a:solidFill>
                <a:latin typeface="Verdana"/>
                <a:cs typeface="Verdana"/>
              </a:rPr>
              <a:t> </a:t>
            </a:r>
            <a:r>
              <a:rPr lang="es-CL" sz="819">
                <a:solidFill>
                  <a:srgbClr val="5E5E5E"/>
                </a:solidFill>
                <a:latin typeface="Verdana"/>
                <a:cs typeface="Verdana"/>
              </a:rPr>
              <a:t>idas</a:t>
            </a:r>
            <a:r>
              <a:rPr lang="es-CL" sz="819" spc="2">
                <a:solidFill>
                  <a:srgbClr val="5E5E5E"/>
                </a:solidFill>
                <a:latin typeface="Verdana"/>
                <a:cs typeface="Verdana"/>
              </a:rPr>
              <a:t> </a:t>
            </a:r>
            <a:r>
              <a:rPr lang="es-CL" sz="819">
                <a:solidFill>
                  <a:srgbClr val="5E5E5E"/>
                </a:solidFill>
                <a:latin typeface="Verdana"/>
                <a:cs typeface="Verdana"/>
              </a:rPr>
              <a:t>brotas</a:t>
            </a:r>
            <a:r>
              <a:rPr lang="es-CL" sz="819" spc="2">
                <a:solidFill>
                  <a:srgbClr val="5E5E5E"/>
                </a:solidFill>
                <a:latin typeface="Verdana"/>
                <a:cs typeface="Verdana"/>
              </a:rPr>
              <a:t> </a:t>
            </a:r>
            <a:r>
              <a:rPr lang="es-CL" sz="819" err="1">
                <a:solidFill>
                  <a:srgbClr val="5E5E5E"/>
                </a:solidFill>
                <a:latin typeface="Verdana"/>
                <a:cs typeface="Verdana"/>
              </a:rPr>
              <a:t>geras</a:t>
            </a:r>
            <a:r>
              <a:rPr lang="es-CL" sz="819" spc="2">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a:t>
            </a:r>
          </a:p>
          <a:p>
            <a:pPr marL="6065" marR="2310" indent="-578">
              <a:lnSpc>
                <a:spcPct val="121100"/>
              </a:lnSpc>
              <a:spcBef>
                <a:spcPts val="70"/>
              </a:spcBef>
            </a:pPr>
            <a:endParaRPr lang="es-CL" sz="819" spc="-5">
              <a:solidFill>
                <a:srgbClr val="5E5E5E"/>
              </a:solidFill>
              <a:latin typeface="Verdana"/>
              <a:cs typeface="Verdana"/>
            </a:endParaRPr>
          </a:p>
          <a:p>
            <a:pPr marL="5776" marR="76531" indent="1733">
              <a:lnSpc>
                <a:spcPct val="120800"/>
              </a:lnSpc>
              <a:spcBef>
                <a:spcPts val="39"/>
              </a:spcBef>
            </a:pPr>
            <a:r>
              <a:rPr lang="es-CL" sz="819">
                <a:solidFill>
                  <a:srgbClr val="5E5E5E"/>
                </a:solidFill>
                <a:latin typeface="Verdana"/>
                <a:cs typeface="Verdana"/>
              </a:rPr>
              <a:t>Sed </a:t>
            </a:r>
            <a:r>
              <a:rPr lang="es-CL" sz="819" err="1">
                <a:solidFill>
                  <a:srgbClr val="5E5E5E"/>
                </a:solidFill>
                <a:latin typeface="Verdana"/>
                <a:cs typeface="Verdana"/>
              </a:rPr>
              <a:t>diam</a:t>
            </a:r>
            <a:r>
              <a:rPr lang="es-CL" sz="819" spc="-2">
                <a:solidFill>
                  <a:srgbClr val="5E5E5E"/>
                </a:solidFill>
                <a:latin typeface="Verdana"/>
                <a:cs typeface="Verdana"/>
              </a:rPr>
              <a:t> </a:t>
            </a:r>
            <a:r>
              <a:rPr lang="es-CL" sz="819">
                <a:solidFill>
                  <a:srgbClr val="5E5E5E"/>
                </a:solidFill>
                <a:latin typeface="Verdana"/>
                <a:cs typeface="Verdana"/>
              </a:rPr>
              <a:t>nie</a:t>
            </a:r>
            <a:r>
              <a:rPr lang="es-CL" sz="819" spc="2">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spc="-2">
                <a:solidFill>
                  <a:srgbClr val="5E5E5E"/>
                </a:solidFill>
                <a:latin typeface="Verdana"/>
                <a:cs typeface="Verdana"/>
              </a:rPr>
              <a:t> </a:t>
            </a:r>
            <a:r>
              <a:rPr lang="es-CL" sz="819" err="1">
                <a:solidFill>
                  <a:srgbClr val="5E5E5E"/>
                </a:solidFill>
                <a:latin typeface="Verdana"/>
                <a:cs typeface="Verdana"/>
              </a:rPr>
              <a:t>tempor</a:t>
            </a:r>
            <a:r>
              <a:rPr lang="es-CL" sz="819" spc="2">
                <a:solidFill>
                  <a:srgbClr val="5E5E5E"/>
                </a:solidFill>
                <a:latin typeface="Verdana"/>
                <a:cs typeface="Verdana"/>
              </a:rPr>
              <a:t> </a:t>
            </a:r>
            <a:r>
              <a:rPr lang="es-CL" sz="819" spc="-5" err="1">
                <a:solidFill>
                  <a:srgbClr val="5E5E5E"/>
                </a:solidFill>
                <a:latin typeface="Verdana"/>
                <a:cs typeface="Verdana"/>
              </a:rPr>
              <a:t>invidunt</a:t>
            </a:r>
            <a:r>
              <a:rPr lang="es-CL" sz="819" spc="-5">
                <a:solidFill>
                  <a:srgbClr val="5E5E5E"/>
                </a:solidFill>
                <a:latin typeface="Verdana"/>
                <a:cs typeface="Verdana"/>
              </a:rPr>
              <a:t> </a:t>
            </a:r>
            <a:r>
              <a:rPr lang="es-CL" sz="819">
                <a:solidFill>
                  <a:srgbClr val="5E5E5E"/>
                </a:solidFill>
                <a:latin typeface="Verdana"/>
                <a:cs typeface="Verdana"/>
              </a:rPr>
              <a:t>ut</a:t>
            </a:r>
            <a:r>
              <a:rPr lang="es-CL" sz="819" spc="2">
                <a:solidFill>
                  <a:srgbClr val="5E5E5E"/>
                </a:solidFill>
                <a:latin typeface="Verdana"/>
                <a:cs typeface="Verdana"/>
              </a:rPr>
              <a:t> </a:t>
            </a:r>
            <a:r>
              <a:rPr lang="es-CL" sz="819">
                <a:solidFill>
                  <a:srgbClr val="5E5E5E"/>
                </a:solidFill>
                <a:latin typeface="Verdana"/>
                <a:cs typeface="Verdana"/>
              </a:rPr>
              <a:t>labore </a:t>
            </a:r>
            <a:r>
              <a:rPr lang="es-CL" sz="819" err="1">
                <a:solidFill>
                  <a:srgbClr val="5E5E5E"/>
                </a:solidFill>
                <a:latin typeface="Verdana"/>
                <a:cs typeface="Verdana"/>
              </a:rPr>
              <a:t>eto</a:t>
            </a:r>
            <a:r>
              <a:rPr lang="es-CL" sz="819" spc="2">
                <a:solidFill>
                  <a:srgbClr val="5E5E5E"/>
                </a:solidFill>
                <a:latin typeface="Verdana"/>
                <a:cs typeface="Verdana"/>
              </a:rPr>
              <a:t> </a:t>
            </a:r>
            <a:r>
              <a:rPr lang="es-CL" sz="819" err="1">
                <a:solidFill>
                  <a:srgbClr val="5E5E5E"/>
                </a:solidFill>
                <a:latin typeface="Verdana"/>
                <a:cs typeface="Verdana"/>
              </a:rPr>
              <a:t>dolore</a:t>
            </a:r>
            <a:r>
              <a:rPr lang="es-CL" sz="819" spc="2">
                <a:solidFill>
                  <a:srgbClr val="5E5E5E"/>
                </a:solidFill>
                <a:latin typeface="Verdana"/>
                <a:cs typeface="Verdana"/>
              </a:rPr>
              <a:t> </a:t>
            </a:r>
            <a:r>
              <a:rPr lang="es-CL" sz="819">
                <a:solidFill>
                  <a:srgbClr val="5E5E5E"/>
                </a:solidFill>
                <a:latin typeface="Verdana"/>
                <a:cs typeface="Verdana"/>
              </a:rPr>
              <a:t>magna</a:t>
            </a:r>
            <a:r>
              <a:rPr lang="es-CL" sz="819" spc="5">
                <a:solidFill>
                  <a:srgbClr val="5E5E5E"/>
                </a:solidFill>
                <a:latin typeface="Verdana"/>
                <a:cs typeface="Verdana"/>
              </a:rPr>
              <a:t> </a:t>
            </a:r>
            <a:r>
              <a:rPr lang="es-CL" sz="819" err="1">
                <a:solidFill>
                  <a:srgbClr val="5E5E5E"/>
                </a:solidFill>
                <a:latin typeface="Verdana"/>
                <a:cs typeface="Verdana"/>
              </a:rPr>
              <a:t>aliquyam</a:t>
            </a:r>
            <a:r>
              <a:rPr lang="es-CL" sz="819">
                <a:solidFill>
                  <a:srgbClr val="5E5E5E"/>
                </a:solidFill>
                <a:latin typeface="Verdana"/>
                <a:cs typeface="Verdana"/>
              </a:rPr>
              <a:t> </a:t>
            </a:r>
            <a:r>
              <a:rPr lang="es-CL" sz="819" spc="-9" err="1">
                <a:solidFill>
                  <a:srgbClr val="5E5E5E"/>
                </a:solidFill>
                <a:latin typeface="Verdana"/>
                <a:cs typeface="Verdana"/>
              </a:rPr>
              <a:t>erat</a:t>
            </a:r>
            <a:r>
              <a:rPr lang="es-CL" sz="819" spc="-9">
                <a:solidFill>
                  <a:srgbClr val="5E5E5E"/>
                </a:solidFill>
                <a:latin typeface="Verdana"/>
                <a:cs typeface="Verdana"/>
              </a:rPr>
              <a:t> </a:t>
            </a:r>
            <a:r>
              <a:rPr lang="es-CL" sz="819">
                <a:solidFill>
                  <a:srgbClr val="5E5E5E"/>
                </a:solidFill>
                <a:latin typeface="Verdana"/>
                <a:cs typeface="Verdana"/>
              </a:rPr>
              <a:t>desando</a:t>
            </a:r>
            <a:r>
              <a:rPr lang="es-CL" sz="819" spc="-2">
                <a:solidFill>
                  <a:srgbClr val="5E5E5E"/>
                </a:solidFill>
                <a:latin typeface="Verdana"/>
                <a:cs typeface="Verdana"/>
              </a:rPr>
              <a:t> </a:t>
            </a:r>
            <a:r>
              <a:rPr lang="es-CL" sz="819" spc="-5" err="1">
                <a:solidFill>
                  <a:srgbClr val="5E5E5E"/>
                </a:solidFill>
                <a:latin typeface="Verdana"/>
                <a:cs typeface="Verdana"/>
              </a:rPr>
              <a:t>greadon</a:t>
            </a:r>
            <a:r>
              <a:rPr lang="es-CL" sz="819" spc="-5">
                <a:solidFill>
                  <a:srgbClr val="5E5E5E"/>
                </a:solidFill>
                <a:latin typeface="Verdana"/>
                <a:cs typeface="Verdana"/>
              </a:rPr>
              <a:t>.</a:t>
            </a:r>
            <a:endParaRPr lang="es-CL" sz="819">
              <a:latin typeface="Verdana"/>
              <a:cs typeface="Verdana"/>
            </a:endParaRPr>
          </a:p>
          <a:p>
            <a:pPr>
              <a:lnSpc>
                <a:spcPct val="100000"/>
              </a:lnSpc>
            </a:pPr>
            <a:endParaRPr lang="es-CL" sz="910">
              <a:latin typeface="Verdana"/>
              <a:cs typeface="Verdana"/>
            </a:endParaRPr>
          </a:p>
          <a:p>
            <a:pPr marL="5776" marR="2310" indent="-289">
              <a:lnSpc>
                <a:spcPct val="121600"/>
              </a:lnSpc>
              <a:spcBef>
                <a:spcPts val="946"/>
              </a:spcBef>
            </a:pPr>
            <a:r>
              <a:rPr lang="es-CL" sz="819" err="1">
                <a:solidFill>
                  <a:srgbClr val="5E5E5E"/>
                </a:solidFill>
                <a:latin typeface="Verdana"/>
                <a:cs typeface="Verdana"/>
              </a:rPr>
              <a:t>Deot</a:t>
            </a:r>
            <a:r>
              <a:rPr lang="es-CL" sz="819">
                <a:solidFill>
                  <a:srgbClr val="5E5E5E"/>
                </a:solidFill>
                <a:latin typeface="Verdana"/>
                <a:cs typeface="Verdana"/>
              </a:rPr>
              <a:t> </a:t>
            </a:r>
            <a:r>
              <a:rPr lang="es-CL" sz="819" err="1">
                <a:solidFill>
                  <a:srgbClr val="5E5E5E"/>
                </a:solidFill>
                <a:latin typeface="Verdana"/>
                <a:cs typeface="Verdana"/>
              </a:rPr>
              <a:t>clita</a:t>
            </a:r>
            <a:r>
              <a:rPr lang="es-CL" sz="819" spc="2">
                <a:solidFill>
                  <a:srgbClr val="5E5E5E"/>
                </a:solidFill>
                <a:latin typeface="Verdana"/>
                <a:cs typeface="Verdana"/>
              </a:rPr>
              <a:t> </a:t>
            </a:r>
            <a:r>
              <a:rPr lang="es-CL" sz="819" err="1">
                <a:solidFill>
                  <a:srgbClr val="5E5E5E"/>
                </a:solidFill>
                <a:latin typeface="Verdana"/>
                <a:cs typeface="Verdana"/>
              </a:rPr>
              <a:t>kuasd</a:t>
            </a:r>
            <a:r>
              <a:rPr lang="es-CL" sz="819" spc="5">
                <a:solidFill>
                  <a:srgbClr val="5E5E5E"/>
                </a:solidFill>
                <a:latin typeface="Verdana"/>
                <a:cs typeface="Verdana"/>
              </a:rPr>
              <a:t> </a:t>
            </a:r>
            <a:r>
              <a:rPr lang="es-CL" sz="819" err="1">
                <a:solidFill>
                  <a:srgbClr val="5E5E5E"/>
                </a:solidFill>
                <a:latin typeface="Verdana"/>
                <a:cs typeface="Verdana"/>
              </a:rPr>
              <a:t>gubergren</a:t>
            </a:r>
            <a:r>
              <a:rPr lang="es-CL" sz="819">
                <a:solidFill>
                  <a:srgbClr val="5E5E5E"/>
                </a:solidFill>
                <a:latin typeface="Verdana"/>
                <a:cs typeface="Verdana"/>
              </a:rPr>
              <a:t>, </a:t>
            </a:r>
            <a:r>
              <a:rPr lang="es-CL" sz="819" err="1">
                <a:solidFill>
                  <a:srgbClr val="5E5E5E"/>
                </a:solidFill>
                <a:latin typeface="Verdana"/>
                <a:cs typeface="Verdana"/>
              </a:rPr>
              <a:t>nosotra</a:t>
            </a:r>
            <a:r>
              <a:rPr lang="es-CL" sz="819" spc="5">
                <a:solidFill>
                  <a:srgbClr val="5E5E5E"/>
                </a:solidFill>
                <a:latin typeface="Verdana"/>
                <a:cs typeface="Verdana"/>
              </a:rPr>
              <a:t> </a:t>
            </a:r>
            <a:r>
              <a:rPr lang="es-CL" sz="819">
                <a:solidFill>
                  <a:srgbClr val="5E5E5E"/>
                </a:solidFill>
                <a:latin typeface="Verdana"/>
                <a:cs typeface="Verdana"/>
              </a:rPr>
              <a:t>sea</a:t>
            </a:r>
            <a:r>
              <a:rPr lang="es-CL" sz="819" spc="2">
                <a:solidFill>
                  <a:srgbClr val="5E5E5E"/>
                </a:solidFill>
                <a:latin typeface="Verdana"/>
                <a:cs typeface="Verdana"/>
              </a:rPr>
              <a:t> </a:t>
            </a:r>
            <a:r>
              <a:rPr lang="es-CL" sz="819" spc="-5" err="1">
                <a:solidFill>
                  <a:srgbClr val="5E5E5E"/>
                </a:solidFill>
                <a:latin typeface="Verdana"/>
                <a:cs typeface="Verdana"/>
              </a:rPr>
              <a:t>fronds</a:t>
            </a:r>
            <a:r>
              <a:rPr lang="es-CL" sz="819" spc="-5">
                <a:solidFill>
                  <a:srgbClr val="5E5E5E"/>
                </a:solidFill>
                <a:latin typeface="Verdana"/>
                <a:cs typeface="Verdana"/>
              </a:rPr>
              <a:t> </a:t>
            </a:r>
            <a:r>
              <a:rPr lang="es-CL" sz="819" err="1">
                <a:solidFill>
                  <a:srgbClr val="5E5E5E"/>
                </a:solidFill>
                <a:latin typeface="Verdana"/>
                <a:cs typeface="Verdana"/>
              </a:rPr>
              <a:t>takimata</a:t>
            </a:r>
            <a:r>
              <a:rPr lang="es-CL" sz="819" spc="-2">
                <a:solidFill>
                  <a:srgbClr val="5E5E5E"/>
                </a:solidFill>
                <a:latin typeface="Verdana"/>
                <a:cs typeface="Verdana"/>
              </a:rPr>
              <a:t> </a:t>
            </a:r>
            <a:r>
              <a:rPr lang="es-CL" sz="819">
                <a:solidFill>
                  <a:srgbClr val="5E5E5E"/>
                </a:solidFill>
                <a:latin typeface="Verdana"/>
                <a:cs typeface="Verdana"/>
              </a:rPr>
              <a:t>sanctus</a:t>
            </a:r>
            <a:r>
              <a:rPr lang="es-CL" sz="819" spc="2">
                <a:solidFill>
                  <a:srgbClr val="5E5E5E"/>
                </a:solidFill>
                <a:latin typeface="Verdana"/>
                <a:cs typeface="Verdana"/>
              </a:rPr>
              <a:t> </a:t>
            </a:r>
            <a:r>
              <a:rPr lang="es-CL" sz="819" err="1">
                <a:solidFill>
                  <a:srgbClr val="5E5E5E"/>
                </a:solidFill>
                <a:latin typeface="Verdana"/>
                <a:cs typeface="Verdana"/>
              </a:rPr>
              <a:t>est</a:t>
            </a:r>
            <a:r>
              <a:rPr lang="es-CL" sz="819">
                <a:solidFill>
                  <a:srgbClr val="5E5E5E"/>
                </a:solidFill>
                <a:latin typeface="Verdana"/>
                <a:cs typeface="Verdana"/>
              </a:rPr>
              <a:t> </a:t>
            </a:r>
            <a:r>
              <a:rPr lang="es-CL" sz="819" err="1">
                <a:solidFill>
                  <a:srgbClr val="5E5E5E"/>
                </a:solidFill>
                <a:latin typeface="Verdana"/>
                <a:cs typeface="Verdana"/>
              </a:rPr>
              <a:t>Lorem</a:t>
            </a:r>
            <a:r>
              <a:rPr lang="es-CL" sz="819">
                <a:solidFill>
                  <a:srgbClr val="5E5E5E"/>
                </a:solidFill>
                <a:latin typeface="Verdana"/>
                <a:cs typeface="Verdana"/>
              </a:rPr>
              <a:t> ero </a:t>
            </a:r>
            <a:r>
              <a:rPr lang="es-CL" sz="819" spc="-5" err="1">
                <a:solidFill>
                  <a:srgbClr val="5E5E5E"/>
                </a:solidFill>
                <a:latin typeface="Verdana"/>
                <a:cs typeface="Verdana"/>
              </a:rPr>
              <a:t>psusit</a:t>
            </a:r>
            <a:r>
              <a:rPr lang="es-CL" sz="819" spc="-5">
                <a:solidFill>
                  <a:srgbClr val="5E5E5E"/>
                </a:solidFill>
                <a:latin typeface="Verdana"/>
                <a:cs typeface="Verdana"/>
              </a:rPr>
              <a:t> </a:t>
            </a:r>
            <a:r>
              <a:rPr lang="es-CL" sz="819" err="1">
                <a:solidFill>
                  <a:srgbClr val="5E5E5E"/>
                </a:solidFill>
                <a:latin typeface="Verdana"/>
                <a:cs typeface="Verdana"/>
              </a:rPr>
              <a:t>druamet</a:t>
            </a:r>
            <a:r>
              <a:rPr lang="es-CL" sz="819">
                <a:solidFill>
                  <a:srgbClr val="5E5E5E"/>
                </a:solidFill>
                <a:latin typeface="Verdana"/>
                <a:cs typeface="Verdana"/>
              </a:rPr>
              <a:t>.</a:t>
            </a:r>
            <a:r>
              <a:rPr lang="es-CL" sz="819" spc="-2">
                <a:solidFill>
                  <a:srgbClr val="5E5E5E"/>
                </a:solidFill>
                <a:latin typeface="Verdana"/>
                <a:cs typeface="Verdana"/>
              </a:rPr>
              <a:t> </a:t>
            </a:r>
            <a:r>
              <a:rPr lang="es-CL" sz="819" err="1">
                <a:solidFill>
                  <a:srgbClr val="5E5E5E"/>
                </a:solidFill>
                <a:latin typeface="Verdana"/>
                <a:cs typeface="Verdana"/>
              </a:rPr>
              <a:t>Lorem</a:t>
            </a:r>
            <a:r>
              <a:rPr lang="es-CL" sz="819" spc="2">
                <a:solidFill>
                  <a:srgbClr val="5E5E5E"/>
                </a:solidFill>
                <a:latin typeface="Verdana"/>
                <a:cs typeface="Verdana"/>
              </a:rPr>
              <a:t> </a:t>
            </a:r>
            <a:r>
              <a:rPr lang="es-CL" sz="819">
                <a:solidFill>
                  <a:srgbClr val="5E5E5E"/>
                </a:solidFill>
                <a:latin typeface="Verdana"/>
                <a:cs typeface="Verdana"/>
              </a:rPr>
              <a:t>eso</a:t>
            </a:r>
            <a:r>
              <a:rPr lang="es-CL" sz="819" spc="2">
                <a:solidFill>
                  <a:srgbClr val="5E5E5E"/>
                </a:solidFill>
                <a:latin typeface="Verdana"/>
                <a:cs typeface="Verdana"/>
              </a:rPr>
              <a:t> </a:t>
            </a:r>
            <a:r>
              <a:rPr lang="es-CL" sz="819" err="1">
                <a:solidFill>
                  <a:srgbClr val="5E5E5E"/>
                </a:solidFill>
                <a:latin typeface="Verdana"/>
                <a:cs typeface="Verdana"/>
              </a:rPr>
              <a:t>ipsum</a:t>
            </a:r>
            <a:r>
              <a:rPr lang="es-CL" sz="819">
                <a:solidFill>
                  <a:srgbClr val="5E5E5E"/>
                </a:solidFill>
                <a:latin typeface="Verdana"/>
                <a:cs typeface="Verdana"/>
              </a:rPr>
              <a:t> dolor</a:t>
            </a:r>
            <a:r>
              <a:rPr lang="es-CL" sz="819" spc="2">
                <a:solidFill>
                  <a:srgbClr val="5E5E5E"/>
                </a:solidFill>
                <a:latin typeface="Verdana"/>
                <a:cs typeface="Verdana"/>
              </a:rPr>
              <a:t> </a:t>
            </a:r>
            <a:r>
              <a:rPr lang="es-CL" sz="819" err="1">
                <a:solidFill>
                  <a:srgbClr val="5E5E5E"/>
                </a:solidFill>
                <a:latin typeface="Verdana"/>
                <a:cs typeface="Verdana"/>
              </a:rPr>
              <a:t>sit</a:t>
            </a:r>
            <a:r>
              <a:rPr lang="es-CL" sz="819" spc="5">
                <a:solidFill>
                  <a:srgbClr val="5E5E5E"/>
                </a:solidFill>
                <a:latin typeface="Verdana"/>
                <a:cs typeface="Verdana"/>
              </a:rPr>
              <a:t> </a:t>
            </a:r>
            <a:r>
              <a:rPr lang="es-CL" sz="819" spc="-5" err="1">
                <a:solidFill>
                  <a:srgbClr val="5E5E5E"/>
                </a:solidFill>
                <a:latin typeface="Verdana"/>
                <a:cs typeface="Verdana"/>
              </a:rPr>
              <a:t>amet</a:t>
            </a:r>
            <a:r>
              <a:rPr lang="es-CL" sz="819" spc="-5">
                <a:solidFill>
                  <a:srgbClr val="5E5E5E"/>
                </a:solidFill>
                <a:latin typeface="Verdana"/>
                <a:cs typeface="Verdana"/>
              </a:rPr>
              <a:t>, </a:t>
            </a:r>
            <a:r>
              <a:rPr lang="es-CL" sz="819" err="1">
                <a:solidFill>
                  <a:srgbClr val="5E5E5E"/>
                </a:solidFill>
                <a:latin typeface="Verdana"/>
                <a:cs typeface="Verdana"/>
              </a:rPr>
              <a:t>deras</a:t>
            </a:r>
            <a:r>
              <a:rPr lang="es-CL" sz="819" spc="2">
                <a:solidFill>
                  <a:srgbClr val="5E5E5E"/>
                </a:solidFill>
                <a:latin typeface="Verdana"/>
                <a:cs typeface="Verdana"/>
              </a:rPr>
              <a:t> </a:t>
            </a:r>
            <a:r>
              <a:rPr lang="es-CL" sz="819" err="1">
                <a:solidFill>
                  <a:srgbClr val="5E5E5E"/>
                </a:solidFill>
                <a:latin typeface="Verdana"/>
                <a:cs typeface="Verdana"/>
              </a:rPr>
              <a:t>gradaso</a:t>
            </a:r>
            <a:r>
              <a:rPr lang="es-CL" sz="819" spc="-2">
                <a:solidFill>
                  <a:srgbClr val="5E5E5E"/>
                </a:solidFill>
                <a:latin typeface="Verdana"/>
                <a:cs typeface="Verdana"/>
              </a:rPr>
              <a:t> </a:t>
            </a:r>
            <a:r>
              <a:rPr lang="es-CL" sz="819" err="1">
                <a:solidFill>
                  <a:srgbClr val="5E5E5E"/>
                </a:solidFill>
                <a:latin typeface="Verdana"/>
                <a:cs typeface="Verdana"/>
              </a:rPr>
              <a:t>consetetur</a:t>
            </a:r>
            <a:r>
              <a:rPr lang="es-CL" sz="819" spc="2">
                <a:solidFill>
                  <a:srgbClr val="5E5E5E"/>
                </a:solidFill>
                <a:latin typeface="Verdana"/>
                <a:cs typeface="Verdana"/>
              </a:rPr>
              <a:t> </a:t>
            </a:r>
            <a:r>
              <a:rPr lang="es-CL" sz="819" err="1">
                <a:solidFill>
                  <a:srgbClr val="5E5E5E"/>
                </a:solidFill>
                <a:latin typeface="Verdana"/>
                <a:cs typeface="Verdana"/>
              </a:rPr>
              <a:t>sadipscing</a:t>
            </a:r>
            <a:r>
              <a:rPr lang="es-CL" sz="819">
                <a:solidFill>
                  <a:srgbClr val="5E5E5E"/>
                </a:solidFill>
                <a:latin typeface="Verdana"/>
                <a:cs typeface="Verdana"/>
              </a:rPr>
              <a:t> </a:t>
            </a:r>
            <a:r>
              <a:rPr lang="es-CL" sz="819" spc="-5" err="1">
                <a:solidFill>
                  <a:srgbClr val="5E5E5E"/>
                </a:solidFill>
                <a:latin typeface="Verdana"/>
                <a:cs typeface="Verdana"/>
              </a:rPr>
              <a:t>elitromas</a:t>
            </a:r>
            <a:r>
              <a:rPr lang="es-CL" sz="819" spc="-5">
                <a:solidFill>
                  <a:srgbClr val="5E5E5E"/>
                </a:solidFill>
                <a:latin typeface="Verdana"/>
                <a:cs typeface="Verdana"/>
              </a:rPr>
              <a:t>. </a:t>
            </a:r>
            <a:r>
              <a:rPr lang="es-CL" sz="819">
                <a:solidFill>
                  <a:srgbClr val="5E5E5E"/>
                </a:solidFill>
                <a:latin typeface="Verdana"/>
                <a:cs typeface="Verdana"/>
              </a:rPr>
              <a:t>Sed</a:t>
            </a:r>
            <a:r>
              <a:rPr lang="es-CL" sz="819" spc="-2">
                <a:solidFill>
                  <a:srgbClr val="5E5E5E"/>
                </a:solidFill>
                <a:latin typeface="Verdana"/>
                <a:cs typeface="Verdana"/>
              </a:rPr>
              <a:t> </a:t>
            </a:r>
            <a:r>
              <a:rPr lang="es-CL" sz="819" err="1">
                <a:solidFill>
                  <a:srgbClr val="5E5E5E"/>
                </a:solidFill>
                <a:latin typeface="Verdana"/>
                <a:cs typeface="Verdana"/>
              </a:rPr>
              <a:t>diam</a:t>
            </a:r>
            <a:r>
              <a:rPr lang="es-CL" sz="819">
                <a:solidFill>
                  <a:srgbClr val="5E5E5E"/>
                </a:solidFill>
                <a:latin typeface="Verdana"/>
                <a:cs typeface="Verdana"/>
              </a:rPr>
              <a:t> </a:t>
            </a:r>
            <a:r>
              <a:rPr lang="es-CL" sz="819" err="1">
                <a:solidFill>
                  <a:srgbClr val="5E5E5E"/>
                </a:solidFill>
                <a:latin typeface="Verdana"/>
                <a:cs typeface="Verdana"/>
              </a:rPr>
              <a:t>dnie</a:t>
            </a:r>
            <a:r>
              <a:rPr lang="es-CL" sz="819" spc="5">
                <a:solidFill>
                  <a:srgbClr val="5E5E5E"/>
                </a:solidFill>
                <a:latin typeface="Verdana"/>
                <a:cs typeface="Verdana"/>
              </a:rPr>
              <a:t> </a:t>
            </a:r>
            <a:r>
              <a:rPr lang="es-CL" sz="819" err="1">
                <a:solidFill>
                  <a:srgbClr val="5E5E5E"/>
                </a:solidFill>
                <a:latin typeface="Verdana"/>
                <a:cs typeface="Verdana"/>
              </a:rPr>
              <a:t>nonumy</a:t>
            </a:r>
            <a:r>
              <a:rPr lang="es-CL" sz="819" spc="2">
                <a:solidFill>
                  <a:srgbClr val="5E5E5E"/>
                </a:solidFill>
                <a:latin typeface="Verdana"/>
                <a:cs typeface="Verdana"/>
              </a:rPr>
              <a:t> </a:t>
            </a:r>
            <a:r>
              <a:rPr lang="es-CL" sz="819" err="1">
                <a:solidFill>
                  <a:srgbClr val="5E5E5E"/>
                </a:solidFill>
                <a:latin typeface="Verdana"/>
                <a:cs typeface="Verdana"/>
              </a:rPr>
              <a:t>eirmod</a:t>
            </a:r>
            <a:r>
              <a:rPr lang="es-CL" sz="819">
                <a:solidFill>
                  <a:srgbClr val="5E5E5E"/>
                </a:solidFill>
                <a:latin typeface="Verdana"/>
                <a:cs typeface="Verdana"/>
              </a:rPr>
              <a:t> </a:t>
            </a:r>
            <a:r>
              <a:rPr lang="es-CL" sz="819" spc="-5" err="1">
                <a:solidFill>
                  <a:srgbClr val="5E5E5E"/>
                </a:solidFill>
                <a:latin typeface="Verdana"/>
                <a:cs typeface="Verdana"/>
              </a:rPr>
              <a:t>tempor</a:t>
            </a:r>
            <a:r>
              <a:rPr lang="es-CL" sz="819" spc="-5">
                <a:solidFill>
                  <a:srgbClr val="5E5E5E"/>
                </a:solidFill>
                <a:latin typeface="Verdana"/>
                <a:cs typeface="Verdana"/>
              </a:rPr>
              <a:t>  </a:t>
            </a:r>
            <a:r>
              <a:rPr lang="es-CL" sz="819" err="1">
                <a:solidFill>
                  <a:srgbClr val="5E5E5E"/>
                </a:solidFill>
                <a:latin typeface="Verdana"/>
                <a:cs typeface="Verdana"/>
              </a:rPr>
              <a:t>invidunt</a:t>
            </a:r>
            <a:r>
              <a:rPr lang="es-CL" sz="819" spc="5">
                <a:solidFill>
                  <a:srgbClr val="5E5E5E"/>
                </a:solidFill>
                <a:latin typeface="Verdana"/>
                <a:cs typeface="Verdana"/>
              </a:rPr>
              <a:t> </a:t>
            </a:r>
            <a:r>
              <a:rPr lang="es-CL" sz="819" err="1">
                <a:solidFill>
                  <a:srgbClr val="5E5E5E"/>
                </a:solidFill>
                <a:latin typeface="Verdana"/>
                <a:cs typeface="Verdana"/>
              </a:rPr>
              <a:t>utony</a:t>
            </a:r>
            <a:r>
              <a:rPr lang="es-CL" sz="819" spc="5">
                <a:solidFill>
                  <a:srgbClr val="5E5E5E"/>
                </a:solidFill>
                <a:latin typeface="Verdana"/>
                <a:cs typeface="Verdana"/>
              </a:rPr>
              <a:t> </a:t>
            </a:r>
            <a:r>
              <a:rPr lang="es-CL" sz="819">
                <a:solidFill>
                  <a:srgbClr val="5E5E5E"/>
                </a:solidFill>
                <a:latin typeface="Verdana"/>
                <a:cs typeface="Verdana"/>
              </a:rPr>
              <a:t>labore</a:t>
            </a:r>
            <a:r>
              <a:rPr lang="es-CL" sz="819" spc="2">
                <a:solidFill>
                  <a:srgbClr val="5E5E5E"/>
                </a:solidFill>
                <a:latin typeface="Verdana"/>
                <a:cs typeface="Verdana"/>
              </a:rPr>
              <a:t> </a:t>
            </a:r>
            <a:r>
              <a:rPr lang="es-CL" sz="819" err="1">
                <a:solidFill>
                  <a:srgbClr val="5E5E5E"/>
                </a:solidFill>
                <a:latin typeface="Verdana"/>
                <a:cs typeface="Verdana"/>
              </a:rPr>
              <a:t>etodre</a:t>
            </a:r>
            <a:r>
              <a:rPr lang="es-CL" sz="819" spc="2">
                <a:solidFill>
                  <a:srgbClr val="5E5E5E"/>
                </a:solidFill>
                <a:latin typeface="Verdana"/>
                <a:cs typeface="Verdana"/>
              </a:rPr>
              <a:t> </a:t>
            </a:r>
            <a:r>
              <a:rPr lang="es-CL" sz="819">
                <a:solidFill>
                  <a:srgbClr val="5E5E5E"/>
                </a:solidFill>
                <a:latin typeface="Verdana"/>
                <a:cs typeface="Verdana"/>
              </a:rPr>
              <a:t>dolor</a:t>
            </a:r>
            <a:r>
              <a:rPr lang="es-CL" sz="819" spc="5">
                <a:solidFill>
                  <a:srgbClr val="5E5E5E"/>
                </a:solidFill>
                <a:latin typeface="Verdana"/>
                <a:cs typeface="Verdana"/>
              </a:rPr>
              <a:t> </a:t>
            </a:r>
            <a:r>
              <a:rPr lang="es-CL" sz="819" spc="-5" err="1">
                <a:solidFill>
                  <a:srgbClr val="5E5E5E"/>
                </a:solidFill>
                <a:latin typeface="Verdana"/>
                <a:cs typeface="Verdana"/>
              </a:rPr>
              <a:t>noradsa</a:t>
            </a:r>
            <a:r>
              <a:rPr lang="es-CL" sz="819" spc="-5">
                <a:solidFill>
                  <a:srgbClr val="5E5E5E"/>
                </a:solidFill>
                <a:latin typeface="Verdana"/>
                <a:cs typeface="Verdana"/>
              </a:rPr>
              <a:t> </a:t>
            </a:r>
            <a:r>
              <a:rPr lang="es-CL" sz="819" spc="-5" err="1">
                <a:solidFill>
                  <a:srgbClr val="5E5E5E"/>
                </a:solidFill>
                <a:latin typeface="Verdana"/>
                <a:cs typeface="Verdana"/>
              </a:rPr>
              <a:t>mirda</a:t>
            </a:r>
            <a:r>
              <a:rPr lang="es-CL" sz="819" spc="-5">
                <a:solidFill>
                  <a:srgbClr val="5E5E5E"/>
                </a:solidFill>
                <a:latin typeface="Verdana"/>
                <a:cs typeface="Verdana"/>
              </a:rPr>
              <a:t>.</a:t>
            </a:r>
          </a:p>
          <a:p>
            <a:pPr marL="6065" marR="2310" indent="-578">
              <a:lnSpc>
                <a:spcPct val="121100"/>
              </a:lnSpc>
              <a:spcBef>
                <a:spcPts val="70"/>
              </a:spcBef>
            </a:pPr>
            <a:endParaRPr lang="es-CL" sz="819">
              <a:latin typeface="Verdana"/>
              <a:cs typeface="Verdana"/>
            </a:endParaRPr>
          </a:p>
        </p:txBody>
      </p:sp>
      <p:sp>
        <p:nvSpPr>
          <p:cNvPr id="17" name="Holder 6">
            <a:extLst>
              <a:ext uri="{FF2B5EF4-FFF2-40B4-BE49-F238E27FC236}">
                <a16:creationId xmlns:a16="http://schemas.microsoft.com/office/drawing/2014/main" id="{E71E975C-BBAA-06AF-DA7F-5B6D718F9B5E}"/>
              </a:ext>
            </a:extLst>
          </p:cNvPr>
          <p:cNvSpPr>
            <a:spLocks noGrp="1"/>
          </p:cNvSpPr>
          <p:nvPr>
            <p:ph type="sldNum" sz="quarter" idx="7"/>
          </p:nvPr>
        </p:nvSpPr>
        <p:spPr>
          <a:xfrm>
            <a:off x="8124470" y="4869570"/>
            <a:ext cx="413011" cy="122726"/>
          </a:xfrm>
          <a:prstGeom prst="rect">
            <a:avLst/>
          </a:prstGeom>
        </p:spPr>
        <p:txBody>
          <a:bodyPr wrap="square" lIns="0" tIns="0" rIns="0" bIns="0">
            <a:spAutoFit/>
          </a:bodyPr>
          <a:lstStyle>
            <a:lvl1pPr>
              <a:defRPr sz="637" b="0" i="0">
                <a:solidFill>
                  <a:srgbClr val="797979"/>
                </a:solidFill>
                <a:latin typeface="+mn-lt"/>
                <a:cs typeface="Helvetica-Light"/>
              </a:defRPr>
            </a:lvl1pPr>
          </a:lstStyle>
          <a:p>
            <a:pPr marL="17328">
              <a:lnSpc>
                <a:spcPts val="1064"/>
              </a:lnSpc>
            </a:pPr>
            <a:fld id="{81D60167-4931-47E6-BA6A-407CBD079E47}" type="slidenum">
              <a:rPr lang="es-CL" smtClean="0"/>
              <a:pPr marL="17328">
                <a:lnSpc>
                  <a:spcPts val="1064"/>
                </a:lnSpc>
              </a:pPr>
              <a:t>‹Nº›</a:t>
            </a:fld>
            <a:endParaRPr lang="es-CL"/>
          </a:p>
        </p:txBody>
      </p:sp>
      <p:sp>
        <p:nvSpPr>
          <p:cNvPr id="18" name="Título 17">
            <a:extLst>
              <a:ext uri="{FF2B5EF4-FFF2-40B4-BE49-F238E27FC236}">
                <a16:creationId xmlns:a16="http://schemas.microsoft.com/office/drawing/2014/main" id="{AA3B4CA3-71D2-5959-B6FB-38FB365FDACB}"/>
              </a:ext>
            </a:extLst>
          </p:cNvPr>
          <p:cNvSpPr>
            <a:spLocks noGrp="1"/>
          </p:cNvSpPr>
          <p:nvPr>
            <p:ph type="title" hasCustomPrompt="1"/>
          </p:nvPr>
        </p:nvSpPr>
        <p:spPr>
          <a:xfrm>
            <a:off x="756223" y="838959"/>
            <a:ext cx="3763019" cy="1287788"/>
          </a:xfrm>
        </p:spPr>
        <p:txBody>
          <a:bodyPr/>
          <a:lstStyle/>
          <a:p>
            <a:r>
              <a:rPr lang="es-MX"/>
              <a:t>Lorem ipsum dolor sit</a:t>
            </a:r>
            <a:endParaRPr lang="es-ES_tradnl"/>
          </a:p>
        </p:txBody>
      </p:sp>
    </p:spTree>
    <p:extLst>
      <p:ext uri="{BB962C8B-B14F-4D97-AF65-F5344CB8AC3E}">
        <p14:creationId xmlns:p14="http://schemas.microsoft.com/office/powerpoint/2010/main" val="82130517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35"/>
            </p:custDataLst>
            <p:extLst>
              <p:ext uri="{D42A27DB-BD31-4B8C-83A1-F6EECF244321}">
                <p14:modId xmlns:p14="http://schemas.microsoft.com/office/powerpoint/2010/main" val="3608479169"/>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Diapositiva de think-cell" r:id="rId36" imgW="270" imgH="270" progId="TCLayout.ActiveDocument.1">
                  <p:embed/>
                </p:oleObj>
              </mc:Choice>
              <mc:Fallback>
                <p:oleObj name="Diapositiva de think-cell" r:id="rId36" imgW="270" imgH="270" progId="TCLayout.ActiveDocument.1">
                  <p:embed/>
                  <p:pic>
                    <p:nvPicPr>
                      <p:cNvPr id="2" name="Object 1" hidden="1"/>
                      <p:cNvPicPr/>
                      <p:nvPr/>
                    </p:nvPicPr>
                    <p:blipFill>
                      <a:blip r:embed="rId37"/>
                      <a:stretch>
                        <a:fillRect/>
                      </a:stretch>
                    </p:blipFill>
                    <p:spPr>
                      <a:xfrm>
                        <a:off x="1192" y="1192"/>
                        <a:ext cx="1190" cy="1190"/>
                      </a:xfrm>
                      <a:prstGeom prst="rect">
                        <a:avLst/>
                      </a:prstGeom>
                    </p:spPr>
                  </p:pic>
                </p:oleObj>
              </mc:Fallback>
            </mc:AlternateContent>
          </a:graphicData>
        </a:graphic>
      </p:graphicFrame>
      <p:sp>
        <p:nvSpPr>
          <p:cNvPr id="9" name="Title Placeholder 1"/>
          <p:cNvSpPr>
            <a:spLocks noGrp="1"/>
          </p:cNvSpPr>
          <p:nvPr>
            <p:ph type="title"/>
          </p:nvPr>
        </p:nvSpPr>
        <p:spPr>
          <a:xfrm>
            <a:off x="330994" y="231777"/>
            <a:ext cx="8482014" cy="307777"/>
          </a:xfrm>
          <a:prstGeom prst="rect">
            <a:avLst/>
          </a:prstGeom>
        </p:spPr>
        <p:txBody>
          <a:bodyPr vert="horz" wrap="square" lIns="0" tIns="0" rIns="0" bIns="0" rtlCol="0" anchor="t">
            <a:spAutoFit/>
          </a:bodyPr>
          <a:lstStyle/>
          <a:p>
            <a:pPr lvl="0">
              <a:lnSpc>
                <a:spcPct val="100000"/>
              </a:lnSpc>
            </a:pPr>
            <a:r>
              <a:rPr lang="en-US"/>
              <a:t>Click to add title</a:t>
            </a:r>
          </a:p>
        </p:txBody>
      </p:sp>
      <p:sp>
        <p:nvSpPr>
          <p:cNvPr id="12" name="TextBox 11"/>
          <p:cNvSpPr txBox="1"/>
          <p:nvPr/>
        </p:nvSpPr>
        <p:spPr>
          <a:xfrm>
            <a:off x="0" y="4871838"/>
            <a:ext cx="504000" cy="126000"/>
          </a:xfrm>
          <a:prstGeom prst="rect">
            <a:avLst/>
          </a:prstGeom>
          <a:solidFill>
            <a:srgbClr val="324151"/>
          </a:solidFill>
        </p:spPr>
        <p:txBody>
          <a:bodyPr wrap="square" lIns="68580" tIns="0" rIns="34290" bIns="0" rtlCol="0" anchor="ctr">
            <a:noAutofit/>
          </a:bodyPr>
          <a:lstStyle/>
          <a:p>
            <a:pPr marL="0" marR="0" lvl="0" indent="0" algn="r" defTabSz="685526" rtl="0" eaLnBrk="1" fontAlgn="auto" latinLnBrk="0" hangingPunct="1">
              <a:lnSpc>
                <a:spcPct val="100000"/>
              </a:lnSpc>
              <a:spcBef>
                <a:spcPts val="0"/>
              </a:spcBef>
              <a:spcAft>
                <a:spcPts val="0"/>
              </a:spcAft>
              <a:buClrTx/>
              <a:buSzTx/>
              <a:buFontTx/>
              <a:buNone/>
              <a:tabLst/>
              <a:defRPr/>
            </a:pPr>
            <a:fld id="{DFCF27A5-1A5B-48D3-A060-2758FFBB1ADD}" type="slidenum">
              <a:rPr kumimoji="0" lang="en-US" sz="700" b="0" i="0" u="none" strike="noStrike" kern="1200" cap="none" spc="0" normalizeH="0" baseline="0" smtClean="0">
                <a:ln>
                  <a:noFill/>
                </a:ln>
                <a:solidFill>
                  <a:srgbClr val="FFFFFF"/>
                </a:solidFill>
                <a:effectLst/>
                <a:uLnTx/>
                <a:uFillTx/>
                <a:latin typeface="+mn-lt"/>
                <a:ea typeface="+mn-ea"/>
                <a:cs typeface="+mn-cs"/>
                <a:sym typeface="Trebuchet MS" panose="020B0603020202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‹Nº›</a:t>
            </a:fld>
            <a:endParaRPr kumimoji="0" lang="en-US" sz="700" b="0" i="0" u="none" strike="noStrike" kern="1200" cap="none" spc="0" normalizeH="0" baseline="0">
              <a:ln>
                <a:noFill/>
              </a:ln>
              <a:solidFill>
                <a:srgbClr val="FFFFFF"/>
              </a:solidFill>
              <a:effectLst/>
              <a:uLnTx/>
              <a:uFillTx/>
              <a:latin typeface="+mn-lt"/>
              <a:ea typeface="+mn-ea"/>
              <a:cs typeface="+mn-cs"/>
              <a:sym typeface="Trebuchet MS" panose="020B0603020202020204" pitchFamily="34" charset="0"/>
            </a:endParaRPr>
          </a:p>
        </p:txBody>
      </p:sp>
      <p:pic>
        <p:nvPicPr>
          <p:cNvPr id="14" name="Grafik 9">
            <a:extLst>
              <a:ext uri="{FF2B5EF4-FFF2-40B4-BE49-F238E27FC236}">
                <a16:creationId xmlns:a16="http://schemas.microsoft.com/office/drawing/2014/main" id="{70A50125-30E1-5C71-3E63-3267CA2E7524}"/>
              </a:ext>
            </a:extLst>
          </p:cNvPr>
          <p:cNvPicPr>
            <a:picLocks noChangeAspect="1"/>
          </p:cNvPicPr>
          <p:nvPr/>
        </p:nvPicPr>
        <p:blipFill>
          <a:blip>
            <a:extLst>
              <a:ext uri="{96DAC541-7B7A-43D3-8B79-37D633B846F1}">
                <asvg:svgBlip xmlns:asvg="http://schemas.microsoft.com/office/drawing/2016/SVG/main" r:embed="rId38"/>
              </a:ext>
            </a:extLst>
          </a:blip>
          <a:srcRect/>
          <a:stretch/>
        </p:blipFill>
        <p:spPr>
          <a:xfrm>
            <a:off x="7596337" y="4659313"/>
            <a:ext cx="1302697" cy="484188"/>
          </a:xfrm>
          <a:prstGeom prst="rect">
            <a:avLst/>
          </a:prstGeom>
        </p:spPr>
      </p:pic>
      <p:sp>
        <p:nvSpPr>
          <p:cNvPr id="15" name="Rechteck 6">
            <a:extLst>
              <a:ext uri="{FF2B5EF4-FFF2-40B4-BE49-F238E27FC236}">
                <a16:creationId xmlns:a16="http://schemas.microsoft.com/office/drawing/2014/main" id="{87AC040A-5A07-A249-37F5-691D4E9C3950}"/>
              </a:ext>
            </a:extLst>
          </p:cNvPr>
          <p:cNvSpPr/>
          <p:nvPr/>
        </p:nvSpPr>
        <p:spPr bwMode="gray">
          <a:xfrm>
            <a:off x="0" y="0"/>
            <a:ext cx="9144000" cy="72000"/>
          </a:xfrm>
          <a:prstGeom prst="rect">
            <a:avLst/>
          </a:prstGeom>
          <a:solidFill>
            <a:schemeClr val="accent5"/>
          </a:solidFill>
          <a:ln w="9525" cap="flat" cmpd="sng" algn="ctr">
            <a:noFill/>
            <a:prstDash val="solid"/>
          </a:ln>
          <a:effectLst/>
        </p:spPr>
        <p:txBody>
          <a:bodyPr lIns="107955" tIns="35984" rIns="107955" bIns="35984" rtlCol="0" anchor="ctr"/>
          <a:lstStyle/>
          <a:p>
            <a:pPr marL="179928" marR="0" lvl="0" indent="-179928" algn="ctr" defTabSz="914034" eaLnBrk="1" fontAlgn="auto" latinLnBrk="0" hangingPunct="1">
              <a:lnSpc>
                <a:spcPct val="100000"/>
              </a:lnSpc>
              <a:spcBef>
                <a:spcPts val="600"/>
              </a:spcBef>
              <a:spcAft>
                <a:spcPts val="0"/>
              </a:spcAft>
              <a:buClr>
                <a:srgbClr val="FF6B05"/>
              </a:buClr>
              <a:buSzTx/>
              <a:buFont typeface="Wingdings" panose="05000000000000000000" pitchFamily="2" charset="2"/>
              <a:buChar char="§"/>
              <a:tabLst/>
              <a:defRPr/>
            </a:pPr>
            <a:endParaRPr kumimoji="0" lang="en-GB" sz="1600" b="0" i="0" u="none" strike="noStrike" kern="0" cap="none" spc="0" normalizeH="0" baseline="0" noProof="0">
              <a:ln>
                <a:noFill/>
              </a:ln>
              <a:solidFill>
                <a:srgbClr val="414048"/>
              </a:solidFill>
              <a:effectLst/>
              <a:uLnTx/>
              <a:uFillTx/>
              <a:latin typeface="Arial"/>
              <a:ea typeface="+mn-ea"/>
              <a:cs typeface="+mn-cs"/>
            </a:endParaRPr>
          </a:p>
        </p:txBody>
      </p:sp>
      <p:sp>
        <p:nvSpPr>
          <p:cNvPr id="25" name="Text Placeholder 24">
            <a:extLst>
              <a:ext uri="{FF2B5EF4-FFF2-40B4-BE49-F238E27FC236}">
                <a16:creationId xmlns:a16="http://schemas.microsoft.com/office/drawing/2014/main" id="{D918322E-063E-6064-ED71-525EEFB15DFA}"/>
              </a:ext>
            </a:extLst>
          </p:cNvPr>
          <p:cNvSpPr>
            <a:spLocks noGrp="1"/>
          </p:cNvSpPr>
          <p:nvPr>
            <p:ph type="body" idx="1"/>
          </p:nvPr>
        </p:nvSpPr>
        <p:spPr>
          <a:xfrm>
            <a:off x="330994" y="1370013"/>
            <a:ext cx="8482014" cy="324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2157514"/>
      </p:ext>
    </p:extLst>
  </p:cSld>
  <p:clrMap bg1="lt1" tx1="dk1" bg2="lt2" tx2="dk2" accent1="accent1" accent2="accent2" accent3="accent3" accent4="accent4" accent5="accent5" accent6="accent6" hlink="hlink" folHlink="folHlink"/>
  <p:sldLayoutIdLst>
    <p:sldLayoutId id="2147485186" r:id="rId1"/>
    <p:sldLayoutId id="2147485258" r:id="rId2"/>
    <p:sldLayoutId id="2147485274" r:id="rId3"/>
    <p:sldLayoutId id="2147485265" r:id="rId4"/>
    <p:sldLayoutId id="2147485269" r:id="rId5"/>
    <p:sldLayoutId id="2147485187" r:id="rId6"/>
    <p:sldLayoutId id="2147485188" r:id="rId7"/>
    <p:sldLayoutId id="2147485215" r:id="rId8"/>
    <p:sldLayoutId id="2147485266" r:id="rId9"/>
    <p:sldLayoutId id="2147485284" r:id="rId10"/>
    <p:sldLayoutId id="2147485270" r:id="rId11"/>
    <p:sldLayoutId id="2147485271" r:id="rId12"/>
    <p:sldLayoutId id="2147485285" r:id="rId13"/>
    <p:sldLayoutId id="2147485272" r:id="rId14"/>
    <p:sldLayoutId id="2147485286" r:id="rId15"/>
    <p:sldLayoutId id="2147485267" r:id="rId16"/>
    <p:sldLayoutId id="2147485275" r:id="rId17"/>
    <p:sldLayoutId id="2147485268" r:id="rId18"/>
    <p:sldLayoutId id="2147485276" r:id="rId19"/>
    <p:sldLayoutId id="2147485278" r:id="rId20"/>
    <p:sldLayoutId id="2147485277" r:id="rId21"/>
    <p:sldLayoutId id="2147485279" r:id="rId22"/>
    <p:sldLayoutId id="2147485280" r:id="rId23"/>
    <p:sldLayoutId id="2147485281" r:id="rId24"/>
    <p:sldLayoutId id="2147485257" r:id="rId25"/>
    <p:sldLayoutId id="2147485263" r:id="rId26"/>
    <p:sldLayoutId id="2147485259" r:id="rId27"/>
    <p:sldLayoutId id="2147485260" r:id="rId28"/>
    <p:sldLayoutId id="2147485212" r:id="rId29"/>
    <p:sldLayoutId id="2147485282" r:id="rId30"/>
    <p:sldLayoutId id="2147485287" r:id="rId31"/>
    <p:sldLayoutId id="2147485289" r:id="rId32"/>
    <p:sldLayoutId id="2147485290" r:id="rId3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p:titleStyle>
    <p:bodyStyle>
      <a:lvl1pPr marL="0" indent="0" algn="l" defTabSz="685800" rtl="0" eaLnBrk="1" latinLnBrk="0" hangingPunct="1">
        <a:lnSpc>
          <a:spcPct val="100000"/>
        </a:lnSpc>
        <a:spcBef>
          <a:spcPts val="600"/>
        </a:spcBef>
        <a:spcAft>
          <a:spcPts val="0"/>
        </a:spcAft>
        <a:buFont typeface="Arial" panose="020B0604020202020204" pitchFamily="34" charset="0"/>
        <a:buChar char="​"/>
        <a:defRPr lang="en-US" sz="1600" b="1" kern="1200">
          <a:solidFill>
            <a:schemeClr val="tx1"/>
          </a:solidFill>
          <a:latin typeface="+mn-lt"/>
          <a:ea typeface="+mn-ea"/>
          <a:cs typeface="+mn-cs"/>
          <a:sym typeface="Trebuchet MS" panose="020B0603020202020204" pitchFamily="34" charset="0"/>
        </a:defRPr>
      </a:lvl1pPr>
      <a:lvl2pPr marL="0" indent="0" algn="l" defTabSz="685800" rtl="0" eaLnBrk="1" latinLnBrk="0" hangingPunct="1">
        <a:lnSpc>
          <a:spcPct val="100000"/>
        </a:lnSpc>
        <a:spcBef>
          <a:spcPts val="600"/>
        </a:spcBef>
        <a:spcAft>
          <a:spcPts val="0"/>
        </a:spcAft>
        <a:buClr>
          <a:schemeClr val="tx2"/>
        </a:buClr>
        <a:buFont typeface="Arial" panose="020B0604020202020204" pitchFamily="34" charset="0"/>
        <a:buNone/>
        <a:defRPr lang="en-US" sz="1600" kern="1200" dirty="0">
          <a:solidFill>
            <a:schemeClr val="tx1"/>
          </a:solidFill>
          <a:latin typeface="+mn-lt"/>
          <a:ea typeface="+mn-ea"/>
          <a:cs typeface="+mn-cs"/>
          <a:sym typeface="Trebuchet MS" panose="020B0603020202020204" pitchFamily="34" charset="0"/>
        </a:defRPr>
      </a:lvl2pPr>
      <a:lvl3pPr marL="180000" indent="-180000" algn="l" defTabSz="685800" rtl="0" eaLnBrk="1" latinLnBrk="0" hangingPunct="1">
        <a:lnSpc>
          <a:spcPct val="100000"/>
        </a:lnSpc>
        <a:spcBef>
          <a:spcPts val="600"/>
        </a:spcBef>
        <a:spcAft>
          <a:spcPts val="0"/>
        </a:spcAft>
        <a:buClr>
          <a:schemeClr val="accent5"/>
        </a:buClr>
        <a:buFont typeface="Wingdings" panose="05000000000000000000" pitchFamily="2" charset="2"/>
        <a:buChar char="§"/>
        <a:defRPr lang="en-US" sz="1600" kern="1200" dirty="0">
          <a:solidFill>
            <a:schemeClr val="tx1"/>
          </a:solidFill>
          <a:latin typeface="+mn-lt"/>
          <a:ea typeface="+mn-ea"/>
          <a:cs typeface="+mn-cs"/>
          <a:sym typeface="Trebuchet MS" panose="020B0603020202020204" pitchFamily="34" charset="0"/>
        </a:defRPr>
      </a:lvl3pPr>
      <a:lvl4pPr marL="360000" indent="-180000" algn="l" defTabSz="685800" rtl="0" eaLnBrk="1" latinLnBrk="0" hangingPunct="1">
        <a:lnSpc>
          <a:spcPct val="100000"/>
        </a:lnSpc>
        <a:spcBef>
          <a:spcPts val="600"/>
        </a:spcBef>
        <a:spcAft>
          <a:spcPts val="0"/>
        </a:spcAft>
        <a:buClr>
          <a:schemeClr val="accent5"/>
        </a:buClr>
        <a:buFont typeface="Arial" panose="020B0604020202020204" pitchFamily="34" charset="0"/>
        <a:buChar char="‒"/>
        <a:defRPr lang="en-US" sz="1600" b="0" kern="1200" dirty="0">
          <a:solidFill>
            <a:schemeClr val="tx1"/>
          </a:solidFill>
          <a:latin typeface="+mn-lt"/>
          <a:ea typeface="+mn-ea"/>
          <a:cs typeface="+mn-cs"/>
          <a:sym typeface="Trebuchet MS" panose="020B0603020202020204" pitchFamily="34" charset="0"/>
        </a:defRPr>
      </a:lvl4pPr>
      <a:lvl5pPr marL="540000" indent="-180000" algn="l" defTabSz="685800" rtl="0" eaLnBrk="1" latinLnBrk="0" hangingPunct="1">
        <a:lnSpc>
          <a:spcPct val="100000"/>
        </a:lnSpc>
        <a:spcBef>
          <a:spcPts val="600"/>
        </a:spcBef>
        <a:spcAft>
          <a:spcPts val="0"/>
        </a:spcAft>
        <a:buClr>
          <a:schemeClr val="accent5"/>
        </a:buClr>
        <a:buFont typeface="Arial" panose="020B0604020202020204" pitchFamily="34" charset="0"/>
        <a:buChar char="•"/>
        <a:defRPr lang="en-US" sz="1600" b="0" kern="1200" smtClean="0">
          <a:solidFill>
            <a:schemeClr val="tx1"/>
          </a:solidFill>
          <a:latin typeface="+mn-lt"/>
          <a:ea typeface="+mn-ea"/>
          <a:cs typeface="+mn-cs"/>
          <a:sym typeface="Trebuchet MS" panose="020B0603020202020204" pitchFamily="34" charset="0"/>
        </a:defRPr>
      </a:lvl5pPr>
      <a:lvl6pPr marL="202406" indent="-114300" algn="l" defTabSz="685800" rtl="0" eaLnBrk="1" latinLnBrk="0" hangingPunct="1">
        <a:lnSpc>
          <a:spcPct val="90000"/>
        </a:lnSpc>
        <a:spcBef>
          <a:spcPts val="0"/>
        </a:spcBef>
        <a:spcAft>
          <a:spcPts val="450"/>
        </a:spcAft>
        <a:buClr>
          <a:schemeClr val="tx2"/>
        </a:buClr>
        <a:buFont typeface="Arial" panose="020B0604020202020204" pitchFamily="34" charset="0"/>
        <a:buChar char="•"/>
        <a:defRPr lang="en-US" sz="1200" kern="1200" smtClean="0">
          <a:solidFill>
            <a:schemeClr val="tx1"/>
          </a:solidFill>
          <a:latin typeface="+mn-lt"/>
          <a:ea typeface="+mn-ea"/>
          <a:cs typeface="+mn-cs"/>
          <a:sym typeface="Trebuchet MS" panose="020B0603020202020204" pitchFamily="34" charset="0"/>
        </a:defRPr>
      </a:lvl6pPr>
      <a:lvl7pPr marL="0" indent="0" algn="l" defTabSz="685800" rtl="0" eaLnBrk="1" latinLnBrk="0" hangingPunct="1">
        <a:lnSpc>
          <a:spcPct val="90000"/>
        </a:lnSpc>
        <a:spcBef>
          <a:spcPts val="675"/>
        </a:spcBef>
        <a:spcAft>
          <a:spcPts val="675"/>
        </a:spcAft>
        <a:buFont typeface="Arial" panose="020B0604020202020204" pitchFamily="34" charset="0"/>
        <a:buChar char="​"/>
        <a:defRPr lang="en-US" sz="3300" kern="1200" baseline="0" smtClean="0">
          <a:solidFill>
            <a:schemeClr val="tx1"/>
          </a:solidFill>
          <a:latin typeface="+mn-lt"/>
          <a:ea typeface="+mn-ea"/>
          <a:cs typeface="+mn-cs"/>
          <a:sym typeface="Trebuchet MS" panose="020B0603020202020204" pitchFamily="34" charset="0"/>
        </a:defRPr>
      </a:lvl7pPr>
      <a:lvl8pPr marL="0" indent="0" algn="l" defTabSz="685800" rtl="0" eaLnBrk="1" latinLnBrk="0" hangingPunct="1">
        <a:lnSpc>
          <a:spcPct val="90000"/>
        </a:lnSpc>
        <a:spcBef>
          <a:spcPts val="675"/>
        </a:spcBef>
        <a:spcAft>
          <a:spcPts val="0"/>
        </a:spcAft>
        <a:buFont typeface="Arial" panose="020B0604020202020204" pitchFamily="34" charset="0"/>
        <a:buChar char="​"/>
        <a:defRPr lang="en-US" sz="4050" b="1" kern="1200" baseline="0" smtClean="0">
          <a:solidFill>
            <a:srgbClr val="414048"/>
          </a:solidFill>
          <a:latin typeface="+mn-lt"/>
          <a:ea typeface="+mn-ea"/>
          <a:cs typeface="+mn-cs"/>
          <a:sym typeface="Trebuchet MS" panose="020B0603020202020204" pitchFamily="34" charset="0"/>
        </a:defRPr>
      </a:lvl8pPr>
      <a:lvl9pPr marL="0" indent="0" algn="l" defTabSz="685800" rtl="0" eaLnBrk="1" latinLnBrk="0" hangingPunct="1">
        <a:lnSpc>
          <a:spcPct val="100000"/>
        </a:lnSpc>
        <a:spcBef>
          <a:spcPts val="0"/>
        </a:spcBef>
        <a:spcAft>
          <a:spcPts val="675"/>
        </a:spcAft>
        <a:buFont typeface="Arial" panose="020B0604020202020204" pitchFamily="34" charset="0"/>
        <a:buChar char="​"/>
        <a:defRPr lang="en-US" sz="1800" b="1" kern="1200" baseline="0" dirty="0">
          <a:solidFill>
            <a:srgbClr val="414048"/>
          </a:solidFill>
          <a:latin typeface="+mn-lt"/>
          <a:ea typeface="+mn-ea"/>
          <a:cs typeface="+mn-cs"/>
          <a:sym typeface="Trebuchet MS" panose="020B0603020202020204" pitchFamily="34" charset="0"/>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2">
          <p15:clr>
            <a:srgbClr val="F26B43"/>
          </p15:clr>
        </p15:guide>
        <p15:guide id="2" pos="200">
          <p15:clr>
            <a:srgbClr val="F26B43"/>
          </p15:clr>
        </p15:guide>
        <p15:guide id="3" pos="5559">
          <p15:clr>
            <a:srgbClr val="F26B43"/>
          </p15:clr>
        </p15:guide>
        <p15:guide id="4" orient="horz" pos="2820">
          <p15:clr>
            <a:srgbClr val="F26B43"/>
          </p15:clr>
        </p15:guide>
        <p15:guide id="5" orient="horz" pos="144">
          <p15:clr>
            <a:srgbClr val="F26B43"/>
          </p15:clr>
        </p15:guide>
        <p15:guide id="6" orient="horz" pos="1824">
          <p15:clr>
            <a:srgbClr val="F26B43"/>
          </p15:clr>
        </p15:guide>
        <p15:guide id="7" orient="horz" pos="1734">
          <p15:clr>
            <a:srgbClr val="F26B43"/>
          </p15:clr>
        </p15:guide>
        <p15:guide id="8" pos="4284">
          <p15:clr>
            <a:srgbClr val="F26B43"/>
          </p15:clr>
        </p15:guide>
        <p15:guide id="9" pos="4194">
          <p15:clr>
            <a:srgbClr val="F26B43"/>
          </p15:clr>
        </p15:guide>
        <p15:guide id="10" pos="2928">
          <p15:clr>
            <a:srgbClr val="F26B43"/>
          </p15:clr>
        </p15:guide>
        <p15:guide id="11" pos="2832">
          <p15:clr>
            <a:srgbClr val="F26B43"/>
          </p15:clr>
        </p15:guide>
        <p15:guide id="12" pos="1566">
          <p15:clr>
            <a:srgbClr val="F26B43"/>
          </p15:clr>
        </p15:guide>
        <p15:guide id="13" pos="1476">
          <p15:clr>
            <a:srgbClr val="F26B43"/>
          </p15:clr>
        </p15:guide>
        <p15:guide id="14" orient="horz" pos="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48.xml"/><Relationship Id="rId5" Type="http://schemas.openxmlformats.org/officeDocument/2006/relationships/image" Target="../media/image19.png"/><Relationship Id="rId4" Type="http://schemas.openxmlformats.org/officeDocument/2006/relationships/image" Target="../media/image18.emf"/></Relationships>
</file>

<file path=ppt/slides/_rels/slide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oleObject" Target="../embeddings/oleObject17.bin"/><Relationship Id="rId7" Type="http://schemas.openxmlformats.org/officeDocument/2006/relationships/image" Target="../media/image22.svg"/><Relationship Id="rId2" Type="http://schemas.openxmlformats.org/officeDocument/2006/relationships/slideLayout" Target="../slideLayouts/slideLayout31.xml"/><Relationship Id="rId1" Type="http://schemas.openxmlformats.org/officeDocument/2006/relationships/tags" Target="../tags/tag49.xml"/><Relationship Id="rId6" Type="http://schemas.openxmlformats.org/officeDocument/2006/relationships/image" Target="../media/image21.svg"/><Relationship Id="rId5" Type="http://schemas.openxmlformats.org/officeDocument/2006/relationships/image" Target="../media/image20.svg"/><Relationship Id="rId10" Type="http://schemas.openxmlformats.org/officeDocument/2006/relationships/image" Target="../media/image25.svg"/><Relationship Id="rId4" Type="http://schemas.openxmlformats.org/officeDocument/2006/relationships/image" Target="../media/image18.emf"/><Relationship Id="rId9"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diagramData" Target="../diagrams/data1.xml"/><Relationship Id="rId21" Type="http://schemas.openxmlformats.org/officeDocument/2006/relationships/image" Target="../media/image40.jpeg"/><Relationship Id="rId7" Type="http://schemas.microsoft.com/office/2007/relationships/diagramDrawing" Target="../diagrams/drawing1.xml"/><Relationship Id="rId12" Type="http://schemas.openxmlformats.org/officeDocument/2006/relationships/image" Target="../media/image31.jpeg"/><Relationship Id="rId17" Type="http://schemas.openxmlformats.org/officeDocument/2006/relationships/image" Target="../media/image36.png"/><Relationship Id="rId2" Type="http://schemas.openxmlformats.org/officeDocument/2006/relationships/image" Target="../media/image26.svg"/><Relationship Id="rId16" Type="http://schemas.openxmlformats.org/officeDocument/2006/relationships/image" Target="../media/image35.png"/><Relationship Id="rId20" Type="http://schemas.openxmlformats.org/officeDocument/2006/relationships/image" Target="../media/image39.jpeg"/><Relationship Id="rId1" Type="http://schemas.openxmlformats.org/officeDocument/2006/relationships/slideLayout" Target="../slideLayouts/slideLayout31.xml"/><Relationship Id="rId6" Type="http://schemas.openxmlformats.org/officeDocument/2006/relationships/diagramColors" Target="../diagrams/colors1.xml"/><Relationship Id="rId11" Type="http://schemas.openxmlformats.org/officeDocument/2006/relationships/image" Target="../media/image30.png"/><Relationship Id="rId24" Type="http://schemas.openxmlformats.org/officeDocument/2006/relationships/image" Target="../media/image42.jpeg"/><Relationship Id="rId5" Type="http://schemas.openxmlformats.org/officeDocument/2006/relationships/diagramQuickStyle" Target="../diagrams/quickStyle1.xml"/><Relationship Id="rId15" Type="http://schemas.openxmlformats.org/officeDocument/2006/relationships/image" Target="../media/image34.png"/><Relationship Id="rId23" Type="http://schemas.microsoft.com/office/2007/relationships/hdphoto" Target="../media/hdphoto1.wdp"/><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diagramLayout" Target="../diagrams/layout1.xml"/><Relationship Id="rId9" Type="http://schemas.openxmlformats.org/officeDocument/2006/relationships/image" Target="../media/image28.jpeg"/><Relationship Id="rId14" Type="http://schemas.openxmlformats.org/officeDocument/2006/relationships/image" Target="../media/image33.png"/><Relationship Id="rId22" Type="http://schemas.openxmlformats.org/officeDocument/2006/relationships/image" Target="../media/image41.png"/></Relationships>
</file>

<file path=ppt/slides/_rels/slide4.xml.rels><?xml version="1.0" encoding="UTF-8" standalone="yes"?>
<Relationships xmlns="http://schemas.openxmlformats.org/package/2006/relationships"><Relationship Id="rId8" Type="http://schemas.openxmlformats.org/officeDocument/2006/relationships/image" Target="../media/image45.svg"/><Relationship Id="rId13" Type="http://schemas.openxmlformats.org/officeDocument/2006/relationships/image" Target="../media/image50.svg"/><Relationship Id="rId3" Type="http://schemas.openxmlformats.org/officeDocument/2006/relationships/oleObject" Target="../embeddings/oleObject17.bin"/><Relationship Id="rId7" Type="http://schemas.openxmlformats.org/officeDocument/2006/relationships/image" Target="../media/image44.svg"/><Relationship Id="rId12" Type="http://schemas.openxmlformats.org/officeDocument/2006/relationships/image" Target="../media/image49.svg"/><Relationship Id="rId2" Type="http://schemas.openxmlformats.org/officeDocument/2006/relationships/slideLayout" Target="../slideLayouts/slideLayout31.xml"/><Relationship Id="rId1" Type="http://schemas.openxmlformats.org/officeDocument/2006/relationships/tags" Target="../tags/tag50.xml"/><Relationship Id="rId6" Type="http://schemas.openxmlformats.org/officeDocument/2006/relationships/image" Target="../media/image43.svg"/><Relationship Id="rId11" Type="http://schemas.openxmlformats.org/officeDocument/2006/relationships/image" Target="../media/image48.svg"/><Relationship Id="rId5" Type="http://schemas.openxmlformats.org/officeDocument/2006/relationships/image" Target="../media/image24.png"/><Relationship Id="rId10" Type="http://schemas.openxmlformats.org/officeDocument/2006/relationships/image" Target="../media/image47.svg"/><Relationship Id="rId4" Type="http://schemas.openxmlformats.org/officeDocument/2006/relationships/image" Target="../media/image18.emf"/><Relationship Id="rId9" Type="http://schemas.openxmlformats.org/officeDocument/2006/relationships/image" Target="../media/image46.svg"/><Relationship Id="rId14" Type="http://schemas.openxmlformats.org/officeDocument/2006/relationships/image" Target="../media/image51.svg"/></Relationships>
</file>

<file path=ppt/slides/_rels/slide5.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45.svg"/><Relationship Id="rId18" Type="http://schemas.openxmlformats.org/officeDocument/2006/relationships/image" Target="../media/image47.svg"/><Relationship Id="rId26" Type="http://schemas.openxmlformats.org/officeDocument/2006/relationships/image" Target="../media/image68.svg"/><Relationship Id="rId3" Type="http://schemas.openxmlformats.org/officeDocument/2006/relationships/notesSlide" Target="../notesSlides/notesSlide1.xml"/><Relationship Id="rId21" Type="http://schemas.openxmlformats.org/officeDocument/2006/relationships/image" Target="../media/image63.svg"/><Relationship Id="rId7" Type="http://schemas.openxmlformats.org/officeDocument/2006/relationships/image" Target="../media/image54.svg"/><Relationship Id="rId12" Type="http://schemas.openxmlformats.org/officeDocument/2006/relationships/image" Target="../media/image57.svg"/><Relationship Id="rId17" Type="http://schemas.openxmlformats.org/officeDocument/2006/relationships/image" Target="../media/image60.svg"/><Relationship Id="rId25" Type="http://schemas.openxmlformats.org/officeDocument/2006/relationships/image" Target="../media/image67.svg"/><Relationship Id="rId2" Type="http://schemas.openxmlformats.org/officeDocument/2006/relationships/slideLayout" Target="../slideLayouts/slideLayout10.xml"/><Relationship Id="rId16" Type="http://schemas.openxmlformats.org/officeDocument/2006/relationships/image" Target="../media/image46.svg"/><Relationship Id="rId20" Type="http://schemas.openxmlformats.org/officeDocument/2006/relationships/image" Target="../media/image62.svg"/><Relationship Id="rId1" Type="http://schemas.openxmlformats.org/officeDocument/2006/relationships/tags" Target="../tags/tag51.xml"/><Relationship Id="rId6" Type="http://schemas.openxmlformats.org/officeDocument/2006/relationships/image" Target="../media/image53.svg"/><Relationship Id="rId11" Type="http://schemas.openxmlformats.org/officeDocument/2006/relationships/image" Target="../media/image44.svg"/><Relationship Id="rId24" Type="http://schemas.openxmlformats.org/officeDocument/2006/relationships/image" Target="../media/image66.svg"/><Relationship Id="rId5" Type="http://schemas.openxmlformats.org/officeDocument/2006/relationships/image" Target="../media/image18.emf"/><Relationship Id="rId15" Type="http://schemas.openxmlformats.org/officeDocument/2006/relationships/image" Target="../media/image59.svg"/><Relationship Id="rId23" Type="http://schemas.openxmlformats.org/officeDocument/2006/relationships/image" Target="../media/image65.svg"/><Relationship Id="rId28" Type="http://schemas.openxmlformats.org/officeDocument/2006/relationships/image" Target="../media/image70.svg"/><Relationship Id="rId10" Type="http://schemas.openxmlformats.org/officeDocument/2006/relationships/image" Target="../media/image56.svg"/><Relationship Id="rId19" Type="http://schemas.openxmlformats.org/officeDocument/2006/relationships/image" Target="../media/image61.svg"/><Relationship Id="rId4" Type="http://schemas.openxmlformats.org/officeDocument/2006/relationships/oleObject" Target="../embeddings/oleObject18.bin"/><Relationship Id="rId9" Type="http://schemas.openxmlformats.org/officeDocument/2006/relationships/image" Target="../media/image55.svg"/><Relationship Id="rId14" Type="http://schemas.openxmlformats.org/officeDocument/2006/relationships/image" Target="../media/image58.svg"/><Relationship Id="rId22" Type="http://schemas.openxmlformats.org/officeDocument/2006/relationships/image" Target="../media/image64.svg"/><Relationship Id="rId27" Type="http://schemas.openxmlformats.org/officeDocument/2006/relationships/image" Target="../media/image69.svg"/></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tags" Target="../tags/tag5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tags" Target="../tags/tag5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54.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55.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svg"/><Relationship Id="rId7" Type="http://schemas.openxmlformats.org/officeDocument/2006/relationships/image" Target="../media/image77.svg"/><Relationship Id="rId2" Type="http://schemas.openxmlformats.org/officeDocument/2006/relationships/image" Target="../media/image72.svg"/><Relationship Id="rId1" Type="http://schemas.openxmlformats.org/officeDocument/2006/relationships/slideLayout" Target="../slideLayouts/slideLayout8.xml"/><Relationship Id="rId6" Type="http://schemas.openxmlformats.org/officeDocument/2006/relationships/image" Target="../media/image76.svg"/><Relationship Id="rId5" Type="http://schemas.openxmlformats.org/officeDocument/2006/relationships/image" Target="../media/image75.svg"/><Relationship Id="rId4" Type="http://schemas.openxmlformats.org/officeDocument/2006/relationships/image" Target="../media/image74.sv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hyperlink" Target="https://strenaterminals.sharepoint.com/:w:/r/sites/OperationalExcellence/_layouts/15/Doc.aspx?sourcedoc=%7B5234A751-0D34-4F7F-98EC-B944F6D57F66%7D&amp;file=Entrenamiento%20en%20PORT%20(Manual%20para%20el%20facilitador).doc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2.svg"/><Relationship Id="rId5" Type="http://schemas.openxmlformats.org/officeDocument/2006/relationships/image" Target="../media/image81.svg"/><Relationship Id="rId4" Type="http://schemas.openxmlformats.org/officeDocument/2006/relationships/image" Target="../media/image80.svg"/></Relationships>
</file>

<file path=ppt/slides/_rels/slide14.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71.png"/><Relationship Id="rId2" Type="http://schemas.openxmlformats.org/officeDocument/2006/relationships/image" Target="../media/image84.png"/><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87.svg"/><Relationship Id="rId4" Type="http://schemas.openxmlformats.org/officeDocument/2006/relationships/image" Target="../media/image86.svg"/></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85.png"/><Relationship Id="rId7" Type="http://schemas.openxmlformats.org/officeDocument/2006/relationships/image" Target="../media/image89.svg"/><Relationship Id="rId2" Type="http://schemas.openxmlformats.org/officeDocument/2006/relationships/image" Target="../media/image84.png"/><Relationship Id="rId1" Type="http://schemas.openxmlformats.org/officeDocument/2006/relationships/slideLayout" Target="../slideLayouts/slideLayout8.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svg"/><Relationship Id="rId9"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91.svg"/><Relationship Id="rId5" Type="http://schemas.openxmlformats.org/officeDocument/2006/relationships/image" Target="../media/image84.png"/><Relationship Id="rId4" Type="http://schemas.openxmlformats.org/officeDocument/2006/relationships/image" Target="../media/image90.png"/></Relationships>
</file>

<file path=ppt/slides/_rels/slide17.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notesSlide" Target="../notesSlides/notesSlide4.xml"/><Relationship Id="rId7" Type="http://schemas.openxmlformats.org/officeDocument/2006/relationships/image" Target="../media/image92.svg"/><Relationship Id="rId2" Type="http://schemas.openxmlformats.org/officeDocument/2006/relationships/slideLayout" Target="../slideLayouts/slideLayout10.xml"/><Relationship Id="rId1" Type="http://schemas.openxmlformats.org/officeDocument/2006/relationships/tags" Target="../tags/tag5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94.sv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5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5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3" Type="http://schemas.openxmlformats.org/officeDocument/2006/relationships/image" Target="../media/image96.svg"/><Relationship Id="rId2" Type="http://schemas.openxmlformats.org/officeDocument/2006/relationships/image" Target="../media/image95.svg"/><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97.sv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99.svg"/><Relationship Id="rId7" Type="http://schemas.openxmlformats.org/officeDocument/2006/relationships/image" Target="../media/image95.svg"/><Relationship Id="rId2" Type="http://schemas.openxmlformats.org/officeDocument/2006/relationships/image" Target="../media/image98.svg"/><Relationship Id="rId1" Type="http://schemas.openxmlformats.org/officeDocument/2006/relationships/slideLayout" Target="../slideLayouts/slideLayout8.xml"/><Relationship Id="rId6" Type="http://schemas.openxmlformats.org/officeDocument/2006/relationships/image" Target="../media/image102.svg"/><Relationship Id="rId5" Type="http://schemas.openxmlformats.org/officeDocument/2006/relationships/image" Target="../media/image101.svg"/><Relationship Id="rId4" Type="http://schemas.openxmlformats.org/officeDocument/2006/relationships/image" Target="../media/image100.svg"/></Relationships>
</file>

<file path=ppt/slides/_rels/slide22.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image" Target="../media/image104.svg"/><Relationship Id="rId7" Type="http://schemas.openxmlformats.org/officeDocument/2006/relationships/image" Target="../media/image96.svg"/><Relationship Id="rId2" Type="http://schemas.openxmlformats.org/officeDocument/2006/relationships/image" Target="../media/image103.svg"/><Relationship Id="rId1" Type="http://schemas.openxmlformats.org/officeDocument/2006/relationships/slideLayout" Target="../slideLayouts/slideLayout8.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 Id="rId9" Type="http://schemas.openxmlformats.org/officeDocument/2006/relationships/image" Target="../media/image24.png"/></Relationships>
</file>

<file path=ppt/slides/_rels/slide23.xml.rels><?xml version="1.0" encoding="UTF-8" standalone="yes"?>
<Relationships xmlns="http://schemas.openxmlformats.org/package/2006/relationships"><Relationship Id="rId8" Type="http://schemas.openxmlformats.org/officeDocument/2006/relationships/image" Target="../media/image111.svg"/><Relationship Id="rId3" Type="http://schemas.openxmlformats.org/officeDocument/2006/relationships/image" Target="../media/image75.svg"/><Relationship Id="rId7" Type="http://schemas.openxmlformats.org/officeDocument/2006/relationships/image" Target="../media/image24.png"/><Relationship Id="rId2" Type="http://schemas.openxmlformats.org/officeDocument/2006/relationships/image" Target="../media/image97.svg"/><Relationship Id="rId1" Type="http://schemas.openxmlformats.org/officeDocument/2006/relationships/slideLayout" Target="../slideLayouts/slideLayout8.xml"/><Relationship Id="rId6" Type="http://schemas.openxmlformats.org/officeDocument/2006/relationships/image" Target="../media/image110.svg"/><Relationship Id="rId5" Type="http://schemas.openxmlformats.org/officeDocument/2006/relationships/image" Target="../media/image72.svg"/><Relationship Id="rId4" Type="http://schemas.openxmlformats.org/officeDocument/2006/relationships/image" Target="../media/image109.sv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2.png"/><Relationship Id="rId1" Type="http://schemas.openxmlformats.org/officeDocument/2006/relationships/slideLayout" Target="../slideLayouts/slideLayout8.xml"/><Relationship Id="rId4" Type="http://schemas.openxmlformats.org/officeDocument/2006/relationships/image" Target="../media/image113.png"/></Relationships>
</file>

<file path=ppt/slides/_rels/slide25.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svg"/><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117.svg"/><Relationship Id="rId4" Type="http://schemas.openxmlformats.org/officeDocument/2006/relationships/image" Target="../media/image116.svg"/></Relationships>
</file>

<file path=ppt/slides/_rels/slide26.xml.rels><?xml version="1.0" encoding="UTF-8" standalone="yes"?>
<Relationships xmlns="http://schemas.openxmlformats.org/package/2006/relationships"><Relationship Id="rId8" Type="http://schemas.openxmlformats.org/officeDocument/2006/relationships/image" Target="../media/image119.svg"/><Relationship Id="rId13" Type="http://schemas.openxmlformats.org/officeDocument/2006/relationships/image" Target="../media/image124.svg"/><Relationship Id="rId3" Type="http://schemas.openxmlformats.org/officeDocument/2006/relationships/notesSlide" Target="../notesSlides/notesSlide7.xml"/><Relationship Id="rId7" Type="http://schemas.openxmlformats.org/officeDocument/2006/relationships/image" Target="../media/image118.svg"/><Relationship Id="rId12" Type="http://schemas.openxmlformats.org/officeDocument/2006/relationships/image" Target="../media/image123.svg"/><Relationship Id="rId2" Type="http://schemas.openxmlformats.org/officeDocument/2006/relationships/slideLayout" Target="../slideLayouts/slideLayout10.xml"/><Relationship Id="rId16" Type="http://schemas.openxmlformats.org/officeDocument/2006/relationships/image" Target="../media/image19.png"/><Relationship Id="rId1" Type="http://schemas.openxmlformats.org/officeDocument/2006/relationships/tags" Target="../tags/tag59.xml"/><Relationship Id="rId6" Type="http://schemas.openxmlformats.org/officeDocument/2006/relationships/image" Target="../media/image24.png"/><Relationship Id="rId11" Type="http://schemas.openxmlformats.org/officeDocument/2006/relationships/image" Target="../media/image122.png"/><Relationship Id="rId5" Type="http://schemas.openxmlformats.org/officeDocument/2006/relationships/image" Target="../media/image18.emf"/><Relationship Id="rId15" Type="http://schemas.openxmlformats.org/officeDocument/2006/relationships/image" Target="../media/image126.svg"/><Relationship Id="rId10" Type="http://schemas.openxmlformats.org/officeDocument/2006/relationships/image" Target="../media/image121.svg"/><Relationship Id="rId4" Type="http://schemas.openxmlformats.org/officeDocument/2006/relationships/oleObject" Target="../embeddings/oleObject18.bin"/><Relationship Id="rId9" Type="http://schemas.openxmlformats.org/officeDocument/2006/relationships/image" Target="../media/image120.svg"/><Relationship Id="rId14" Type="http://schemas.openxmlformats.org/officeDocument/2006/relationships/image" Target="../media/image125.svg"/></Relationships>
</file>

<file path=ppt/slides/_rels/slide27.xml.rels><?xml version="1.0" encoding="UTF-8" standalone="yes"?>
<Relationships xmlns="http://schemas.openxmlformats.org/package/2006/relationships"><Relationship Id="rId8" Type="http://schemas.openxmlformats.org/officeDocument/2006/relationships/image" Target="../media/image133.svg"/><Relationship Id="rId13" Type="http://schemas.openxmlformats.org/officeDocument/2006/relationships/image" Target="../media/image135.png"/><Relationship Id="rId3" Type="http://schemas.openxmlformats.org/officeDocument/2006/relationships/image" Target="../media/image128.svg"/><Relationship Id="rId7" Type="http://schemas.openxmlformats.org/officeDocument/2006/relationships/image" Target="../media/image132.svg"/><Relationship Id="rId12" Type="http://schemas.openxmlformats.org/officeDocument/2006/relationships/image" Target="../media/image113.png"/><Relationship Id="rId2" Type="http://schemas.openxmlformats.org/officeDocument/2006/relationships/image" Target="../media/image127.svg"/><Relationship Id="rId1" Type="http://schemas.openxmlformats.org/officeDocument/2006/relationships/slideLayout" Target="../slideLayouts/slideLayout8.xml"/><Relationship Id="rId6" Type="http://schemas.openxmlformats.org/officeDocument/2006/relationships/image" Target="../media/image131.svg"/><Relationship Id="rId11" Type="http://schemas.openxmlformats.org/officeDocument/2006/relationships/image" Target="../media/image24.png"/><Relationship Id="rId5" Type="http://schemas.openxmlformats.org/officeDocument/2006/relationships/image" Target="../media/image130.svg"/><Relationship Id="rId10" Type="http://schemas.openxmlformats.org/officeDocument/2006/relationships/image" Target="../media/image71.png"/><Relationship Id="rId4" Type="http://schemas.openxmlformats.org/officeDocument/2006/relationships/image" Target="../media/image129.svg"/><Relationship Id="rId9" Type="http://schemas.openxmlformats.org/officeDocument/2006/relationships/image" Target="../media/image134.svg"/></Relationships>
</file>

<file path=ppt/slides/_rels/slide28.xml.rels><?xml version="1.0" encoding="UTF-8" standalone="yes"?>
<Relationships xmlns="http://schemas.openxmlformats.org/package/2006/relationships"><Relationship Id="rId8" Type="http://schemas.openxmlformats.org/officeDocument/2006/relationships/image" Target="../media/image137.svg"/><Relationship Id="rId13" Type="http://schemas.openxmlformats.org/officeDocument/2006/relationships/image" Target="../media/image19.png"/><Relationship Id="rId3" Type="http://schemas.openxmlformats.org/officeDocument/2006/relationships/notesSlide" Target="../notesSlides/notesSlide8.xml"/><Relationship Id="rId7" Type="http://schemas.openxmlformats.org/officeDocument/2006/relationships/image" Target="../media/image136.svg"/><Relationship Id="rId12" Type="http://schemas.openxmlformats.org/officeDocument/2006/relationships/image" Target="../media/image141.svg"/><Relationship Id="rId2" Type="http://schemas.openxmlformats.org/officeDocument/2006/relationships/slideLayout" Target="../slideLayouts/slideLayout10.xml"/><Relationship Id="rId1" Type="http://schemas.openxmlformats.org/officeDocument/2006/relationships/tags" Target="../tags/tag60.xml"/><Relationship Id="rId6" Type="http://schemas.openxmlformats.org/officeDocument/2006/relationships/image" Target="../media/image71.png"/><Relationship Id="rId11" Type="http://schemas.openxmlformats.org/officeDocument/2006/relationships/image" Target="../media/image140.svg"/><Relationship Id="rId5" Type="http://schemas.openxmlformats.org/officeDocument/2006/relationships/image" Target="../media/image18.emf"/><Relationship Id="rId10" Type="http://schemas.openxmlformats.org/officeDocument/2006/relationships/image" Target="../media/image139.svg"/><Relationship Id="rId4" Type="http://schemas.openxmlformats.org/officeDocument/2006/relationships/oleObject" Target="../embeddings/oleObject18.bin"/><Relationship Id="rId9" Type="http://schemas.openxmlformats.org/officeDocument/2006/relationships/image" Target="../media/image138.sv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8.xml"/><Relationship Id="rId1" Type="http://schemas.openxmlformats.org/officeDocument/2006/relationships/video" Target="https://www.youtube.com/embed/enD8mombWr4?feature=oembed" TargetMode="External"/><Relationship Id="rId4" Type="http://schemas.openxmlformats.org/officeDocument/2006/relationships/image" Target="../media/image142.jpeg"/></Relationships>
</file>

<file path=ppt/slides/_rels/slide30.xml.rels><?xml version="1.0" encoding="UTF-8" standalone="yes"?>
<Relationships xmlns="http://schemas.openxmlformats.org/package/2006/relationships"><Relationship Id="rId3" Type="http://schemas.openxmlformats.org/officeDocument/2006/relationships/image" Target="../media/image143.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hyperlink" Target="https://strenaterminals.sharepoint.com/:x:/r/sites/OperationalExcellence/_layouts/15/Doc.aspx?sourcedoc=%7BB8613C61-92D5-4D9F-A682-1B8FE70C214D%7D&amp;file=Formulario%20Genba.xlsx&amp;action=default&amp;mobileredirect=true" TargetMode="External"/><Relationship Id="rId5" Type="http://schemas.openxmlformats.org/officeDocument/2006/relationships/image" Target="../media/image144.svg"/><Relationship Id="rId4" Type="http://schemas.openxmlformats.org/officeDocument/2006/relationships/image" Target="../media/image79.sv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61.xml"/><Relationship Id="rId5" Type="http://schemas.openxmlformats.org/officeDocument/2006/relationships/image" Target="../media/image19.png"/><Relationship Id="rId4" Type="http://schemas.openxmlformats.org/officeDocument/2006/relationships/image" Target="../media/image18.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6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147.svg"/><Relationship Id="rId3" Type="http://schemas.openxmlformats.org/officeDocument/2006/relationships/notesSlide" Target="../notesSlides/notesSlide10.xml"/><Relationship Id="rId7" Type="http://schemas.openxmlformats.org/officeDocument/2006/relationships/image" Target="../media/image146.svg"/><Relationship Id="rId2" Type="http://schemas.openxmlformats.org/officeDocument/2006/relationships/slideLayout" Target="../slideLayouts/slideLayout10.xml"/><Relationship Id="rId1" Type="http://schemas.openxmlformats.org/officeDocument/2006/relationships/tags" Target="../tags/tag63.xml"/><Relationship Id="rId6" Type="http://schemas.openxmlformats.org/officeDocument/2006/relationships/image" Target="../media/image19.png"/><Relationship Id="rId11" Type="http://schemas.openxmlformats.org/officeDocument/2006/relationships/image" Target="../media/image150.jpeg"/><Relationship Id="rId5" Type="http://schemas.openxmlformats.org/officeDocument/2006/relationships/image" Target="../media/image18.emf"/><Relationship Id="rId10" Type="http://schemas.openxmlformats.org/officeDocument/2006/relationships/image" Target="../media/image149.svg"/><Relationship Id="rId4" Type="http://schemas.openxmlformats.org/officeDocument/2006/relationships/oleObject" Target="../embeddings/oleObject18.bin"/><Relationship Id="rId9" Type="http://schemas.openxmlformats.org/officeDocument/2006/relationships/image" Target="../media/image148.svg"/></Relationships>
</file>

<file path=ppt/slides/_rels/slide35.xml.rels><?xml version="1.0" encoding="UTF-8" standalone="yes"?>
<Relationships xmlns="http://schemas.openxmlformats.org/package/2006/relationships"><Relationship Id="rId3" Type="http://schemas.openxmlformats.org/officeDocument/2006/relationships/image" Target="../media/image151.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53.svg"/><Relationship Id="rId4" Type="http://schemas.openxmlformats.org/officeDocument/2006/relationships/image" Target="../media/image152.svg"/></Relationships>
</file>

<file path=ppt/slides/_rels/slide36.xml.rels><?xml version="1.0" encoding="UTF-8" standalone="yes"?>
<Relationships xmlns="http://schemas.openxmlformats.org/package/2006/relationships"><Relationship Id="rId8" Type="http://schemas.openxmlformats.org/officeDocument/2006/relationships/image" Target="../media/image155.svg"/><Relationship Id="rId3" Type="http://schemas.openxmlformats.org/officeDocument/2006/relationships/notesSlide" Target="../notesSlides/notesSlide11.xml"/><Relationship Id="rId7" Type="http://schemas.openxmlformats.org/officeDocument/2006/relationships/image" Target="../media/image154.png"/><Relationship Id="rId2" Type="http://schemas.openxmlformats.org/officeDocument/2006/relationships/slideLayout" Target="../slideLayouts/slideLayout10.xml"/><Relationship Id="rId1" Type="http://schemas.openxmlformats.org/officeDocument/2006/relationships/tags" Target="../tags/tag6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3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56.svg"/></Relationships>
</file>

<file path=ppt/slides/_rels/slide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57.png"/></Relationships>
</file>

<file path=ppt/slides/_rels/slide39.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hyperlink" Target="https://strenaterminals.sharepoint.com/:p:/r/sites/OperationalExcellence/_layouts/15/Doc.aspx?sourcedoc=%7B3C19B015-2F22-4D31-9294-F008A5628FD2%7D&amp;file=Tarjetas%20sintomas-causas.pptx&amp;action=edi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0.svg"/><Relationship Id="rId5" Type="http://schemas.openxmlformats.org/officeDocument/2006/relationships/image" Target="../media/image159.svg"/><Relationship Id="rId4" Type="http://schemas.openxmlformats.org/officeDocument/2006/relationships/image" Target="../media/image158.png"/></Relationships>
</file>

<file path=ppt/slides/_rels/slide40.xml.rels><?xml version="1.0" encoding="UTF-8" standalone="yes"?>
<Relationships xmlns="http://schemas.openxmlformats.org/package/2006/relationships"><Relationship Id="rId8" Type="http://schemas.openxmlformats.org/officeDocument/2006/relationships/image" Target="../media/image162.svg"/><Relationship Id="rId3" Type="http://schemas.openxmlformats.org/officeDocument/2006/relationships/notesSlide" Target="../notesSlides/notesSlide12.xml"/><Relationship Id="rId7" Type="http://schemas.openxmlformats.org/officeDocument/2006/relationships/image" Target="../media/image161.svg"/><Relationship Id="rId2" Type="http://schemas.openxmlformats.org/officeDocument/2006/relationships/slideLayout" Target="../slideLayouts/slideLayout10.xml"/><Relationship Id="rId1" Type="http://schemas.openxmlformats.org/officeDocument/2006/relationships/tags" Target="../tags/tag65.xml"/><Relationship Id="rId6" Type="http://schemas.openxmlformats.org/officeDocument/2006/relationships/image" Target="../media/image19.png"/><Relationship Id="rId11" Type="http://schemas.openxmlformats.org/officeDocument/2006/relationships/image" Target="../media/image165.svg"/><Relationship Id="rId5" Type="http://schemas.openxmlformats.org/officeDocument/2006/relationships/image" Target="../media/image18.emf"/><Relationship Id="rId10" Type="http://schemas.openxmlformats.org/officeDocument/2006/relationships/image" Target="../media/image164.svg"/><Relationship Id="rId4" Type="http://schemas.openxmlformats.org/officeDocument/2006/relationships/oleObject" Target="../embeddings/oleObject18.bin"/><Relationship Id="rId9" Type="http://schemas.openxmlformats.org/officeDocument/2006/relationships/image" Target="../media/image163.svg"/></Relationships>
</file>

<file path=ppt/slides/_rels/slide41.xml.rels><?xml version="1.0" encoding="UTF-8" standalone="yes"?>
<Relationships xmlns="http://schemas.openxmlformats.org/package/2006/relationships"><Relationship Id="rId3" Type="http://schemas.openxmlformats.org/officeDocument/2006/relationships/image" Target="../media/image161.svg"/><Relationship Id="rId7" Type="http://schemas.openxmlformats.org/officeDocument/2006/relationships/image" Target="../media/image16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2.svg"/><Relationship Id="rId5" Type="http://schemas.openxmlformats.org/officeDocument/2006/relationships/image" Target="../media/image163.svg"/><Relationship Id="rId4" Type="http://schemas.openxmlformats.org/officeDocument/2006/relationships/image" Target="../media/image164.svg"/></Relationships>
</file>

<file path=ppt/slides/_rels/slide42.xml.rels><?xml version="1.0" encoding="UTF-8" standalone="yes"?>
<Relationships xmlns="http://schemas.openxmlformats.org/package/2006/relationships"><Relationship Id="rId8" Type="http://schemas.openxmlformats.org/officeDocument/2006/relationships/hyperlink" Target="https://strenaterminals.sharepoint.com/:p:/r/sites/OperationalExcellence/_layouts/15/Doc.aspx?sourcedoc=%7BDD2646FB-DD3C-4009-A096-B131DEF5B55E%7D&amp;file=Proposal%20-%20Problem%20Solving%20System%20act.pptx&amp;action=edit&amp;mobileredirect=true&amp;previoussessionid=d6354624-1c85-9d53-5915-a5f09a2ef070" TargetMode="External"/><Relationship Id="rId3" Type="http://schemas.openxmlformats.org/officeDocument/2006/relationships/image" Target="../media/image166.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79.svg"/><Relationship Id="rId5" Type="http://schemas.openxmlformats.org/officeDocument/2006/relationships/image" Target="../media/image168.svg"/><Relationship Id="rId4" Type="http://schemas.openxmlformats.org/officeDocument/2006/relationships/image" Target="../media/image167.sv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6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51.svg"/><Relationship Id="rId2" Type="http://schemas.openxmlformats.org/officeDocument/2006/relationships/slideLayout" Target="../slideLayouts/slideLayout10.xml"/><Relationship Id="rId1" Type="http://schemas.openxmlformats.org/officeDocument/2006/relationships/tags" Target="../tags/tag6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5.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15.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6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46.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5.svg"/><Relationship Id="rId1" Type="http://schemas.openxmlformats.org/officeDocument/2006/relationships/slideLayout" Target="../slideLayouts/slideLayout8.xml"/><Relationship Id="rId5" Type="http://schemas.openxmlformats.org/officeDocument/2006/relationships/image" Target="../media/image171.svg"/><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79.svg"/><Relationship Id="rId7" Type="http://schemas.openxmlformats.org/officeDocument/2006/relationships/hyperlink" Target="https://strenaterminals.sharepoint.com/:x:/r/sites/OperationalExcellence/_layouts/15/Doc.aspx?sourcedoc=%7BB9F95A57-0BA1-4094-A24E-484A32A94B40%7D&amp;file=Plantilla%20definici%C3%B3n%20de%20equipos.xls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image" Target="../media/image145.svg"/><Relationship Id="rId4" Type="http://schemas.openxmlformats.org/officeDocument/2006/relationships/image" Target="../media/image172.sv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69.xml"/><Relationship Id="rId5" Type="http://schemas.openxmlformats.org/officeDocument/2006/relationships/image" Target="../media/image19.png"/><Relationship Id="rId4" Type="http://schemas.openxmlformats.org/officeDocument/2006/relationships/image" Target="../media/image18.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tags" Target="../tags/tag7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0.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8" Type="http://schemas.openxmlformats.org/officeDocument/2006/relationships/image" Target="../media/image144.svg"/><Relationship Id="rId3" Type="http://schemas.openxmlformats.org/officeDocument/2006/relationships/notesSlide" Target="../notesSlides/notesSlide17.xml"/><Relationship Id="rId7" Type="http://schemas.openxmlformats.org/officeDocument/2006/relationships/image" Target="../media/image173.svg"/><Relationship Id="rId2" Type="http://schemas.openxmlformats.org/officeDocument/2006/relationships/slideLayout" Target="../slideLayouts/slideLayout10.xml"/><Relationship Id="rId1" Type="http://schemas.openxmlformats.org/officeDocument/2006/relationships/tags" Target="../tags/tag71.xml"/><Relationship Id="rId6" Type="http://schemas.openxmlformats.org/officeDocument/2006/relationships/image" Target="../media/image19.png"/><Relationship Id="rId5" Type="http://schemas.openxmlformats.org/officeDocument/2006/relationships/image" Target="../media/image18.emf"/><Relationship Id="rId10" Type="http://schemas.openxmlformats.org/officeDocument/2006/relationships/image" Target="../media/image175.png"/><Relationship Id="rId4" Type="http://schemas.openxmlformats.org/officeDocument/2006/relationships/oleObject" Target="../embeddings/oleObject18.bin"/><Relationship Id="rId9" Type="http://schemas.openxmlformats.org/officeDocument/2006/relationships/image" Target="../media/image174.svg"/></Relationships>
</file>

<file path=ppt/slides/_rels/slide52.xml.rels><?xml version="1.0" encoding="UTF-8" standalone="yes"?>
<Relationships xmlns="http://schemas.openxmlformats.org/package/2006/relationships"><Relationship Id="rId8" Type="http://schemas.openxmlformats.org/officeDocument/2006/relationships/image" Target="../media/image133.svg"/><Relationship Id="rId3" Type="http://schemas.openxmlformats.org/officeDocument/2006/relationships/image" Target="../media/image145.svg"/><Relationship Id="rId7" Type="http://schemas.openxmlformats.org/officeDocument/2006/relationships/image" Target="../media/image177.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76.svg"/><Relationship Id="rId5" Type="http://schemas.openxmlformats.org/officeDocument/2006/relationships/image" Target="../media/image87.svg"/><Relationship Id="rId4" Type="http://schemas.openxmlformats.org/officeDocument/2006/relationships/image" Target="../media/image154.png"/></Relationships>
</file>

<file path=ppt/slides/_rels/slide53.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7.svg"/><Relationship Id="rId5" Type="http://schemas.openxmlformats.org/officeDocument/2006/relationships/image" Target="../media/image178.png"/><Relationship Id="rId4" Type="http://schemas.openxmlformats.org/officeDocument/2006/relationships/image" Target="../media/image154.png"/></Relationships>
</file>

<file path=ppt/slides/_rels/slide5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179.png"/></Relationships>
</file>

<file path=ppt/slides/_rels/slide55.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80.svg"/><Relationship Id="rId4" Type="http://schemas.openxmlformats.org/officeDocument/2006/relationships/image" Target="../media/image178.png"/></Relationships>
</file>

<file path=ppt/slides/_rels/slide56.xml.rels><?xml version="1.0" encoding="UTF-8" standalone="yes"?>
<Relationships xmlns="http://schemas.openxmlformats.org/package/2006/relationships"><Relationship Id="rId8" Type="http://schemas.openxmlformats.org/officeDocument/2006/relationships/image" Target="../media/image181.svg"/><Relationship Id="rId3" Type="http://schemas.openxmlformats.org/officeDocument/2006/relationships/notesSlide" Target="../notesSlides/notesSlide18.xml"/><Relationship Id="rId7" Type="http://schemas.openxmlformats.org/officeDocument/2006/relationships/image" Target="../media/image156.svg"/><Relationship Id="rId12" Type="http://schemas.openxmlformats.org/officeDocument/2006/relationships/image" Target="../media/image167.svg"/><Relationship Id="rId2" Type="http://schemas.openxmlformats.org/officeDocument/2006/relationships/slideLayout" Target="../slideLayouts/slideLayout10.xml"/><Relationship Id="rId1" Type="http://schemas.openxmlformats.org/officeDocument/2006/relationships/tags" Target="../tags/tag72.xml"/><Relationship Id="rId6" Type="http://schemas.openxmlformats.org/officeDocument/2006/relationships/image" Target="../media/image19.png"/><Relationship Id="rId11" Type="http://schemas.openxmlformats.org/officeDocument/2006/relationships/image" Target="../media/image184.svg"/><Relationship Id="rId5" Type="http://schemas.openxmlformats.org/officeDocument/2006/relationships/image" Target="../media/image18.emf"/><Relationship Id="rId10" Type="http://schemas.openxmlformats.org/officeDocument/2006/relationships/image" Target="../media/image183.svg"/><Relationship Id="rId4" Type="http://schemas.openxmlformats.org/officeDocument/2006/relationships/oleObject" Target="../embeddings/oleObject18.bin"/><Relationship Id="rId9" Type="http://schemas.openxmlformats.org/officeDocument/2006/relationships/image" Target="../media/image182.svg"/></Relationships>
</file>

<file path=ppt/slides/_rels/slide57.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19.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7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8.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20.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7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59.xml.rels><?xml version="1.0" encoding="UTF-8" standalone="yes"?>
<Relationships xmlns="http://schemas.openxmlformats.org/package/2006/relationships"><Relationship Id="rId8" Type="http://schemas.openxmlformats.org/officeDocument/2006/relationships/hyperlink" Target="https://strenaterminals.sharepoint.com/:p:/r/sites/OperationalExcellence/_layouts/15/Doc.aspx?sourcedoc=%7B09156E11-9483-4B97-AF8C-B2AC564D07D9%7D&amp;file=Plantilla%20para%20definir%20un%20problema.pptx&amp;action=edit&amp;mobileredirect=true" TargetMode="External"/><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60.svg"/><Relationship Id="rId5" Type="http://schemas.microsoft.com/office/2007/relationships/hdphoto" Target="../media/hdphoto2.wdp"/><Relationship Id="rId4" Type="http://schemas.openxmlformats.org/officeDocument/2006/relationships/image" Target="../media/image186.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75.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61.xml.rels><?xml version="1.0" encoding="UTF-8" standalone="yes"?>
<Relationships xmlns="http://schemas.openxmlformats.org/package/2006/relationships"><Relationship Id="rId8" Type="http://schemas.openxmlformats.org/officeDocument/2006/relationships/image" Target="../media/image156.svg"/><Relationship Id="rId3" Type="http://schemas.openxmlformats.org/officeDocument/2006/relationships/notesSlide" Target="../notesSlides/notesSlide22.xml"/><Relationship Id="rId7" Type="http://schemas.openxmlformats.org/officeDocument/2006/relationships/image" Target="../media/image187.svg"/><Relationship Id="rId2" Type="http://schemas.openxmlformats.org/officeDocument/2006/relationships/slideLayout" Target="../slideLayouts/slideLayout10.xml"/><Relationship Id="rId1" Type="http://schemas.openxmlformats.org/officeDocument/2006/relationships/tags" Target="../tags/tag7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188.svg"/></Relationships>
</file>

<file path=ppt/slides/_rels/slide62.xml.rels><?xml version="1.0" encoding="UTF-8" standalone="yes"?>
<Relationships xmlns="http://schemas.openxmlformats.org/package/2006/relationships"><Relationship Id="rId3" Type="http://schemas.openxmlformats.org/officeDocument/2006/relationships/image" Target="../media/image189.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191.svg"/><Relationship Id="rId4" Type="http://schemas.openxmlformats.org/officeDocument/2006/relationships/image" Target="../media/image190.svg"/></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2.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notesSlide" Target="../notesSlides/notesSlide23.xml"/><Relationship Id="rId7" Type="http://schemas.openxmlformats.org/officeDocument/2006/relationships/image" Target="../media/image151.svg"/><Relationship Id="rId2" Type="http://schemas.openxmlformats.org/officeDocument/2006/relationships/slideLayout" Target="../slideLayouts/slideLayout10.xml"/><Relationship Id="rId1" Type="http://schemas.openxmlformats.org/officeDocument/2006/relationships/tags" Target="../tags/tag7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67.xml.rels><?xml version="1.0" encoding="UTF-8" standalone="yes"?>
<Relationships xmlns="http://schemas.openxmlformats.org/package/2006/relationships"><Relationship Id="rId8" Type="http://schemas.openxmlformats.org/officeDocument/2006/relationships/image" Target="../media/image195.svg"/><Relationship Id="rId3" Type="http://schemas.openxmlformats.org/officeDocument/2006/relationships/notesSlide" Target="../notesSlides/notesSlide24.xml"/><Relationship Id="rId7" Type="http://schemas.openxmlformats.org/officeDocument/2006/relationships/image" Target="../media/image156.svg"/><Relationship Id="rId2" Type="http://schemas.openxmlformats.org/officeDocument/2006/relationships/slideLayout" Target="../slideLayouts/slideLayout10.xml"/><Relationship Id="rId1" Type="http://schemas.openxmlformats.org/officeDocument/2006/relationships/tags" Target="../tags/tag78.xml"/><Relationship Id="rId6" Type="http://schemas.openxmlformats.org/officeDocument/2006/relationships/image" Target="../media/image19.png"/><Relationship Id="rId5" Type="http://schemas.openxmlformats.org/officeDocument/2006/relationships/image" Target="../media/image18.emf"/><Relationship Id="rId10" Type="http://schemas.openxmlformats.org/officeDocument/2006/relationships/image" Target="../media/image197.svg"/><Relationship Id="rId4" Type="http://schemas.openxmlformats.org/officeDocument/2006/relationships/oleObject" Target="../embeddings/oleObject18.bin"/><Relationship Id="rId9" Type="http://schemas.openxmlformats.org/officeDocument/2006/relationships/image" Target="../media/image196.svg"/></Relationships>
</file>

<file path=ppt/slides/_rels/slide68.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9.svg"/><Relationship Id="rId7" Type="http://schemas.openxmlformats.org/officeDocument/2006/relationships/image" Target="../media/image19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98.png"/><Relationship Id="rId5" Type="http://schemas.microsoft.com/office/2007/relationships/hdphoto" Target="../media/hdphoto2.wdp"/><Relationship Id="rId10" Type="http://schemas.openxmlformats.org/officeDocument/2006/relationships/hyperlink" Target="https://strenaterminals.sharepoint.com/:p:/r/sites/OperationalExcellence/_layouts/15/Doc.aspx?sourcedoc=%7B32E20284-73F4-435F-A508-39D7D0591140%7D&amp;file=Plantilla%20%20de%20Matriz%20multivotaci%C3%B3n.pptx&amp;action=edit&amp;mobileredirect=true" TargetMode="External"/><Relationship Id="rId4" Type="http://schemas.openxmlformats.org/officeDocument/2006/relationships/image" Target="../media/image186.png"/><Relationship Id="rId9" Type="http://schemas.openxmlformats.org/officeDocument/2006/relationships/hyperlink" Target="https://strenaterminals.sharepoint.com/:p:/r/sites/OperationalExcellence/_layouts/15/Doc.aspx?sourcedoc=%7BA1018DB5-DD61-4E55-8C13-339B68A36456%7D&amp;file=Plantilla%20%20de%20diagrama%20Causa%20y%20efecto.pptx&amp;action=edit&amp;mobileredirect=true" TargetMode="External"/></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79.xml"/><Relationship Id="rId5" Type="http://schemas.openxmlformats.org/officeDocument/2006/relationships/image" Target="../media/image19.png"/><Relationship Id="rId4" Type="http://schemas.openxmlformats.org/officeDocument/2006/relationships/image" Target="../media/image18.emf"/></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8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71.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image" Target="../media/image200.svg"/><Relationship Id="rId7" Type="http://schemas.openxmlformats.org/officeDocument/2006/relationships/image" Target="../media/image204.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03.svg"/><Relationship Id="rId5" Type="http://schemas.openxmlformats.org/officeDocument/2006/relationships/image" Target="../media/image202.svg"/><Relationship Id="rId4" Type="http://schemas.openxmlformats.org/officeDocument/2006/relationships/image" Target="../media/image201.svg"/></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8.xml"/><Relationship Id="rId1" Type="http://schemas.openxmlformats.org/officeDocument/2006/relationships/video" Target="https://www.youtube.com/embed/7snOmfINIh4?feature=oembed" TargetMode="External"/><Relationship Id="rId4" Type="http://schemas.openxmlformats.org/officeDocument/2006/relationships/image" Target="../media/image206.jpeg"/></Relationships>
</file>

<file path=ppt/slides/_rels/slide73.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08.svg"/><Relationship Id="rId4" Type="http://schemas.openxmlformats.org/officeDocument/2006/relationships/image" Target="../media/image180.svg"/></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9.png"/><Relationship Id="rId1" Type="http://schemas.openxmlformats.org/officeDocument/2006/relationships/slideLayout" Target="../slideLayouts/slideLayout8.xml"/><Relationship Id="rId4" Type="http://schemas.openxmlformats.org/officeDocument/2006/relationships/image" Target="../media/image210.png"/></Relationships>
</file>

<file path=ppt/slides/_rels/slide7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11.png"/><Relationship Id="rId1" Type="http://schemas.openxmlformats.org/officeDocument/2006/relationships/slideLayout" Target="../slideLayouts/slideLayout8.xml"/><Relationship Id="rId5" Type="http://schemas.openxmlformats.org/officeDocument/2006/relationships/image" Target="../media/image212.svg"/><Relationship Id="rId4" Type="http://schemas.openxmlformats.org/officeDocument/2006/relationships/image" Target="../media/image24.png"/></Relationships>
</file>

<file path=ppt/slides/_rels/slide76.xml.rels><?xml version="1.0" encoding="UTF-8" standalone="yes"?>
<Relationships xmlns="http://schemas.openxmlformats.org/package/2006/relationships"><Relationship Id="rId3" Type="http://schemas.openxmlformats.org/officeDocument/2006/relationships/image" Target="../media/image21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16.png"/><Relationship Id="rId5" Type="http://schemas.openxmlformats.org/officeDocument/2006/relationships/image" Target="../media/image215.svg"/><Relationship Id="rId4" Type="http://schemas.openxmlformats.org/officeDocument/2006/relationships/image" Target="../media/image214.svg"/></Relationships>
</file>

<file path=ppt/slides/_rels/slide77.xml.rels><?xml version="1.0" encoding="UTF-8" standalone="yes"?>
<Relationships xmlns="http://schemas.openxmlformats.org/package/2006/relationships"><Relationship Id="rId3" Type="http://schemas.openxmlformats.org/officeDocument/2006/relationships/image" Target="../media/image180.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08.svg"/></Relationships>
</file>

<file path=ppt/slides/_rels/slide78.xml.rels><?xml version="1.0" encoding="UTF-8" standalone="yes"?>
<Relationships xmlns="http://schemas.openxmlformats.org/package/2006/relationships"><Relationship Id="rId3" Type="http://schemas.openxmlformats.org/officeDocument/2006/relationships/image" Target="../media/image180.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08.svg"/></Relationships>
</file>

<file path=ppt/slides/_rels/slide79.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26.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81.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0.xml.rels><?xml version="1.0" encoding="UTF-8" standalone="yes"?>
<Relationships xmlns="http://schemas.openxmlformats.org/package/2006/relationships"><Relationship Id="rId3" Type="http://schemas.openxmlformats.org/officeDocument/2006/relationships/image" Target="../media/image160.svg"/><Relationship Id="rId7" Type="http://schemas.openxmlformats.org/officeDocument/2006/relationships/hyperlink" Target="https://strenaterminals.sharepoint.com/:x:/r/sites/OperationalExcellence/_layouts/15/Doc.aspx?sourcedoc=%7B14717853-0BA9-4042-9639-81819248B2BA%7D&amp;file=Plantilla%205%20porqu%C3%A9s.xlsx&amp;action=default&amp;mobileredirect=true" TargetMode="External"/><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image" Target="../media/image174.svg"/><Relationship Id="rId4" Type="http://schemas.openxmlformats.org/officeDocument/2006/relationships/image" Target="../media/image79.sv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8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2.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notesSlide" Target="../notesSlides/notesSlide28.xml"/><Relationship Id="rId7" Type="http://schemas.openxmlformats.org/officeDocument/2006/relationships/image" Target="../media/image217.png"/><Relationship Id="rId2" Type="http://schemas.openxmlformats.org/officeDocument/2006/relationships/slideLayout" Target="../slideLayouts/slideLayout10.xml"/><Relationship Id="rId1" Type="http://schemas.openxmlformats.org/officeDocument/2006/relationships/tags" Target="../tags/tag83.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 Id="rId9" Type="http://schemas.openxmlformats.org/officeDocument/2006/relationships/image" Target="../media/image218.png"/></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22.sv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180.svg"/><Relationship Id="rId5" Type="http://schemas.openxmlformats.org/officeDocument/2006/relationships/image" Target="../media/image221.svg"/><Relationship Id="rId4" Type="http://schemas.openxmlformats.org/officeDocument/2006/relationships/image" Target="../media/image220.svg"/></Relationships>
</file>

<file path=ppt/slides/_rels/slide8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0.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84.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89.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hyperlink" Target="https://strenaterminals.sharepoint.com/:p:/r/sites/OperationalExcellence/_layouts/15/Doc.aspx?sourcedoc=%7B352C96D5-CAF0-45A8-B633-2848B00E44E3%7D&amp;file=Plantilla%20%20de%20definici%C3%B3n%20de%20contramedidas.pptx&amp;action=edit&amp;mobileredirect=true" TargetMode="External"/><Relationship Id="rId4" Type="http://schemas.openxmlformats.org/officeDocument/2006/relationships/image" Target="../media/image145.svg"/></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85.xml"/><Relationship Id="rId5" Type="http://schemas.openxmlformats.org/officeDocument/2006/relationships/image" Target="../media/image19.png"/><Relationship Id="rId4" Type="http://schemas.openxmlformats.org/officeDocument/2006/relationships/image" Target="../media/image18.emf"/></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92.xml.rels><?xml version="1.0" encoding="UTF-8" standalone="yes"?>
<Relationships xmlns="http://schemas.openxmlformats.org/package/2006/relationships"><Relationship Id="rId3" Type="http://schemas.openxmlformats.org/officeDocument/2006/relationships/image" Target="../media/image145.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notesSlide" Target="../notesSlides/notesSlide32.xml"/><Relationship Id="rId7" Type="http://schemas.openxmlformats.org/officeDocument/2006/relationships/image" Target="../media/image146.svg"/><Relationship Id="rId12" Type="http://schemas.openxmlformats.org/officeDocument/2006/relationships/image" Target="../media/image226.svg"/><Relationship Id="rId2" Type="http://schemas.openxmlformats.org/officeDocument/2006/relationships/slideLayout" Target="../slideLayouts/slideLayout10.xml"/><Relationship Id="rId1" Type="http://schemas.openxmlformats.org/officeDocument/2006/relationships/tags" Target="../tags/tag87.xml"/><Relationship Id="rId6" Type="http://schemas.openxmlformats.org/officeDocument/2006/relationships/image" Target="../media/image19.png"/><Relationship Id="rId11" Type="http://schemas.openxmlformats.org/officeDocument/2006/relationships/image" Target="../media/image225.svg"/><Relationship Id="rId5" Type="http://schemas.openxmlformats.org/officeDocument/2006/relationships/image" Target="../media/image18.emf"/><Relationship Id="rId10" Type="http://schemas.openxmlformats.org/officeDocument/2006/relationships/image" Target="../media/image224.svg"/><Relationship Id="rId4" Type="http://schemas.openxmlformats.org/officeDocument/2006/relationships/oleObject" Target="../embeddings/oleObject18.bin"/><Relationship Id="rId9" Type="http://schemas.openxmlformats.org/officeDocument/2006/relationships/image" Target="../media/image223.svg"/></Relationships>
</file>

<file path=ppt/slides/_rels/slide94.xml.rels><?xml version="1.0" encoding="UTF-8" standalone="yes"?>
<Relationships xmlns="http://schemas.openxmlformats.org/package/2006/relationships"><Relationship Id="rId3" Type="http://schemas.openxmlformats.org/officeDocument/2006/relationships/image" Target="../media/image227.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28.svg"/></Relationships>
</file>

<file path=ppt/slides/_rels/slide95.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229.svg"/><Relationship Id="rId7" Type="http://schemas.openxmlformats.org/officeDocument/2006/relationships/image" Target="../media/image232.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170.svg"/><Relationship Id="rId5" Type="http://schemas.openxmlformats.org/officeDocument/2006/relationships/image" Target="../media/image231.svg"/><Relationship Id="rId10" Type="http://schemas.openxmlformats.org/officeDocument/2006/relationships/image" Target="../media/image234.svg"/><Relationship Id="rId4" Type="http://schemas.openxmlformats.org/officeDocument/2006/relationships/image" Target="../media/image230.svg"/><Relationship Id="rId9" Type="http://schemas.openxmlformats.org/officeDocument/2006/relationships/image" Target="../media/image233.svg"/></Relationships>
</file>

<file path=ppt/slides/_rels/slide96.xml.rels><?xml version="1.0" encoding="UTF-8" standalone="yes"?>
<Relationships xmlns="http://schemas.openxmlformats.org/package/2006/relationships"><Relationship Id="rId3" Type="http://schemas.openxmlformats.org/officeDocument/2006/relationships/image" Target="../media/image228.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27.svg"/></Relationships>
</file>

<file path=ppt/slides/_rels/slide97.xml.rels><?xml version="1.0" encoding="UTF-8" standalone="yes"?>
<Relationships xmlns="http://schemas.openxmlformats.org/package/2006/relationships"><Relationship Id="rId3" Type="http://schemas.openxmlformats.org/officeDocument/2006/relationships/image" Target="../media/image235.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38.svg"/><Relationship Id="rId5" Type="http://schemas.openxmlformats.org/officeDocument/2006/relationships/image" Target="../media/image237.svg"/><Relationship Id="rId4" Type="http://schemas.openxmlformats.org/officeDocument/2006/relationships/image" Target="../media/image236.svg"/></Relationships>
</file>

<file path=ppt/slides/_rels/slide98.xml.rels><?xml version="1.0" encoding="UTF-8" standalone="yes"?>
<Relationships xmlns="http://schemas.openxmlformats.org/package/2006/relationships"><Relationship Id="rId3" Type="http://schemas.openxmlformats.org/officeDocument/2006/relationships/image" Target="../media/image23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42.svg"/><Relationship Id="rId5" Type="http://schemas.openxmlformats.org/officeDocument/2006/relationships/image" Target="../media/image241.svg"/><Relationship Id="rId4" Type="http://schemas.openxmlformats.org/officeDocument/2006/relationships/image" Target="../media/image240.svg"/></Relationships>
</file>

<file path=ppt/slides/_rels/slide99.xml.rels><?xml version="1.0" encoding="UTF-8" standalone="yes"?>
<Relationships xmlns="http://schemas.openxmlformats.org/package/2006/relationships"><Relationship Id="rId3" Type="http://schemas.openxmlformats.org/officeDocument/2006/relationships/image" Target="../media/image243.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45.svg"/><Relationship Id="rId4" Type="http://schemas.openxmlformats.org/officeDocument/2006/relationships/image" Target="../media/image244.svg"/></Relationships>
</file>

<file path=ppt/slides/_rels/slide10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49.svg"/><Relationship Id="rId2" Type="http://schemas.openxmlformats.org/officeDocument/2006/relationships/image" Target="../media/image246.svg"/><Relationship Id="rId1" Type="http://schemas.openxmlformats.org/officeDocument/2006/relationships/slideLayout" Target="../slideLayouts/slideLayout8.xml"/><Relationship Id="rId6" Type="http://schemas.openxmlformats.org/officeDocument/2006/relationships/image" Target="../media/image134.svg"/><Relationship Id="rId5" Type="http://schemas.openxmlformats.org/officeDocument/2006/relationships/image" Target="../media/image248.svg"/><Relationship Id="rId4" Type="http://schemas.openxmlformats.org/officeDocument/2006/relationships/image" Target="../media/image247.svg"/></Relationships>
</file>

<file path=ppt/slides/_rels/slide101.xml.rels><?xml version="1.0" encoding="UTF-8" standalone="yes"?>
<Relationships xmlns="http://schemas.openxmlformats.org/package/2006/relationships"><Relationship Id="rId3" Type="http://schemas.openxmlformats.org/officeDocument/2006/relationships/image" Target="../media/image250.svg"/><Relationship Id="rId7" Type="http://schemas.openxmlformats.org/officeDocument/2006/relationships/image" Target="../media/image253.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52.svg"/><Relationship Id="rId5" Type="http://schemas.openxmlformats.org/officeDocument/2006/relationships/image" Target="../media/image251.svg"/><Relationship Id="rId4" Type="http://schemas.openxmlformats.org/officeDocument/2006/relationships/image" Target="../media/image51.svg"/></Relationships>
</file>

<file path=ppt/slides/_rels/slide10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3" Type="http://schemas.openxmlformats.org/officeDocument/2006/relationships/image" Target="../media/image254.svg"/><Relationship Id="rId7" Type="http://schemas.openxmlformats.org/officeDocument/2006/relationships/image" Target="../media/image258.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57.svg"/><Relationship Id="rId5" Type="http://schemas.openxmlformats.org/officeDocument/2006/relationships/image" Target="../media/image256.svg"/><Relationship Id="rId4" Type="http://schemas.openxmlformats.org/officeDocument/2006/relationships/image" Target="../media/image255.svg"/></Relationships>
</file>

<file path=ppt/slides/_rels/slide104.xml.rels><?xml version="1.0" encoding="UTF-8" standalone="yes"?>
<Relationships xmlns="http://schemas.openxmlformats.org/package/2006/relationships"><Relationship Id="rId3" Type="http://schemas.openxmlformats.org/officeDocument/2006/relationships/image" Target="../media/image25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62.svg"/><Relationship Id="rId5" Type="http://schemas.openxmlformats.org/officeDocument/2006/relationships/image" Target="../media/image261.svg"/><Relationship Id="rId4" Type="http://schemas.openxmlformats.org/officeDocument/2006/relationships/image" Target="../media/image260.svg"/></Relationships>
</file>

<file path=ppt/slides/_rels/slide105.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3.xml"/><Relationship Id="rId7" Type="http://schemas.openxmlformats.org/officeDocument/2006/relationships/image" Target="../media/image185.svg"/><Relationship Id="rId2" Type="http://schemas.openxmlformats.org/officeDocument/2006/relationships/slideLayout" Target="../slideLayouts/slideLayout10.xml"/><Relationship Id="rId1" Type="http://schemas.openxmlformats.org/officeDocument/2006/relationships/tags" Target="../tags/tag88.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6.xml.rels><?xml version="1.0" encoding="UTF-8" standalone="yes"?>
<Relationships xmlns="http://schemas.openxmlformats.org/package/2006/relationships"><Relationship Id="rId8" Type="http://schemas.openxmlformats.org/officeDocument/2006/relationships/image" Target="../media/image170.svg"/><Relationship Id="rId3" Type="http://schemas.openxmlformats.org/officeDocument/2006/relationships/notesSlide" Target="../notesSlides/notesSlide34.xml"/><Relationship Id="rId7" Type="http://schemas.openxmlformats.org/officeDocument/2006/relationships/image" Target="../media/image169.png"/><Relationship Id="rId2" Type="http://schemas.openxmlformats.org/officeDocument/2006/relationships/slideLayout" Target="../slideLayouts/slideLayout10.xml"/><Relationship Id="rId1" Type="http://schemas.openxmlformats.org/officeDocument/2006/relationships/tags" Target="../tags/tag89.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7.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hyperlink" Target="https://strenaterminals.sharepoint.com/:w:/r/sites/OperationalExcellence/_layouts/15/Doc.aspx?sourcedoc=%7B52847135-D9E3-4348-B228-C47AB4D5E899%7D&amp;file=Plan%20de%20piloto%20%2B%20comunicaci%C3%B3n.docx&amp;action=default&amp;mobileredirect=true" TargetMode="External"/><Relationship Id="rId5" Type="http://schemas.openxmlformats.org/officeDocument/2006/relationships/image" Target="../media/image83.svg"/><Relationship Id="rId4" Type="http://schemas.openxmlformats.org/officeDocument/2006/relationships/image" Target="../media/image160.sv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90.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91.xml"/><Relationship Id="rId5" Type="http://schemas.openxmlformats.org/officeDocument/2006/relationships/image" Target="../media/image19.png"/><Relationship Id="rId4" Type="http://schemas.openxmlformats.org/officeDocument/2006/relationships/image" Target="../media/image18.emf"/></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92.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11.xml.rels><?xml version="1.0" encoding="UTF-8" standalone="yes"?>
<Relationships xmlns="http://schemas.openxmlformats.org/package/2006/relationships"><Relationship Id="rId8" Type="http://schemas.openxmlformats.org/officeDocument/2006/relationships/image" Target="../media/image264.svg"/><Relationship Id="rId3" Type="http://schemas.openxmlformats.org/officeDocument/2006/relationships/notesSlide" Target="../notesSlides/notesSlide37.xml"/><Relationship Id="rId7" Type="http://schemas.openxmlformats.org/officeDocument/2006/relationships/image" Target="../media/image263.jpeg"/><Relationship Id="rId2" Type="http://schemas.openxmlformats.org/officeDocument/2006/relationships/slideLayout" Target="../slideLayouts/slideLayout10.xml"/><Relationship Id="rId1" Type="http://schemas.openxmlformats.org/officeDocument/2006/relationships/tags" Target="../tags/tag93.xml"/><Relationship Id="rId6" Type="http://schemas.openxmlformats.org/officeDocument/2006/relationships/image" Target="../media/image19.png"/><Relationship Id="rId11" Type="http://schemas.openxmlformats.org/officeDocument/2006/relationships/image" Target="../media/image267.svg"/><Relationship Id="rId5" Type="http://schemas.openxmlformats.org/officeDocument/2006/relationships/image" Target="../media/image18.emf"/><Relationship Id="rId10" Type="http://schemas.openxmlformats.org/officeDocument/2006/relationships/image" Target="../media/image266.svg"/><Relationship Id="rId4" Type="http://schemas.openxmlformats.org/officeDocument/2006/relationships/oleObject" Target="../embeddings/oleObject18.bin"/><Relationship Id="rId9" Type="http://schemas.openxmlformats.org/officeDocument/2006/relationships/image" Target="../media/image265.svg"/></Relationships>
</file>

<file path=ppt/slides/_rels/slide112.xml.rels><?xml version="1.0" encoding="UTF-8" standalone="yes"?>
<Relationships xmlns="http://schemas.openxmlformats.org/package/2006/relationships"><Relationship Id="rId8" Type="http://schemas.openxmlformats.org/officeDocument/2006/relationships/image" Target="../media/image269.svg"/><Relationship Id="rId13" Type="http://schemas.openxmlformats.org/officeDocument/2006/relationships/image" Target="../media/image274.svg"/><Relationship Id="rId3" Type="http://schemas.openxmlformats.org/officeDocument/2006/relationships/notesSlide" Target="../notesSlides/notesSlide38.xml"/><Relationship Id="rId7" Type="http://schemas.openxmlformats.org/officeDocument/2006/relationships/image" Target="../media/image268.svg"/><Relationship Id="rId12" Type="http://schemas.openxmlformats.org/officeDocument/2006/relationships/image" Target="../media/image273.svg"/><Relationship Id="rId17" Type="http://schemas.openxmlformats.org/officeDocument/2006/relationships/image" Target="../media/image277.svg"/><Relationship Id="rId2" Type="http://schemas.openxmlformats.org/officeDocument/2006/relationships/slideLayout" Target="../slideLayouts/slideLayout10.xml"/><Relationship Id="rId16" Type="http://schemas.openxmlformats.org/officeDocument/2006/relationships/image" Target="../media/image276.svg"/><Relationship Id="rId1" Type="http://schemas.openxmlformats.org/officeDocument/2006/relationships/tags" Target="../tags/tag94.xml"/><Relationship Id="rId6" Type="http://schemas.openxmlformats.org/officeDocument/2006/relationships/image" Target="../media/image19.png"/><Relationship Id="rId11" Type="http://schemas.openxmlformats.org/officeDocument/2006/relationships/image" Target="../media/image272.svg"/><Relationship Id="rId5" Type="http://schemas.openxmlformats.org/officeDocument/2006/relationships/image" Target="../media/image18.emf"/><Relationship Id="rId15" Type="http://schemas.openxmlformats.org/officeDocument/2006/relationships/image" Target="../media/image167.svg"/><Relationship Id="rId10" Type="http://schemas.openxmlformats.org/officeDocument/2006/relationships/image" Target="../media/image271.svg"/><Relationship Id="rId4" Type="http://schemas.openxmlformats.org/officeDocument/2006/relationships/oleObject" Target="../embeddings/oleObject18.bin"/><Relationship Id="rId9" Type="http://schemas.openxmlformats.org/officeDocument/2006/relationships/image" Target="../media/image270.svg"/><Relationship Id="rId14" Type="http://schemas.openxmlformats.org/officeDocument/2006/relationships/image" Target="../media/image275.svg"/></Relationships>
</file>

<file path=ppt/slides/_rels/slide113.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281.svg"/><Relationship Id="rId4" Type="http://schemas.openxmlformats.org/officeDocument/2006/relationships/image" Target="../media/image86.svg"/></Relationships>
</file>

<file path=ppt/slides/_rels/slide118.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3" Type="http://schemas.openxmlformats.org/officeDocument/2006/relationships/image" Target="../media/image279.sv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3" Type="http://schemas.openxmlformats.org/officeDocument/2006/relationships/image" Target="../media/image286.sv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87.svg"/></Relationships>
</file>

<file path=ppt/slides/_rels/slide126.xml.rels><?xml version="1.0" encoding="UTF-8" standalone="yes"?>
<Relationships xmlns="http://schemas.openxmlformats.org/package/2006/relationships"><Relationship Id="rId8" Type="http://schemas.openxmlformats.org/officeDocument/2006/relationships/image" Target="../media/image133.svg"/><Relationship Id="rId13" Type="http://schemas.openxmlformats.org/officeDocument/2006/relationships/image" Target="../media/image135.png"/><Relationship Id="rId3" Type="http://schemas.openxmlformats.org/officeDocument/2006/relationships/image" Target="../media/image128.svg"/><Relationship Id="rId7" Type="http://schemas.openxmlformats.org/officeDocument/2006/relationships/image" Target="../media/image132.svg"/><Relationship Id="rId12" Type="http://schemas.openxmlformats.org/officeDocument/2006/relationships/image" Target="../media/image113.png"/><Relationship Id="rId2" Type="http://schemas.openxmlformats.org/officeDocument/2006/relationships/image" Target="../media/image127.svg"/><Relationship Id="rId1" Type="http://schemas.openxmlformats.org/officeDocument/2006/relationships/slideLayout" Target="../slideLayouts/slideLayout8.xml"/><Relationship Id="rId6" Type="http://schemas.openxmlformats.org/officeDocument/2006/relationships/image" Target="../media/image131.svg"/><Relationship Id="rId11" Type="http://schemas.openxmlformats.org/officeDocument/2006/relationships/image" Target="../media/image24.png"/><Relationship Id="rId5" Type="http://schemas.openxmlformats.org/officeDocument/2006/relationships/image" Target="../media/image130.svg"/><Relationship Id="rId10" Type="http://schemas.openxmlformats.org/officeDocument/2006/relationships/image" Target="../media/image71.png"/><Relationship Id="rId4" Type="http://schemas.openxmlformats.org/officeDocument/2006/relationships/image" Target="../media/image129.svg"/><Relationship Id="rId9" Type="http://schemas.openxmlformats.org/officeDocument/2006/relationships/image" Target="../media/image134.svg"/></Relationships>
</file>

<file path=ppt/slides/_rels/slide127.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svg"/><Relationship Id="rId1" Type="http://schemas.openxmlformats.org/officeDocument/2006/relationships/slideLayout" Target="../slideLayouts/slideLayout8.xml"/><Relationship Id="rId6" Type="http://schemas.openxmlformats.org/officeDocument/2006/relationships/image" Target="../media/image288.png"/><Relationship Id="rId5" Type="http://schemas.openxmlformats.org/officeDocument/2006/relationships/image" Target="../media/image113.png"/><Relationship Id="rId4" Type="http://schemas.openxmlformats.org/officeDocument/2006/relationships/image" Target="../media/image24.png"/></Relationships>
</file>

<file path=ppt/slides/_rels/slide128.xml.rels><?xml version="1.0" encoding="UTF-8" standalone="yes"?>
<Relationships xmlns="http://schemas.openxmlformats.org/package/2006/relationships"><Relationship Id="rId3" Type="http://schemas.openxmlformats.org/officeDocument/2006/relationships/image" Target="../media/image133.svg"/><Relationship Id="rId2" Type="http://schemas.openxmlformats.org/officeDocument/2006/relationships/image" Target="../media/image132.svg"/><Relationship Id="rId1" Type="http://schemas.openxmlformats.org/officeDocument/2006/relationships/slideLayout" Target="../slideLayouts/slideLayout8.xml"/><Relationship Id="rId6" Type="http://schemas.openxmlformats.org/officeDocument/2006/relationships/image" Target="../media/image289.png"/><Relationship Id="rId5" Type="http://schemas.openxmlformats.org/officeDocument/2006/relationships/image" Target="../media/image288.png"/><Relationship Id="rId4" Type="http://schemas.openxmlformats.org/officeDocument/2006/relationships/image" Target="../media/image24.png"/></Relationships>
</file>

<file path=ppt/slides/_rels/slide129.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24.png"/><Relationship Id="rId1" Type="http://schemas.openxmlformats.org/officeDocument/2006/relationships/slideLayout" Target="../slideLayouts/slideLayout8.xml"/><Relationship Id="rId4" Type="http://schemas.openxmlformats.org/officeDocument/2006/relationships/image" Target="../media/image290.png"/></Relationships>
</file>

<file path=ppt/slides/_rels/slide132.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8" Type="http://schemas.openxmlformats.org/officeDocument/2006/relationships/image" Target="../media/image297.png"/><Relationship Id="rId3" Type="http://schemas.openxmlformats.org/officeDocument/2006/relationships/image" Target="../media/image292.svg"/><Relationship Id="rId7" Type="http://schemas.openxmlformats.org/officeDocument/2006/relationships/image" Target="../media/image296.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95.svg"/><Relationship Id="rId5" Type="http://schemas.openxmlformats.org/officeDocument/2006/relationships/image" Target="../media/image294.svg"/><Relationship Id="rId10" Type="http://schemas.openxmlformats.org/officeDocument/2006/relationships/image" Target="../media/image167.svg"/><Relationship Id="rId4" Type="http://schemas.openxmlformats.org/officeDocument/2006/relationships/image" Target="../media/image293.svg"/><Relationship Id="rId9" Type="http://schemas.openxmlformats.org/officeDocument/2006/relationships/image" Target="../media/image298.png"/></Relationships>
</file>

<file path=ppt/slides/_rels/slide1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image" Target="../media/image24.png"/><Relationship Id="rId1" Type="http://schemas.openxmlformats.org/officeDocument/2006/relationships/slideLayout" Target="../slideLayouts/slideLayout8.xml"/><Relationship Id="rId5" Type="http://schemas.openxmlformats.org/officeDocument/2006/relationships/image" Target="../media/image81.svg"/><Relationship Id="rId4" Type="http://schemas.openxmlformats.org/officeDocument/2006/relationships/image" Target="../media/image160.svg"/></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1.xml"/><Relationship Id="rId1" Type="http://schemas.openxmlformats.org/officeDocument/2006/relationships/tags" Target="../tags/tag95.xml"/><Relationship Id="rId6" Type="http://schemas.openxmlformats.org/officeDocument/2006/relationships/image" Target="../media/image71.png"/><Relationship Id="rId5" Type="http://schemas.openxmlformats.org/officeDocument/2006/relationships/image" Target="../media/image24.png"/><Relationship Id="rId4" Type="http://schemas.openxmlformats.org/officeDocument/2006/relationships/image" Target="../media/image18.emf"/></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96.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97.xml"/><Relationship Id="rId6" Type="http://schemas.openxmlformats.org/officeDocument/2006/relationships/image" Target="../media/image19.png"/><Relationship Id="rId5" Type="http://schemas.openxmlformats.org/officeDocument/2006/relationships/image" Target="../media/image18.emf"/><Relationship Id="rId4" Type="http://schemas.openxmlformats.org/officeDocument/2006/relationships/oleObject" Target="../embeddings/oleObject1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E417060-302F-09F7-52E1-4C824377A378}"/>
              </a:ext>
            </a:extLst>
          </p:cNvPr>
          <p:cNvGraphicFramePr>
            <a:graphicFrameLocks noChangeAspect="1"/>
          </p:cNvGraphicFramePr>
          <p:nvPr>
            <p:custDataLst>
              <p:tags r:id="rId1"/>
            </p:custDataLst>
            <p:extLst>
              <p:ext uri="{D42A27DB-BD31-4B8C-83A1-F6EECF244321}">
                <p14:modId xmlns:p14="http://schemas.microsoft.com/office/powerpoint/2010/main" val="1985495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1E417060-302F-09F7-52E1-4C824377A3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ED57076-242A-175E-D9DA-1FB28BCA1A14}"/>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3C284FEC-B331-5D8B-41AC-B47141C40E9F}"/>
              </a:ext>
            </a:extLst>
          </p:cNvPr>
          <p:cNvSpPr>
            <a:spLocks noGrp="1"/>
          </p:cNvSpPr>
          <p:nvPr>
            <p:ph type="subTitle" idx="1"/>
          </p:nvPr>
        </p:nvSpPr>
        <p:spPr>
          <a:xfrm>
            <a:off x="4500665" y="2369320"/>
            <a:ext cx="4174902" cy="292931"/>
          </a:xfrm>
        </p:spPr>
        <p:txBody>
          <a:bodyPr/>
          <a:lstStyle/>
          <a:p>
            <a:pPr>
              <a:buNone/>
            </a:pPr>
            <a:r>
              <a:rPr lang="es-MX" noProof="0" dirty="0" err="1"/>
              <a:t>Problem</a:t>
            </a:r>
            <a:r>
              <a:rPr lang="es-MX" noProof="0" dirty="0"/>
              <a:t> </a:t>
            </a:r>
            <a:r>
              <a:rPr lang="es-MX" noProof="0" dirty="0" err="1"/>
              <a:t>Solving</a:t>
            </a:r>
            <a:r>
              <a:rPr lang="es-MX" noProof="0" dirty="0"/>
              <a:t> </a:t>
            </a:r>
            <a:r>
              <a:rPr lang="es-MX" noProof="0" dirty="0" err="1"/>
              <a:t>System</a:t>
            </a:r>
            <a:r>
              <a:rPr lang="es-MX" noProof="0" dirty="0"/>
              <a:t> (PORT™) </a:t>
            </a:r>
          </a:p>
          <a:p>
            <a:pPr>
              <a:buNone/>
            </a:pPr>
            <a:r>
              <a:rPr lang="es-MX" b="1" i="1" noProof="0" dirty="0" err="1"/>
              <a:t>System</a:t>
            </a:r>
            <a:r>
              <a:rPr lang="es-MX" b="1" i="1" noProof="0" dirty="0"/>
              <a:t> </a:t>
            </a:r>
            <a:r>
              <a:rPr lang="es-MX" b="1" i="1" noProof="0" dirty="0" err="1"/>
              <a:t>introductio</a:t>
            </a:r>
            <a:r>
              <a:rPr lang="es-MX" b="1" i="1"/>
              <a:t>n</a:t>
            </a: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72C4CE68-D4F7-0EAB-EE9D-E61EF5620E2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3105289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A4764-C4DD-3E4E-DBCC-C4D030087FC3}"/>
            </a:ext>
          </a:extLst>
        </p:cNvPr>
        <p:cNvGrpSpPr/>
        <p:nvPr/>
      </p:nvGrpSpPr>
      <p:grpSpPr>
        <a:xfrm>
          <a:off x="0" y="0"/>
          <a:ext cx="0" cy="0"/>
          <a:chOff x="0" y="0"/>
          <a:chExt cx="0" cy="0"/>
        </a:xfrm>
      </p:grpSpPr>
      <p:sp>
        <p:nvSpPr>
          <p:cNvPr id="15" name="Rectángulo: esquinas redondeadas 14">
            <a:extLst>
              <a:ext uri="{FF2B5EF4-FFF2-40B4-BE49-F238E27FC236}">
                <a16:creationId xmlns:a16="http://schemas.microsoft.com/office/drawing/2014/main" id="{0CC7859C-CC76-DE96-7B3E-AA0D2167A260}"/>
              </a:ext>
            </a:extLst>
          </p:cNvPr>
          <p:cNvSpPr/>
          <p:nvPr/>
        </p:nvSpPr>
        <p:spPr>
          <a:xfrm>
            <a:off x="858087" y="4257824"/>
            <a:ext cx="1863437"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078F3140-534B-80EB-E8D0-8A2BE2735A7E}"/>
              </a:ext>
            </a:extLst>
          </p:cNvPr>
          <p:cNvSpPr/>
          <p:nvPr/>
        </p:nvSpPr>
        <p:spPr>
          <a:xfrm>
            <a:off x="5973325" y="2321818"/>
            <a:ext cx="1326194"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356B4B11-B6B4-4FE6-4CFA-6C6B49DF599F}"/>
              </a:ext>
            </a:extLst>
          </p:cNvPr>
          <p:cNvSpPr/>
          <p:nvPr/>
        </p:nvSpPr>
        <p:spPr>
          <a:xfrm>
            <a:off x="1902197" y="2350965"/>
            <a:ext cx="1326194"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F89464E0-744D-996E-885A-8EC070B4C307}"/>
              </a:ext>
            </a:extLst>
          </p:cNvPr>
          <p:cNvSpPr/>
          <p:nvPr/>
        </p:nvSpPr>
        <p:spPr>
          <a:xfrm>
            <a:off x="3876857" y="4311781"/>
            <a:ext cx="1326194" cy="67368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Rectángulo: esquinas redondeadas 3">
            <a:extLst>
              <a:ext uri="{FF2B5EF4-FFF2-40B4-BE49-F238E27FC236}">
                <a16:creationId xmlns:a16="http://schemas.microsoft.com/office/drawing/2014/main" id="{36D1CB8A-CAB6-2BB9-77FE-5CF251092232}"/>
              </a:ext>
            </a:extLst>
          </p:cNvPr>
          <p:cNvSpPr/>
          <p:nvPr/>
        </p:nvSpPr>
        <p:spPr>
          <a:xfrm>
            <a:off x="1081380" y="964118"/>
            <a:ext cx="6962947" cy="88945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graphicFrame>
        <p:nvGraphicFramePr>
          <p:cNvPr id="6" name="think-cell data - do not delete" hidden="1">
            <a:extLst>
              <a:ext uri="{FF2B5EF4-FFF2-40B4-BE49-F238E27FC236}">
                <a16:creationId xmlns:a16="http://schemas.microsoft.com/office/drawing/2014/main" id="{C99696DB-3A91-A7B9-8E64-73C6A43481F8}"/>
              </a:ext>
            </a:extLst>
          </p:cNvPr>
          <p:cNvGraphicFramePr>
            <a:graphicFrameLocks noChangeAspect="1"/>
          </p:cNvGraphicFramePr>
          <p:nvPr>
            <p:custDataLst>
              <p:tags r:id="rId1"/>
            </p:custDataLst>
            <p:extLst>
              <p:ext uri="{D42A27DB-BD31-4B8C-83A1-F6EECF244321}">
                <p14:modId xmlns:p14="http://schemas.microsoft.com/office/powerpoint/2010/main" val="2151851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C99696DB-3A91-A7B9-8E64-73C6A4348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E811CC3-DF91-C5E1-CE0B-FF1FC6583799}"/>
              </a:ext>
            </a:extLst>
          </p:cNvPr>
          <p:cNvSpPr>
            <a:spLocks noGrp="1"/>
          </p:cNvSpPr>
          <p:nvPr>
            <p:ph type="title"/>
          </p:nvPr>
        </p:nvSpPr>
        <p:spPr>
          <a:xfrm>
            <a:off x="330991" y="330674"/>
            <a:ext cx="8482014" cy="492443"/>
          </a:xfrm>
        </p:spPr>
        <p:txBody>
          <a:bodyPr vert="horz"/>
          <a:lstStyle/>
          <a:p>
            <a:pPr algn="ctr">
              <a:lnSpc>
                <a:spcPct val="100000"/>
              </a:lnSpc>
            </a:pPr>
            <a:r>
              <a:rPr lang="es-MX" noProof="0">
                <a:latin typeface="+mn-lt"/>
              </a:rPr>
              <a:t>BEST </a:t>
            </a:r>
            <a:r>
              <a:rPr lang="es-MX" noProof="0" err="1">
                <a:latin typeface="+mn-lt"/>
              </a:rPr>
              <a:t>Excellence</a:t>
            </a:r>
            <a:r>
              <a:rPr lang="es-MX" noProof="0">
                <a:latin typeface="+mn-lt"/>
              </a:rPr>
              <a:t> </a:t>
            </a:r>
            <a:r>
              <a:rPr lang="es-MX" noProof="0" err="1">
                <a:latin typeface="+mn-lt"/>
              </a:rPr>
              <a:t>Academy</a:t>
            </a:r>
            <a:br>
              <a:rPr lang="es-MX" b="0" noProof="0">
                <a:latin typeface="+mn-lt"/>
              </a:rPr>
            </a:br>
            <a:r>
              <a:rPr lang="es-MX" sz="1200" noProof="0">
                <a:solidFill>
                  <a:schemeClr val="accent6"/>
                </a:solidFill>
                <a:latin typeface="+mn-lt"/>
              </a:rPr>
              <a:t>Impulsando talento y cultura de mejora continua</a:t>
            </a:r>
            <a:endParaRPr lang="es-MX" noProof="0">
              <a:solidFill>
                <a:schemeClr val="accent6"/>
              </a:solidFill>
              <a:latin typeface="+mn-lt"/>
            </a:endParaRPr>
          </a:p>
        </p:txBody>
      </p:sp>
      <p:sp>
        <p:nvSpPr>
          <p:cNvPr id="3" name="CuadroTexto 7">
            <a:extLst>
              <a:ext uri="{FF2B5EF4-FFF2-40B4-BE49-F238E27FC236}">
                <a16:creationId xmlns:a16="http://schemas.microsoft.com/office/drawing/2014/main" id="{AEB47C14-61E9-8369-4E4B-45900574302D}"/>
              </a:ext>
            </a:extLst>
          </p:cNvPr>
          <p:cNvSpPr txBox="1"/>
          <p:nvPr/>
        </p:nvSpPr>
        <p:spPr>
          <a:xfrm>
            <a:off x="1414395" y="1047172"/>
            <a:ext cx="6315206"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b="1" noProof="0">
                <a:solidFill>
                  <a:schemeClr val="bg1"/>
                </a:solidFill>
              </a:rPr>
              <a:t>Propósito: </a:t>
            </a:r>
            <a:r>
              <a:rPr lang="es-MX" sz="1200" noProof="0">
                <a:solidFill>
                  <a:schemeClr val="bg1"/>
                </a:solidFill>
              </a:rPr>
              <a:t>Desarrollar capacidades a todo nivel de la organización a través de sistemas de gestión robustos</a:t>
            </a:r>
            <a:r>
              <a:rPr lang="es-MX" sz="1200" noProof="0">
                <a:solidFill>
                  <a:schemeClr val="accent5"/>
                </a:solidFill>
              </a:rPr>
              <a:t>, </a:t>
            </a:r>
            <a:r>
              <a:rPr lang="es-MX" sz="1200" b="1" noProof="0">
                <a:solidFill>
                  <a:schemeClr val="accent6"/>
                </a:solidFill>
              </a:rPr>
              <a:t>para fomentar el trabajo eficiente</a:t>
            </a:r>
            <a:r>
              <a:rPr lang="es-MX" sz="1200" noProof="0">
                <a:solidFill>
                  <a:schemeClr val="accent6"/>
                </a:solidFill>
              </a:rPr>
              <a:t> </a:t>
            </a:r>
            <a:r>
              <a:rPr lang="es-MX" sz="1200" noProof="0">
                <a:solidFill>
                  <a:schemeClr val="bg1"/>
                </a:solidFill>
              </a:rPr>
              <a:t>y alcanzar los objetivos alineados a la estrategia de </a:t>
            </a:r>
            <a:r>
              <a:rPr lang="es-MX" sz="1200" noProof="0" err="1">
                <a:solidFill>
                  <a:schemeClr val="bg1"/>
                </a:solidFill>
              </a:rPr>
              <a:t>Hanseatic</a:t>
            </a:r>
            <a:r>
              <a:rPr lang="es-MX" sz="1200" noProof="0">
                <a:solidFill>
                  <a:schemeClr val="bg1"/>
                </a:solidFill>
              </a:rPr>
              <a:t> Global </a:t>
            </a:r>
            <a:r>
              <a:rPr lang="es-MX" sz="1200" noProof="0" err="1">
                <a:solidFill>
                  <a:schemeClr val="bg1"/>
                </a:solidFill>
              </a:rPr>
              <a:t>Terminals</a:t>
            </a:r>
            <a:r>
              <a:rPr lang="es-MX" sz="1200" noProof="0">
                <a:solidFill>
                  <a:schemeClr val="bg1"/>
                </a:solidFill>
              </a:rPr>
              <a:t>.</a:t>
            </a:r>
          </a:p>
          <a:p>
            <a:pPr algn="just"/>
            <a:r>
              <a:rPr lang="es-MX" sz="1200" noProof="0">
                <a:solidFill>
                  <a:schemeClr val="tx1"/>
                </a:solidFill>
              </a:rPr>
              <a:t>  </a:t>
            </a:r>
          </a:p>
        </p:txBody>
      </p:sp>
      <p:pic>
        <p:nvPicPr>
          <p:cNvPr id="5" name="Gráfico 4" descr="Excelente con relleno sólido">
            <a:extLst>
              <a:ext uri="{FF2B5EF4-FFF2-40B4-BE49-F238E27FC236}">
                <a16:creationId xmlns:a16="http://schemas.microsoft.com/office/drawing/2014/main" id="{DFF4B5E2-B797-FC47-2A14-41D6F870F3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00410" y="397244"/>
            <a:ext cx="336012" cy="336012"/>
          </a:xfrm>
          <a:prstGeom prst="rect">
            <a:avLst/>
          </a:prstGeom>
        </p:spPr>
      </p:pic>
      <p:sp>
        <p:nvSpPr>
          <p:cNvPr id="14" name="Elipse 13">
            <a:extLst>
              <a:ext uri="{FF2B5EF4-FFF2-40B4-BE49-F238E27FC236}">
                <a16:creationId xmlns:a16="http://schemas.microsoft.com/office/drawing/2014/main" id="{132503AE-907F-3C5B-80DB-F30D97330D15}"/>
              </a:ext>
            </a:extLst>
          </p:cNvPr>
          <p:cNvSpPr/>
          <p:nvPr/>
        </p:nvSpPr>
        <p:spPr>
          <a:xfrm>
            <a:off x="3456084" y="1950498"/>
            <a:ext cx="2231827" cy="2228884"/>
          </a:xfrm>
          <a:prstGeom prst="ellipse">
            <a:avLst/>
          </a:prstGeom>
          <a:solidFill>
            <a:schemeClr val="accent3">
              <a:lumMod val="20000"/>
              <a:lumOff val="80000"/>
            </a:schemeClr>
          </a:solidFill>
          <a:ln w="381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Elipse 15">
            <a:extLst>
              <a:ext uri="{FF2B5EF4-FFF2-40B4-BE49-F238E27FC236}">
                <a16:creationId xmlns:a16="http://schemas.microsoft.com/office/drawing/2014/main" id="{9A571037-90C8-1628-3865-8FD28328F467}"/>
              </a:ext>
            </a:extLst>
          </p:cNvPr>
          <p:cNvSpPr/>
          <p:nvPr/>
        </p:nvSpPr>
        <p:spPr>
          <a:xfrm>
            <a:off x="4195914" y="2671110"/>
            <a:ext cx="752167" cy="751759"/>
          </a:xfrm>
          <a:prstGeom prst="ellipse">
            <a:avLst/>
          </a:prstGeom>
          <a:solidFill>
            <a:schemeClr val="accent3">
              <a:lumMod val="20000"/>
              <a:lumOff val="80000"/>
            </a:schemeClr>
          </a:solidFill>
          <a:ln w="2857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Gráfico 17" descr="Engranajes con relleno sólido">
            <a:extLst>
              <a:ext uri="{FF2B5EF4-FFF2-40B4-BE49-F238E27FC236}">
                <a16:creationId xmlns:a16="http://schemas.microsoft.com/office/drawing/2014/main" id="{E3A9DA91-7E05-7F49-D0EA-46CA5177BA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47920" y="2215464"/>
            <a:ext cx="1006801" cy="1006801"/>
          </a:xfrm>
          <a:prstGeom prst="rect">
            <a:avLst/>
          </a:prstGeom>
        </p:spPr>
      </p:pic>
      <p:pic>
        <p:nvPicPr>
          <p:cNvPr id="28" name="Gráfico 27" descr="Puntos cardinales con relleno sólido">
            <a:extLst>
              <a:ext uri="{FF2B5EF4-FFF2-40B4-BE49-F238E27FC236}">
                <a16:creationId xmlns:a16="http://schemas.microsoft.com/office/drawing/2014/main" id="{6ED1DAC9-005C-8F6B-55D4-B1A9DF01B8A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43752" y="2321781"/>
            <a:ext cx="751758" cy="751758"/>
          </a:xfrm>
          <a:prstGeom prst="rect">
            <a:avLst/>
          </a:prstGeom>
        </p:spPr>
      </p:pic>
      <p:pic>
        <p:nvPicPr>
          <p:cNvPr id="30" name="Gráfico 29" descr="Libros con relleno sólido">
            <a:extLst>
              <a:ext uri="{FF2B5EF4-FFF2-40B4-BE49-F238E27FC236}">
                <a16:creationId xmlns:a16="http://schemas.microsoft.com/office/drawing/2014/main" id="{779C6674-139D-341D-C5F4-EDEDFEFBDA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86974" y="3418272"/>
            <a:ext cx="751757" cy="751757"/>
          </a:xfrm>
          <a:prstGeom prst="rect">
            <a:avLst/>
          </a:prstGeom>
        </p:spPr>
      </p:pic>
      <p:cxnSp>
        <p:nvCxnSpPr>
          <p:cNvPr id="36" name="Conector recto 35">
            <a:extLst>
              <a:ext uri="{FF2B5EF4-FFF2-40B4-BE49-F238E27FC236}">
                <a16:creationId xmlns:a16="http://schemas.microsoft.com/office/drawing/2014/main" id="{D666CC51-1E24-D2CC-8A0C-E706F9084310}"/>
              </a:ext>
            </a:extLst>
          </p:cNvPr>
          <p:cNvCxnSpPr>
            <a:stCxn id="16" idx="0"/>
            <a:endCxn id="14" idx="0"/>
          </p:cNvCxnSpPr>
          <p:nvPr/>
        </p:nvCxnSpPr>
        <p:spPr>
          <a:xfrm flipV="1">
            <a:off x="4571998" y="1950498"/>
            <a:ext cx="0" cy="720612"/>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5AD672AB-C280-48F6-3684-8D3C583185CA}"/>
              </a:ext>
            </a:extLst>
          </p:cNvPr>
          <p:cNvCxnSpPr>
            <a:cxnSpLocks/>
          </p:cNvCxnSpPr>
          <p:nvPr/>
        </p:nvCxnSpPr>
        <p:spPr>
          <a:xfrm flipH="1" flipV="1">
            <a:off x="4930567" y="3205937"/>
            <a:ext cx="656779" cy="35203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59145E29-0C86-63D1-1B97-5699FB49D144}"/>
              </a:ext>
            </a:extLst>
          </p:cNvPr>
          <p:cNvCxnSpPr>
            <a:cxnSpLocks/>
          </p:cNvCxnSpPr>
          <p:nvPr/>
        </p:nvCxnSpPr>
        <p:spPr>
          <a:xfrm flipV="1">
            <a:off x="3608612" y="3214101"/>
            <a:ext cx="608343" cy="35203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8" name="Imagen 47" descr="Dibujo de una persona&#10;&#10;El contenido generado por IA puede ser incorrecto.">
            <a:extLst>
              <a:ext uri="{FF2B5EF4-FFF2-40B4-BE49-F238E27FC236}">
                <a16:creationId xmlns:a16="http://schemas.microsoft.com/office/drawing/2014/main" id="{D616F665-0FE0-C1C2-5C76-CEF8EA79B528}"/>
              </a:ext>
            </a:extLst>
          </p:cNvPr>
          <p:cNvPicPr>
            <a:picLocks noChangeAspect="1"/>
          </p:cNvPicPr>
          <p:nvPr/>
        </p:nvPicPr>
        <p:blipFill>
          <a:blip r:embed="rId9"/>
          <a:stretch>
            <a:fillRect/>
          </a:stretch>
        </p:blipFill>
        <p:spPr>
          <a:xfrm>
            <a:off x="4271219" y="2729956"/>
            <a:ext cx="601555" cy="601555"/>
          </a:xfrm>
          <a:prstGeom prst="rect">
            <a:avLst/>
          </a:prstGeom>
        </p:spPr>
      </p:pic>
      <p:sp>
        <p:nvSpPr>
          <p:cNvPr id="53" name="Title 1">
            <a:extLst>
              <a:ext uri="{FF2B5EF4-FFF2-40B4-BE49-F238E27FC236}">
                <a16:creationId xmlns:a16="http://schemas.microsoft.com/office/drawing/2014/main" id="{5D90CFE3-045F-E1BC-9B81-0FA15928D71D}"/>
              </a:ext>
            </a:extLst>
          </p:cNvPr>
          <p:cNvSpPr txBox="1">
            <a:spLocks/>
          </p:cNvSpPr>
          <p:nvPr/>
        </p:nvSpPr>
        <p:spPr>
          <a:xfrm>
            <a:off x="2061894" y="2503707"/>
            <a:ext cx="1006801" cy="646331"/>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Competencias</a:t>
            </a:r>
          </a:p>
          <a:p>
            <a:pPr algn="ctr">
              <a:lnSpc>
                <a:spcPct val="100000"/>
              </a:lnSpc>
            </a:pPr>
            <a:r>
              <a:rPr lang="es-MX" sz="1100" noProof="0">
                <a:solidFill>
                  <a:schemeClr val="bg1"/>
                </a:solidFill>
                <a:latin typeface="+mn-lt"/>
              </a:rPr>
              <a:t>alineadas</a:t>
            </a:r>
            <a:br>
              <a:rPr lang="es-MX" b="0" noProof="0">
                <a:latin typeface="+mn-lt"/>
              </a:rPr>
            </a:br>
            <a:endParaRPr lang="es-MX" noProof="0">
              <a:latin typeface="+mn-lt"/>
            </a:endParaRPr>
          </a:p>
        </p:txBody>
      </p:sp>
      <p:sp>
        <p:nvSpPr>
          <p:cNvPr id="54" name="Title 1">
            <a:extLst>
              <a:ext uri="{FF2B5EF4-FFF2-40B4-BE49-F238E27FC236}">
                <a16:creationId xmlns:a16="http://schemas.microsoft.com/office/drawing/2014/main" id="{54B4E609-5B80-FD51-6836-E205AD1BE70A}"/>
              </a:ext>
            </a:extLst>
          </p:cNvPr>
          <p:cNvSpPr txBox="1">
            <a:spLocks/>
          </p:cNvSpPr>
          <p:nvPr/>
        </p:nvSpPr>
        <p:spPr>
          <a:xfrm>
            <a:off x="6093392" y="2419068"/>
            <a:ext cx="1086060" cy="815608"/>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Valores y principios sólidos</a:t>
            </a:r>
            <a:br>
              <a:rPr lang="es-MX" b="0" noProof="0">
                <a:solidFill>
                  <a:schemeClr val="bg1"/>
                </a:solidFill>
                <a:latin typeface="+mn-lt"/>
              </a:rPr>
            </a:br>
            <a:endParaRPr lang="es-MX" noProof="0">
              <a:solidFill>
                <a:schemeClr val="bg1"/>
              </a:solidFill>
              <a:latin typeface="+mn-lt"/>
            </a:endParaRPr>
          </a:p>
        </p:txBody>
      </p:sp>
      <p:sp>
        <p:nvSpPr>
          <p:cNvPr id="55" name="Title 1">
            <a:extLst>
              <a:ext uri="{FF2B5EF4-FFF2-40B4-BE49-F238E27FC236}">
                <a16:creationId xmlns:a16="http://schemas.microsoft.com/office/drawing/2014/main" id="{CAB22D29-7262-339F-D48E-F62437508DC2}"/>
              </a:ext>
            </a:extLst>
          </p:cNvPr>
          <p:cNvSpPr txBox="1">
            <a:spLocks/>
          </p:cNvSpPr>
          <p:nvPr/>
        </p:nvSpPr>
        <p:spPr>
          <a:xfrm>
            <a:off x="3876857" y="4388384"/>
            <a:ext cx="1390277" cy="754053"/>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Cultura de aprendizaje continuo</a:t>
            </a:r>
            <a:br>
              <a:rPr lang="es-MX" sz="1600" b="0" noProof="0">
                <a:solidFill>
                  <a:schemeClr val="bg1"/>
                </a:solidFill>
                <a:latin typeface="+mn-lt"/>
              </a:rPr>
            </a:br>
            <a:endParaRPr lang="es-MX" sz="1600" noProof="0">
              <a:solidFill>
                <a:schemeClr val="bg1"/>
              </a:solidFill>
              <a:latin typeface="+mn-lt"/>
            </a:endParaRPr>
          </a:p>
        </p:txBody>
      </p:sp>
      <p:pic>
        <p:nvPicPr>
          <p:cNvPr id="8" name="Imagen 7" descr="Dibujo de una persona&#10;&#10;El contenido generado por IA puede ser incorrecto.">
            <a:extLst>
              <a:ext uri="{FF2B5EF4-FFF2-40B4-BE49-F238E27FC236}">
                <a16:creationId xmlns:a16="http://schemas.microsoft.com/office/drawing/2014/main" id="{15F1745E-2E0B-B31B-543B-A107F136E124}"/>
              </a:ext>
            </a:extLst>
          </p:cNvPr>
          <p:cNvPicPr>
            <a:picLocks noChangeAspect="1"/>
          </p:cNvPicPr>
          <p:nvPr/>
        </p:nvPicPr>
        <p:blipFill>
          <a:blip r:embed="rId9"/>
          <a:stretch>
            <a:fillRect/>
          </a:stretch>
        </p:blipFill>
        <p:spPr>
          <a:xfrm>
            <a:off x="8661417" y="109943"/>
            <a:ext cx="466952" cy="466952"/>
          </a:xfrm>
          <a:prstGeom prst="rect">
            <a:avLst/>
          </a:prstGeom>
        </p:spPr>
      </p:pic>
      <p:pic>
        <p:nvPicPr>
          <p:cNvPr id="10" name="Gráfico 9" descr="Cinta con relleno sólido">
            <a:extLst>
              <a:ext uri="{FF2B5EF4-FFF2-40B4-BE49-F238E27FC236}">
                <a16:creationId xmlns:a16="http://schemas.microsoft.com/office/drawing/2014/main" id="{B0CCB335-F4C2-57E9-E678-29B1D400E6B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14395" y="3430390"/>
            <a:ext cx="798632" cy="798632"/>
          </a:xfrm>
          <a:prstGeom prst="rect">
            <a:avLst/>
          </a:prstGeom>
        </p:spPr>
      </p:pic>
      <p:sp>
        <p:nvSpPr>
          <p:cNvPr id="11" name="Title 1">
            <a:extLst>
              <a:ext uri="{FF2B5EF4-FFF2-40B4-BE49-F238E27FC236}">
                <a16:creationId xmlns:a16="http://schemas.microsoft.com/office/drawing/2014/main" id="{D5DE1DAB-338F-2A81-9ECC-B34E71D5F29F}"/>
              </a:ext>
            </a:extLst>
          </p:cNvPr>
          <p:cNvSpPr txBox="1">
            <a:spLocks/>
          </p:cNvSpPr>
          <p:nvPr/>
        </p:nvSpPr>
        <p:spPr>
          <a:xfrm>
            <a:off x="919801" y="4006274"/>
            <a:ext cx="1740007" cy="861774"/>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br>
              <a:rPr lang="es-MX" b="0" noProof="0">
                <a:latin typeface="+mn-lt"/>
              </a:rPr>
            </a:br>
            <a:r>
              <a:rPr lang="es-MX" sz="1200" noProof="0">
                <a:solidFill>
                  <a:schemeClr val="bg1"/>
                </a:solidFill>
                <a:latin typeface="+mn-lt"/>
              </a:rPr>
              <a:t>Es “como” lograremos los objetivos organizacionales</a:t>
            </a:r>
            <a:endParaRPr lang="es-MX" noProof="0">
              <a:solidFill>
                <a:schemeClr val="bg1"/>
              </a:solidFill>
              <a:latin typeface="+mn-lt"/>
            </a:endParaRPr>
          </a:p>
        </p:txBody>
      </p:sp>
    </p:spTree>
    <p:extLst>
      <p:ext uri="{BB962C8B-B14F-4D97-AF65-F5344CB8AC3E}">
        <p14:creationId xmlns:p14="http://schemas.microsoft.com/office/powerpoint/2010/main" val="1454609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90CCC-D2AA-A564-31E8-517374410F7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1E6EA3E-DC86-5380-F324-F91FAA6B7DB6}"/>
              </a:ext>
            </a:extLst>
          </p:cNvPr>
          <p:cNvSpPr txBox="1">
            <a:spLocks/>
          </p:cNvSpPr>
          <p:nvPr/>
        </p:nvSpPr>
        <p:spPr>
          <a:xfrm>
            <a:off x="331122" y="396126"/>
            <a:ext cx="8482014"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r>
              <a:rPr lang="es-MX" noProof="0"/>
              <a:t>La academia de la Excelencia</a:t>
            </a:r>
          </a:p>
        </p:txBody>
      </p:sp>
      <p:pic>
        <p:nvPicPr>
          <p:cNvPr id="6" name="Graphic 5" descr="Excellent with solid fill">
            <a:extLst>
              <a:ext uri="{FF2B5EF4-FFF2-40B4-BE49-F238E27FC236}">
                <a16:creationId xmlns:a16="http://schemas.microsoft.com/office/drawing/2014/main" id="{1C3AC2D4-4C45-4CF2-D18A-431B71257A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94169" y="870663"/>
            <a:ext cx="589660" cy="518224"/>
          </a:xfrm>
          <a:prstGeom prst="rect">
            <a:avLst/>
          </a:prstGeom>
        </p:spPr>
      </p:pic>
      <p:graphicFrame>
        <p:nvGraphicFramePr>
          <p:cNvPr id="8" name="Diagram 7">
            <a:extLst>
              <a:ext uri="{FF2B5EF4-FFF2-40B4-BE49-F238E27FC236}">
                <a16:creationId xmlns:a16="http://schemas.microsoft.com/office/drawing/2014/main" id="{AF9A4C26-1A9E-F14B-E8FE-C646729E42E6}"/>
              </a:ext>
            </a:extLst>
          </p:cNvPr>
          <p:cNvGraphicFramePr/>
          <p:nvPr>
            <p:extLst>
              <p:ext uri="{D42A27DB-BD31-4B8C-83A1-F6EECF244321}">
                <p14:modId xmlns:p14="http://schemas.microsoft.com/office/powerpoint/2010/main" val="4031463894"/>
              </p:ext>
            </p:extLst>
          </p:nvPr>
        </p:nvGraphicFramePr>
        <p:xfrm>
          <a:off x="861799" y="1445778"/>
          <a:ext cx="4060894" cy="2739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E5613CD7-F5B6-D2E4-CC98-624F5873B160}"/>
              </a:ext>
            </a:extLst>
          </p:cNvPr>
          <p:cNvSpPr txBox="1"/>
          <p:nvPr/>
        </p:nvSpPr>
        <p:spPr>
          <a:xfrm>
            <a:off x="4723862" y="3721304"/>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a:cs typeface="Calibri"/>
                <a:sym typeface="Verdana" panose="020B0604030504040204" pitchFamily="34" charset="0"/>
              </a:rPr>
              <a:t>Establecer un lenguaje en común, inducción</a:t>
            </a:r>
          </a:p>
        </p:txBody>
      </p:sp>
      <p:sp>
        <p:nvSpPr>
          <p:cNvPr id="17" name="TextBox 16">
            <a:extLst>
              <a:ext uri="{FF2B5EF4-FFF2-40B4-BE49-F238E27FC236}">
                <a16:creationId xmlns:a16="http://schemas.microsoft.com/office/drawing/2014/main" id="{DD561C51-EA34-131B-994F-C78D5161BC91}"/>
              </a:ext>
            </a:extLst>
          </p:cNvPr>
          <p:cNvSpPr txBox="1"/>
          <p:nvPr/>
        </p:nvSpPr>
        <p:spPr>
          <a:xfrm>
            <a:off x="4384883" y="3014244"/>
            <a:ext cx="2977025"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panose="020B0604030504040204" pitchFamily="34" charset="0"/>
                <a:cs typeface="Calibri" panose="020F0502020204030204" pitchFamily="34" charset="0"/>
                <a:sym typeface="Verdana" panose="020B0604030504040204" pitchFamily="34" charset="0"/>
              </a:rPr>
              <a:t>Herramientas Lean básicas: 6s, </a:t>
            </a:r>
            <a:r>
              <a:rPr lang="es-MX" sz="800" b="1" noProof="0">
                <a:solidFill>
                  <a:schemeClr val="accent6"/>
                </a:solidFill>
                <a:ea typeface="Verdana" panose="020B0604030504040204" pitchFamily="34" charset="0"/>
                <a:cs typeface="Calibri" panose="020F0502020204030204" pitchFamily="34" charset="0"/>
                <a:sym typeface="Verdana" panose="020B0604030504040204" pitchFamily="34" charset="0"/>
              </a:rPr>
              <a:t>Resolución de Problemas</a:t>
            </a:r>
            <a:r>
              <a:rPr lang="es-MX" sz="800" noProof="0">
                <a:ea typeface="Verdana" panose="020B0604030504040204" pitchFamily="34" charset="0"/>
                <a:cs typeface="Calibri" panose="020F0502020204030204" pitchFamily="34" charset="0"/>
                <a:sym typeface="Verdana" panose="020B0604030504040204" pitchFamily="34" charset="0"/>
              </a:rPr>
              <a:t> y Gestión Visual, generación de iniciativas (Kaizen), practicante en gestión del cambio</a:t>
            </a:r>
          </a:p>
        </p:txBody>
      </p:sp>
      <p:pic>
        <p:nvPicPr>
          <p:cNvPr id="19" name="Picture 3" descr="A red rectangular sign with white text&#10;&#10;AI-generated content may be incorrect.">
            <a:extLst>
              <a:ext uri="{FF2B5EF4-FFF2-40B4-BE49-F238E27FC236}">
                <a16:creationId xmlns:a16="http://schemas.microsoft.com/office/drawing/2014/main" id="{AD534C05-D399-A23A-AFD5-A5B6CD4EF04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70363" y="1428393"/>
            <a:ext cx="348171" cy="49253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5" descr="A book on a black background&#10;&#10;AI-generated content may be incorrect.">
            <a:extLst>
              <a:ext uri="{FF2B5EF4-FFF2-40B4-BE49-F238E27FC236}">
                <a16:creationId xmlns:a16="http://schemas.microsoft.com/office/drawing/2014/main" id="{F4D45FE3-6099-3764-4778-245D2760B09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096520" y="2116135"/>
            <a:ext cx="352126" cy="5146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7" descr="A red and white sign&#10;&#10;AI-generated content may be incorrect.">
            <a:extLst>
              <a:ext uri="{FF2B5EF4-FFF2-40B4-BE49-F238E27FC236}">
                <a16:creationId xmlns:a16="http://schemas.microsoft.com/office/drawing/2014/main" id="{3B627CA9-FF9A-9B42-0AE0-29D33777DB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13246" y="1392977"/>
            <a:ext cx="344732" cy="51464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8" descr="A close-up of a logo&#10;&#10;AI-generated content may be incorrect.">
            <a:extLst>
              <a:ext uri="{FF2B5EF4-FFF2-40B4-BE49-F238E27FC236}">
                <a16:creationId xmlns:a16="http://schemas.microsoft.com/office/drawing/2014/main" id="{68FA6C49-CFD0-037D-3CDA-FC3B45FA71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05551" y="1434347"/>
            <a:ext cx="311493" cy="47210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7" descr="A book on a black background&#10;&#10;AI-generated content may be incorrect.">
            <a:extLst>
              <a:ext uri="{FF2B5EF4-FFF2-40B4-BE49-F238E27FC236}">
                <a16:creationId xmlns:a16="http://schemas.microsoft.com/office/drawing/2014/main" id="{9376D7E3-4718-CE41-A9B6-49D413E993D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738027" y="1413077"/>
            <a:ext cx="352143" cy="514646"/>
          </a:xfrm>
          <a:prstGeom prst="rect">
            <a:avLst/>
          </a:prstGeom>
          <a:ln>
            <a:noFill/>
          </a:ln>
          <a:effectLst>
            <a:outerShdw blurRad="292100" dist="139700" dir="2700000" algn="tl" rotWithShape="0">
              <a:srgbClr val="333333">
                <a:alpha val="65000"/>
              </a:srgbClr>
            </a:outerShdw>
          </a:effectLst>
        </p:spPr>
      </p:pic>
      <p:pic>
        <p:nvPicPr>
          <p:cNvPr id="29" name="Picture 3" descr="A white book with red text&#10;&#10;AI-generated content may be incorrect.">
            <a:extLst>
              <a:ext uri="{FF2B5EF4-FFF2-40B4-BE49-F238E27FC236}">
                <a16:creationId xmlns:a16="http://schemas.microsoft.com/office/drawing/2014/main" id="{F356FC82-5166-535A-90B3-7FAD0CC61D6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24238" y="3449142"/>
            <a:ext cx="380772"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31" name="Picture 2" descr="A red and black sign&#10;&#10;AI-generated content may be incorrect.">
            <a:extLst>
              <a:ext uri="{FF2B5EF4-FFF2-40B4-BE49-F238E27FC236}">
                <a16:creationId xmlns:a16="http://schemas.microsoft.com/office/drawing/2014/main" id="{1E73023B-73B9-C4B6-576B-C6BBFCB4F3A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81439" y="2752063"/>
            <a:ext cx="396516"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3" name="Picture 11" descr="A green and white book cover&#10;&#10;AI-generated content may be incorrect.">
            <a:extLst>
              <a:ext uri="{FF2B5EF4-FFF2-40B4-BE49-F238E27FC236}">
                <a16:creationId xmlns:a16="http://schemas.microsoft.com/office/drawing/2014/main" id="{1DADBF1E-AB23-7F1A-8CDB-5CB47679855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434531" y="2761070"/>
            <a:ext cx="361555" cy="5546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3" descr="A yellow and grey book cover&#10;&#10;AI-generated content may be incorrect.">
            <a:extLst>
              <a:ext uri="{FF2B5EF4-FFF2-40B4-BE49-F238E27FC236}">
                <a16:creationId xmlns:a16="http://schemas.microsoft.com/office/drawing/2014/main" id="{B68F2687-7879-F48A-22E9-0AFCF42F7CA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22842" y="2116135"/>
            <a:ext cx="327622" cy="4925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13" descr="A white sign with red text&#10;&#10;AI-generated content may be incorrect.">
            <a:extLst>
              <a:ext uri="{FF2B5EF4-FFF2-40B4-BE49-F238E27FC236}">
                <a16:creationId xmlns:a16="http://schemas.microsoft.com/office/drawing/2014/main" id="{811D9BC4-0513-12DF-C7C8-CA6713DADBD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95118" y="2122303"/>
            <a:ext cx="341670" cy="48644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2" descr="A book on a black background&#10;&#10;AI-generated content may be incorrect.">
            <a:extLst>
              <a:ext uri="{FF2B5EF4-FFF2-40B4-BE49-F238E27FC236}">
                <a16:creationId xmlns:a16="http://schemas.microsoft.com/office/drawing/2014/main" id="{62E06AD8-8B40-7923-7520-FE9610C1EE9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51570" y="2752072"/>
            <a:ext cx="376990" cy="5636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41" name="Picture 40" descr="A book cover of a person and person&#10;&#10;AI-generated content may be incorrect.">
            <a:extLst>
              <a:ext uri="{FF2B5EF4-FFF2-40B4-BE49-F238E27FC236}">
                <a16:creationId xmlns:a16="http://schemas.microsoft.com/office/drawing/2014/main" id="{C07D0E2C-FFED-77A9-EDBD-3DF0D2F17298}"/>
              </a:ext>
            </a:extLst>
          </p:cNvPr>
          <p:cNvPicPr>
            <a:picLocks noChangeAspect="1"/>
          </p:cNvPicPr>
          <p:nvPr/>
        </p:nvPicPr>
        <p:blipFill>
          <a:blip r:embed="rId19"/>
          <a:stretch>
            <a:fillRect/>
          </a:stretch>
        </p:blipFill>
        <p:spPr>
          <a:xfrm>
            <a:off x="8750578" y="2752063"/>
            <a:ext cx="358170" cy="563665"/>
          </a:xfrm>
          <a:prstGeom prst="rect">
            <a:avLst/>
          </a:prstGeom>
        </p:spPr>
      </p:pic>
      <p:sp>
        <p:nvSpPr>
          <p:cNvPr id="43" name="TextBox 42">
            <a:extLst>
              <a:ext uri="{FF2B5EF4-FFF2-40B4-BE49-F238E27FC236}">
                <a16:creationId xmlns:a16="http://schemas.microsoft.com/office/drawing/2014/main" id="{F431D3BC-49BF-3B88-49FC-6FA9308A3610}"/>
              </a:ext>
            </a:extLst>
          </p:cNvPr>
          <p:cNvSpPr txBox="1"/>
          <p:nvPr/>
        </p:nvSpPr>
        <p:spPr>
          <a:xfrm>
            <a:off x="3789378" y="2398816"/>
            <a:ext cx="3297306" cy="24622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800" noProof="0">
                <a:ea typeface="Verdana"/>
                <a:cs typeface="Calibri"/>
                <a:sym typeface="Verdana" panose="020B0604030504040204" pitchFamily="34" charset="0"/>
              </a:rPr>
              <a:t>Herramientas avanzadas: Mapeo de la cadena de valor (VSM), SMED, Academia de liderazgo, capacitación </a:t>
            </a:r>
            <a:r>
              <a:rPr lang="es-MX" sz="800" noProof="0" err="1">
                <a:ea typeface="Verdana"/>
                <a:cs typeface="Calibri"/>
                <a:sym typeface="Verdana" panose="020B0604030504040204" pitchFamily="34" charset="0"/>
              </a:rPr>
              <a:t>Yellow</a:t>
            </a:r>
            <a:r>
              <a:rPr lang="es-MX" sz="800" noProof="0">
                <a:ea typeface="Verdana"/>
                <a:cs typeface="Calibri"/>
                <a:sym typeface="Verdana" panose="020B0604030504040204" pitchFamily="34" charset="0"/>
              </a:rPr>
              <a:t> </a:t>
            </a:r>
            <a:r>
              <a:rPr lang="es-MX" sz="800" noProof="0" err="1">
                <a:ea typeface="Verdana"/>
                <a:cs typeface="Calibri"/>
                <a:sym typeface="Verdana" panose="020B0604030504040204" pitchFamily="34" charset="0"/>
              </a:rPr>
              <a:t>Belt</a:t>
            </a:r>
            <a:endParaRPr lang="es-MX" sz="800" noProof="0">
              <a:ea typeface="Verdana" panose="020B060403050404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B59F90D2-94BF-A9FB-6C27-B6283512E9C5}"/>
              </a:ext>
            </a:extLst>
          </p:cNvPr>
          <p:cNvSpPr txBox="1"/>
          <p:nvPr/>
        </p:nvSpPr>
        <p:spPr>
          <a:xfrm>
            <a:off x="3308133" y="1709001"/>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800" noProof="0">
                <a:ea typeface="Verdana" panose="020B0604030504040204" pitchFamily="34" charset="0"/>
                <a:cs typeface="Calibri" panose="020F0502020204030204" pitchFamily="34" charset="0"/>
                <a:sym typeface="Verdana" panose="020B0604030504040204" pitchFamily="34" charset="0"/>
              </a:rPr>
              <a:t>Facilitación de entrenamientos, coaching, iniciativas estratégicas</a:t>
            </a:r>
          </a:p>
        </p:txBody>
      </p:sp>
      <p:pic>
        <p:nvPicPr>
          <p:cNvPr id="47" name="Picture 2" descr="Poka-Yoke – Continuously Improving Manufacturing">
            <a:extLst>
              <a:ext uri="{FF2B5EF4-FFF2-40B4-BE49-F238E27FC236}">
                <a16:creationId xmlns:a16="http://schemas.microsoft.com/office/drawing/2014/main" id="{97AB3FEF-80E8-4250-FB12-5D702E3B9013}"/>
              </a:ext>
            </a:extLst>
          </p:cNvPr>
          <p:cNvPicPr>
            <a:picLocks noChangeAspect="1" noChangeArrowheads="1"/>
          </p:cNvPicPr>
          <p:nvPr/>
        </p:nvPicPr>
        <p:blipFill rotWithShape="1">
          <a:blip r:embed="rId20" cstate="screen">
            <a:extLst>
              <a:ext uri="{28A0092B-C50C-407E-A947-70E740481C1C}">
                <a14:useLocalDpi xmlns:a14="http://schemas.microsoft.com/office/drawing/2010/main"/>
              </a:ext>
            </a:extLst>
          </a:blip>
          <a:srcRect/>
          <a:stretch/>
        </p:blipFill>
        <p:spPr bwMode="auto">
          <a:xfrm>
            <a:off x="2041978" y="4217653"/>
            <a:ext cx="632957" cy="44236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Heijunka: The Art of Leveling Production">
            <a:extLst>
              <a:ext uri="{FF2B5EF4-FFF2-40B4-BE49-F238E27FC236}">
                <a16:creationId xmlns:a16="http://schemas.microsoft.com/office/drawing/2014/main" id="{2EF80796-0017-AC42-DC36-9DA7EB51582B}"/>
              </a:ext>
            </a:extLst>
          </p:cNvPr>
          <p:cNvPicPr>
            <a:picLocks noChangeAspect="1" noChangeArrowheads="1"/>
          </p:cNvPicPr>
          <p:nvPr/>
        </p:nvPicPr>
        <p:blipFill rotWithShape="1">
          <a:blip r:embed="rId21" cstate="screen">
            <a:biLevel thresh="75000"/>
            <a:extLst>
              <a:ext uri="{28A0092B-C50C-407E-A947-70E740481C1C}">
                <a14:useLocalDpi xmlns:a14="http://schemas.microsoft.com/office/drawing/2010/main"/>
              </a:ext>
            </a:extLst>
          </a:blip>
          <a:srcRect/>
          <a:stretch/>
        </p:blipFill>
        <p:spPr bwMode="auto">
          <a:xfrm>
            <a:off x="2879221" y="4193550"/>
            <a:ext cx="632957" cy="43401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8" descr="Can “Just in Time” #JIT work in Software Development | by David Shrimpton |  Medium">
            <a:extLst>
              <a:ext uri="{FF2B5EF4-FFF2-40B4-BE49-F238E27FC236}">
                <a16:creationId xmlns:a16="http://schemas.microsoft.com/office/drawing/2014/main" id="{183E4E19-508C-1D4C-6CAF-26F6A69D6ABC}"/>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3716464" y="4207204"/>
            <a:ext cx="654305" cy="490097"/>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Grupo 54">
            <a:extLst>
              <a:ext uri="{FF2B5EF4-FFF2-40B4-BE49-F238E27FC236}">
                <a16:creationId xmlns:a16="http://schemas.microsoft.com/office/drawing/2014/main" id="{ADF7542A-D4D6-4456-E77D-07A3CD92F177}"/>
              </a:ext>
            </a:extLst>
          </p:cNvPr>
          <p:cNvGrpSpPr/>
          <p:nvPr/>
        </p:nvGrpSpPr>
        <p:grpSpPr>
          <a:xfrm>
            <a:off x="1082115" y="4185195"/>
            <a:ext cx="851765" cy="519325"/>
            <a:chOff x="750080" y="8397875"/>
            <a:chExt cx="2047462" cy="1219200"/>
          </a:xfrm>
        </p:grpSpPr>
        <p:pic>
          <p:nvPicPr>
            <p:cNvPr id="53" name="Picture 52" descr="Jidoka: Why Automation Plus Intelligence Equals Best Results | Process  Street | Checklist, Workflow and SOP Software">
              <a:extLst>
                <a:ext uri="{FF2B5EF4-FFF2-40B4-BE49-F238E27FC236}">
                  <a16:creationId xmlns:a16="http://schemas.microsoft.com/office/drawing/2014/main" id="{003D472B-29B2-B1E3-6117-9715DC4A278A}"/>
                </a:ext>
              </a:extLst>
            </p:cNvPr>
            <p:cNvPicPr>
              <a:picLocks noChangeAspect="1" noChangeArrowheads="1"/>
            </p:cNvPicPr>
            <p:nvPr/>
          </p:nvPicPr>
          <p:blipFill rotWithShape="1">
            <a:blip r:embed="rId24" cstate="screen">
              <a:biLevel thresh="25000"/>
              <a:extLst>
                <a:ext uri="{28A0092B-C50C-407E-A947-70E740481C1C}">
                  <a14:useLocalDpi xmlns:a14="http://schemas.microsoft.com/office/drawing/2010/main"/>
                </a:ext>
              </a:extLst>
            </a:blip>
            <a:srcRect/>
            <a:stretch/>
          </p:blipFill>
          <p:spPr bwMode="auto">
            <a:xfrm>
              <a:off x="750080" y="8474075"/>
              <a:ext cx="2047462" cy="1143000"/>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8">
              <a:extLst>
                <a:ext uri="{FF2B5EF4-FFF2-40B4-BE49-F238E27FC236}">
                  <a16:creationId xmlns:a16="http://schemas.microsoft.com/office/drawing/2014/main" id="{6FF1FBF3-F14D-26F9-7374-1ED9C8A15B50}"/>
                </a:ext>
              </a:extLst>
            </p:cNvPr>
            <p:cNvSpPr/>
            <p:nvPr/>
          </p:nvSpPr>
          <p:spPr>
            <a:xfrm>
              <a:off x="1015999" y="8397875"/>
              <a:ext cx="1397392" cy="650300"/>
            </a:xfrm>
            <a:prstGeom prst="rect">
              <a:avLst/>
            </a:prstGeom>
            <a:noFill/>
          </p:spPr>
          <p:txBody>
            <a:bodyPr wrap="none" lIns="91440" tIns="45720" rIns="91440" bIns="45720">
              <a:spAutoFit/>
            </a:bodyPr>
            <a:lstStyle/>
            <a:p>
              <a:pPr algn="ctr"/>
              <a:r>
                <a:rPr lang="es-MX" sz="1200" noProof="0" err="1">
                  <a:ln w="0">
                    <a:noFill/>
                  </a:ln>
                  <a:solidFill>
                    <a:schemeClr val="tx1"/>
                  </a:solidFill>
                  <a:latin typeface="+mn-lt"/>
                </a:rPr>
                <a:t>Jidoka</a:t>
              </a:r>
              <a:endParaRPr lang="es-MX" sz="1200" b="0" cap="none" spc="0" noProof="0">
                <a:ln w="0">
                  <a:noFill/>
                </a:ln>
                <a:solidFill>
                  <a:schemeClr val="tx1"/>
                </a:solidFill>
                <a:latin typeface="+mn-lt"/>
              </a:endParaRPr>
            </a:p>
          </p:txBody>
        </p:sp>
      </p:grpSp>
      <p:cxnSp>
        <p:nvCxnSpPr>
          <p:cNvPr id="56" name="Straight Arrow Connector 55">
            <a:extLst>
              <a:ext uri="{FF2B5EF4-FFF2-40B4-BE49-F238E27FC236}">
                <a16:creationId xmlns:a16="http://schemas.microsoft.com/office/drawing/2014/main" id="{8B7D26DA-38E3-02AD-D502-02B84396A64C}"/>
              </a:ext>
            </a:extLst>
          </p:cNvPr>
          <p:cNvCxnSpPr/>
          <p:nvPr/>
        </p:nvCxnSpPr>
        <p:spPr>
          <a:xfrm>
            <a:off x="432522" y="3251055"/>
            <a:ext cx="1005320" cy="5197"/>
          </a:xfrm>
          <a:prstGeom prst="straightConnector1">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86D81630-C406-4370-95D8-F702037D0A6C}"/>
              </a:ext>
            </a:extLst>
          </p:cNvPr>
          <p:cNvCxnSpPr>
            <a:cxnSpLocks/>
          </p:cNvCxnSpPr>
          <p:nvPr/>
        </p:nvCxnSpPr>
        <p:spPr>
          <a:xfrm flipV="1">
            <a:off x="588385" y="2567853"/>
            <a:ext cx="1349517" cy="7792"/>
          </a:xfrm>
          <a:prstGeom prst="straightConnector1">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B93B4B9-99AB-516E-71E6-BE6445F996A1}"/>
              </a:ext>
            </a:extLst>
          </p:cNvPr>
          <p:cNvSpPr txBox="1"/>
          <p:nvPr/>
        </p:nvSpPr>
        <p:spPr>
          <a:xfrm>
            <a:off x="584488" y="2147126"/>
            <a:ext cx="1554739"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200" noProof="0">
                <a:solidFill>
                  <a:schemeClr val="tx1"/>
                </a:solidFill>
                <a:cs typeface="Arial"/>
              </a:rPr>
              <a:t>Roles </a:t>
            </a:r>
          </a:p>
          <a:p>
            <a:r>
              <a:rPr lang="es-MX" sz="1200" noProof="0">
                <a:solidFill>
                  <a:schemeClr val="tx1"/>
                </a:solidFill>
                <a:cs typeface="Arial"/>
              </a:rPr>
              <a:t>Gerenciales</a:t>
            </a:r>
          </a:p>
        </p:txBody>
      </p:sp>
      <p:sp>
        <p:nvSpPr>
          <p:cNvPr id="59" name="TextBox 58">
            <a:extLst>
              <a:ext uri="{FF2B5EF4-FFF2-40B4-BE49-F238E27FC236}">
                <a16:creationId xmlns:a16="http://schemas.microsoft.com/office/drawing/2014/main" id="{655D0BF6-AC96-6284-6934-BABDF3C6CDE6}"/>
              </a:ext>
            </a:extLst>
          </p:cNvPr>
          <p:cNvSpPr txBox="1"/>
          <p:nvPr/>
        </p:nvSpPr>
        <p:spPr>
          <a:xfrm>
            <a:off x="487072" y="2804887"/>
            <a:ext cx="1554739"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200" noProof="0">
                <a:solidFill>
                  <a:schemeClr val="tx1"/>
                </a:solidFill>
                <a:cs typeface="Arial"/>
              </a:rPr>
              <a:t>Roles de Supervisión</a:t>
            </a:r>
          </a:p>
        </p:txBody>
      </p:sp>
      <p:sp>
        <p:nvSpPr>
          <p:cNvPr id="60" name="TextBox 59">
            <a:extLst>
              <a:ext uri="{FF2B5EF4-FFF2-40B4-BE49-F238E27FC236}">
                <a16:creationId xmlns:a16="http://schemas.microsoft.com/office/drawing/2014/main" id="{C9B9508D-8945-2F55-95D9-468921124A2C}"/>
              </a:ext>
            </a:extLst>
          </p:cNvPr>
          <p:cNvSpPr txBox="1"/>
          <p:nvPr/>
        </p:nvSpPr>
        <p:spPr>
          <a:xfrm>
            <a:off x="218207" y="3311794"/>
            <a:ext cx="1029345"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s-MX" sz="1100" noProof="0">
                <a:solidFill>
                  <a:schemeClr val="tx1"/>
                </a:solidFill>
                <a:cs typeface="Arial"/>
              </a:rPr>
              <a:t>100% </a:t>
            </a:r>
            <a:endParaRPr lang="es-MX" sz="1200" noProof="0">
              <a:solidFill>
                <a:schemeClr val="tx1"/>
              </a:solidFill>
              <a:cs typeface="Arial"/>
            </a:endParaRPr>
          </a:p>
          <a:p>
            <a:r>
              <a:rPr lang="es-MX" sz="1100" noProof="0">
                <a:solidFill>
                  <a:schemeClr val="tx1"/>
                </a:solidFill>
                <a:cs typeface="Arial"/>
              </a:rPr>
              <a:t>De la población</a:t>
            </a:r>
            <a:endParaRPr lang="es-MX" sz="1200" noProof="0">
              <a:solidFill>
                <a:schemeClr val="tx1"/>
              </a:solidFill>
              <a:cs typeface="Arial"/>
            </a:endParaRPr>
          </a:p>
        </p:txBody>
      </p:sp>
      <p:cxnSp>
        <p:nvCxnSpPr>
          <p:cNvPr id="38915" name="Straight Arrow Connector 38914">
            <a:extLst>
              <a:ext uri="{FF2B5EF4-FFF2-40B4-BE49-F238E27FC236}">
                <a16:creationId xmlns:a16="http://schemas.microsoft.com/office/drawing/2014/main" id="{DD10C70B-1D0B-9476-D2A8-96BB1E1ED9B3}"/>
              </a:ext>
            </a:extLst>
          </p:cNvPr>
          <p:cNvCxnSpPr>
            <a:cxnSpLocks/>
          </p:cNvCxnSpPr>
          <p:nvPr/>
        </p:nvCxnSpPr>
        <p:spPr>
          <a:xfrm flipV="1">
            <a:off x="218208" y="3905685"/>
            <a:ext cx="784513" cy="1297"/>
          </a:xfrm>
          <a:prstGeom prst="straightConnector1">
            <a:avLst/>
          </a:prstGeom>
          <a:ln w="9525" cap="rnd" cmpd="sng" algn="ctr">
            <a:solidFill>
              <a:schemeClr val="tx1">
                <a:lumMod val="95000"/>
                <a:lumOff val="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927" name="TextBox 38926">
            <a:extLst>
              <a:ext uri="{FF2B5EF4-FFF2-40B4-BE49-F238E27FC236}">
                <a16:creationId xmlns:a16="http://schemas.microsoft.com/office/drawing/2014/main" id="{B842C5B1-BFD6-8B7A-AA1D-963799F777D5}"/>
              </a:ext>
            </a:extLst>
          </p:cNvPr>
          <p:cNvSpPr txBox="1"/>
          <p:nvPr/>
        </p:nvSpPr>
        <p:spPr>
          <a:xfrm>
            <a:off x="5061567" y="4701946"/>
            <a:ext cx="2977025"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800" b="1" noProof="0">
                <a:ea typeface="Verdana"/>
                <a:cs typeface="Calibri"/>
              </a:rPr>
              <a:t>*Integración pendiente con </a:t>
            </a:r>
            <a:r>
              <a:rPr lang="es-MX" sz="800" b="1" noProof="0" err="1">
                <a:ea typeface="Verdana"/>
                <a:cs typeface="Calibri"/>
              </a:rPr>
              <a:t>Cornerstone</a:t>
            </a:r>
            <a:endParaRPr lang="es-MX" b="1" noProof="0"/>
          </a:p>
        </p:txBody>
      </p:sp>
    </p:spTree>
    <p:extLst>
      <p:ext uri="{BB962C8B-B14F-4D97-AF65-F5344CB8AC3E}">
        <p14:creationId xmlns:p14="http://schemas.microsoft.com/office/powerpoint/2010/main" val="3821513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03FB2-127B-07FF-F69A-A4C2C5DFE5D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A378CD5-EF1D-F6B3-53F8-9EE305E1CC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A378CD5-EF1D-F6B3-53F8-9EE305E1CC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D90E993-44CF-C865-BE2D-ED45A57044E3}"/>
              </a:ext>
            </a:extLst>
          </p:cNvPr>
          <p:cNvSpPr>
            <a:spLocks noGrp="1"/>
          </p:cNvSpPr>
          <p:nvPr>
            <p:ph type="title"/>
          </p:nvPr>
        </p:nvSpPr>
        <p:spPr>
          <a:xfrm>
            <a:off x="330988" y="109943"/>
            <a:ext cx="8482014" cy="446276"/>
          </a:xfrm>
        </p:spPr>
        <p:txBody>
          <a:bodyPr vert="horz"/>
          <a:lstStyle/>
          <a:p>
            <a:pPr algn="ctr">
              <a:lnSpc>
                <a:spcPct val="100000"/>
              </a:lnSpc>
            </a:pPr>
            <a:r>
              <a:rPr lang="es-MX" sz="1800" noProof="0">
                <a:latin typeface="+mn-lt"/>
              </a:rPr>
              <a:t>Matriz de habilidades</a:t>
            </a:r>
            <a:br>
              <a:rPr lang="es-MX" b="0" noProof="0">
                <a:latin typeface="+mn-lt"/>
              </a:rPr>
            </a:br>
            <a:r>
              <a:rPr lang="es-MX" sz="1100" noProof="0">
                <a:solidFill>
                  <a:schemeClr val="accent6"/>
                </a:solidFill>
                <a:latin typeface="+mn-lt"/>
              </a:rPr>
              <a:t>Desarrollando las capacidades correctas para la gente correcta</a:t>
            </a:r>
            <a:endParaRPr lang="es-MX" noProof="0">
              <a:solidFill>
                <a:schemeClr val="accent6"/>
              </a:solidFill>
              <a:latin typeface="+mn-lt"/>
            </a:endParaRPr>
          </a:p>
        </p:txBody>
      </p:sp>
      <p:sp>
        <p:nvSpPr>
          <p:cNvPr id="55" name="Title 1">
            <a:extLst>
              <a:ext uri="{FF2B5EF4-FFF2-40B4-BE49-F238E27FC236}">
                <a16:creationId xmlns:a16="http://schemas.microsoft.com/office/drawing/2014/main" id="{D42B24C5-CF83-1D78-9940-698E62CB13B0}"/>
              </a:ext>
            </a:extLst>
          </p:cNvPr>
          <p:cNvSpPr txBox="1">
            <a:spLocks/>
          </p:cNvSpPr>
          <p:nvPr/>
        </p:nvSpPr>
        <p:spPr>
          <a:xfrm>
            <a:off x="3876857" y="4388384"/>
            <a:ext cx="1390277" cy="754053"/>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lnSpc>
                <a:spcPct val="100000"/>
              </a:lnSpc>
            </a:pPr>
            <a:r>
              <a:rPr lang="es-MX" sz="1100" noProof="0">
                <a:solidFill>
                  <a:schemeClr val="bg1"/>
                </a:solidFill>
                <a:latin typeface="+mn-lt"/>
              </a:rPr>
              <a:t>Cultura de aprendizaje continuo</a:t>
            </a:r>
            <a:br>
              <a:rPr lang="es-MX" sz="1600" b="0" noProof="0">
                <a:solidFill>
                  <a:schemeClr val="bg1"/>
                </a:solidFill>
                <a:latin typeface="+mn-lt"/>
              </a:rPr>
            </a:br>
            <a:endParaRPr lang="es-MX" sz="1600" noProof="0">
              <a:solidFill>
                <a:schemeClr val="bg1"/>
              </a:solidFill>
              <a:latin typeface="+mn-lt"/>
            </a:endParaRPr>
          </a:p>
        </p:txBody>
      </p:sp>
      <p:pic>
        <p:nvPicPr>
          <p:cNvPr id="8" name="Imagen 7" descr="Dibujo de una persona&#10;&#10;El contenido generado por IA puede ser incorrecto.">
            <a:extLst>
              <a:ext uri="{FF2B5EF4-FFF2-40B4-BE49-F238E27FC236}">
                <a16:creationId xmlns:a16="http://schemas.microsoft.com/office/drawing/2014/main" id="{CC0909D0-CF77-39BC-24BC-6841F916FA5D}"/>
              </a:ext>
            </a:extLst>
          </p:cNvPr>
          <p:cNvPicPr>
            <a:picLocks noChangeAspect="1"/>
          </p:cNvPicPr>
          <p:nvPr/>
        </p:nvPicPr>
        <p:blipFill>
          <a:blip r:embed="rId5"/>
          <a:stretch>
            <a:fillRect/>
          </a:stretch>
        </p:blipFill>
        <p:spPr>
          <a:xfrm>
            <a:off x="8661417" y="109943"/>
            <a:ext cx="466952" cy="466952"/>
          </a:xfrm>
          <a:prstGeom prst="rect">
            <a:avLst/>
          </a:prstGeom>
        </p:spPr>
      </p:pic>
      <p:graphicFrame>
        <p:nvGraphicFramePr>
          <p:cNvPr id="20" name="Tabla 19">
            <a:extLst>
              <a:ext uri="{FF2B5EF4-FFF2-40B4-BE49-F238E27FC236}">
                <a16:creationId xmlns:a16="http://schemas.microsoft.com/office/drawing/2014/main" id="{D771A832-3438-F42D-D22F-732C68155BA1}"/>
              </a:ext>
            </a:extLst>
          </p:cNvPr>
          <p:cNvGraphicFramePr>
            <a:graphicFrameLocks noGrp="1"/>
          </p:cNvGraphicFramePr>
          <p:nvPr>
            <p:extLst>
              <p:ext uri="{D42A27DB-BD31-4B8C-83A1-F6EECF244321}">
                <p14:modId xmlns:p14="http://schemas.microsoft.com/office/powerpoint/2010/main" val="2431303510"/>
              </p:ext>
            </p:extLst>
          </p:nvPr>
        </p:nvGraphicFramePr>
        <p:xfrm>
          <a:off x="497024" y="676704"/>
          <a:ext cx="8149942" cy="3966423"/>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89667">
                  <a:extLst>
                    <a:ext uri="{9D8B030D-6E8A-4147-A177-3AD203B41FA5}">
                      <a16:colId xmlns:a16="http://schemas.microsoft.com/office/drawing/2014/main" val="1776021300"/>
                    </a:ext>
                  </a:extLst>
                </a:gridCol>
                <a:gridCol w="2614299">
                  <a:extLst>
                    <a:ext uri="{9D8B030D-6E8A-4147-A177-3AD203B41FA5}">
                      <a16:colId xmlns:a16="http://schemas.microsoft.com/office/drawing/2014/main" val="1126619699"/>
                    </a:ext>
                  </a:extLst>
                </a:gridCol>
                <a:gridCol w="1929285">
                  <a:extLst>
                    <a:ext uri="{9D8B030D-6E8A-4147-A177-3AD203B41FA5}">
                      <a16:colId xmlns:a16="http://schemas.microsoft.com/office/drawing/2014/main" val="910969202"/>
                    </a:ext>
                  </a:extLst>
                </a:gridCol>
                <a:gridCol w="1586703">
                  <a:extLst>
                    <a:ext uri="{9D8B030D-6E8A-4147-A177-3AD203B41FA5}">
                      <a16:colId xmlns:a16="http://schemas.microsoft.com/office/drawing/2014/main" val="4000142083"/>
                    </a:ext>
                  </a:extLst>
                </a:gridCol>
                <a:gridCol w="1629988">
                  <a:extLst>
                    <a:ext uri="{9D8B030D-6E8A-4147-A177-3AD203B41FA5}">
                      <a16:colId xmlns:a16="http://schemas.microsoft.com/office/drawing/2014/main" val="2318292734"/>
                    </a:ext>
                  </a:extLst>
                </a:gridCol>
              </a:tblGrid>
              <a:tr h="390021">
                <a:tc>
                  <a:txBody>
                    <a:bodyPr/>
                    <a:lstStyle/>
                    <a:p>
                      <a:endParaRPr lang="es-MX" noProof="0"/>
                    </a:p>
                  </a:txBody>
                  <a:tcPr>
                    <a:solidFill>
                      <a:schemeClr val="accent5"/>
                    </a:solidFill>
                  </a:tcPr>
                </a:tc>
                <a:tc>
                  <a:txBody>
                    <a:bodyPr/>
                    <a:lstStyle/>
                    <a:p>
                      <a:pPr algn="ctr"/>
                      <a:r>
                        <a:rPr lang="es-MX" sz="1050" noProof="0"/>
                        <a:t>Categoría de Habilidad</a:t>
                      </a:r>
                    </a:p>
                  </a:txBody>
                  <a:tcPr>
                    <a:solidFill>
                      <a:schemeClr val="accent5"/>
                    </a:solidFill>
                  </a:tcPr>
                </a:tc>
                <a:tc>
                  <a:txBody>
                    <a:bodyPr/>
                    <a:lstStyle/>
                    <a:p>
                      <a:pPr algn="ctr"/>
                      <a:r>
                        <a:rPr lang="es-MX" sz="1050" noProof="0"/>
                        <a:t>100% de la población</a:t>
                      </a:r>
                    </a:p>
                  </a:txBody>
                  <a:tcPr>
                    <a:solidFill>
                      <a:schemeClr val="accent5"/>
                    </a:solidFill>
                  </a:tcPr>
                </a:tc>
                <a:tc>
                  <a:txBody>
                    <a:bodyPr/>
                    <a:lstStyle/>
                    <a:p>
                      <a:pPr algn="ctr"/>
                      <a:r>
                        <a:rPr lang="es-MX" sz="1050" noProof="0"/>
                        <a:t>Roles de Supervisión</a:t>
                      </a:r>
                    </a:p>
                  </a:txBody>
                  <a:tcPr>
                    <a:solidFill>
                      <a:schemeClr val="accent5"/>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s-MX" sz="1050" noProof="0"/>
                        <a:t>Roles gerenciales</a:t>
                      </a:r>
                    </a:p>
                    <a:p>
                      <a:pPr algn="ctr"/>
                      <a:endParaRPr lang="es-MX" sz="1400" noProof="0"/>
                    </a:p>
                  </a:txBody>
                  <a:tcPr>
                    <a:solidFill>
                      <a:schemeClr val="accent5"/>
                    </a:solidFill>
                  </a:tcPr>
                </a:tc>
                <a:extLst>
                  <a:ext uri="{0D108BD9-81ED-4DB2-BD59-A6C34878D82A}">
                    <a16:rowId xmlns:a16="http://schemas.microsoft.com/office/drawing/2014/main" val="478458978"/>
                  </a:ext>
                </a:extLst>
              </a:tr>
              <a:tr h="306445">
                <a:tc>
                  <a:txBody>
                    <a:bodyPr/>
                    <a:lstStyle/>
                    <a:p>
                      <a:endParaRPr lang="es-MX" noProof="0"/>
                    </a:p>
                  </a:txBody>
                  <a:tcPr>
                    <a:solidFill>
                      <a:schemeClr val="accent4">
                        <a:lumMod val="75000"/>
                      </a:schemeClr>
                    </a:solidFill>
                  </a:tcPr>
                </a:tc>
                <a:tc>
                  <a:txBody>
                    <a:bodyPr/>
                    <a:lstStyle/>
                    <a:p>
                      <a:pPr algn="ctr"/>
                      <a:r>
                        <a:rPr lang="es-MX" sz="1000" b="1" noProof="0"/>
                        <a:t>Fundamentos Lean</a:t>
                      </a:r>
                    </a:p>
                  </a:txBody>
                  <a:tcPr anchor="ctr"/>
                </a:tc>
                <a:tc>
                  <a:txBody>
                    <a:bodyPr/>
                    <a:lstStyle/>
                    <a:p>
                      <a:pPr algn="ctr"/>
                      <a:r>
                        <a:rPr lang="es-MX" sz="800" noProof="0"/>
                        <a:t>Conocimiento de los principios y bases del programa</a:t>
                      </a:r>
                    </a:p>
                  </a:txBody>
                  <a:tcPr anchor="ctr"/>
                </a:tc>
                <a:tc>
                  <a:txBody>
                    <a:bodyPr/>
                    <a:lstStyle/>
                    <a:p>
                      <a:pPr algn="ctr"/>
                      <a:r>
                        <a:rPr lang="es-MX" sz="800" noProof="0"/>
                        <a:t>Aplicación de los principios y bases del programa</a:t>
                      </a:r>
                    </a:p>
                  </a:txBody>
                  <a:tcPr anchor="ctr"/>
                </a:tc>
                <a:tc>
                  <a:txBody>
                    <a:bodyPr/>
                    <a:lstStyle/>
                    <a:p>
                      <a:pPr algn="ctr"/>
                      <a:r>
                        <a:rPr lang="es-MX" sz="800" noProof="0"/>
                        <a:t>Promoción y aseguramiento de la cultura Lean</a:t>
                      </a:r>
                    </a:p>
                  </a:txBody>
                  <a:tcPr anchor="ctr"/>
                </a:tc>
                <a:extLst>
                  <a:ext uri="{0D108BD9-81ED-4DB2-BD59-A6C34878D82A}">
                    <a16:rowId xmlns:a16="http://schemas.microsoft.com/office/drawing/2014/main" val="1094140056"/>
                  </a:ext>
                </a:extLst>
              </a:tr>
              <a:tr h="417880">
                <a:tc>
                  <a:txBody>
                    <a:bodyPr/>
                    <a:lstStyle/>
                    <a:p>
                      <a:endParaRPr lang="es-MX" noProof="0"/>
                    </a:p>
                  </a:txBody>
                  <a:tcPr>
                    <a:solidFill>
                      <a:schemeClr val="accent4">
                        <a:lumMod val="75000"/>
                      </a:schemeClr>
                    </a:solidFill>
                  </a:tcPr>
                </a:tc>
                <a:tc>
                  <a:txBody>
                    <a:bodyPr/>
                    <a:lstStyle/>
                    <a:p>
                      <a:pPr algn="ctr"/>
                      <a:r>
                        <a:rPr lang="es-MX" sz="1000" b="1" noProof="0"/>
                        <a:t>Gestión visual y 6S</a:t>
                      </a:r>
                    </a:p>
                  </a:txBody>
                  <a:tcPr anchor="ctr"/>
                </a:tc>
                <a:tc>
                  <a:txBody>
                    <a:bodyPr/>
                    <a:lstStyle/>
                    <a:p>
                      <a:pPr algn="ctr"/>
                      <a:r>
                        <a:rPr lang="es-MX" sz="800" noProof="0"/>
                        <a:t>Conocimiento y aplicación</a:t>
                      </a:r>
                    </a:p>
                  </a:txBody>
                  <a:tcPr anchor="ctr"/>
                </a:tc>
                <a:tc>
                  <a:txBody>
                    <a:bodyPr/>
                    <a:lstStyle/>
                    <a:p>
                      <a:pPr algn="ctr"/>
                      <a:r>
                        <a:rPr lang="es-MX" sz="800" noProof="0"/>
                        <a:t>Seguimiento de la implementación, facilita entrenamientos</a:t>
                      </a:r>
                    </a:p>
                  </a:txBody>
                  <a:tcPr anchor="ctr"/>
                </a:tc>
                <a:tc>
                  <a:txBody>
                    <a:bodyPr/>
                    <a:lstStyle/>
                    <a:p>
                      <a:pPr algn="ctr"/>
                      <a:r>
                        <a:rPr lang="es-MX" sz="800" noProof="0"/>
                        <a:t>Seguimiento de resultados y facilita los recursos</a:t>
                      </a:r>
                    </a:p>
                  </a:txBody>
                  <a:tcPr anchor="ctr"/>
                </a:tc>
                <a:extLst>
                  <a:ext uri="{0D108BD9-81ED-4DB2-BD59-A6C34878D82A}">
                    <a16:rowId xmlns:a16="http://schemas.microsoft.com/office/drawing/2014/main" val="694144029"/>
                  </a:ext>
                </a:extLst>
              </a:tr>
              <a:tr h="306445">
                <a:tc>
                  <a:txBody>
                    <a:bodyPr/>
                    <a:lstStyle/>
                    <a:p>
                      <a:endParaRPr lang="es-MX" noProof="0"/>
                    </a:p>
                  </a:txBody>
                  <a:tcPr>
                    <a:solidFill>
                      <a:schemeClr val="accent4">
                        <a:lumMod val="75000"/>
                      </a:schemeClr>
                    </a:solidFill>
                  </a:tcPr>
                </a:tc>
                <a:tc>
                  <a:txBody>
                    <a:bodyPr/>
                    <a:lstStyle/>
                    <a:p>
                      <a:pPr algn="ctr"/>
                      <a:r>
                        <a:rPr lang="es-MX" sz="1000" b="1" noProof="0"/>
                        <a:t>Resolución de Problemas (PORT™)</a:t>
                      </a:r>
                    </a:p>
                  </a:txBody>
                  <a:tcPr anchor="ctr"/>
                </a:tc>
                <a:tc>
                  <a:txBody>
                    <a:bodyPr/>
                    <a:lstStyle/>
                    <a:p>
                      <a:pPr algn="ctr"/>
                      <a:r>
                        <a:rPr lang="es-MX" sz="800" noProof="0"/>
                        <a:t>Participación en las sesiones de resolución de problemas</a:t>
                      </a:r>
                    </a:p>
                  </a:txBody>
                  <a:tcPr anchor="ctr"/>
                </a:tc>
                <a:tc>
                  <a:txBody>
                    <a:bodyPr/>
                    <a:lstStyle/>
                    <a:p>
                      <a:pPr algn="ctr"/>
                      <a:r>
                        <a:rPr lang="es-MX" sz="800" noProof="0"/>
                        <a:t>Lideran las sesiones, facilita entrenamientos</a:t>
                      </a:r>
                    </a:p>
                  </a:txBody>
                  <a:tcPr anchor="ctr"/>
                </a:tc>
                <a:tc>
                  <a:txBody>
                    <a:bodyPr/>
                    <a:lstStyle/>
                    <a:p>
                      <a:pPr algn="ctr"/>
                      <a:r>
                        <a:rPr lang="es-MX" sz="800" noProof="0"/>
                        <a:t>Valida las acciones que corrigen la causa raíz</a:t>
                      </a:r>
                    </a:p>
                  </a:txBody>
                  <a:tcPr anchor="ctr"/>
                </a:tc>
                <a:extLst>
                  <a:ext uri="{0D108BD9-81ED-4DB2-BD59-A6C34878D82A}">
                    <a16:rowId xmlns:a16="http://schemas.microsoft.com/office/drawing/2014/main" val="828721615"/>
                  </a:ext>
                </a:extLst>
              </a:tr>
              <a:tr h="306445">
                <a:tc>
                  <a:txBody>
                    <a:bodyPr/>
                    <a:lstStyle/>
                    <a:p>
                      <a:endParaRPr lang="es-MX" noProof="0"/>
                    </a:p>
                  </a:txBody>
                  <a:tcPr>
                    <a:solidFill>
                      <a:schemeClr val="accent4">
                        <a:lumMod val="75000"/>
                      </a:schemeClr>
                    </a:solidFill>
                  </a:tcPr>
                </a:tc>
                <a:tc>
                  <a:txBody>
                    <a:bodyPr/>
                    <a:lstStyle/>
                    <a:p>
                      <a:pPr algn="ctr"/>
                      <a:r>
                        <a:rPr lang="es-MX" sz="1000" b="1" noProof="0" err="1"/>
                        <a:t>Yellow</a:t>
                      </a:r>
                      <a:r>
                        <a:rPr lang="es-MX" sz="1000" b="1" noProof="0"/>
                        <a:t> </a:t>
                      </a:r>
                      <a:r>
                        <a:rPr lang="es-MX" sz="1000" b="1" noProof="0" err="1"/>
                        <a:t>Belt</a:t>
                      </a:r>
                      <a:r>
                        <a:rPr lang="es-MX" sz="1000" b="1" noProof="0"/>
                        <a:t> (</a:t>
                      </a:r>
                      <a:r>
                        <a:rPr lang="es-MX" sz="1000" b="1" noProof="0" err="1"/>
                        <a:t>Problem</a:t>
                      </a:r>
                      <a:r>
                        <a:rPr lang="es-MX" sz="1000" b="1" noProof="0"/>
                        <a:t> </a:t>
                      </a:r>
                      <a:r>
                        <a:rPr lang="es-MX" sz="1000" b="1" noProof="0" err="1"/>
                        <a:t>Solving</a:t>
                      </a:r>
                      <a:r>
                        <a:rPr lang="es-MX" sz="1000" b="1" noProof="0"/>
                        <a:t> 2.0)</a:t>
                      </a:r>
                    </a:p>
                  </a:txBody>
                  <a:tcPr anchor="ctr"/>
                </a:tc>
                <a:tc>
                  <a:txBody>
                    <a:bodyPr/>
                    <a:lstStyle/>
                    <a:p>
                      <a:pPr algn="ctr"/>
                      <a:r>
                        <a:rPr lang="es-MX" sz="800" noProof="0"/>
                        <a:t>N/A</a:t>
                      </a:r>
                    </a:p>
                  </a:txBody>
                  <a:tcPr anchor="ctr"/>
                </a:tc>
                <a:tc>
                  <a:txBody>
                    <a:bodyPr/>
                    <a:lstStyle/>
                    <a:p>
                      <a:pPr algn="ctr"/>
                      <a:r>
                        <a:rPr lang="es-MX" sz="800" noProof="0"/>
                        <a:t>Aplicación de DMAIC en proyectos estratégicos</a:t>
                      </a:r>
                    </a:p>
                  </a:txBody>
                  <a:tcPr anchor="ctr"/>
                </a:tc>
                <a:tc>
                  <a:txBody>
                    <a:bodyPr/>
                    <a:lstStyle/>
                    <a:p>
                      <a:pPr algn="ctr"/>
                      <a:r>
                        <a:rPr lang="es-MX" sz="800" noProof="0"/>
                        <a:t>Da seguimiento a los proyectos y facilita recursos</a:t>
                      </a:r>
                    </a:p>
                  </a:txBody>
                  <a:tcPr anchor="ctr"/>
                </a:tc>
                <a:extLst>
                  <a:ext uri="{0D108BD9-81ED-4DB2-BD59-A6C34878D82A}">
                    <a16:rowId xmlns:a16="http://schemas.microsoft.com/office/drawing/2014/main" val="3668055656"/>
                  </a:ext>
                </a:extLst>
              </a:tr>
              <a:tr h="306445">
                <a:tc>
                  <a:txBody>
                    <a:bodyPr/>
                    <a:lstStyle/>
                    <a:p>
                      <a:endParaRPr lang="es-MX" noProof="0"/>
                    </a:p>
                  </a:txBody>
                  <a:tcPr>
                    <a:solidFill>
                      <a:schemeClr val="accent4">
                        <a:lumMod val="75000"/>
                      </a:schemeClr>
                    </a:solidFill>
                  </a:tcPr>
                </a:tc>
                <a:tc>
                  <a:txBody>
                    <a:bodyPr/>
                    <a:lstStyle/>
                    <a:p>
                      <a:pPr algn="ctr"/>
                      <a:r>
                        <a:rPr lang="es-MX" sz="1000" b="1" noProof="0"/>
                        <a:t>Mapeo de la Cadena de Valor (VSM)</a:t>
                      </a:r>
                    </a:p>
                  </a:txBody>
                  <a:tcPr anchor="ctr"/>
                </a:tc>
                <a:tc>
                  <a:txBody>
                    <a:bodyPr/>
                    <a:lstStyle/>
                    <a:p>
                      <a:pPr algn="ctr"/>
                      <a:r>
                        <a:rPr lang="es-MX" sz="800" noProof="0"/>
                        <a:t>M/A</a:t>
                      </a:r>
                    </a:p>
                  </a:txBody>
                  <a:tcPr anchor="ctr"/>
                </a:tc>
                <a:tc>
                  <a:txBody>
                    <a:bodyPr/>
                    <a:lstStyle/>
                    <a:p>
                      <a:pPr algn="ctr"/>
                      <a:r>
                        <a:rPr lang="es-MX" sz="800" noProof="0"/>
                        <a:t>Ejecución en procesos</a:t>
                      </a:r>
                    </a:p>
                  </a:txBody>
                  <a:tcPr anchor="ctr"/>
                </a:tc>
                <a:tc>
                  <a:txBody>
                    <a:bodyPr/>
                    <a:lstStyle/>
                    <a:p>
                      <a:pPr algn="ctr"/>
                      <a:r>
                        <a:rPr lang="es-MX" sz="800" noProof="0"/>
                        <a:t>Diseño y optimización estratégica</a:t>
                      </a:r>
                    </a:p>
                  </a:txBody>
                  <a:tcPr anchor="ctr"/>
                </a:tc>
                <a:extLst>
                  <a:ext uri="{0D108BD9-81ED-4DB2-BD59-A6C34878D82A}">
                    <a16:rowId xmlns:a16="http://schemas.microsoft.com/office/drawing/2014/main" val="2356979067"/>
                  </a:ext>
                </a:extLst>
              </a:tr>
              <a:tr h="306445">
                <a:tc>
                  <a:txBody>
                    <a:bodyPr/>
                    <a:lstStyle/>
                    <a:p>
                      <a:endParaRPr lang="es-MX" noProof="0"/>
                    </a:p>
                  </a:txBody>
                  <a:tcPr>
                    <a:solidFill>
                      <a:schemeClr val="accent4">
                        <a:lumMod val="75000"/>
                      </a:schemeClr>
                    </a:solidFill>
                  </a:tcPr>
                </a:tc>
                <a:tc>
                  <a:txBody>
                    <a:bodyPr/>
                    <a:lstStyle/>
                    <a:p>
                      <a:pPr algn="ctr"/>
                      <a:r>
                        <a:rPr lang="es-MX" sz="1000" b="1" noProof="0"/>
                        <a:t>Gestión del Cambio</a:t>
                      </a:r>
                    </a:p>
                  </a:txBody>
                  <a:tcPr anchor="ctr"/>
                </a:tc>
                <a:tc>
                  <a:txBody>
                    <a:bodyPr/>
                    <a:lstStyle/>
                    <a:p>
                      <a:pPr algn="ctr"/>
                      <a:r>
                        <a:rPr lang="es-MX" sz="800" noProof="0"/>
                        <a:t>Conocimiento general</a:t>
                      </a:r>
                    </a:p>
                  </a:txBody>
                  <a:tcPr anchor="ctr"/>
                </a:tc>
                <a:tc>
                  <a:txBody>
                    <a:bodyPr/>
                    <a:lstStyle/>
                    <a:p>
                      <a:pPr algn="ctr"/>
                      <a:r>
                        <a:rPr lang="es-MX" sz="800" noProof="0"/>
                        <a:t>Aplicación en proyectos, ADKAR</a:t>
                      </a:r>
                    </a:p>
                  </a:txBody>
                  <a:tcPr anchor="ctr"/>
                </a:tc>
                <a:tc>
                  <a:txBody>
                    <a:bodyPr/>
                    <a:lstStyle/>
                    <a:p>
                      <a:pPr algn="ctr"/>
                      <a:r>
                        <a:rPr lang="es-MX" sz="800" noProof="0"/>
                        <a:t>Liderazgo en transformación, espónsor </a:t>
                      </a:r>
                    </a:p>
                  </a:txBody>
                  <a:tcPr anchor="ctr"/>
                </a:tc>
                <a:extLst>
                  <a:ext uri="{0D108BD9-81ED-4DB2-BD59-A6C34878D82A}">
                    <a16:rowId xmlns:a16="http://schemas.microsoft.com/office/drawing/2014/main" val="1082978833"/>
                  </a:ext>
                </a:extLst>
              </a:tr>
              <a:tr h="362163">
                <a:tc>
                  <a:txBody>
                    <a:bodyPr/>
                    <a:lstStyle/>
                    <a:p>
                      <a:endParaRPr lang="es-MX" noProof="0"/>
                    </a:p>
                  </a:txBody>
                  <a:tcPr>
                    <a:solidFill>
                      <a:schemeClr val="accent4">
                        <a:lumMod val="75000"/>
                      </a:schemeClr>
                    </a:solidFill>
                  </a:tcPr>
                </a:tc>
                <a:tc>
                  <a:txBody>
                    <a:bodyPr/>
                    <a:lstStyle/>
                    <a:p>
                      <a:pPr algn="ctr"/>
                      <a:r>
                        <a:rPr lang="es-MX" sz="1000" b="1" noProof="0" err="1"/>
                        <a:t>Hoshin</a:t>
                      </a:r>
                      <a:r>
                        <a:rPr lang="es-MX" sz="1000" b="1" noProof="0"/>
                        <a:t> Kanri (despliegue estratégico)</a:t>
                      </a:r>
                    </a:p>
                  </a:txBody>
                  <a:tcPr anchor="ctr"/>
                </a:tc>
                <a:tc>
                  <a:txBody>
                    <a:bodyPr/>
                    <a:lstStyle/>
                    <a:p>
                      <a:pPr algn="ctr"/>
                      <a:r>
                        <a:rPr lang="es-MX" sz="800" noProof="0"/>
                        <a:t>Comprender objetivos</a:t>
                      </a:r>
                    </a:p>
                  </a:txBody>
                  <a:tcPr anchor="ctr"/>
                </a:tc>
                <a:tc>
                  <a:txBody>
                    <a:bodyPr/>
                    <a:lstStyle/>
                    <a:p>
                      <a:pPr algn="ctr"/>
                      <a:r>
                        <a:rPr lang="es-MX" sz="800" noProof="0"/>
                        <a:t>Alineación de iniciativas con el equipo</a:t>
                      </a:r>
                    </a:p>
                  </a:txBody>
                  <a:tcPr anchor="ctr"/>
                </a:tc>
                <a:tc>
                  <a:txBody>
                    <a:bodyPr/>
                    <a:lstStyle/>
                    <a:p>
                      <a:pPr algn="ctr"/>
                      <a:r>
                        <a:rPr lang="es-MX" sz="800" noProof="0"/>
                        <a:t>Definir y comunicar objetivos estratégicos</a:t>
                      </a:r>
                    </a:p>
                  </a:txBody>
                  <a:tcPr anchor="ctr"/>
                </a:tc>
                <a:extLst>
                  <a:ext uri="{0D108BD9-81ED-4DB2-BD59-A6C34878D82A}">
                    <a16:rowId xmlns:a16="http://schemas.microsoft.com/office/drawing/2014/main" val="577352660"/>
                  </a:ext>
                </a:extLst>
              </a:tr>
              <a:tr h="306445">
                <a:tc>
                  <a:txBody>
                    <a:bodyPr/>
                    <a:lstStyle/>
                    <a:p>
                      <a:endParaRPr lang="es-MX" noProof="0"/>
                    </a:p>
                  </a:txBody>
                  <a:tcPr>
                    <a:solidFill>
                      <a:schemeClr val="accent4">
                        <a:lumMod val="75000"/>
                      </a:schemeClr>
                    </a:solidFill>
                  </a:tcPr>
                </a:tc>
                <a:tc>
                  <a:txBody>
                    <a:bodyPr/>
                    <a:lstStyle/>
                    <a:p>
                      <a:pPr algn="ctr"/>
                      <a:r>
                        <a:rPr lang="es-MX" sz="1000" b="1" noProof="0"/>
                        <a:t>Liderazgo y Coaching</a:t>
                      </a:r>
                    </a:p>
                  </a:txBody>
                  <a:tcPr anchor="ctr"/>
                </a:tc>
                <a:tc>
                  <a:txBody>
                    <a:bodyPr/>
                    <a:lstStyle/>
                    <a:p>
                      <a:pPr algn="ctr"/>
                      <a:r>
                        <a:rPr lang="es-MX" sz="800" noProof="0"/>
                        <a:t>N/A</a:t>
                      </a:r>
                    </a:p>
                  </a:txBody>
                  <a:tcPr anchor="ctr"/>
                </a:tc>
                <a:tc>
                  <a:txBody>
                    <a:bodyPr/>
                    <a:lstStyle/>
                    <a:p>
                      <a:pPr algn="ctr"/>
                      <a:r>
                        <a:rPr lang="es-MX" sz="800" noProof="0"/>
                        <a:t>Liderar equipos y dar retroalimentación</a:t>
                      </a:r>
                    </a:p>
                  </a:txBody>
                  <a:tcPr anchor="ctr"/>
                </a:tc>
                <a:tc>
                  <a:txBody>
                    <a:bodyPr/>
                    <a:lstStyle/>
                    <a:p>
                      <a:pPr algn="ctr"/>
                      <a:r>
                        <a:rPr lang="es-MX" sz="800" noProof="0"/>
                        <a:t>Coaching, mentoría y desarrollo de líderes</a:t>
                      </a:r>
                    </a:p>
                  </a:txBody>
                  <a:tcPr anchor="ctr"/>
                </a:tc>
                <a:extLst>
                  <a:ext uri="{0D108BD9-81ED-4DB2-BD59-A6C34878D82A}">
                    <a16:rowId xmlns:a16="http://schemas.microsoft.com/office/drawing/2014/main" val="3605230172"/>
                  </a:ext>
                </a:extLst>
              </a:tr>
              <a:tr h="306445">
                <a:tc>
                  <a:txBody>
                    <a:bodyPr/>
                    <a:lstStyle/>
                    <a:p>
                      <a:endParaRPr lang="es-MX" noProof="0"/>
                    </a:p>
                  </a:txBody>
                  <a:tcPr>
                    <a:solidFill>
                      <a:schemeClr val="accent4">
                        <a:lumMod val="75000"/>
                      </a:schemeClr>
                    </a:solidFill>
                  </a:tcPr>
                </a:tc>
                <a:tc>
                  <a:txBody>
                    <a:bodyPr/>
                    <a:lstStyle/>
                    <a:p>
                      <a:pPr algn="ctr"/>
                      <a:r>
                        <a:rPr lang="es-MX" sz="1000" b="1" noProof="0"/>
                        <a:t>Gestión de indicadores (</a:t>
                      </a:r>
                      <a:r>
                        <a:rPr lang="es-MX" sz="1000" b="1" noProof="0" err="1"/>
                        <a:t>KPIs</a:t>
                      </a:r>
                      <a:r>
                        <a:rPr lang="es-MX" sz="1000" b="1" noProof="0"/>
                        <a:t>)</a:t>
                      </a:r>
                    </a:p>
                  </a:txBody>
                  <a:tcPr anchor="ctr"/>
                </a:tc>
                <a:tc>
                  <a:txBody>
                    <a:bodyPr/>
                    <a:lstStyle/>
                    <a:p>
                      <a:pPr algn="ctr"/>
                      <a:r>
                        <a:rPr lang="es-MX" sz="800" noProof="0"/>
                        <a:t>Interpretación básica</a:t>
                      </a:r>
                    </a:p>
                  </a:txBody>
                  <a:tcPr anchor="ctr"/>
                </a:tc>
                <a:tc>
                  <a:txBody>
                    <a:bodyPr/>
                    <a:lstStyle/>
                    <a:p>
                      <a:pPr algn="ctr"/>
                      <a:r>
                        <a:rPr lang="es-MX" sz="800" noProof="0"/>
                        <a:t>Seguimiento y análisis</a:t>
                      </a:r>
                    </a:p>
                  </a:txBody>
                  <a:tcPr anchor="ctr"/>
                </a:tc>
                <a:tc>
                  <a:txBody>
                    <a:bodyPr/>
                    <a:lstStyle/>
                    <a:p>
                      <a:pPr algn="ctr"/>
                      <a:r>
                        <a:rPr lang="es-MX" sz="800" noProof="0"/>
                        <a:t>Definición, análisis avanzado y toma de decisiones</a:t>
                      </a:r>
                    </a:p>
                  </a:txBody>
                  <a:tcPr anchor="ctr"/>
                </a:tc>
                <a:extLst>
                  <a:ext uri="{0D108BD9-81ED-4DB2-BD59-A6C34878D82A}">
                    <a16:rowId xmlns:a16="http://schemas.microsoft.com/office/drawing/2014/main" val="180902844"/>
                  </a:ext>
                </a:extLst>
              </a:tr>
              <a:tr h="306445">
                <a:tc>
                  <a:txBody>
                    <a:bodyPr/>
                    <a:lstStyle/>
                    <a:p>
                      <a:endParaRPr lang="es-MX" noProof="0"/>
                    </a:p>
                  </a:txBody>
                  <a:tcPr>
                    <a:solidFill>
                      <a:schemeClr val="accent4">
                        <a:lumMod val="75000"/>
                      </a:schemeClr>
                    </a:solidFill>
                  </a:tcPr>
                </a:tc>
                <a:tc>
                  <a:txBody>
                    <a:bodyPr/>
                    <a:lstStyle/>
                    <a:p>
                      <a:pPr algn="ctr"/>
                      <a:r>
                        <a:rPr lang="es-MX" sz="1000" b="1" noProof="0"/>
                        <a:t>Comunicación y colaboración</a:t>
                      </a:r>
                    </a:p>
                  </a:txBody>
                  <a:tcPr anchor="ctr"/>
                </a:tc>
                <a:tc>
                  <a:txBody>
                    <a:bodyPr/>
                    <a:lstStyle/>
                    <a:p>
                      <a:pPr algn="ctr"/>
                      <a:r>
                        <a:rPr lang="es-MX" sz="800" noProof="0"/>
                        <a:t>Comunicación efectiva</a:t>
                      </a:r>
                    </a:p>
                  </a:txBody>
                  <a:tcPr anchor="ctr"/>
                </a:tc>
                <a:tc>
                  <a:txBody>
                    <a:bodyPr/>
                    <a:lstStyle/>
                    <a:p>
                      <a:pPr algn="ctr"/>
                      <a:r>
                        <a:rPr lang="es-MX" sz="800" noProof="0"/>
                        <a:t>Coordinación interfuncional, pensamiento sistémico </a:t>
                      </a:r>
                    </a:p>
                  </a:txBody>
                  <a:tcPr anchor="ctr"/>
                </a:tc>
                <a:tc>
                  <a:txBody>
                    <a:bodyPr/>
                    <a:lstStyle/>
                    <a:p>
                      <a:pPr algn="ctr"/>
                      <a:r>
                        <a:rPr lang="es-MX" sz="800" noProof="0"/>
                        <a:t>Comunicación estratégica y gestión de </a:t>
                      </a:r>
                      <a:r>
                        <a:rPr lang="es-MX" sz="800" noProof="0" err="1"/>
                        <a:t>stakeholders</a:t>
                      </a:r>
                      <a:endParaRPr lang="es-MX" sz="800" noProof="0"/>
                    </a:p>
                  </a:txBody>
                  <a:tcPr anchor="ctr"/>
                </a:tc>
                <a:extLst>
                  <a:ext uri="{0D108BD9-81ED-4DB2-BD59-A6C34878D82A}">
                    <a16:rowId xmlns:a16="http://schemas.microsoft.com/office/drawing/2014/main" val="2007949335"/>
                  </a:ext>
                </a:extLst>
              </a:tr>
            </a:tbl>
          </a:graphicData>
        </a:graphic>
      </p:graphicFrame>
      <p:pic>
        <p:nvPicPr>
          <p:cNvPr id="21" name="Graphic 29" descr="Brainstorm outline">
            <a:extLst>
              <a:ext uri="{FF2B5EF4-FFF2-40B4-BE49-F238E27FC236}">
                <a16:creationId xmlns:a16="http://schemas.microsoft.com/office/drawing/2014/main" id="{9C9177D8-B5F1-858C-9537-10224573B6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329" y="1981199"/>
            <a:ext cx="235369" cy="235369"/>
          </a:xfrm>
          <a:prstGeom prst="rect">
            <a:avLst/>
          </a:prstGeom>
        </p:spPr>
      </p:pic>
      <p:pic>
        <p:nvPicPr>
          <p:cNvPr id="22" name="Gráfico 45" descr="Casa de reforma con destellos con relleno sólido">
            <a:extLst>
              <a:ext uri="{FF2B5EF4-FFF2-40B4-BE49-F238E27FC236}">
                <a16:creationId xmlns:a16="http://schemas.microsoft.com/office/drawing/2014/main" id="{4EAACB1D-5C96-2E24-B6CA-E5F9C58920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198" y="1583769"/>
            <a:ext cx="238646" cy="238646"/>
          </a:xfrm>
          <a:prstGeom prst="rect">
            <a:avLst/>
          </a:prstGeom>
        </p:spPr>
      </p:pic>
      <p:sp>
        <p:nvSpPr>
          <p:cNvPr id="23" name="CuadroTexto 109">
            <a:extLst>
              <a:ext uri="{FF2B5EF4-FFF2-40B4-BE49-F238E27FC236}">
                <a16:creationId xmlns:a16="http://schemas.microsoft.com/office/drawing/2014/main" id="{FD1F19EA-8EE8-1A52-5D6C-8F05878A5046}"/>
              </a:ext>
            </a:extLst>
          </p:cNvPr>
          <p:cNvSpPr txBox="1"/>
          <p:nvPr/>
        </p:nvSpPr>
        <p:spPr>
          <a:xfrm>
            <a:off x="459862" y="2261032"/>
            <a:ext cx="494301" cy="372281"/>
          </a:xfrm>
          <a:prstGeom prst="rect">
            <a:avLst/>
          </a:prstGeom>
          <a:noFill/>
        </p:spPr>
        <p:txBody>
          <a:bodyPr wrap="square">
            <a:spAutoFit/>
          </a:bodyPr>
          <a:lstStyle/>
          <a:p>
            <a:r>
              <a:rPr lang="es-MX" sz="1819" b="1" noProof="0">
                <a:solidFill>
                  <a:schemeClr val="bg1"/>
                </a:solidFill>
              </a:rPr>
              <a:t>6σ</a:t>
            </a:r>
            <a:endParaRPr lang="es-MX" sz="1455" b="1" noProof="0">
              <a:solidFill>
                <a:schemeClr val="bg1"/>
              </a:solidFill>
            </a:endParaRPr>
          </a:p>
        </p:txBody>
      </p:sp>
      <p:pic>
        <p:nvPicPr>
          <p:cNvPr id="24" name="Gráfico 97" descr="Cadena de bloques con relleno sólido">
            <a:extLst>
              <a:ext uri="{FF2B5EF4-FFF2-40B4-BE49-F238E27FC236}">
                <a16:creationId xmlns:a16="http://schemas.microsoft.com/office/drawing/2014/main" id="{E0296E35-62E4-C5D5-908B-E763A406A5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2728" y="2633313"/>
            <a:ext cx="257586" cy="257586"/>
          </a:xfrm>
          <a:prstGeom prst="rect">
            <a:avLst/>
          </a:prstGeom>
        </p:spPr>
      </p:pic>
      <p:pic>
        <p:nvPicPr>
          <p:cNvPr id="25" name="Gráfico 19" descr="Mover con relleno sólido">
            <a:extLst>
              <a:ext uri="{FF2B5EF4-FFF2-40B4-BE49-F238E27FC236}">
                <a16:creationId xmlns:a16="http://schemas.microsoft.com/office/drawing/2014/main" id="{7753D42E-3485-F5D8-4182-C235A7323A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628" y="2929182"/>
            <a:ext cx="340042" cy="340042"/>
          </a:xfrm>
          <a:prstGeom prst="rect">
            <a:avLst/>
          </a:prstGeom>
        </p:spPr>
      </p:pic>
      <p:pic>
        <p:nvPicPr>
          <p:cNvPr id="26" name="Graphic 48" descr="Playbook with solid fill">
            <a:extLst>
              <a:ext uri="{FF2B5EF4-FFF2-40B4-BE49-F238E27FC236}">
                <a16:creationId xmlns:a16="http://schemas.microsoft.com/office/drawing/2014/main" id="{5B312EEE-2725-D177-66FA-6889C78D6F2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2039" y="3300974"/>
            <a:ext cx="311846" cy="311846"/>
          </a:xfrm>
          <a:prstGeom prst="rect">
            <a:avLst/>
          </a:prstGeom>
        </p:spPr>
      </p:pic>
      <p:pic>
        <p:nvPicPr>
          <p:cNvPr id="27" name="Graphic 61" descr="Whistle outline">
            <a:extLst>
              <a:ext uri="{FF2B5EF4-FFF2-40B4-BE49-F238E27FC236}">
                <a16:creationId xmlns:a16="http://schemas.microsoft.com/office/drawing/2014/main" id="{209FFD29-9F1F-554E-756A-3FA36D1D406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2091" y="3649999"/>
            <a:ext cx="301794" cy="301794"/>
          </a:xfrm>
          <a:prstGeom prst="rect">
            <a:avLst/>
          </a:prstGeom>
        </p:spPr>
      </p:pic>
      <p:pic>
        <p:nvPicPr>
          <p:cNvPr id="29" name="Gráfico 33" descr="Aula de clases con relleno sólido">
            <a:extLst>
              <a:ext uri="{FF2B5EF4-FFF2-40B4-BE49-F238E27FC236}">
                <a16:creationId xmlns:a16="http://schemas.microsoft.com/office/drawing/2014/main" id="{5036D6DB-9043-743A-D0EF-C4267EEC1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59498" y="4001672"/>
            <a:ext cx="271687" cy="271687"/>
          </a:xfrm>
          <a:prstGeom prst="rect">
            <a:avLst/>
          </a:prstGeom>
        </p:spPr>
      </p:pic>
      <p:pic>
        <p:nvPicPr>
          <p:cNvPr id="32" name="Gráfico 31" descr="Chateo con relleno sólido">
            <a:extLst>
              <a:ext uri="{FF2B5EF4-FFF2-40B4-BE49-F238E27FC236}">
                <a16:creationId xmlns:a16="http://schemas.microsoft.com/office/drawing/2014/main" id="{A133E361-0AF1-F009-782B-8DD961F34A6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9518" y="4323238"/>
            <a:ext cx="301794" cy="301794"/>
          </a:xfrm>
          <a:prstGeom prst="rect">
            <a:avLst/>
          </a:prstGeom>
        </p:spPr>
      </p:pic>
      <p:pic>
        <p:nvPicPr>
          <p:cNvPr id="34" name="Gráfico 33" descr="Pared de ladrillo de edificio con relleno sólido">
            <a:extLst>
              <a:ext uri="{FF2B5EF4-FFF2-40B4-BE49-F238E27FC236}">
                <a16:creationId xmlns:a16="http://schemas.microsoft.com/office/drawing/2014/main" id="{3487499A-EE0F-6A2C-DAD7-E510526FEB8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39518" y="1177200"/>
            <a:ext cx="286084" cy="286084"/>
          </a:xfrm>
          <a:prstGeom prst="rect">
            <a:avLst/>
          </a:prstGeom>
        </p:spPr>
      </p:pic>
    </p:spTree>
    <p:extLst>
      <p:ext uri="{BB962C8B-B14F-4D97-AF65-F5344CB8AC3E}">
        <p14:creationId xmlns:p14="http://schemas.microsoft.com/office/powerpoint/2010/main" val="185040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2C6F8-ACBB-A972-F930-EF1BEAB7E773}"/>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C6A2E37F-418F-96CB-B9BA-55E97879106E}"/>
              </a:ext>
            </a:extLst>
          </p:cNvPr>
          <p:cNvSpPr/>
          <p:nvPr/>
        </p:nvSpPr>
        <p:spPr>
          <a:xfrm>
            <a:off x="784860" y="631759"/>
            <a:ext cx="7597140" cy="129406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CuadroTexto 7">
            <a:extLst>
              <a:ext uri="{FF2B5EF4-FFF2-40B4-BE49-F238E27FC236}">
                <a16:creationId xmlns:a16="http://schemas.microsoft.com/office/drawing/2014/main" id="{E72F29C3-2CB8-085E-F6CB-AEFA9082C693}"/>
              </a:ext>
            </a:extLst>
          </p:cNvPr>
          <p:cNvSpPr txBox="1"/>
          <p:nvPr/>
        </p:nvSpPr>
        <p:spPr>
          <a:xfrm>
            <a:off x="1027133" y="709994"/>
            <a:ext cx="7089733" cy="14465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bg1"/>
                </a:solidFill>
              </a:rPr>
              <a:t>PORT</a:t>
            </a:r>
            <a:r>
              <a:rPr lang="es-MX" sz="1100" noProof="0"/>
              <a:t>™</a:t>
            </a:r>
            <a:r>
              <a:rPr lang="es-MX" sz="1100" b="1" noProof="0">
                <a:solidFill>
                  <a:schemeClr val="bg1"/>
                </a:solidFill>
              </a:rPr>
              <a:t> </a:t>
            </a:r>
            <a:r>
              <a:rPr lang="es-MX" sz="1100" noProof="0">
                <a:solidFill>
                  <a:schemeClr val="bg1"/>
                </a:solidFill>
              </a:rPr>
              <a:t>es la herramienta oficial y registrada de </a:t>
            </a:r>
            <a:r>
              <a:rPr lang="es-MX" sz="1100" b="1" noProof="0" err="1">
                <a:solidFill>
                  <a:schemeClr val="accent6"/>
                </a:solidFill>
              </a:rPr>
              <a:t>Hanseatic</a:t>
            </a:r>
            <a:r>
              <a:rPr lang="es-MX" sz="1100" b="1" noProof="0">
                <a:solidFill>
                  <a:schemeClr val="accent6"/>
                </a:solidFill>
              </a:rPr>
              <a:t> global </a:t>
            </a:r>
            <a:r>
              <a:rPr lang="es-MX" sz="1100" b="1" noProof="0" err="1">
                <a:solidFill>
                  <a:schemeClr val="accent6"/>
                </a:solidFill>
              </a:rPr>
              <a:t>terminals</a:t>
            </a:r>
            <a:r>
              <a:rPr lang="es-MX" sz="1100" b="1" noProof="0">
                <a:solidFill>
                  <a:schemeClr val="bg1"/>
                </a:solidFill>
              </a:rPr>
              <a:t> </a:t>
            </a:r>
            <a:r>
              <a:rPr lang="es-MX" sz="1100" noProof="0">
                <a:solidFill>
                  <a:schemeClr val="bg1"/>
                </a:solidFill>
              </a:rPr>
              <a:t>para </a:t>
            </a:r>
            <a:r>
              <a:rPr lang="es-MX" sz="1100" b="1" noProof="0">
                <a:solidFill>
                  <a:schemeClr val="bg1"/>
                </a:solidFill>
              </a:rPr>
              <a:t>definir, analizar y resolver problemas</a:t>
            </a:r>
            <a:r>
              <a:rPr lang="es-MX" sz="1100" noProof="0">
                <a:solidFill>
                  <a:schemeClr val="bg1"/>
                </a:solidFill>
              </a:rPr>
              <a:t> de manera estructurada.</a:t>
            </a:r>
          </a:p>
          <a:p>
            <a:pPr algn="just"/>
            <a:endParaRPr lang="es-MX" sz="1100" b="1" noProof="0">
              <a:solidFill>
                <a:schemeClr val="bg1"/>
              </a:solidFill>
            </a:endParaRPr>
          </a:p>
          <a:p>
            <a:pPr algn="just"/>
            <a:r>
              <a:rPr lang="es-MX" sz="1100" noProof="0">
                <a:solidFill>
                  <a:schemeClr val="bg1"/>
                </a:solidFill>
              </a:rPr>
              <a:t>Fue desarrollada para fortalecer las capacidades del </a:t>
            </a:r>
            <a:r>
              <a:rPr lang="es-MX" sz="1100" i="1" noProof="0" err="1">
                <a:solidFill>
                  <a:schemeClr val="bg1"/>
                </a:solidFill>
              </a:rPr>
              <a:t>front</a:t>
            </a:r>
            <a:r>
              <a:rPr lang="es-MX" sz="1100" i="1" noProof="0">
                <a:solidFill>
                  <a:schemeClr val="bg1"/>
                </a:solidFill>
              </a:rPr>
              <a:t> line </a:t>
            </a:r>
            <a:r>
              <a:rPr lang="es-MX" sz="1100" noProof="0">
                <a:solidFill>
                  <a:schemeClr val="bg1"/>
                </a:solidFill>
              </a:rPr>
              <a:t>y asegurar decisiones basadas en datos dentro de nuestras unidades de negocio. Esta herramienta se conecta directamente con la estrategia de HGT al ser parte de la base de </a:t>
            </a:r>
            <a:r>
              <a:rPr lang="es-MX" sz="1100" i="1" noProof="0">
                <a:solidFill>
                  <a:schemeClr val="bg1"/>
                </a:solidFill>
              </a:rPr>
              <a:t>cómo </a:t>
            </a:r>
            <a:r>
              <a:rPr lang="es-MX" sz="1100" noProof="0">
                <a:solidFill>
                  <a:schemeClr val="bg1"/>
                </a:solidFill>
              </a:rPr>
              <a:t>alcanzaremos los objetivos organizacionales.</a:t>
            </a:r>
          </a:p>
          <a:p>
            <a:pPr algn="just"/>
            <a:endParaRPr lang="es-MX" sz="1100" i="1" noProof="0">
              <a:solidFill>
                <a:schemeClr val="tx1"/>
              </a:solidFill>
            </a:endParaRPr>
          </a:p>
          <a:p>
            <a:pPr algn="just"/>
            <a:endParaRPr lang="es-MX" sz="1100" i="1" noProof="0">
              <a:solidFill>
                <a:schemeClr val="bg1"/>
              </a:solidFill>
            </a:endParaRPr>
          </a:p>
        </p:txBody>
      </p:sp>
      <p:sp>
        <p:nvSpPr>
          <p:cNvPr id="8" name="Title 15">
            <a:extLst>
              <a:ext uri="{FF2B5EF4-FFF2-40B4-BE49-F238E27FC236}">
                <a16:creationId xmlns:a16="http://schemas.microsoft.com/office/drawing/2014/main" id="{8598F358-D55A-3641-6966-95493617A632}"/>
              </a:ext>
            </a:extLst>
          </p:cNvPr>
          <p:cNvSpPr>
            <a:spLocks noGrp="1"/>
          </p:cNvSpPr>
          <p:nvPr>
            <p:ph type="title"/>
          </p:nvPr>
        </p:nvSpPr>
        <p:spPr>
          <a:xfrm>
            <a:off x="2393191" y="109943"/>
            <a:ext cx="4099703" cy="369332"/>
          </a:xfrm>
        </p:spPr>
        <p:txBody>
          <a:bodyPr vert="horz"/>
          <a:lstStyle/>
          <a:p>
            <a:pPr algn="ctr"/>
            <a:r>
              <a:rPr lang="es-MX" sz="2400" noProof="0" dirty="0"/>
              <a:t>PORT™</a:t>
            </a:r>
          </a:p>
        </p:txBody>
      </p:sp>
      <p:pic>
        <p:nvPicPr>
          <p:cNvPr id="2" name="Imagen 1" descr="Dibujo de una persona&#10;&#10;El contenido generado por IA puede ser incorrecto.">
            <a:extLst>
              <a:ext uri="{FF2B5EF4-FFF2-40B4-BE49-F238E27FC236}">
                <a16:creationId xmlns:a16="http://schemas.microsoft.com/office/drawing/2014/main" id="{CD09D085-B069-8C8C-D956-58B6EB685FEB}"/>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3074" name="Picture 2">
            <a:extLst>
              <a:ext uri="{FF2B5EF4-FFF2-40B4-BE49-F238E27FC236}">
                <a16:creationId xmlns:a16="http://schemas.microsoft.com/office/drawing/2014/main" id="{4D9C51FE-30D5-E8CB-CF64-A5C6EF774B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0778" y="2156544"/>
            <a:ext cx="6056436" cy="276535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D6F904B0-C757-B367-0B5E-B4D36058AF24}"/>
              </a:ext>
            </a:extLst>
          </p:cNvPr>
          <p:cNvSpPr/>
          <p:nvPr/>
        </p:nvSpPr>
        <p:spPr>
          <a:xfrm>
            <a:off x="1210778" y="4351020"/>
            <a:ext cx="6112042" cy="570876"/>
          </a:xfrm>
          <a:prstGeom prst="roundRect">
            <a:avLst/>
          </a:prstGeom>
          <a:noFill/>
          <a:ln w="12700">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308628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BB98-F06B-B43A-7473-2F138D1F18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DFD02E5-4CB1-F121-52CA-5C4681AABB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DFD02E5-4CB1-F121-52CA-5C4681AABB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1475889-ABA4-442F-E76A-1B8AC76E147E}"/>
              </a:ext>
            </a:extLst>
          </p:cNvPr>
          <p:cNvSpPr>
            <a:spLocks noGrp="1"/>
          </p:cNvSpPr>
          <p:nvPr>
            <p:ph type="title"/>
          </p:nvPr>
        </p:nvSpPr>
        <p:spPr>
          <a:xfrm>
            <a:off x="330993" y="231777"/>
            <a:ext cx="8789937" cy="307777"/>
          </a:xfrm>
        </p:spPr>
        <p:txBody>
          <a:bodyPr vert="horz"/>
          <a:lstStyle/>
          <a:p>
            <a:r>
              <a:rPr lang="es-MX" noProof="0" err="1"/>
              <a:t>Excellence</a:t>
            </a:r>
            <a:r>
              <a:rPr lang="es-MX" noProof="0"/>
              <a:t> </a:t>
            </a:r>
            <a:r>
              <a:rPr lang="es-MX" noProof="0" err="1"/>
              <a:t>Infrastructure</a:t>
            </a:r>
            <a:r>
              <a:rPr lang="es-MX" noProof="0"/>
              <a:t>: </a:t>
            </a:r>
            <a:r>
              <a:rPr lang="es-MX" noProof="0" err="1"/>
              <a:t>The</a:t>
            </a:r>
            <a:r>
              <a:rPr lang="es-MX" noProof="0"/>
              <a:t> Tools </a:t>
            </a:r>
            <a:r>
              <a:rPr lang="es-MX" noProof="0" err="1"/>
              <a:t>Behind</a:t>
            </a:r>
            <a:r>
              <a:rPr lang="es-MX" noProof="0"/>
              <a:t> </a:t>
            </a:r>
            <a:r>
              <a:rPr lang="es-MX" noProof="0" err="1"/>
              <a:t>the</a:t>
            </a:r>
            <a:r>
              <a:rPr lang="es-MX" noProof="0"/>
              <a:t> </a:t>
            </a:r>
            <a:r>
              <a:rPr lang="es-MX" noProof="0" err="1"/>
              <a:t>Transformation</a:t>
            </a:r>
            <a:endParaRPr lang="es-MX" noProof="0"/>
          </a:p>
        </p:txBody>
      </p:sp>
      <p:sp>
        <p:nvSpPr>
          <p:cNvPr id="5" name="TextBox 4">
            <a:extLst>
              <a:ext uri="{FF2B5EF4-FFF2-40B4-BE49-F238E27FC236}">
                <a16:creationId xmlns:a16="http://schemas.microsoft.com/office/drawing/2014/main" id="{A8279884-CB0B-1102-EA3E-7C4E5314EADA}"/>
              </a:ext>
            </a:extLst>
          </p:cNvPr>
          <p:cNvSpPr txBox="1"/>
          <p:nvPr/>
        </p:nvSpPr>
        <p:spPr>
          <a:xfrm>
            <a:off x="741101" y="1420793"/>
            <a:ext cx="129600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Operational</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 name="TextBox 3">
            <a:extLst>
              <a:ext uri="{FF2B5EF4-FFF2-40B4-BE49-F238E27FC236}">
                <a16:creationId xmlns:a16="http://schemas.microsoft.com/office/drawing/2014/main" id="{68A2A412-607F-71EF-2612-4966D85330F1}"/>
              </a:ext>
            </a:extLst>
          </p:cNvPr>
          <p:cNvSpPr txBox="1"/>
          <p:nvPr/>
        </p:nvSpPr>
        <p:spPr>
          <a:xfrm>
            <a:off x="7610783" y="3325718"/>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Diagnostic</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Assessment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15" name="Graphic 14" descr="Magnifying glass outline">
            <a:extLst>
              <a:ext uri="{FF2B5EF4-FFF2-40B4-BE49-F238E27FC236}">
                <a16:creationId xmlns:a16="http://schemas.microsoft.com/office/drawing/2014/main" id="{07ED5995-A867-FAE5-3C73-D4409449155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74336" y="3254082"/>
            <a:ext cx="347147" cy="347147"/>
          </a:xfrm>
          <a:prstGeom prst="rect">
            <a:avLst/>
          </a:prstGeom>
        </p:spPr>
      </p:pic>
      <p:sp>
        <p:nvSpPr>
          <p:cNvPr id="27" name="TextBox 26">
            <a:extLst>
              <a:ext uri="{FF2B5EF4-FFF2-40B4-BE49-F238E27FC236}">
                <a16:creationId xmlns:a16="http://schemas.microsoft.com/office/drawing/2014/main" id="{62281780-4D80-D9ED-C93D-1DB1C6D9DCAA}"/>
              </a:ext>
            </a:extLst>
          </p:cNvPr>
          <p:cNvSpPr txBox="1"/>
          <p:nvPr/>
        </p:nvSpPr>
        <p:spPr>
          <a:xfrm>
            <a:off x="7610783" y="4268766"/>
            <a:ext cx="1288131" cy="215444"/>
          </a:xfrm>
          <a:prstGeom prst="rect">
            <a:avLst/>
          </a:prstGeom>
        </p:spPr>
        <p:txBody>
          <a:bodyPr vert="horz" wrap="square" lIns="0" tIns="0" rIns="0" bIns="0" rtlCol="0" anchor="t" anchorCtr="0">
            <a:spAutoFit/>
          </a:bodyPr>
          <a:lstStyle>
            <a:defPPr>
              <a:defRPr lang="en-US"/>
            </a:defPPr>
            <a:lvl1pPr lvl="0" indent="0">
              <a:lnSpc>
                <a:spcPct val="100000"/>
              </a:lnSpc>
              <a:spcBef>
                <a:spcPts val="225"/>
              </a:spcBef>
              <a:spcAft>
                <a:spcPts val="225"/>
              </a:spcAft>
              <a:buClr>
                <a:srgbClr val="000000"/>
              </a:buClr>
              <a:buSzPct val="100000"/>
              <a:buFont typeface="Segoe UI" panose="020B0502040204020203" pitchFamily="34" charset="0"/>
              <a:buChar char="​"/>
              <a:defRPr sz="700">
                <a:solidFill>
                  <a:schemeClr val="bg1"/>
                </a:solidFill>
                <a:ea typeface="Verdana" panose="020B0604030504040204" pitchFamily="34" charset="0"/>
                <a:cs typeface="Calibri" panose="020F050202020403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sz="1600"/>
            </a:lvl2pPr>
            <a:lvl3pPr marL="365760" lvl="2" indent="-182880">
              <a:lnSpc>
                <a:spcPct val="100000"/>
              </a:lnSpc>
              <a:spcBef>
                <a:spcPts val="0"/>
              </a:spcBef>
              <a:spcAft>
                <a:spcPts val="300"/>
              </a:spcAft>
              <a:buClrTx/>
              <a:buSzPct val="100000"/>
              <a:buFont typeface="Arial" panose="020B0604020202020204" pitchFamily="34" charset="0"/>
              <a:buChar char="•"/>
              <a:defRPr sz="1600"/>
            </a:lvl3pPr>
            <a:lvl4pPr marL="548640" lvl="3" indent="-182880">
              <a:lnSpc>
                <a:spcPct val="100000"/>
              </a:lnSpc>
              <a:spcBef>
                <a:spcPts val="0"/>
              </a:spcBef>
              <a:spcAft>
                <a:spcPts val="300"/>
              </a:spcAft>
              <a:buClrTx/>
              <a:buSzPct val="100000"/>
              <a:buFont typeface="Arial" panose="020B0604020202020204" pitchFamily="34" charset="0"/>
              <a:buChar char="•"/>
              <a:defRPr sz="1600"/>
            </a:lvl4pPr>
            <a:lvl5pPr marL="731520" lvl="4" indent="-182880">
              <a:lnSpc>
                <a:spcPct val="100000"/>
              </a:lnSpc>
              <a:spcBef>
                <a:spcPts val="0"/>
              </a:spcBef>
              <a:spcAft>
                <a:spcPts val="300"/>
              </a:spcAft>
              <a:buClrTx/>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s-MX" noProof="0" err="1">
                <a:sym typeface="Verdana" panose="020B0604030504040204" pitchFamily="34" charset="0"/>
              </a:rPr>
              <a:t>Improvement</a:t>
            </a:r>
            <a:r>
              <a:rPr lang="es-MX" noProof="0">
                <a:sym typeface="Verdana" panose="020B0604030504040204" pitchFamily="34" charset="0"/>
              </a:rPr>
              <a:t> &amp; </a:t>
            </a:r>
            <a:r>
              <a:rPr lang="es-MX" noProof="0" err="1">
                <a:sym typeface="Verdana" panose="020B0604030504040204" pitchFamily="34" charset="0"/>
              </a:rPr>
              <a:t>Standardization</a:t>
            </a:r>
            <a:r>
              <a:rPr lang="es-MX" noProof="0">
                <a:sym typeface="Verdana" panose="020B0604030504040204" pitchFamily="34" charset="0"/>
              </a:rPr>
              <a:t> </a:t>
            </a:r>
            <a:r>
              <a:rPr lang="es-MX" noProof="0" err="1">
                <a:sym typeface="Verdana" panose="020B0604030504040204" pitchFamily="34" charset="0"/>
              </a:rPr>
              <a:t>cycles</a:t>
            </a:r>
            <a:endParaRPr lang="es-MX" noProof="0">
              <a:sym typeface="Verdana" panose="020B0604030504040204" pitchFamily="34" charset="0"/>
            </a:endParaRPr>
          </a:p>
        </p:txBody>
      </p:sp>
      <p:pic>
        <p:nvPicPr>
          <p:cNvPr id="3" name="Graphic 2" descr="Network diagram with solid fill">
            <a:extLst>
              <a:ext uri="{FF2B5EF4-FFF2-40B4-BE49-F238E27FC236}">
                <a16:creationId xmlns:a16="http://schemas.microsoft.com/office/drawing/2014/main" id="{95AF939E-AB7A-5EAE-D6F2-73E71028A47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1147" y="715331"/>
            <a:ext cx="635909" cy="635909"/>
          </a:xfrm>
          <a:prstGeom prst="rect">
            <a:avLst/>
          </a:prstGeom>
        </p:spPr>
      </p:pic>
      <p:pic>
        <p:nvPicPr>
          <p:cNvPr id="17" name="Gráfico 33" descr="Aula de clases con relleno sólido">
            <a:extLst>
              <a:ext uri="{FF2B5EF4-FFF2-40B4-BE49-F238E27FC236}">
                <a16:creationId xmlns:a16="http://schemas.microsoft.com/office/drawing/2014/main" id="{71309CF1-9A33-404A-4C16-8AF83CF996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0468" y="2350441"/>
            <a:ext cx="415870" cy="415870"/>
          </a:xfrm>
          <a:prstGeom prst="rect">
            <a:avLst/>
          </a:prstGeom>
        </p:spPr>
      </p:pic>
      <p:pic>
        <p:nvPicPr>
          <p:cNvPr id="19" name="Gráfico 107" descr="Flujo de trabajo con relleno sólido">
            <a:extLst>
              <a:ext uri="{FF2B5EF4-FFF2-40B4-BE49-F238E27FC236}">
                <a16:creationId xmlns:a16="http://schemas.microsoft.com/office/drawing/2014/main" id="{60B8298D-3289-B4E4-B8E3-798954420D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90468" y="2913918"/>
            <a:ext cx="415870" cy="415870"/>
          </a:xfrm>
          <a:prstGeom prst="rect">
            <a:avLst/>
          </a:prstGeom>
        </p:spPr>
      </p:pic>
      <p:pic>
        <p:nvPicPr>
          <p:cNvPr id="21" name="Graphic 20" descr="Hockey Stick Curve Graph with solid fill">
            <a:extLst>
              <a:ext uri="{FF2B5EF4-FFF2-40B4-BE49-F238E27FC236}">
                <a16:creationId xmlns:a16="http://schemas.microsoft.com/office/drawing/2014/main" id="{5834FC9F-41B4-9203-1F5F-FEC530457F1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90468" y="3449917"/>
            <a:ext cx="415870" cy="415870"/>
          </a:xfrm>
          <a:prstGeom prst="rect">
            <a:avLst/>
          </a:prstGeom>
        </p:spPr>
      </p:pic>
      <p:sp>
        <p:nvSpPr>
          <p:cNvPr id="22" name="TextBox 21">
            <a:extLst>
              <a:ext uri="{FF2B5EF4-FFF2-40B4-BE49-F238E27FC236}">
                <a16:creationId xmlns:a16="http://schemas.microsoft.com/office/drawing/2014/main" id="{23C6A6A0-28B4-F789-B292-D3470FBABFA9}"/>
              </a:ext>
            </a:extLst>
          </p:cNvPr>
          <p:cNvSpPr txBox="1"/>
          <p:nvPr/>
        </p:nvSpPr>
        <p:spPr>
          <a:xfrm>
            <a:off x="1037967" y="2429571"/>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Standard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Work</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Performance Management</a:t>
            </a:r>
          </a:p>
        </p:txBody>
      </p:sp>
      <p:sp>
        <p:nvSpPr>
          <p:cNvPr id="23" name="TextBox 22">
            <a:extLst>
              <a:ext uri="{FF2B5EF4-FFF2-40B4-BE49-F238E27FC236}">
                <a16:creationId xmlns:a16="http://schemas.microsoft.com/office/drawing/2014/main" id="{79BD6D1E-2FA2-8BFB-FD70-98CB9DF2B3CF}"/>
              </a:ext>
            </a:extLst>
          </p:cNvPr>
          <p:cNvSpPr txBox="1"/>
          <p:nvPr/>
        </p:nvSpPr>
        <p:spPr>
          <a:xfrm>
            <a:off x="1037967" y="3013250"/>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Process</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Management &amp; </a:t>
            </a: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People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Skills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24" name="TextBox 23">
            <a:extLst>
              <a:ext uri="{FF2B5EF4-FFF2-40B4-BE49-F238E27FC236}">
                <a16:creationId xmlns:a16="http://schemas.microsoft.com/office/drawing/2014/main" id="{998E44EE-628A-06B9-2138-DD13C4DB7CAA}"/>
              </a:ext>
            </a:extLst>
          </p:cNvPr>
          <p:cNvSpPr txBox="1"/>
          <p:nvPr/>
        </p:nvSpPr>
        <p:spPr>
          <a:xfrm>
            <a:off x="1037967" y="3565891"/>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Improvement</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Management</a:t>
            </a:r>
          </a:p>
        </p:txBody>
      </p:sp>
      <p:sp>
        <p:nvSpPr>
          <p:cNvPr id="25" name="TextBox 24">
            <a:extLst>
              <a:ext uri="{FF2B5EF4-FFF2-40B4-BE49-F238E27FC236}">
                <a16:creationId xmlns:a16="http://schemas.microsoft.com/office/drawing/2014/main" id="{2DC5CC25-4D42-E754-22FF-A6AA403E5E68}"/>
              </a:ext>
            </a:extLst>
          </p:cNvPr>
          <p:cNvSpPr txBox="1"/>
          <p:nvPr/>
        </p:nvSpPr>
        <p:spPr>
          <a:xfrm>
            <a:off x="4976661" y="1399461"/>
            <a:ext cx="1363786"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BEST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Academy</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Training</a:t>
            </a:r>
          </a:p>
        </p:txBody>
      </p:sp>
      <p:pic>
        <p:nvPicPr>
          <p:cNvPr id="26" name="Gráfico 45" descr="Casa de reforma con destellos con relleno sólido">
            <a:extLst>
              <a:ext uri="{FF2B5EF4-FFF2-40B4-BE49-F238E27FC236}">
                <a16:creationId xmlns:a16="http://schemas.microsoft.com/office/drawing/2014/main" id="{BEA45638-91AE-EBC0-B872-CD8DD40D24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53497" y="2444610"/>
            <a:ext cx="365786" cy="365786"/>
          </a:xfrm>
          <a:prstGeom prst="rect">
            <a:avLst/>
          </a:prstGeom>
        </p:spPr>
      </p:pic>
      <p:pic>
        <p:nvPicPr>
          <p:cNvPr id="30" name="Graphic 29" descr="Brainstorm outline">
            <a:extLst>
              <a:ext uri="{FF2B5EF4-FFF2-40B4-BE49-F238E27FC236}">
                <a16:creationId xmlns:a16="http://schemas.microsoft.com/office/drawing/2014/main" id="{2A910E95-61D9-8E61-4F5E-E181E481D5A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653497" y="1942592"/>
            <a:ext cx="457200" cy="457200"/>
          </a:xfrm>
          <a:prstGeom prst="rect">
            <a:avLst/>
          </a:prstGeom>
        </p:spPr>
      </p:pic>
      <p:sp>
        <p:nvSpPr>
          <p:cNvPr id="31" name="TextBox 30">
            <a:extLst>
              <a:ext uri="{FF2B5EF4-FFF2-40B4-BE49-F238E27FC236}">
                <a16:creationId xmlns:a16="http://schemas.microsoft.com/office/drawing/2014/main" id="{C5A173EB-0555-21A3-06C0-32968DC16A5B}"/>
              </a:ext>
            </a:extLst>
          </p:cNvPr>
          <p:cNvSpPr txBox="1"/>
          <p:nvPr/>
        </p:nvSpPr>
        <p:spPr>
          <a:xfrm>
            <a:off x="3147798" y="2104621"/>
            <a:ext cx="1296000" cy="12311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(PORT</a:t>
            </a:r>
            <a:r>
              <a:rPr lang="es-MX" sz="800" noProof="0">
                <a:solidFill>
                  <a:schemeClr val="bg1"/>
                </a:solidFill>
              </a:rPr>
              <a: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32" name="TextBox 31">
            <a:extLst>
              <a:ext uri="{FF2B5EF4-FFF2-40B4-BE49-F238E27FC236}">
                <a16:creationId xmlns:a16="http://schemas.microsoft.com/office/drawing/2014/main" id="{1DD3BFFF-9EA9-3B9F-237B-C63E45007CEF}"/>
              </a:ext>
            </a:extLst>
          </p:cNvPr>
          <p:cNvSpPr txBox="1"/>
          <p:nvPr/>
        </p:nvSpPr>
        <p:spPr>
          <a:xfrm>
            <a:off x="3147798" y="2573642"/>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6s &amp; Visual Management</a:t>
            </a:r>
          </a:p>
        </p:txBody>
      </p:sp>
      <p:sp>
        <p:nvSpPr>
          <p:cNvPr id="34" name="CuadroTexto 109">
            <a:extLst>
              <a:ext uri="{FF2B5EF4-FFF2-40B4-BE49-F238E27FC236}">
                <a16:creationId xmlns:a16="http://schemas.microsoft.com/office/drawing/2014/main" id="{35FC6181-24CC-B63C-6FDE-265D06A30126}"/>
              </a:ext>
            </a:extLst>
          </p:cNvPr>
          <p:cNvSpPr txBox="1"/>
          <p:nvPr/>
        </p:nvSpPr>
        <p:spPr>
          <a:xfrm>
            <a:off x="2653497" y="3699575"/>
            <a:ext cx="494301" cy="372281"/>
          </a:xfrm>
          <a:prstGeom prst="rect">
            <a:avLst/>
          </a:prstGeom>
          <a:noFill/>
        </p:spPr>
        <p:txBody>
          <a:bodyPr wrap="square">
            <a:spAutoFit/>
          </a:bodyPr>
          <a:lstStyle/>
          <a:p>
            <a:r>
              <a:rPr lang="es-MX" sz="1819" b="1" noProof="0">
                <a:solidFill>
                  <a:schemeClr val="bg1"/>
                </a:solidFill>
              </a:rPr>
              <a:t>6σ</a:t>
            </a:r>
            <a:endParaRPr lang="es-MX" sz="1455" b="1" noProof="0">
              <a:solidFill>
                <a:schemeClr val="bg1"/>
              </a:solidFill>
            </a:endParaRPr>
          </a:p>
        </p:txBody>
      </p:sp>
      <p:pic>
        <p:nvPicPr>
          <p:cNvPr id="36" name="Gráfico 97" descr="Cadena de bloques con relleno sólido">
            <a:extLst>
              <a:ext uri="{FF2B5EF4-FFF2-40B4-BE49-F238E27FC236}">
                <a16:creationId xmlns:a16="http://schemas.microsoft.com/office/drawing/2014/main" id="{ECCE80C8-E9BC-BE26-DEF6-CE1FFF658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653497" y="2855214"/>
            <a:ext cx="415870" cy="415870"/>
          </a:xfrm>
          <a:prstGeom prst="rect">
            <a:avLst/>
          </a:prstGeom>
        </p:spPr>
      </p:pic>
      <p:pic>
        <p:nvPicPr>
          <p:cNvPr id="38" name="Gráfico 93" descr="Audiencia objetivo con relleno sólido">
            <a:extLst>
              <a:ext uri="{FF2B5EF4-FFF2-40B4-BE49-F238E27FC236}">
                <a16:creationId xmlns:a16="http://schemas.microsoft.com/office/drawing/2014/main" id="{A6243609-16D7-0E6D-8E37-3FD6A0E173F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653497" y="3316362"/>
            <a:ext cx="415870" cy="415870"/>
          </a:xfrm>
          <a:prstGeom prst="rect">
            <a:avLst/>
          </a:prstGeom>
        </p:spPr>
      </p:pic>
      <p:sp>
        <p:nvSpPr>
          <p:cNvPr id="39" name="TextBox 38">
            <a:extLst>
              <a:ext uri="{FF2B5EF4-FFF2-40B4-BE49-F238E27FC236}">
                <a16:creationId xmlns:a16="http://schemas.microsoft.com/office/drawing/2014/main" id="{D007D6A2-91B3-9396-4B5E-EE4BDB872D81}"/>
              </a:ext>
            </a:extLst>
          </p:cNvPr>
          <p:cNvSpPr txBox="1"/>
          <p:nvPr/>
        </p:nvSpPr>
        <p:spPr>
          <a:xfrm>
            <a:off x="3147798" y="3026487"/>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Value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Stream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Mapping</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0" name="TextBox 39">
            <a:extLst>
              <a:ext uri="{FF2B5EF4-FFF2-40B4-BE49-F238E27FC236}">
                <a16:creationId xmlns:a16="http://schemas.microsoft.com/office/drawing/2014/main" id="{884A9555-4A96-5C75-345C-6914913182F7}"/>
              </a:ext>
            </a:extLst>
          </p:cNvPr>
          <p:cNvSpPr txBox="1"/>
          <p:nvPr/>
        </p:nvSpPr>
        <p:spPr>
          <a:xfrm>
            <a:off x="3147798" y="3482002"/>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Voice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of</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the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Customer</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2" name="Graphic 41" descr="Excellent with solid fill">
            <a:extLst>
              <a:ext uri="{FF2B5EF4-FFF2-40B4-BE49-F238E27FC236}">
                <a16:creationId xmlns:a16="http://schemas.microsoft.com/office/drawing/2014/main" id="{B768A6D1-E0DB-04A4-2F9C-7B8E8D18064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340599" y="730273"/>
            <a:ext cx="635909" cy="635909"/>
          </a:xfrm>
          <a:prstGeom prst="rect">
            <a:avLst/>
          </a:prstGeom>
        </p:spPr>
      </p:pic>
      <p:pic>
        <p:nvPicPr>
          <p:cNvPr id="43" name="Gráfico 19" descr="Mover con relleno sólido">
            <a:extLst>
              <a:ext uri="{FF2B5EF4-FFF2-40B4-BE49-F238E27FC236}">
                <a16:creationId xmlns:a16="http://schemas.microsoft.com/office/drawing/2014/main" id="{04431ADC-6266-CF0B-E10F-5EE33BCB0F8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768726" y="1942592"/>
            <a:ext cx="415870" cy="415870"/>
          </a:xfrm>
          <a:prstGeom prst="rect">
            <a:avLst/>
          </a:prstGeom>
        </p:spPr>
      </p:pic>
      <p:sp>
        <p:nvSpPr>
          <p:cNvPr id="44" name="TextBox 43">
            <a:extLst>
              <a:ext uri="{FF2B5EF4-FFF2-40B4-BE49-F238E27FC236}">
                <a16:creationId xmlns:a16="http://schemas.microsoft.com/office/drawing/2014/main" id="{BA8FCD12-12EA-DBF8-7B42-605962D246E3}"/>
              </a:ext>
            </a:extLst>
          </p:cNvPr>
          <p:cNvSpPr txBox="1"/>
          <p:nvPr/>
        </p:nvSpPr>
        <p:spPr>
          <a:xfrm>
            <a:off x="5217316" y="2090484"/>
            <a:ext cx="1296000"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Change Management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Leadership</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6" name="Graphic 45" descr="Walk with solid fill">
            <a:extLst>
              <a:ext uri="{FF2B5EF4-FFF2-40B4-BE49-F238E27FC236}">
                <a16:creationId xmlns:a16="http://schemas.microsoft.com/office/drawing/2014/main" id="{EC2F17C9-CFE9-F44F-8391-335B3289ECE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768726" y="2420531"/>
            <a:ext cx="365785" cy="365785"/>
          </a:xfrm>
          <a:prstGeom prst="rect">
            <a:avLst/>
          </a:prstGeom>
        </p:spPr>
      </p:pic>
      <p:sp>
        <p:nvSpPr>
          <p:cNvPr id="47" name="TextBox 46">
            <a:extLst>
              <a:ext uri="{FF2B5EF4-FFF2-40B4-BE49-F238E27FC236}">
                <a16:creationId xmlns:a16="http://schemas.microsoft.com/office/drawing/2014/main" id="{98C2F892-D816-2268-64FA-B8807AB825C4}"/>
              </a:ext>
            </a:extLst>
          </p:cNvPr>
          <p:cNvSpPr txBox="1"/>
          <p:nvPr/>
        </p:nvSpPr>
        <p:spPr>
          <a:xfrm>
            <a:off x="5217316" y="2537934"/>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Genba</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as a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leadership</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behavior</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49" name="Graphic 48" descr="Playbook with solid fill">
            <a:extLst>
              <a:ext uri="{FF2B5EF4-FFF2-40B4-BE49-F238E27FC236}">
                <a16:creationId xmlns:a16="http://schemas.microsoft.com/office/drawing/2014/main" id="{85D0B382-BF3C-5158-E0B0-B3CEE04B4D4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68721" y="1842394"/>
            <a:ext cx="462778" cy="462778"/>
          </a:xfrm>
          <a:prstGeom prst="rect">
            <a:avLst/>
          </a:prstGeom>
        </p:spPr>
      </p:pic>
      <p:pic>
        <p:nvPicPr>
          <p:cNvPr id="52" name="Graphic 51" descr="Illustrator outline">
            <a:extLst>
              <a:ext uri="{FF2B5EF4-FFF2-40B4-BE49-F238E27FC236}">
                <a16:creationId xmlns:a16="http://schemas.microsoft.com/office/drawing/2014/main" id="{6D20808F-7A5B-5D43-4A6A-BF278A06835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768726" y="2880192"/>
            <a:ext cx="415870" cy="415870"/>
          </a:xfrm>
          <a:prstGeom prst="rect">
            <a:avLst/>
          </a:prstGeom>
        </p:spPr>
      </p:pic>
      <p:sp>
        <p:nvSpPr>
          <p:cNvPr id="53" name="TextBox 52">
            <a:extLst>
              <a:ext uri="{FF2B5EF4-FFF2-40B4-BE49-F238E27FC236}">
                <a16:creationId xmlns:a16="http://schemas.microsoft.com/office/drawing/2014/main" id="{2830F521-D2E0-A6C2-BD60-F888577B99DE}"/>
              </a:ext>
            </a:extLst>
          </p:cNvPr>
          <p:cNvSpPr txBox="1"/>
          <p:nvPr/>
        </p:nvSpPr>
        <p:spPr>
          <a:xfrm>
            <a:off x="5217316" y="3011205"/>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Visualize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and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prioritize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4" name="TextBox 53">
            <a:extLst>
              <a:ext uri="{FF2B5EF4-FFF2-40B4-BE49-F238E27FC236}">
                <a16:creationId xmlns:a16="http://schemas.microsoft.com/office/drawing/2014/main" id="{F6502FAA-4BAF-98E5-AD68-B1C4E21163A5}"/>
              </a:ext>
            </a:extLst>
          </p:cNvPr>
          <p:cNvSpPr txBox="1"/>
          <p:nvPr/>
        </p:nvSpPr>
        <p:spPr>
          <a:xfrm>
            <a:off x="7610783" y="3810150"/>
            <a:ext cx="1288131"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Excellence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Agents</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Network</a:t>
            </a:r>
          </a:p>
        </p:txBody>
      </p:sp>
      <p:pic>
        <p:nvPicPr>
          <p:cNvPr id="57" name="Graphic 56" descr="Connections with solid fill">
            <a:extLst>
              <a:ext uri="{FF2B5EF4-FFF2-40B4-BE49-F238E27FC236}">
                <a16:creationId xmlns:a16="http://schemas.microsoft.com/office/drawing/2014/main" id="{E1165D28-4823-28D3-6E0F-4E8E75D1C2C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7109481" y="3653494"/>
            <a:ext cx="463016" cy="463016"/>
          </a:xfrm>
          <a:prstGeom prst="rect">
            <a:avLst/>
          </a:prstGeom>
        </p:spPr>
      </p:pic>
      <p:pic>
        <p:nvPicPr>
          <p:cNvPr id="60" name="Gráfico 28" descr="Lluvia de ideas de grupo con relleno sólido">
            <a:extLst>
              <a:ext uri="{FF2B5EF4-FFF2-40B4-BE49-F238E27FC236}">
                <a16:creationId xmlns:a16="http://schemas.microsoft.com/office/drawing/2014/main" id="{1C795439-9717-12D3-E820-BCD6FA726B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128792" y="4184114"/>
            <a:ext cx="415871" cy="415871"/>
          </a:xfrm>
          <a:prstGeom prst="rect">
            <a:avLst/>
          </a:prstGeom>
        </p:spPr>
      </p:pic>
      <p:pic>
        <p:nvPicPr>
          <p:cNvPr id="62" name="Graphic 61" descr="Whistle outline">
            <a:extLst>
              <a:ext uri="{FF2B5EF4-FFF2-40B4-BE49-F238E27FC236}">
                <a16:creationId xmlns:a16="http://schemas.microsoft.com/office/drawing/2014/main" id="{0DCA3FF7-AAE2-F8A3-7B3E-B95F92AD10F3}"/>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768726" y="3332822"/>
            <a:ext cx="449466" cy="449466"/>
          </a:xfrm>
          <a:prstGeom prst="rect">
            <a:avLst/>
          </a:prstGeom>
        </p:spPr>
      </p:pic>
      <p:sp>
        <p:nvSpPr>
          <p:cNvPr id="63" name="TextBox 62">
            <a:extLst>
              <a:ext uri="{FF2B5EF4-FFF2-40B4-BE49-F238E27FC236}">
                <a16:creationId xmlns:a16="http://schemas.microsoft.com/office/drawing/2014/main" id="{0B159818-EFF4-7ABC-DDC2-9C3D7CCBC1BA}"/>
              </a:ext>
            </a:extLst>
          </p:cNvPr>
          <p:cNvSpPr txBox="1"/>
          <p:nvPr/>
        </p:nvSpPr>
        <p:spPr>
          <a:xfrm>
            <a:off x="5217316" y="3523541"/>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Coach &amp; Mentor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teams</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65" name="Graphic 64" descr="Clipboard Partially Checked outline">
            <a:extLst>
              <a:ext uri="{FF2B5EF4-FFF2-40B4-BE49-F238E27FC236}">
                <a16:creationId xmlns:a16="http://schemas.microsoft.com/office/drawing/2014/main" id="{3746DA82-0B53-C37E-A4B0-E7433621CC67}"/>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2653497" y="4102030"/>
            <a:ext cx="372280" cy="372280"/>
          </a:xfrm>
          <a:prstGeom prst="rect">
            <a:avLst/>
          </a:prstGeom>
        </p:spPr>
      </p:pic>
      <p:sp>
        <p:nvSpPr>
          <p:cNvPr id="66" name="TextBox 65">
            <a:extLst>
              <a:ext uri="{FF2B5EF4-FFF2-40B4-BE49-F238E27FC236}">
                <a16:creationId xmlns:a16="http://schemas.microsoft.com/office/drawing/2014/main" id="{9A454119-28D7-759C-BA4E-1B28DFD3F25E}"/>
              </a:ext>
            </a:extLst>
          </p:cNvPr>
          <p:cNvSpPr txBox="1"/>
          <p:nvPr/>
        </p:nvSpPr>
        <p:spPr>
          <a:xfrm>
            <a:off x="3147798" y="4227078"/>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buNone/>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Project &amp; Change Management</a:t>
            </a:r>
          </a:p>
        </p:txBody>
      </p:sp>
      <p:cxnSp>
        <p:nvCxnSpPr>
          <p:cNvPr id="80" name="Straight Connector 79">
            <a:extLst>
              <a:ext uri="{FF2B5EF4-FFF2-40B4-BE49-F238E27FC236}">
                <a16:creationId xmlns:a16="http://schemas.microsoft.com/office/drawing/2014/main" id="{28301E0C-2C7D-072A-4D14-491F7320507E}"/>
              </a:ext>
            </a:extLst>
          </p:cNvPr>
          <p:cNvCxnSpPr>
            <a:cxnSpLocks/>
          </p:cNvCxnSpPr>
          <p:nvPr/>
        </p:nvCxnSpPr>
        <p:spPr>
          <a:xfrm flipH="1">
            <a:off x="2312220" y="1929663"/>
            <a:ext cx="23063" cy="27457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D37B082-8C68-A90B-4438-762164690130}"/>
              </a:ext>
            </a:extLst>
          </p:cNvPr>
          <p:cNvCxnSpPr>
            <a:cxnSpLocks/>
          </p:cNvCxnSpPr>
          <p:nvPr/>
        </p:nvCxnSpPr>
        <p:spPr>
          <a:xfrm>
            <a:off x="4520807" y="1962042"/>
            <a:ext cx="43756" cy="2746594"/>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1D4F781-FE01-1D2C-3108-574A370DD526}"/>
              </a:ext>
            </a:extLst>
          </p:cNvPr>
          <p:cNvCxnSpPr>
            <a:cxnSpLocks/>
          </p:cNvCxnSpPr>
          <p:nvPr/>
        </p:nvCxnSpPr>
        <p:spPr>
          <a:xfrm>
            <a:off x="6677503" y="1874065"/>
            <a:ext cx="0" cy="291590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72A1A40-4440-5417-C415-3BEFF7EC6329}"/>
              </a:ext>
            </a:extLst>
          </p:cNvPr>
          <p:cNvSpPr txBox="1"/>
          <p:nvPr/>
        </p:nvSpPr>
        <p:spPr>
          <a:xfrm>
            <a:off x="7121876" y="1398576"/>
            <a:ext cx="1288131"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Support</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Systems</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7" name="Graphic 36" descr="Rating 3 Star with solid fill">
            <a:extLst>
              <a:ext uri="{FF2B5EF4-FFF2-40B4-BE49-F238E27FC236}">
                <a16:creationId xmlns:a16="http://schemas.microsoft.com/office/drawing/2014/main" id="{BACC117D-9883-1373-D1CF-BEC18B72EB03}"/>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7121876" y="1887878"/>
            <a:ext cx="422787" cy="382517"/>
          </a:xfrm>
          <a:prstGeom prst="rect">
            <a:avLst/>
          </a:prstGeom>
        </p:spPr>
      </p:pic>
      <p:sp>
        <p:nvSpPr>
          <p:cNvPr id="45" name="TextBox 44">
            <a:extLst>
              <a:ext uri="{FF2B5EF4-FFF2-40B4-BE49-F238E27FC236}">
                <a16:creationId xmlns:a16="http://schemas.microsoft.com/office/drawing/2014/main" id="{5EFD1E9E-8B9A-8F0F-50D3-EA9040B408C6}"/>
              </a:ext>
            </a:extLst>
          </p:cNvPr>
          <p:cNvSpPr txBox="1"/>
          <p:nvPr/>
        </p:nvSpPr>
        <p:spPr>
          <a:xfrm>
            <a:off x="7610783" y="1983195"/>
            <a:ext cx="922371"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Quality</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Customer</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Experience</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48" name="TextBox 47">
            <a:extLst>
              <a:ext uri="{FF2B5EF4-FFF2-40B4-BE49-F238E27FC236}">
                <a16:creationId xmlns:a16="http://schemas.microsoft.com/office/drawing/2014/main" id="{A2306355-41D4-72EC-2CA3-1A0C2700DB7E}"/>
              </a:ext>
            </a:extLst>
          </p:cNvPr>
          <p:cNvSpPr txBox="1"/>
          <p:nvPr/>
        </p:nvSpPr>
        <p:spPr>
          <a:xfrm>
            <a:off x="7610783" y="2474602"/>
            <a:ext cx="922371"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Recognition</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64" name="TextBox 63">
            <a:extLst>
              <a:ext uri="{FF2B5EF4-FFF2-40B4-BE49-F238E27FC236}">
                <a16:creationId xmlns:a16="http://schemas.microsoft.com/office/drawing/2014/main" id="{F207A135-51F1-4386-695C-9FEB31AE94AE}"/>
              </a:ext>
            </a:extLst>
          </p:cNvPr>
          <p:cNvSpPr txBox="1"/>
          <p:nvPr/>
        </p:nvSpPr>
        <p:spPr>
          <a:xfrm>
            <a:off x="7610783" y="2869587"/>
            <a:ext cx="922371" cy="21544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Learning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&amp;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Development</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System</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74" name="Graphic 73" descr="Books outline">
            <a:extLst>
              <a:ext uri="{FF2B5EF4-FFF2-40B4-BE49-F238E27FC236}">
                <a16:creationId xmlns:a16="http://schemas.microsoft.com/office/drawing/2014/main" id="{4E4B3A3C-06A0-328B-8184-02662BB4C390}"/>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181568" y="2815824"/>
            <a:ext cx="337621" cy="337621"/>
          </a:xfrm>
          <a:prstGeom prst="rect">
            <a:avLst/>
          </a:prstGeom>
        </p:spPr>
      </p:pic>
      <p:pic>
        <p:nvPicPr>
          <p:cNvPr id="79" name="Graphic 78" descr="Trophy outline">
            <a:extLst>
              <a:ext uri="{FF2B5EF4-FFF2-40B4-BE49-F238E27FC236}">
                <a16:creationId xmlns:a16="http://schemas.microsoft.com/office/drawing/2014/main" id="{13E18BE4-4590-A92D-9DCE-E799AE4B6E3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168613" y="2350333"/>
            <a:ext cx="363529" cy="363529"/>
          </a:xfrm>
          <a:prstGeom prst="rect">
            <a:avLst/>
          </a:prstGeom>
        </p:spPr>
      </p:pic>
      <p:sp>
        <p:nvSpPr>
          <p:cNvPr id="20" name="TextBox 19">
            <a:extLst>
              <a:ext uri="{FF2B5EF4-FFF2-40B4-BE49-F238E27FC236}">
                <a16:creationId xmlns:a16="http://schemas.microsoft.com/office/drawing/2014/main" id="{2C33F8A8-5486-48B9-E5D0-D3C3A2DA01AE}"/>
              </a:ext>
            </a:extLst>
          </p:cNvPr>
          <p:cNvSpPr txBox="1"/>
          <p:nvPr/>
        </p:nvSpPr>
        <p:spPr>
          <a:xfrm>
            <a:off x="2797964" y="1430844"/>
            <a:ext cx="1296000"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Tools &amp; </a:t>
            </a: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Methods</a:t>
            </a: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85" name="Graphic 84" descr="Mining tools outline">
            <a:extLst>
              <a:ext uri="{FF2B5EF4-FFF2-40B4-BE49-F238E27FC236}">
                <a16:creationId xmlns:a16="http://schemas.microsoft.com/office/drawing/2014/main" id="{0A7E0490-4131-E076-B02A-51A9BFFE8612}"/>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184133" y="771105"/>
            <a:ext cx="523662" cy="523662"/>
          </a:xfrm>
          <a:prstGeom prst="rect">
            <a:avLst/>
          </a:prstGeom>
        </p:spPr>
      </p:pic>
      <p:pic>
        <p:nvPicPr>
          <p:cNvPr id="87" name="Graphic 86" descr="Social network outline">
            <a:extLst>
              <a:ext uri="{FF2B5EF4-FFF2-40B4-BE49-F238E27FC236}">
                <a16:creationId xmlns:a16="http://schemas.microsoft.com/office/drawing/2014/main" id="{DB81018E-FD47-C255-C7B7-4145F5E9AD7E}"/>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7411564" y="712604"/>
            <a:ext cx="708753" cy="708753"/>
          </a:xfrm>
          <a:prstGeom prst="rect">
            <a:avLst/>
          </a:prstGeom>
        </p:spPr>
      </p:pic>
      <p:sp>
        <p:nvSpPr>
          <p:cNvPr id="2" name="TextBox 1">
            <a:extLst>
              <a:ext uri="{FF2B5EF4-FFF2-40B4-BE49-F238E27FC236}">
                <a16:creationId xmlns:a16="http://schemas.microsoft.com/office/drawing/2014/main" id="{3A3DDA39-CCBF-62C0-0BF5-AC11DCF17EF9}"/>
              </a:ext>
            </a:extLst>
          </p:cNvPr>
          <p:cNvSpPr txBox="1"/>
          <p:nvPr/>
        </p:nvSpPr>
        <p:spPr>
          <a:xfrm>
            <a:off x="978494" y="1910331"/>
            <a:ext cx="1296000" cy="2667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Strategy</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Deployment</a:t>
            </a:r>
            <a:endPar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a:spcBef>
                <a:spcPts val="225"/>
              </a:spcBef>
              <a:spcAft>
                <a:spcPts val="225"/>
              </a:spcAft>
              <a:buClr>
                <a:srgbClr val="000000"/>
              </a:buClr>
              <a:defRPr/>
            </a:pP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Hoshin</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Kanri”)</a:t>
            </a:r>
          </a:p>
        </p:txBody>
      </p:sp>
      <p:sp>
        <p:nvSpPr>
          <p:cNvPr id="6" name="TextBox 5">
            <a:extLst>
              <a:ext uri="{FF2B5EF4-FFF2-40B4-BE49-F238E27FC236}">
                <a16:creationId xmlns:a16="http://schemas.microsoft.com/office/drawing/2014/main" id="{34AF735B-43BE-006D-AE2E-9749B2DFC40D}"/>
              </a:ext>
            </a:extLst>
          </p:cNvPr>
          <p:cNvSpPr txBox="1"/>
          <p:nvPr/>
        </p:nvSpPr>
        <p:spPr>
          <a:xfrm>
            <a:off x="3147798" y="3858773"/>
            <a:ext cx="1296000" cy="10772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Six</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Sigma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7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700" noProof="0">
                <a:solidFill>
                  <a:schemeClr val="bg1"/>
                </a:solidFill>
                <a:ea typeface="Verdana" panose="020B0604030504040204" pitchFamily="34" charset="0"/>
                <a:cs typeface="Calibri" panose="020F0502020204030204" pitchFamily="34" charset="0"/>
                <a:sym typeface="Verdana" panose="020B0604030504040204" pitchFamily="34" charset="0"/>
              </a:rPr>
              <a:t> 2.0)</a:t>
            </a:r>
          </a:p>
        </p:txBody>
      </p:sp>
      <p:sp>
        <p:nvSpPr>
          <p:cNvPr id="8" name="Rectángulo: esquinas redondeadas 7">
            <a:extLst>
              <a:ext uri="{FF2B5EF4-FFF2-40B4-BE49-F238E27FC236}">
                <a16:creationId xmlns:a16="http://schemas.microsoft.com/office/drawing/2014/main" id="{1CB795EC-4C7E-1DB3-0EDF-43D883057B5B}"/>
              </a:ext>
            </a:extLst>
          </p:cNvPr>
          <p:cNvSpPr/>
          <p:nvPr/>
        </p:nvSpPr>
        <p:spPr>
          <a:xfrm>
            <a:off x="2465596" y="1910330"/>
            <a:ext cx="1871152" cy="504105"/>
          </a:xfrm>
          <a:prstGeom prst="roundRect">
            <a:avLst/>
          </a:prstGeom>
          <a:noFill/>
          <a:ln w="12700">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23361347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4633-5CEA-52AF-5E74-5871CF8D49C9}"/>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691995DB-4CD2-CE28-8803-95B4B4A9C9B9}"/>
              </a:ext>
            </a:extLst>
          </p:cNvPr>
          <p:cNvSpPr/>
          <p:nvPr/>
        </p:nvSpPr>
        <p:spPr>
          <a:xfrm>
            <a:off x="784860" y="631758"/>
            <a:ext cx="7478112" cy="3985961"/>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CuadroTexto 7">
            <a:extLst>
              <a:ext uri="{FF2B5EF4-FFF2-40B4-BE49-F238E27FC236}">
                <a16:creationId xmlns:a16="http://schemas.microsoft.com/office/drawing/2014/main" id="{81EC5F66-B828-9AF7-8E9B-657BB3EB03F8}"/>
              </a:ext>
            </a:extLst>
          </p:cNvPr>
          <p:cNvSpPr txBox="1"/>
          <p:nvPr/>
        </p:nvSpPr>
        <p:spPr>
          <a:xfrm>
            <a:off x="1020573" y="1016971"/>
            <a:ext cx="6844937" cy="364715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buFont typeface="Arial" panose="020B0604020202020204" pitchFamily="34" charset="0"/>
              <a:buChar char="•"/>
            </a:pPr>
            <a:r>
              <a:rPr lang="es-MX" sz="1100" b="1" noProof="0" dirty="0">
                <a:solidFill>
                  <a:schemeClr val="accent6"/>
                </a:solidFill>
              </a:rPr>
              <a:t>BEST:</a:t>
            </a:r>
            <a:r>
              <a:rPr lang="es-MX" sz="1100" noProof="0" dirty="0">
                <a:solidFill>
                  <a:schemeClr val="accent6"/>
                </a:solidFill>
              </a:rPr>
              <a:t> </a:t>
            </a:r>
            <a:r>
              <a:rPr lang="es-ES" sz="1100" noProof="0" dirty="0">
                <a:solidFill>
                  <a:schemeClr val="bg1"/>
                </a:solidFill>
              </a:rPr>
              <a:t>Sistema de excelencia que busca mejorar la seguridad, eficiencia y resultados mediante disciplina, estandarización y mejora continua.</a:t>
            </a:r>
            <a:endParaRPr lang="es-MX" sz="1100" noProof="0" dirty="0">
              <a:solidFill>
                <a:schemeClr val="bg1"/>
              </a:solidFill>
            </a:endParaRPr>
          </a:p>
          <a:p>
            <a:pPr marL="171450" indent="-171450" algn="just">
              <a:buFont typeface="Arial" panose="020B0604020202020204" pitchFamily="34" charset="0"/>
              <a:buChar char="•"/>
            </a:pPr>
            <a:r>
              <a:rPr lang="es-MX" sz="1100" b="1" noProof="0" dirty="0" err="1">
                <a:solidFill>
                  <a:schemeClr val="accent6"/>
                </a:solidFill>
              </a:rPr>
              <a:t>Genba</a:t>
            </a:r>
            <a:r>
              <a:rPr lang="es-MX" sz="1100" b="1" noProof="0" dirty="0">
                <a:solidFill>
                  <a:schemeClr val="accent6"/>
                </a:solidFill>
              </a:rPr>
              <a:t> </a:t>
            </a:r>
            <a:r>
              <a:rPr lang="es-MX" sz="1100" b="1" noProof="0" dirty="0" err="1">
                <a:solidFill>
                  <a:schemeClr val="accent6"/>
                </a:solidFill>
              </a:rPr>
              <a:t>Walk</a:t>
            </a:r>
            <a:r>
              <a:rPr lang="es-MX" sz="1100" b="1" noProof="0" dirty="0">
                <a:solidFill>
                  <a:schemeClr val="accent6"/>
                </a:solidFill>
              </a:rPr>
              <a:t>: </a:t>
            </a:r>
            <a:r>
              <a:rPr lang="es-ES" sz="1100" dirty="0">
                <a:solidFill>
                  <a:schemeClr val="bg1"/>
                </a:solidFill>
              </a:rPr>
              <a:t>O</a:t>
            </a:r>
            <a:r>
              <a:rPr lang="es-ES" sz="1100" noProof="0" dirty="0" err="1">
                <a:solidFill>
                  <a:schemeClr val="bg1"/>
                </a:solidFill>
              </a:rPr>
              <a:t>bservar</a:t>
            </a:r>
            <a:r>
              <a:rPr lang="es-ES" sz="1100" noProof="0" dirty="0">
                <a:solidFill>
                  <a:schemeClr val="bg1"/>
                </a:solidFill>
              </a:rPr>
              <a:t> el proceso directamente, no desde la oficina.</a:t>
            </a:r>
            <a:endParaRPr lang="es-MX" sz="1100" noProof="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6S: </a:t>
            </a:r>
            <a:r>
              <a:rPr lang="es-ES" sz="1100" dirty="0">
                <a:solidFill>
                  <a:schemeClr val="bg1"/>
                </a:solidFill>
              </a:rPr>
              <a:t>Metodología de orden, limpieza y seguridad en el área de trabajo: Clasificar, Ordenar, Limpiar, Estandarizar, Sostener y Seguridad.</a:t>
            </a:r>
            <a:endParaRPr lang="es-MX" sz="1100" dirty="0">
              <a:solidFill>
                <a:schemeClr val="bg1"/>
              </a:solidFill>
            </a:endParaRPr>
          </a:p>
          <a:p>
            <a:pPr marL="171450" indent="-171450" algn="just">
              <a:buFont typeface="Arial" panose="020B0604020202020204" pitchFamily="34" charset="0"/>
              <a:buChar char="•"/>
            </a:pPr>
            <a:r>
              <a:rPr lang="es-MX" sz="1100" b="1" noProof="0" dirty="0" err="1">
                <a:solidFill>
                  <a:schemeClr val="accent6"/>
                </a:solidFill>
              </a:rPr>
              <a:t>Hoshin</a:t>
            </a:r>
            <a:r>
              <a:rPr lang="es-MX" sz="1100" b="1" noProof="0" dirty="0">
                <a:solidFill>
                  <a:schemeClr val="accent6"/>
                </a:solidFill>
              </a:rPr>
              <a:t> Kanri: </a:t>
            </a:r>
            <a:r>
              <a:rPr lang="es-ES" sz="1100" noProof="0" dirty="0">
                <a:solidFill>
                  <a:schemeClr val="bg1"/>
                </a:solidFill>
              </a:rPr>
              <a:t>Método para alinear los objetivos estratégicos con las actividades diarias de la operación.</a:t>
            </a:r>
            <a:endParaRPr lang="es-MX" sz="1100" noProof="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Sistema: </a:t>
            </a:r>
            <a:r>
              <a:rPr lang="es-ES" sz="1100" dirty="0">
                <a:solidFill>
                  <a:schemeClr val="bg1"/>
                </a:solidFill>
              </a:rPr>
              <a:t>Conjunto de procesos, personas y herramientas que trabajan de forma ordenada para lograr un objetivo común.</a:t>
            </a:r>
            <a:endParaRPr lang="es-MX" sz="110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KPI: </a:t>
            </a:r>
            <a:r>
              <a:rPr lang="es-ES" sz="1100" dirty="0">
                <a:solidFill>
                  <a:schemeClr val="bg1"/>
                </a:solidFill>
              </a:rPr>
              <a:t>Indicador clave que mide el desempeño de un proceso o actividad.</a:t>
            </a:r>
            <a:endParaRPr lang="es-MX" sz="110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GMPH:  </a:t>
            </a:r>
            <a:r>
              <a:rPr lang="es-ES" sz="1100" dirty="0">
                <a:solidFill>
                  <a:schemeClr val="bg1"/>
                </a:solidFill>
              </a:rPr>
              <a:t>Indicador de productividad que mide los movimientos totales realizados por hora.</a:t>
            </a:r>
            <a:endParaRPr lang="es-MX" sz="1100" dirty="0">
              <a:solidFill>
                <a:schemeClr val="bg1"/>
              </a:solidFill>
            </a:endParaRPr>
          </a:p>
          <a:p>
            <a:pPr marL="171450" indent="-171450" algn="just">
              <a:buFont typeface="Arial" panose="020B0604020202020204" pitchFamily="34" charset="0"/>
              <a:buChar char="•"/>
            </a:pPr>
            <a:r>
              <a:rPr lang="es-MX" sz="1100" b="1" noProof="0" dirty="0">
                <a:solidFill>
                  <a:schemeClr val="accent6"/>
                </a:solidFill>
              </a:rPr>
              <a:t>Patrocinador: </a:t>
            </a:r>
            <a:r>
              <a:rPr lang="es-ES" sz="1100" noProof="0" dirty="0">
                <a:solidFill>
                  <a:schemeClr val="bg1"/>
                </a:solidFill>
              </a:rPr>
              <a:t>Líder que apoya, desbloquea recursos y da seguimiento a una iniciativa</a:t>
            </a:r>
            <a:endParaRPr lang="es-MX" sz="1100" noProof="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Gestión visual: </a:t>
            </a:r>
            <a:r>
              <a:rPr lang="es-ES" sz="1100" dirty="0">
                <a:solidFill>
                  <a:schemeClr val="bg1"/>
                </a:solidFill>
              </a:rPr>
              <a:t>Uso de tableros, colores, gráficos y señales para que la información sea clara y visible para todos.</a:t>
            </a:r>
            <a:endParaRPr lang="es-MX" sz="1100" dirty="0">
              <a:solidFill>
                <a:schemeClr val="bg1"/>
              </a:solidFill>
            </a:endParaRPr>
          </a:p>
          <a:p>
            <a:pPr marL="171450" indent="-171450" algn="just">
              <a:buFont typeface="Arial" panose="020B0604020202020204" pitchFamily="34" charset="0"/>
              <a:buChar char="•"/>
            </a:pPr>
            <a:r>
              <a:rPr lang="es-MX" sz="1100" b="1" noProof="0" dirty="0" err="1">
                <a:solidFill>
                  <a:schemeClr val="accent6"/>
                </a:solidFill>
              </a:rPr>
              <a:t>Shibumi</a:t>
            </a:r>
            <a:r>
              <a:rPr lang="es-MX" sz="1100" b="1" noProof="0" dirty="0">
                <a:solidFill>
                  <a:schemeClr val="accent6"/>
                </a:solidFill>
              </a:rPr>
              <a:t>: </a:t>
            </a:r>
            <a:r>
              <a:rPr lang="es-ES" sz="1100" noProof="0" dirty="0">
                <a:solidFill>
                  <a:schemeClr val="bg1"/>
                </a:solidFill>
              </a:rPr>
              <a:t>Plataforma corporativa para el seguimiento de iniciativas, impactos y avance de proyectos BEST.</a:t>
            </a:r>
            <a:endParaRPr lang="es-MX" sz="1100" noProof="0" dirty="0">
              <a:solidFill>
                <a:schemeClr val="bg1"/>
              </a:solidFill>
            </a:endParaRPr>
          </a:p>
          <a:p>
            <a:pPr marL="171450" indent="-171450" algn="just">
              <a:buFont typeface="Arial" panose="020B0604020202020204" pitchFamily="34" charset="0"/>
              <a:buChar char="•"/>
            </a:pPr>
            <a:r>
              <a:rPr lang="es-MX" sz="1100" b="1" dirty="0">
                <a:solidFill>
                  <a:schemeClr val="accent6"/>
                </a:solidFill>
              </a:rPr>
              <a:t>Microsoft </a:t>
            </a:r>
            <a:r>
              <a:rPr lang="es-MX" sz="1100" b="1" dirty="0" err="1">
                <a:solidFill>
                  <a:schemeClr val="accent6"/>
                </a:solidFill>
              </a:rPr>
              <a:t>Forms</a:t>
            </a:r>
            <a:r>
              <a:rPr lang="es-MX" sz="1100" b="1" dirty="0">
                <a:solidFill>
                  <a:schemeClr val="accent6"/>
                </a:solidFill>
              </a:rPr>
              <a:t>: </a:t>
            </a:r>
            <a:r>
              <a:rPr lang="es-ES" sz="1100" dirty="0">
                <a:solidFill>
                  <a:schemeClr val="bg1"/>
                </a:solidFill>
              </a:rPr>
              <a:t>Herramienta para capturar información de manera digital mediante formularios.</a:t>
            </a:r>
            <a:endParaRPr lang="es-MX" sz="1100" dirty="0">
              <a:solidFill>
                <a:schemeClr val="bg1"/>
              </a:solidFill>
            </a:endParaRPr>
          </a:p>
          <a:p>
            <a:pPr marL="171450" indent="-171450" algn="just">
              <a:buFont typeface="Arial" panose="020B0604020202020204" pitchFamily="34" charset="0"/>
              <a:buChar char="•"/>
            </a:pPr>
            <a:r>
              <a:rPr lang="es-MX" sz="1100" b="1" noProof="0" dirty="0">
                <a:solidFill>
                  <a:schemeClr val="accent6"/>
                </a:solidFill>
              </a:rPr>
              <a:t>Microsoft </a:t>
            </a:r>
            <a:r>
              <a:rPr lang="es-MX" sz="1100" b="1" noProof="0" dirty="0" err="1">
                <a:solidFill>
                  <a:schemeClr val="accent6"/>
                </a:solidFill>
              </a:rPr>
              <a:t>Lists</a:t>
            </a:r>
            <a:r>
              <a:rPr lang="es-MX" sz="1100" b="1" noProof="0" dirty="0">
                <a:solidFill>
                  <a:schemeClr val="accent6"/>
                </a:solidFill>
              </a:rPr>
              <a:t>: </a:t>
            </a:r>
            <a:r>
              <a:rPr lang="es-MX" sz="1100" noProof="0" dirty="0">
                <a:solidFill>
                  <a:schemeClr val="bg1"/>
                </a:solidFill>
              </a:rPr>
              <a:t>Herramienta para registrar, organizar y dar seguimiento a acciones, tareas o iniciativas.</a:t>
            </a:r>
          </a:p>
          <a:p>
            <a:pPr marL="171450" indent="-171450" algn="just">
              <a:buFont typeface="Arial" panose="020B0604020202020204" pitchFamily="34" charset="0"/>
              <a:buChar char="•"/>
            </a:pPr>
            <a:endParaRPr lang="es-MX" sz="1100" noProof="0" dirty="0">
              <a:solidFill>
                <a:schemeClr val="bg1"/>
              </a:solidFill>
            </a:endParaRPr>
          </a:p>
          <a:p>
            <a:pPr algn="just"/>
            <a:endParaRPr lang="es-MX" sz="1100" i="1" noProof="0" dirty="0">
              <a:solidFill>
                <a:schemeClr val="tx1"/>
              </a:solidFill>
            </a:endParaRPr>
          </a:p>
          <a:p>
            <a:pPr algn="just"/>
            <a:endParaRPr lang="es-MX" sz="1100" i="1" noProof="0" dirty="0">
              <a:solidFill>
                <a:schemeClr val="bg1"/>
              </a:solidFill>
            </a:endParaRPr>
          </a:p>
        </p:txBody>
      </p:sp>
      <p:sp>
        <p:nvSpPr>
          <p:cNvPr id="8" name="Title 15">
            <a:extLst>
              <a:ext uri="{FF2B5EF4-FFF2-40B4-BE49-F238E27FC236}">
                <a16:creationId xmlns:a16="http://schemas.microsoft.com/office/drawing/2014/main" id="{C3AD0A73-48D4-A4B2-93B1-1CF339E8C67E}"/>
              </a:ext>
            </a:extLst>
          </p:cNvPr>
          <p:cNvSpPr>
            <a:spLocks noGrp="1"/>
          </p:cNvSpPr>
          <p:nvPr>
            <p:ph type="title"/>
          </p:nvPr>
        </p:nvSpPr>
        <p:spPr>
          <a:xfrm>
            <a:off x="2393191" y="109943"/>
            <a:ext cx="4099703" cy="369332"/>
          </a:xfrm>
        </p:spPr>
        <p:txBody>
          <a:bodyPr vert="horz"/>
          <a:lstStyle/>
          <a:p>
            <a:pPr algn="ctr"/>
            <a:r>
              <a:rPr lang="es-MX" sz="2400"/>
              <a:t>Definiciones</a:t>
            </a:r>
            <a:endParaRPr lang="es-MX" sz="2400" noProof="0"/>
          </a:p>
        </p:txBody>
      </p:sp>
      <p:pic>
        <p:nvPicPr>
          <p:cNvPr id="2" name="Imagen 1" descr="Dibujo de una persona&#10;&#10;El contenido generado por IA puede ser incorrecto.">
            <a:extLst>
              <a:ext uri="{FF2B5EF4-FFF2-40B4-BE49-F238E27FC236}">
                <a16:creationId xmlns:a16="http://schemas.microsoft.com/office/drawing/2014/main" id="{C58C01DE-EC0F-3996-F9A0-9166BC9D6FFE}"/>
              </a:ext>
            </a:extLst>
          </p:cNvPr>
          <p:cNvPicPr>
            <a:picLocks noChangeAspect="1"/>
          </p:cNvPicPr>
          <p:nvPr/>
        </p:nvPicPr>
        <p:blipFill>
          <a:blip r:embed="rId2"/>
          <a:stretch>
            <a:fillRect/>
          </a:stretch>
        </p:blipFill>
        <p:spPr>
          <a:xfrm>
            <a:off x="8661417" y="109943"/>
            <a:ext cx="466952" cy="466952"/>
          </a:xfrm>
          <a:prstGeom prst="rect">
            <a:avLst/>
          </a:prstGeom>
        </p:spPr>
      </p:pic>
    </p:spTree>
    <p:extLst>
      <p:ext uri="{BB962C8B-B14F-4D97-AF65-F5344CB8AC3E}">
        <p14:creationId xmlns:p14="http://schemas.microsoft.com/office/powerpoint/2010/main" val="3866967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D8332-ED86-C8D9-4D65-F663BFBD2357}"/>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7FBF70F-96D0-D583-5B50-C030C005C3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7FBF70F-96D0-D583-5B50-C030C005C3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1BB4F74-8350-0037-5376-E64A2BBA8B99}"/>
              </a:ext>
            </a:extLst>
          </p:cNvPr>
          <p:cNvSpPr>
            <a:spLocks noGrp="1"/>
          </p:cNvSpPr>
          <p:nvPr>
            <p:ph type="title"/>
          </p:nvPr>
        </p:nvSpPr>
        <p:spPr>
          <a:xfrm>
            <a:off x="146071" y="229344"/>
            <a:ext cx="8789937" cy="307777"/>
          </a:xfrm>
        </p:spPr>
        <p:txBody>
          <a:bodyPr vert="horz"/>
          <a:lstStyle/>
          <a:p>
            <a:pPr algn="ctr"/>
            <a:r>
              <a:rPr lang="es-MX" noProof="0" dirty="0"/>
              <a:t>Formación en PORT™ </a:t>
            </a:r>
          </a:p>
        </p:txBody>
      </p:sp>
      <p:sp>
        <p:nvSpPr>
          <p:cNvPr id="5" name="TextBox 4">
            <a:extLst>
              <a:ext uri="{FF2B5EF4-FFF2-40B4-BE49-F238E27FC236}">
                <a16:creationId xmlns:a16="http://schemas.microsoft.com/office/drawing/2014/main" id="{B7826B8B-7B96-6F11-C148-C1E79249C677}"/>
              </a:ext>
            </a:extLst>
          </p:cNvPr>
          <p:cNvSpPr txBox="1"/>
          <p:nvPr/>
        </p:nvSpPr>
        <p:spPr>
          <a:xfrm>
            <a:off x="217083" y="1011598"/>
            <a:ext cx="927837"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1:</a:t>
            </a:r>
          </a:p>
          <a:p>
            <a:pP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Introducción del sistema</a:t>
            </a:r>
          </a:p>
        </p:txBody>
      </p:sp>
      <p:sp>
        <p:nvSpPr>
          <p:cNvPr id="8" name="TextBox 4">
            <a:extLst>
              <a:ext uri="{FF2B5EF4-FFF2-40B4-BE49-F238E27FC236}">
                <a16:creationId xmlns:a16="http://schemas.microsoft.com/office/drawing/2014/main" id="{EB687EF4-648A-9BF3-97B9-182DBA7DCE5B}"/>
              </a:ext>
            </a:extLst>
          </p:cNvPr>
          <p:cNvSpPr txBox="1"/>
          <p:nvPr/>
        </p:nvSpPr>
        <p:spPr>
          <a:xfrm>
            <a:off x="1874354" y="971601"/>
            <a:ext cx="1296000" cy="8720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2:</a:t>
            </a:r>
          </a:p>
          <a:p>
            <a:pP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Identificar el problema con precisión </a:t>
            </a:r>
          </a:p>
          <a:p>
            <a:pPr>
              <a:spcBef>
                <a:spcPts val="225"/>
              </a:spcBef>
              <a:spcAft>
                <a:spcPts val="225"/>
              </a:spcAft>
              <a:buClr>
                <a:srgbClr val="000000"/>
              </a:buClr>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9" name="TextBox 4">
            <a:extLst>
              <a:ext uri="{FF2B5EF4-FFF2-40B4-BE49-F238E27FC236}">
                <a16:creationId xmlns:a16="http://schemas.microsoft.com/office/drawing/2014/main" id="{490FBB3C-7576-8E6D-9539-2F8BAEAF1E42}"/>
              </a:ext>
            </a:extLst>
          </p:cNvPr>
          <p:cNvSpPr txBox="1"/>
          <p:nvPr/>
        </p:nvSpPr>
        <p:spPr>
          <a:xfrm>
            <a:off x="3268101" y="971601"/>
            <a:ext cx="1296000"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3:</a:t>
            </a:r>
          </a:p>
          <a:p>
            <a:pP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Observa y analiza pt.1</a:t>
            </a:r>
          </a:p>
        </p:txBody>
      </p:sp>
      <p:sp>
        <p:nvSpPr>
          <p:cNvPr id="10" name="TextBox 4">
            <a:extLst>
              <a:ext uri="{FF2B5EF4-FFF2-40B4-BE49-F238E27FC236}">
                <a16:creationId xmlns:a16="http://schemas.microsoft.com/office/drawing/2014/main" id="{1E6B9FBA-1160-1C12-3BDA-AB1E893A4829}"/>
              </a:ext>
            </a:extLst>
          </p:cNvPr>
          <p:cNvSpPr txBox="1"/>
          <p:nvPr/>
        </p:nvSpPr>
        <p:spPr>
          <a:xfrm>
            <a:off x="4727388" y="971600"/>
            <a:ext cx="1296000" cy="5129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4:</a:t>
            </a:r>
          </a:p>
          <a:p>
            <a:pPr>
              <a:spcBef>
                <a:spcPts val="225"/>
              </a:spcBef>
              <a:spcAft>
                <a:spcPts val="225"/>
              </a:spcAft>
              <a:buClr>
                <a:srgbClr val="000000"/>
              </a:buClr>
              <a:defRPr/>
            </a:pP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Observa y analiza pt.2</a:t>
            </a:r>
          </a:p>
        </p:txBody>
      </p:sp>
      <p:sp>
        <p:nvSpPr>
          <p:cNvPr id="11" name="TextBox 4">
            <a:extLst>
              <a:ext uri="{FF2B5EF4-FFF2-40B4-BE49-F238E27FC236}">
                <a16:creationId xmlns:a16="http://schemas.microsoft.com/office/drawing/2014/main" id="{4555619A-6993-3D85-4976-E5962A6EE1C9}"/>
              </a:ext>
            </a:extLst>
          </p:cNvPr>
          <p:cNvSpPr txBox="1"/>
          <p:nvPr/>
        </p:nvSpPr>
        <p:spPr>
          <a:xfrm>
            <a:off x="6406166" y="971600"/>
            <a:ext cx="12960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5: Resuelve con acciones</a:t>
            </a:r>
          </a:p>
        </p:txBody>
      </p:sp>
      <p:sp>
        <p:nvSpPr>
          <p:cNvPr id="12" name="TextBox 4">
            <a:extLst>
              <a:ext uri="{FF2B5EF4-FFF2-40B4-BE49-F238E27FC236}">
                <a16:creationId xmlns:a16="http://schemas.microsoft.com/office/drawing/2014/main" id="{C0B734CE-8A65-79AC-7BF5-22DF825C90A3}"/>
              </a:ext>
            </a:extLst>
          </p:cNvPr>
          <p:cNvSpPr txBox="1"/>
          <p:nvPr/>
        </p:nvSpPr>
        <p:spPr>
          <a:xfrm>
            <a:off x="7769270" y="978768"/>
            <a:ext cx="12960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0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rPr>
              <a:t> 6: Seguimiento y sostenibilidad</a:t>
            </a:r>
          </a:p>
        </p:txBody>
      </p:sp>
      <p:cxnSp>
        <p:nvCxnSpPr>
          <p:cNvPr id="29" name="Straight Connector 79">
            <a:extLst>
              <a:ext uri="{FF2B5EF4-FFF2-40B4-BE49-F238E27FC236}">
                <a16:creationId xmlns:a16="http://schemas.microsoft.com/office/drawing/2014/main" id="{C35D6238-2158-0A66-926C-D6BC7A27C934}"/>
              </a:ext>
            </a:extLst>
          </p:cNvPr>
          <p:cNvCxnSpPr>
            <a:cxnSpLocks/>
          </p:cNvCxnSpPr>
          <p:nvPr/>
        </p:nvCxnSpPr>
        <p:spPr>
          <a:xfrm>
            <a:off x="7599590" y="137067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4">
            <a:extLst>
              <a:ext uri="{FF2B5EF4-FFF2-40B4-BE49-F238E27FC236}">
                <a16:creationId xmlns:a16="http://schemas.microsoft.com/office/drawing/2014/main" id="{1B0FB854-B517-3AB2-635C-580E204953C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0" name="Straight Connector 79">
            <a:extLst>
              <a:ext uri="{FF2B5EF4-FFF2-40B4-BE49-F238E27FC236}">
                <a16:creationId xmlns:a16="http://schemas.microsoft.com/office/drawing/2014/main" id="{D0EC9F82-6A10-4FFE-4BD0-45DF7451FE0E}"/>
              </a:ext>
            </a:extLst>
          </p:cNvPr>
          <p:cNvCxnSpPr>
            <a:cxnSpLocks/>
          </p:cNvCxnSpPr>
          <p:nvPr/>
        </p:nvCxnSpPr>
        <p:spPr>
          <a:xfrm>
            <a:off x="6137875" y="137067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79">
            <a:extLst>
              <a:ext uri="{FF2B5EF4-FFF2-40B4-BE49-F238E27FC236}">
                <a16:creationId xmlns:a16="http://schemas.microsoft.com/office/drawing/2014/main" id="{28A69FBD-47DC-9DC0-B9E1-E8BDB7457118}"/>
              </a:ext>
            </a:extLst>
          </p:cNvPr>
          <p:cNvCxnSpPr>
            <a:cxnSpLocks/>
          </p:cNvCxnSpPr>
          <p:nvPr/>
        </p:nvCxnSpPr>
        <p:spPr>
          <a:xfrm>
            <a:off x="4541040"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79">
            <a:extLst>
              <a:ext uri="{FF2B5EF4-FFF2-40B4-BE49-F238E27FC236}">
                <a16:creationId xmlns:a16="http://schemas.microsoft.com/office/drawing/2014/main" id="{BD0FE5DC-7A1E-27CE-D6B6-3121B64ADCA5}"/>
              </a:ext>
            </a:extLst>
          </p:cNvPr>
          <p:cNvCxnSpPr>
            <a:cxnSpLocks/>
          </p:cNvCxnSpPr>
          <p:nvPr/>
        </p:nvCxnSpPr>
        <p:spPr>
          <a:xfrm>
            <a:off x="2975958"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79">
            <a:extLst>
              <a:ext uri="{FF2B5EF4-FFF2-40B4-BE49-F238E27FC236}">
                <a16:creationId xmlns:a16="http://schemas.microsoft.com/office/drawing/2014/main" id="{8A05777F-967A-7266-37A9-6DB5AD421ADF}"/>
              </a:ext>
            </a:extLst>
          </p:cNvPr>
          <p:cNvCxnSpPr>
            <a:cxnSpLocks/>
          </p:cNvCxnSpPr>
          <p:nvPr/>
        </p:nvCxnSpPr>
        <p:spPr>
          <a:xfrm>
            <a:off x="1339315" y="1407618"/>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5EBA557D-C554-23EF-8F8A-8F23FA7A028D}"/>
              </a:ext>
            </a:extLst>
          </p:cNvPr>
          <p:cNvSpPr txBox="1"/>
          <p:nvPr/>
        </p:nvSpPr>
        <p:spPr>
          <a:xfrm>
            <a:off x="30736" y="1620840"/>
            <a:ext cx="1296000" cy="310341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como un sistema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Alcance</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Definición</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Problema causado vs creado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Fases PORT</a:t>
            </a: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9" name="TextBox 4">
            <a:extLst>
              <a:ext uri="{FF2B5EF4-FFF2-40B4-BE49-F238E27FC236}">
                <a16:creationId xmlns:a16="http://schemas.microsoft.com/office/drawing/2014/main" id="{A47F7467-9756-2AA3-E4DF-CC6E99157B17}"/>
              </a:ext>
            </a:extLst>
          </p:cNvPr>
          <p:cNvSpPr txBox="1"/>
          <p:nvPr/>
        </p:nvSpPr>
        <p:spPr>
          <a:xfrm>
            <a:off x="1525662" y="1717822"/>
            <a:ext cx="1296000" cy="31133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Importancia de definir correctamente un problema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Diagrama de árbol</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Articular la declaración de un problema</a:t>
            </a:r>
          </a:p>
        </p:txBody>
      </p:sp>
      <p:sp>
        <p:nvSpPr>
          <p:cNvPr id="61" name="TextBox 4">
            <a:extLst>
              <a:ext uri="{FF2B5EF4-FFF2-40B4-BE49-F238E27FC236}">
                <a16:creationId xmlns:a16="http://schemas.microsoft.com/office/drawing/2014/main" id="{D7C82962-D95A-10E3-BE12-E282F1C40463}"/>
              </a:ext>
            </a:extLst>
          </p:cNvPr>
          <p:cNvSpPr txBox="1"/>
          <p:nvPr/>
        </p:nvSpPr>
        <p:spPr>
          <a:xfrm>
            <a:off x="3092572" y="1717822"/>
            <a:ext cx="1296000" cy="11384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Diagrama de Ishikawa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Matriz multivotación</a:t>
            </a:r>
          </a:p>
        </p:txBody>
      </p:sp>
      <p:sp>
        <p:nvSpPr>
          <p:cNvPr id="67" name="TextBox 4">
            <a:extLst>
              <a:ext uri="{FF2B5EF4-FFF2-40B4-BE49-F238E27FC236}">
                <a16:creationId xmlns:a16="http://schemas.microsoft.com/office/drawing/2014/main" id="{047B1309-4859-C674-6284-31F013250F3E}"/>
              </a:ext>
            </a:extLst>
          </p:cNvPr>
          <p:cNvSpPr txBox="1"/>
          <p:nvPr/>
        </p:nvSpPr>
        <p:spPr>
          <a:xfrm>
            <a:off x="4691458" y="1717822"/>
            <a:ext cx="1296000" cy="239520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Causa raíz</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5 Porques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Definición de contramedidas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Priorización de contramedidas</a:t>
            </a:r>
          </a:p>
        </p:txBody>
      </p:sp>
      <p:sp>
        <p:nvSpPr>
          <p:cNvPr id="68" name="TextBox 4">
            <a:extLst>
              <a:ext uri="{FF2B5EF4-FFF2-40B4-BE49-F238E27FC236}">
                <a16:creationId xmlns:a16="http://schemas.microsoft.com/office/drawing/2014/main" id="{7EA6FC3F-F0D1-09D6-5E43-0E8720A8C06D}"/>
              </a:ext>
            </a:extLst>
          </p:cNvPr>
          <p:cNvSpPr txBox="1"/>
          <p:nvPr/>
        </p:nvSpPr>
        <p:spPr>
          <a:xfrm>
            <a:off x="6252363" y="1713856"/>
            <a:ext cx="1296000" cy="19591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Validación del  plan de acción</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Prueba piloto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Plan de comunicación</a:t>
            </a:r>
          </a:p>
        </p:txBody>
      </p:sp>
      <p:sp>
        <p:nvSpPr>
          <p:cNvPr id="69" name="TextBox 4">
            <a:extLst>
              <a:ext uri="{FF2B5EF4-FFF2-40B4-BE49-F238E27FC236}">
                <a16:creationId xmlns:a16="http://schemas.microsoft.com/office/drawing/2014/main" id="{3D32D6A7-871D-FE22-30D3-AF5D290316B1}"/>
              </a:ext>
            </a:extLst>
          </p:cNvPr>
          <p:cNvSpPr txBox="1"/>
          <p:nvPr/>
        </p:nvSpPr>
        <p:spPr>
          <a:xfrm>
            <a:off x="7765305" y="1725759"/>
            <a:ext cx="1296000" cy="283122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Método de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trackeo</a:t>
            </a: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Sistema de reuniones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Gestión visual</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Sistema de reconocimiento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Reflexión / cierre</a:t>
            </a:r>
          </a:p>
        </p:txBody>
      </p:sp>
      <p:pic>
        <p:nvPicPr>
          <p:cNvPr id="3" name="Imagen 2" descr="Imagen que contiene Icono&#10;&#10;El contenido generado por IA puede ser incorrecto.">
            <a:extLst>
              <a:ext uri="{FF2B5EF4-FFF2-40B4-BE49-F238E27FC236}">
                <a16:creationId xmlns:a16="http://schemas.microsoft.com/office/drawing/2014/main" id="{6B5DC20F-673F-AA41-F1AE-FD0522C129A8}"/>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942835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B01E0-D0BE-8BFB-9AF3-C52AD12DE5C8}"/>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FDC0094-634D-6C9D-2CF4-21F6F48BB6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FDC0094-634D-6C9D-2CF4-21F6F48BB6F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106F29BC-DDEB-6749-971B-E7B15362C7EF}"/>
              </a:ext>
            </a:extLst>
          </p:cNvPr>
          <p:cNvSpPr txBox="1"/>
          <p:nvPr/>
        </p:nvSpPr>
        <p:spPr>
          <a:xfrm>
            <a:off x="212093" y="869405"/>
            <a:ext cx="350192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1: Definición y alcance</a:t>
            </a:r>
          </a:p>
        </p:txBody>
      </p:sp>
      <p:sp>
        <p:nvSpPr>
          <p:cNvPr id="35" name="TextBox 4">
            <a:extLst>
              <a:ext uri="{FF2B5EF4-FFF2-40B4-BE49-F238E27FC236}">
                <a16:creationId xmlns:a16="http://schemas.microsoft.com/office/drawing/2014/main" id="{9BB3116E-C4FE-5499-AB65-46B2AF11279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9022264F-6612-3A66-8539-8EE4EEA2D9A7}"/>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98C8DA09-8E4E-BBBF-18DB-1C0EB1161BA2}"/>
              </a:ext>
            </a:extLst>
          </p:cNvPr>
          <p:cNvSpPr txBox="1"/>
          <p:nvPr/>
        </p:nvSpPr>
        <p:spPr>
          <a:xfrm>
            <a:off x="212093" y="1063727"/>
            <a:ext cx="3895986" cy="4385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lnSpc>
                <a:spcPct val="250000"/>
              </a:lnSpc>
              <a:spcBef>
                <a:spcPts val="225"/>
              </a:spcBef>
              <a:spcAft>
                <a:spcPts val="225"/>
              </a:spcAft>
              <a:buClr>
                <a:schemeClr val="bg2"/>
              </a:buClr>
              <a:buFont typeface="+mj-lt"/>
              <a:buAutoNum type="arabicPeriod"/>
              <a:defRPr/>
            </a:pP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 como un sistema</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Alcance</a:t>
            </a:r>
          </a:p>
          <a:p>
            <a:pPr marL="228600" indent="-228600">
              <a:lnSpc>
                <a:spcPct val="250000"/>
              </a:lnSpc>
              <a:spcBef>
                <a:spcPts val="225"/>
              </a:spcBef>
              <a:spcAft>
                <a:spcPts val="225"/>
              </a:spcAft>
              <a:buClr>
                <a:schemeClr val="bg2"/>
              </a:buClr>
              <a:buFont typeface="+mj-lt"/>
              <a:buAutoNum type="arabicPeriod"/>
              <a:defRPr/>
            </a:pPr>
            <a:r>
              <a:rPr lang="es-MX" sz="1100" dirty="0">
                <a:solidFill>
                  <a:schemeClr val="bg1"/>
                </a:solidFill>
                <a:ea typeface="Verdana" panose="020B0604030504040204" pitchFamily="34" charset="0"/>
                <a:cs typeface="Calibri" panose="020F0502020204030204" pitchFamily="34" charset="0"/>
                <a:sym typeface="Verdana" panose="020B0604030504040204" pitchFamily="34" charset="0"/>
              </a:rPr>
              <a:t>Actividad 1: La fabrica sin sistema</a:t>
            </a: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Definición de </a:t>
            </a: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Solving</a:t>
            </a: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Diferencia entre problema causado vs creado</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¿Cuando no usar </a:t>
            </a: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1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Fases PORT</a:t>
            </a:r>
            <a:r>
              <a:rPr lang="es-MX" sz="1100" noProof="0" dirty="0">
                <a:solidFill>
                  <a:schemeClr val="bg1"/>
                </a:solidFill>
              </a:rPr>
              <a:t>™</a:t>
            </a: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Roles </a:t>
            </a:r>
          </a:p>
          <a:p>
            <a:pPr>
              <a:lnSpc>
                <a:spcPct val="250000"/>
              </a:lnSpc>
              <a:spcBef>
                <a:spcPts val="225"/>
              </a:spcBef>
              <a:spcAft>
                <a:spcPts val="225"/>
              </a:spcAft>
              <a:buClr>
                <a:schemeClr val="bg2"/>
              </a:buClr>
              <a:buNone/>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DEE1BE9B-88DF-1DDB-7C4B-26A82258F861}"/>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TextBox 4">
            <a:extLst>
              <a:ext uri="{FF2B5EF4-FFF2-40B4-BE49-F238E27FC236}">
                <a16:creationId xmlns:a16="http://schemas.microsoft.com/office/drawing/2014/main" id="{C7007375-D328-09FA-3020-F021F20E23E8}"/>
              </a:ext>
            </a:extLst>
          </p:cNvPr>
          <p:cNvSpPr txBox="1"/>
          <p:nvPr/>
        </p:nvSpPr>
        <p:spPr>
          <a:xfrm>
            <a:off x="4180256" y="1107367"/>
            <a:ext cx="3895986" cy="29623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9.  Captura de problemas</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10. Despliegue</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11. Seguimiento y sostenimiento</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12. Correlación con otros sistemas</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13. Actividad 2: Cazando problemas</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8" name="Title 15">
            <a:extLst>
              <a:ext uri="{FF2B5EF4-FFF2-40B4-BE49-F238E27FC236}">
                <a16:creationId xmlns:a16="http://schemas.microsoft.com/office/drawing/2014/main" id="{D6566E46-5FF7-BE64-67CA-43F7D3EF5747}"/>
              </a:ext>
            </a:extLst>
          </p:cNvPr>
          <p:cNvSpPr>
            <a:spLocks noGrp="1"/>
          </p:cNvSpPr>
          <p:nvPr>
            <p:ph type="title"/>
          </p:nvPr>
        </p:nvSpPr>
        <p:spPr>
          <a:xfrm>
            <a:off x="146071" y="229344"/>
            <a:ext cx="8789937" cy="307777"/>
          </a:xfrm>
        </p:spPr>
        <p:txBody>
          <a:bodyPr vert="horz"/>
          <a:lstStyle/>
          <a:p>
            <a:pPr algn="ctr"/>
            <a:r>
              <a:rPr lang="es-MX" noProof="0"/>
              <a:t>Formación</a:t>
            </a:r>
          </a:p>
        </p:txBody>
      </p:sp>
    </p:spTree>
    <p:extLst>
      <p:ext uri="{BB962C8B-B14F-4D97-AF65-F5344CB8AC3E}">
        <p14:creationId xmlns:p14="http://schemas.microsoft.com/office/powerpoint/2010/main" val="4134901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83529-F99F-779D-E863-2788CBE0BD7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C54A6F3-B92F-9B14-AE8A-2812C42F5E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C54A6F3-B92F-9B14-AE8A-2812C42F5E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Imagen 6" descr="Dibujo de una persona&#10;&#10;El contenido generado por IA puede ser incorrecto.">
            <a:extLst>
              <a:ext uri="{FF2B5EF4-FFF2-40B4-BE49-F238E27FC236}">
                <a16:creationId xmlns:a16="http://schemas.microsoft.com/office/drawing/2014/main" id="{F5D0E324-A4BF-68BB-9EEC-2B96EEC0F5C2}"/>
              </a:ext>
            </a:extLst>
          </p:cNvPr>
          <p:cNvPicPr>
            <a:picLocks noChangeAspect="1"/>
          </p:cNvPicPr>
          <p:nvPr/>
        </p:nvPicPr>
        <p:blipFill>
          <a:blip r:embed="rId5"/>
          <a:stretch>
            <a:fillRect/>
          </a:stretch>
        </p:blipFill>
        <p:spPr>
          <a:xfrm>
            <a:off x="8661417" y="109943"/>
            <a:ext cx="466952" cy="466952"/>
          </a:xfrm>
          <a:prstGeom prst="rect">
            <a:avLst/>
          </a:prstGeom>
        </p:spPr>
      </p:pic>
      <p:grpSp>
        <p:nvGrpSpPr>
          <p:cNvPr id="2" name="Grupo 1">
            <a:extLst>
              <a:ext uri="{FF2B5EF4-FFF2-40B4-BE49-F238E27FC236}">
                <a16:creationId xmlns:a16="http://schemas.microsoft.com/office/drawing/2014/main" id="{D1C39DFA-6670-EEF7-F698-9220CFD9740A}"/>
              </a:ext>
            </a:extLst>
          </p:cNvPr>
          <p:cNvGrpSpPr/>
          <p:nvPr/>
        </p:nvGrpSpPr>
        <p:grpSpPr>
          <a:xfrm>
            <a:off x="2116415" y="1313862"/>
            <a:ext cx="4807233" cy="2649420"/>
            <a:chOff x="2116415" y="1313862"/>
            <a:chExt cx="4807233" cy="2649420"/>
          </a:xfrm>
        </p:grpSpPr>
        <p:sp>
          <p:nvSpPr>
            <p:cNvPr id="14" name="Title 15">
              <a:extLst>
                <a:ext uri="{FF2B5EF4-FFF2-40B4-BE49-F238E27FC236}">
                  <a16:creationId xmlns:a16="http://schemas.microsoft.com/office/drawing/2014/main" id="{5AD1C041-575C-89E5-BBD6-EB8B72769F74}"/>
                </a:ext>
              </a:extLst>
            </p:cNvPr>
            <p:cNvSpPr txBox="1">
              <a:spLocks/>
            </p:cNvSpPr>
            <p:nvPr/>
          </p:nvSpPr>
          <p:spPr>
            <a:xfrm>
              <a:off x="3294546" y="3326185"/>
              <a:ext cx="2554908" cy="637097"/>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3200" noProof="0">
                  <a:solidFill>
                    <a:schemeClr val="accent6"/>
                  </a:solidFill>
                </a:rPr>
                <a:t>PORT™</a:t>
              </a:r>
              <a:br>
                <a:rPr lang="es-MX" sz="3200" noProof="0">
                  <a:solidFill>
                    <a:schemeClr val="accent6"/>
                  </a:solidFill>
                </a:rPr>
              </a:br>
              <a:r>
                <a:rPr lang="es-MX" sz="1400" noProof="0">
                  <a:solidFill>
                    <a:schemeClr val="accent6"/>
                  </a:solidFill>
                </a:rPr>
                <a:t>A </a:t>
              </a:r>
              <a:r>
                <a:rPr lang="es-MX" sz="1400" noProof="0" err="1">
                  <a:solidFill>
                    <a:schemeClr val="accent6"/>
                  </a:solidFill>
                </a:rPr>
                <a:t>Problem</a:t>
              </a:r>
              <a:r>
                <a:rPr lang="es-MX" sz="1400" noProof="0">
                  <a:solidFill>
                    <a:schemeClr val="accent6"/>
                  </a:solidFill>
                </a:rPr>
                <a:t> </a:t>
              </a:r>
              <a:r>
                <a:rPr lang="es-MX" sz="1400" noProof="0" err="1">
                  <a:solidFill>
                    <a:schemeClr val="accent6"/>
                  </a:solidFill>
                </a:rPr>
                <a:t>Solving</a:t>
              </a:r>
              <a:r>
                <a:rPr lang="es-MX" sz="1400" noProof="0">
                  <a:solidFill>
                    <a:schemeClr val="accent6"/>
                  </a:solidFill>
                </a:rPr>
                <a:t> </a:t>
              </a:r>
              <a:r>
                <a:rPr lang="es-MX" sz="140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715D90FC-D0C9-8E16-E57E-4BD0DDE9BB97}"/>
                </a:ext>
              </a:extLst>
            </p:cNvPr>
            <p:cNvPicPr>
              <a:picLocks noChangeAspect="1"/>
            </p:cNvPicPr>
            <p:nvPr/>
          </p:nvPicPr>
          <p:blipFill>
            <a:blip r:embed="rId6"/>
            <a:srcRect b="35471"/>
            <a:stretch>
              <a:fillRect/>
            </a:stretch>
          </p:blipFill>
          <p:spPr>
            <a:xfrm>
              <a:off x="2913009" y="1313862"/>
              <a:ext cx="3118513" cy="2012323"/>
            </a:xfrm>
            <a:prstGeom prst="rect">
              <a:avLst/>
            </a:prstGeom>
          </p:spPr>
        </p:pic>
        <p:sp>
          <p:nvSpPr>
            <p:cNvPr id="25" name="Rectángulo 24">
              <a:extLst>
                <a:ext uri="{FF2B5EF4-FFF2-40B4-BE49-F238E27FC236}">
                  <a16:creationId xmlns:a16="http://schemas.microsoft.com/office/drawing/2014/main" id="{8A9EE21B-8E2C-911E-AEBE-28D3DBD9AFF1}"/>
                </a:ext>
              </a:extLst>
            </p:cNvPr>
            <p:cNvSpPr/>
            <p:nvPr/>
          </p:nvSpPr>
          <p:spPr>
            <a:xfrm>
              <a:off x="2116415" y="1483056"/>
              <a:ext cx="4807233" cy="1566365"/>
            </a:xfrm>
            <a:prstGeom prst="rect">
              <a:avLst/>
            </a:prstGeom>
            <a:noFill/>
          </p:spPr>
          <p:txBody>
            <a:bodyPr wrap="none" lIns="91440" tIns="45720" rIns="91440" bIns="45720">
              <a:prstTxWarp prst="textArchUp">
                <a:avLst>
                  <a:gd name="adj" fmla="val 9229744"/>
                </a:avLst>
              </a:prstTxWarp>
              <a:spAutoFit/>
            </a:bodyPr>
            <a:lstStyle/>
            <a:p>
              <a:pPr algn="ctr"/>
              <a:r>
                <a:rPr lang="es-MX" sz="1600" b="1" cap="none" spc="0" noProof="0">
                  <a:ln w="0"/>
                  <a:solidFill>
                    <a:srgbClr val="0D4479"/>
                  </a:solidFill>
                </a:rPr>
                <a:t>BEST</a:t>
              </a:r>
            </a:p>
          </p:txBody>
        </p:sp>
      </p:grpSp>
    </p:spTree>
    <p:extLst>
      <p:ext uri="{BB962C8B-B14F-4D97-AF65-F5344CB8AC3E}">
        <p14:creationId xmlns:p14="http://schemas.microsoft.com/office/powerpoint/2010/main" val="236535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CACB-EB1E-F087-B0F1-8FB451B7384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174663B-2AC5-AF4B-59E0-E1E62E4C99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5174663B-2AC5-AF4B-59E0-E1E62E4C9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12B62A4-DC59-7E1C-D7A7-DC1CFCCF9554}"/>
              </a:ext>
            </a:extLst>
          </p:cNvPr>
          <p:cNvSpPr>
            <a:spLocks noGrp="1"/>
          </p:cNvSpPr>
          <p:nvPr>
            <p:ph type="title"/>
          </p:nvPr>
        </p:nvSpPr>
        <p:spPr>
          <a:xfrm>
            <a:off x="330994" y="231777"/>
            <a:ext cx="8482014" cy="276999"/>
          </a:xfrm>
        </p:spPr>
        <p:txBody>
          <a:bodyPr vert="horz"/>
          <a:lstStyle/>
          <a:p>
            <a:pPr algn="ctr"/>
            <a:r>
              <a:rPr lang="es-MX" noProof="0" err="1">
                <a:latin typeface="+mn-lt"/>
              </a:rPr>
              <a:t>Problem</a:t>
            </a:r>
            <a:r>
              <a:rPr lang="es-MX" noProof="0">
                <a:latin typeface="+mn-lt"/>
              </a:rPr>
              <a:t> </a:t>
            </a:r>
            <a:r>
              <a:rPr lang="es-MX" noProof="0" err="1">
                <a:latin typeface="+mn-lt"/>
              </a:rPr>
              <a:t>Solving</a:t>
            </a:r>
            <a:r>
              <a:rPr lang="es-MX" noProof="0">
                <a:latin typeface="+mn-lt"/>
              </a:rPr>
              <a:t> como un sistema</a:t>
            </a:r>
          </a:p>
        </p:txBody>
      </p:sp>
      <p:sp>
        <p:nvSpPr>
          <p:cNvPr id="4" name="Elipse 3">
            <a:extLst>
              <a:ext uri="{FF2B5EF4-FFF2-40B4-BE49-F238E27FC236}">
                <a16:creationId xmlns:a16="http://schemas.microsoft.com/office/drawing/2014/main" id="{DFDC636A-1852-4A4E-4A43-648C0C902314}"/>
              </a:ext>
            </a:extLst>
          </p:cNvPr>
          <p:cNvSpPr/>
          <p:nvPr/>
        </p:nvSpPr>
        <p:spPr>
          <a:xfrm>
            <a:off x="2920692" y="1193013"/>
            <a:ext cx="3126572" cy="3012998"/>
          </a:xfrm>
          <a:prstGeom prst="ellipse">
            <a:avLst/>
          </a:prstGeom>
          <a:no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5" name="Rectángulo: esquinas redondeadas 4">
            <a:extLst>
              <a:ext uri="{FF2B5EF4-FFF2-40B4-BE49-F238E27FC236}">
                <a16:creationId xmlns:a16="http://schemas.microsoft.com/office/drawing/2014/main" id="{39C108D7-5934-E12B-2FF6-9795E21B5AE9}"/>
              </a:ext>
            </a:extLst>
          </p:cNvPr>
          <p:cNvSpPr/>
          <p:nvPr/>
        </p:nvSpPr>
        <p:spPr>
          <a:xfrm>
            <a:off x="5325739" y="1497358"/>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s-MX" sz="1200" noProof="0"/>
              <a:t>Desarrollo de la habilidad</a:t>
            </a:r>
          </a:p>
        </p:txBody>
      </p:sp>
      <p:sp>
        <p:nvSpPr>
          <p:cNvPr id="9" name="Rectángulo: esquinas redondeadas 8">
            <a:extLst>
              <a:ext uri="{FF2B5EF4-FFF2-40B4-BE49-F238E27FC236}">
                <a16:creationId xmlns:a16="http://schemas.microsoft.com/office/drawing/2014/main" id="{B10468DA-F716-0583-CA00-6FDE644E4E14}"/>
              </a:ext>
            </a:extLst>
          </p:cNvPr>
          <p:cNvSpPr/>
          <p:nvPr/>
        </p:nvSpPr>
        <p:spPr>
          <a:xfrm>
            <a:off x="3964438" y="879772"/>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Estándar</a:t>
            </a:r>
          </a:p>
        </p:txBody>
      </p:sp>
      <p:sp>
        <p:nvSpPr>
          <p:cNvPr id="10" name="Rectángulo: esquinas redondeadas 9">
            <a:extLst>
              <a:ext uri="{FF2B5EF4-FFF2-40B4-BE49-F238E27FC236}">
                <a16:creationId xmlns:a16="http://schemas.microsoft.com/office/drawing/2014/main" id="{A43C12B4-F6CB-7C6B-8FD5-3BB1682F09EA}"/>
              </a:ext>
            </a:extLst>
          </p:cNvPr>
          <p:cNvSpPr/>
          <p:nvPr/>
        </p:nvSpPr>
        <p:spPr>
          <a:xfrm>
            <a:off x="4858185" y="3761573"/>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err="1"/>
              <a:t>Feedback</a:t>
            </a:r>
            <a:endParaRPr lang="es-MX" sz="1200" noProof="0"/>
          </a:p>
        </p:txBody>
      </p:sp>
      <p:sp>
        <p:nvSpPr>
          <p:cNvPr id="11" name="Rectángulo: esquinas redondeadas 10">
            <a:extLst>
              <a:ext uri="{FF2B5EF4-FFF2-40B4-BE49-F238E27FC236}">
                <a16:creationId xmlns:a16="http://schemas.microsoft.com/office/drawing/2014/main" id="{1A813B96-FC3F-A049-10E4-74F1841F0D3A}"/>
              </a:ext>
            </a:extLst>
          </p:cNvPr>
          <p:cNvSpPr/>
          <p:nvPr/>
        </p:nvSpPr>
        <p:spPr>
          <a:xfrm>
            <a:off x="3331770" y="3762102"/>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noProof="0"/>
              <a:t>Mejora</a:t>
            </a:r>
          </a:p>
        </p:txBody>
      </p:sp>
      <p:sp>
        <p:nvSpPr>
          <p:cNvPr id="12" name="Rectángulo: esquinas redondeadas 11">
            <a:extLst>
              <a:ext uri="{FF2B5EF4-FFF2-40B4-BE49-F238E27FC236}">
                <a16:creationId xmlns:a16="http://schemas.microsoft.com/office/drawing/2014/main" id="{F8360742-B922-3C89-5945-76B825CA2A08}"/>
              </a:ext>
            </a:extLst>
          </p:cNvPr>
          <p:cNvSpPr/>
          <p:nvPr/>
        </p:nvSpPr>
        <p:spPr>
          <a:xfrm>
            <a:off x="2402561" y="2728736"/>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Indicador</a:t>
            </a:r>
          </a:p>
        </p:txBody>
      </p:sp>
      <p:sp>
        <p:nvSpPr>
          <p:cNvPr id="13" name="Rectángulo: esquinas redondeadas 12">
            <a:extLst>
              <a:ext uri="{FF2B5EF4-FFF2-40B4-BE49-F238E27FC236}">
                <a16:creationId xmlns:a16="http://schemas.microsoft.com/office/drawing/2014/main" id="{5BFFE720-7FDB-F968-0866-0CA9FFD4E67A}"/>
              </a:ext>
            </a:extLst>
          </p:cNvPr>
          <p:cNvSpPr/>
          <p:nvPr/>
        </p:nvSpPr>
        <p:spPr>
          <a:xfrm>
            <a:off x="2590591" y="1496928"/>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Frecuencia</a:t>
            </a:r>
          </a:p>
        </p:txBody>
      </p:sp>
      <p:grpSp>
        <p:nvGrpSpPr>
          <p:cNvPr id="26" name="Google Shape;4152;p48">
            <a:extLst>
              <a:ext uri="{FF2B5EF4-FFF2-40B4-BE49-F238E27FC236}">
                <a16:creationId xmlns:a16="http://schemas.microsoft.com/office/drawing/2014/main" id="{B08DBF12-3634-25B2-942D-0487A54B6836}"/>
              </a:ext>
            </a:extLst>
          </p:cNvPr>
          <p:cNvGrpSpPr/>
          <p:nvPr/>
        </p:nvGrpSpPr>
        <p:grpSpPr>
          <a:xfrm>
            <a:off x="4351963" y="3233080"/>
            <a:ext cx="312811" cy="308513"/>
            <a:chOff x="5053900" y="2021500"/>
            <a:chExt cx="483750" cy="483125"/>
          </a:xfrm>
        </p:grpSpPr>
        <p:sp>
          <p:nvSpPr>
            <p:cNvPr id="27" name="Google Shape;4153;p48">
              <a:extLst>
                <a:ext uri="{FF2B5EF4-FFF2-40B4-BE49-F238E27FC236}">
                  <a16:creationId xmlns:a16="http://schemas.microsoft.com/office/drawing/2014/main" id="{836F414E-7645-8635-DA90-D13B0CE87E29}"/>
                </a:ext>
              </a:extLst>
            </p:cNvPr>
            <p:cNvSpPr/>
            <p:nvPr/>
          </p:nvSpPr>
          <p:spPr>
            <a:xfrm>
              <a:off x="5281350" y="2078100"/>
              <a:ext cx="127375" cy="127350"/>
            </a:xfrm>
            <a:custGeom>
              <a:avLst/>
              <a:gdLst/>
              <a:ahLst/>
              <a:cxnLst/>
              <a:rect l="l" t="t" r="r" b="b"/>
              <a:pathLst>
                <a:path w="5095" h="5094" extrusionOk="0">
                  <a:moveTo>
                    <a:pt x="565" y="0"/>
                  </a:moveTo>
                  <a:cubicBezTo>
                    <a:pt x="251" y="0"/>
                    <a:pt x="1" y="254"/>
                    <a:pt x="1" y="568"/>
                  </a:cubicBezTo>
                  <a:cubicBezTo>
                    <a:pt x="1" y="879"/>
                    <a:pt x="251" y="1132"/>
                    <a:pt x="565" y="1132"/>
                  </a:cubicBezTo>
                  <a:cubicBezTo>
                    <a:pt x="2440" y="1135"/>
                    <a:pt x="3959" y="2654"/>
                    <a:pt x="3962" y="4529"/>
                  </a:cubicBezTo>
                  <a:cubicBezTo>
                    <a:pt x="3962" y="4843"/>
                    <a:pt x="4216" y="5094"/>
                    <a:pt x="4530" y="5094"/>
                  </a:cubicBezTo>
                  <a:cubicBezTo>
                    <a:pt x="4841" y="5094"/>
                    <a:pt x="5094" y="4843"/>
                    <a:pt x="5094" y="4529"/>
                  </a:cubicBezTo>
                  <a:cubicBezTo>
                    <a:pt x="5091" y="2029"/>
                    <a:pt x="3065" y="3"/>
                    <a:pt x="565"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28" name="Google Shape;4154;p48">
              <a:extLst>
                <a:ext uri="{FF2B5EF4-FFF2-40B4-BE49-F238E27FC236}">
                  <a16:creationId xmlns:a16="http://schemas.microsoft.com/office/drawing/2014/main" id="{275FF3EA-3C9B-64E4-7FB9-ECA15385E61A}"/>
                </a:ext>
              </a:extLst>
            </p:cNvPr>
            <p:cNvSpPr/>
            <p:nvPr/>
          </p:nvSpPr>
          <p:spPr>
            <a:xfrm>
              <a:off x="5118000" y="2021500"/>
              <a:ext cx="368700" cy="483125"/>
            </a:xfrm>
            <a:custGeom>
              <a:avLst/>
              <a:gdLst/>
              <a:ahLst/>
              <a:cxnLst/>
              <a:rect l="l" t="t" r="r" b="b"/>
              <a:pathLst>
                <a:path w="14748" h="19325" extrusionOk="0">
                  <a:moveTo>
                    <a:pt x="7088" y="1135"/>
                  </a:moveTo>
                  <a:cubicBezTo>
                    <a:pt x="8391" y="1135"/>
                    <a:pt x="9651" y="1571"/>
                    <a:pt x="10668" y="2397"/>
                  </a:cubicBezTo>
                  <a:cubicBezTo>
                    <a:pt x="13159" y="4417"/>
                    <a:pt x="13473" y="8104"/>
                    <a:pt x="11360" y="10516"/>
                  </a:cubicBezTo>
                  <a:cubicBezTo>
                    <a:pt x="10572" y="11419"/>
                    <a:pt x="10085" y="12503"/>
                    <a:pt x="9962" y="13626"/>
                  </a:cubicBezTo>
                  <a:lnTo>
                    <a:pt x="4237" y="13626"/>
                  </a:lnTo>
                  <a:cubicBezTo>
                    <a:pt x="4107" y="12482"/>
                    <a:pt x="3630" y="11407"/>
                    <a:pt x="2866" y="10550"/>
                  </a:cubicBezTo>
                  <a:cubicBezTo>
                    <a:pt x="1658" y="9191"/>
                    <a:pt x="1184" y="7367"/>
                    <a:pt x="1571" y="5549"/>
                  </a:cubicBezTo>
                  <a:cubicBezTo>
                    <a:pt x="2020" y="3427"/>
                    <a:pt x="3748" y="1706"/>
                    <a:pt x="5873" y="1262"/>
                  </a:cubicBezTo>
                  <a:cubicBezTo>
                    <a:pt x="6278" y="1177"/>
                    <a:pt x="6685" y="1135"/>
                    <a:pt x="7088" y="1135"/>
                  </a:cubicBezTo>
                  <a:close/>
                  <a:moveTo>
                    <a:pt x="9931" y="14759"/>
                  </a:moveTo>
                  <a:lnTo>
                    <a:pt x="9931" y="15323"/>
                  </a:lnTo>
                  <a:cubicBezTo>
                    <a:pt x="9931" y="15637"/>
                    <a:pt x="9678" y="15891"/>
                    <a:pt x="9364" y="15891"/>
                  </a:cubicBezTo>
                  <a:lnTo>
                    <a:pt x="4835" y="15891"/>
                  </a:lnTo>
                  <a:cubicBezTo>
                    <a:pt x="4521" y="15891"/>
                    <a:pt x="4270" y="15637"/>
                    <a:pt x="4270" y="15323"/>
                  </a:cubicBezTo>
                  <a:lnTo>
                    <a:pt x="4270" y="14759"/>
                  </a:lnTo>
                  <a:close/>
                  <a:moveTo>
                    <a:pt x="8699" y="17023"/>
                  </a:moveTo>
                  <a:cubicBezTo>
                    <a:pt x="8464" y="17694"/>
                    <a:pt x="7827" y="18192"/>
                    <a:pt x="7099" y="18192"/>
                  </a:cubicBezTo>
                  <a:cubicBezTo>
                    <a:pt x="6371" y="18192"/>
                    <a:pt x="5734" y="17694"/>
                    <a:pt x="5499" y="17023"/>
                  </a:cubicBezTo>
                  <a:close/>
                  <a:moveTo>
                    <a:pt x="7087" y="0"/>
                  </a:moveTo>
                  <a:cubicBezTo>
                    <a:pt x="6607" y="0"/>
                    <a:pt x="6123" y="50"/>
                    <a:pt x="5641" y="151"/>
                  </a:cubicBezTo>
                  <a:cubicBezTo>
                    <a:pt x="3053" y="712"/>
                    <a:pt x="1027" y="2729"/>
                    <a:pt x="462" y="5314"/>
                  </a:cubicBezTo>
                  <a:cubicBezTo>
                    <a:pt x="0" y="7488"/>
                    <a:pt x="568" y="9671"/>
                    <a:pt x="2020" y="11301"/>
                  </a:cubicBezTo>
                  <a:cubicBezTo>
                    <a:pt x="2730" y="12099"/>
                    <a:pt x="3135" y="13149"/>
                    <a:pt x="3135" y="14191"/>
                  </a:cubicBezTo>
                  <a:lnTo>
                    <a:pt x="3135" y="15323"/>
                  </a:lnTo>
                  <a:cubicBezTo>
                    <a:pt x="3138" y="16060"/>
                    <a:pt x="3612" y="16709"/>
                    <a:pt x="4309" y="16939"/>
                  </a:cubicBezTo>
                  <a:cubicBezTo>
                    <a:pt x="4409" y="17518"/>
                    <a:pt x="4681" y="18053"/>
                    <a:pt x="5094" y="18473"/>
                  </a:cubicBezTo>
                  <a:cubicBezTo>
                    <a:pt x="5642" y="19040"/>
                    <a:pt x="6371" y="19324"/>
                    <a:pt x="7099" y="19324"/>
                  </a:cubicBezTo>
                  <a:cubicBezTo>
                    <a:pt x="7828" y="19324"/>
                    <a:pt x="8556" y="19040"/>
                    <a:pt x="9104" y="18473"/>
                  </a:cubicBezTo>
                  <a:cubicBezTo>
                    <a:pt x="9518" y="18053"/>
                    <a:pt x="9790" y="17518"/>
                    <a:pt x="9889" y="16939"/>
                  </a:cubicBezTo>
                  <a:cubicBezTo>
                    <a:pt x="10587" y="16709"/>
                    <a:pt x="11061" y="16060"/>
                    <a:pt x="11064" y="15323"/>
                  </a:cubicBezTo>
                  <a:lnTo>
                    <a:pt x="11064" y="14191"/>
                  </a:lnTo>
                  <a:cubicBezTo>
                    <a:pt x="11064" y="13149"/>
                    <a:pt x="11471" y="12108"/>
                    <a:pt x="12211" y="11262"/>
                  </a:cubicBezTo>
                  <a:cubicBezTo>
                    <a:pt x="14747" y="8366"/>
                    <a:pt x="14370" y="3943"/>
                    <a:pt x="11381" y="1518"/>
                  </a:cubicBezTo>
                  <a:cubicBezTo>
                    <a:pt x="10159" y="525"/>
                    <a:pt x="8647" y="0"/>
                    <a:pt x="7087"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29" name="Google Shape;4155;p48">
              <a:extLst>
                <a:ext uri="{FF2B5EF4-FFF2-40B4-BE49-F238E27FC236}">
                  <a16:creationId xmlns:a16="http://schemas.microsoft.com/office/drawing/2014/main" id="{D35D9875-7101-C059-7E47-67004A87C001}"/>
                </a:ext>
              </a:extLst>
            </p:cNvPr>
            <p:cNvSpPr/>
            <p:nvPr/>
          </p:nvSpPr>
          <p:spPr>
            <a:xfrm>
              <a:off x="5053900" y="2191325"/>
              <a:ext cx="56650" cy="28325"/>
            </a:xfrm>
            <a:custGeom>
              <a:avLst/>
              <a:gdLst/>
              <a:ahLst/>
              <a:cxnLst/>
              <a:rect l="l" t="t" r="r" b="b"/>
              <a:pathLst>
                <a:path w="2266" h="1133" extrusionOk="0">
                  <a:moveTo>
                    <a:pt x="569" y="0"/>
                  </a:moveTo>
                  <a:cubicBezTo>
                    <a:pt x="255" y="0"/>
                    <a:pt x="1" y="254"/>
                    <a:pt x="1" y="568"/>
                  </a:cubicBezTo>
                  <a:cubicBezTo>
                    <a:pt x="1" y="879"/>
                    <a:pt x="255" y="1133"/>
                    <a:pt x="569" y="1133"/>
                  </a:cubicBezTo>
                  <a:lnTo>
                    <a:pt x="1701" y="1133"/>
                  </a:lnTo>
                  <a:cubicBezTo>
                    <a:pt x="2012" y="1133"/>
                    <a:pt x="2266" y="879"/>
                    <a:pt x="2266" y="568"/>
                  </a:cubicBezTo>
                  <a:cubicBezTo>
                    <a:pt x="2266" y="254"/>
                    <a:pt x="2012" y="0"/>
                    <a:pt x="1701"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0" name="Google Shape;4156;p48">
              <a:extLst>
                <a:ext uri="{FF2B5EF4-FFF2-40B4-BE49-F238E27FC236}">
                  <a16:creationId xmlns:a16="http://schemas.microsoft.com/office/drawing/2014/main" id="{D4B7CE4B-5F6A-CCEC-9A30-2E5514E19AC8}"/>
                </a:ext>
              </a:extLst>
            </p:cNvPr>
            <p:cNvSpPr/>
            <p:nvPr/>
          </p:nvSpPr>
          <p:spPr>
            <a:xfrm>
              <a:off x="5056850" y="2096550"/>
              <a:ext cx="50750" cy="48025"/>
            </a:xfrm>
            <a:custGeom>
              <a:avLst/>
              <a:gdLst/>
              <a:ahLst/>
              <a:cxnLst/>
              <a:rect l="l" t="t" r="r" b="b"/>
              <a:pathLst>
                <a:path w="2030" h="1921" extrusionOk="0">
                  <a:moveTo>
                    <a:pt x="622" y="0"/>
                  </a:moveTo>
                  <a:cubicBezTo>
                    <a:pt x="476" y="0"/>
                    <a:pt x="331" y="56"/>
                    <a:pt x="221" y="168"/>
                  </a:cubicBezTo>
                  <a:cubicBezTo>
                    <a:pt x="4" y="385"/>
                    <a:pt x="1" y="739"/>
                    <a:pt x="215" y="962"/>
                  </a:cubicBezTo>
                  <a:lnTo>
                    <a:pt x="1015" y="1762"/>
                  </a:lnTo>
                  <a:cubicBezTo>
                    <a:pt x="1125" y="1868"/>
                    <a:pt x="1267" y="1921"/>
                    <a:pt x="1409" y="1921"/>
                  </a:cubicBezTo>
                  <a:cubicBezTo>
                    <a:pt x="1554" y="1921"/>
                    <a:pt x="1699" y="1865"/>
                    <a:pt x="1809" y="1753"/>
                  </a:cubicBezTo>
                  <a:cubicBezTo>
                    <a:pt x="2027" y="1536"/>
                    <a:pt x="2030" y="1183"/>
                    <a:pt x="1815" y="962"/>
                  </a:cubicBezTo>
                  <a:lnTo>
                    <a:pt x="1015" y="159"/>
                  </a:lnTo>
                  <a:cubicBezTo>
                    <a:pt x="905" y="53"/>
                    <a:pt x="763" y="0"/>
                    <a:pt x="622"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1" name="Google Shape;4157;p48">
              <a:extLst>
                <a:ext uri="{FF2B5EF4-FFF2-40B4-BE49-F238E27FC236}">
                  <a16:creationId xmlns:a16="http://schemas.microsoft.com/office/drawing/2014/main" id="{D4597932-FFF1-486B-1AF6-F5105EE19574}"/>
                </a:ext>
              </a:extLst>
            </p:cNvPr>
            <p:cNvSpPr/>
            <p:nvPr/>
          </p:nvSpPr>
          <p:spPr>
            <a:xfrm>
              <a:off x="5056400" y="2266400"/>
              <a:ext cx="51200" cy="48350"/>
            </a:xfrm>
            <a:custGeom>
              <a:avLst/>
              <a:gdLst/>
              <a:ahLst/>
              <a:cxnLst/>
              <a:rect l="l" t="t" r="r" b="b"/>
              <a:pathLst>
                <a:path w="2048" h="1934" extrusionOk="0">
                  <a:moveTo>
                    <a:pt x="1427" y="0"/>
                  </a:moveTo>
                  <a:cubicBezTo>
                    <a:pt x="1285" y="0"/>
                    <a:pt x="1143" y="53"/>
                    <a:pt x="1033" y="159"/>
                  </a:cubicBezTo>
                  <a:lnTo>
                    <a:pt x="233" y="962"/>
                  </a:lnTo>
                  <a:cubicBezTo>
                    <a:pt x="4" y="1179"/>
                    <a:pt x="1" y="1545"/>
                    <a:pt x="227" y="1768"/>
                  </a:cubicBezTo>
                  <a:cubicBezTo>
                    <a:pt x="338" y="1879"/>
                    <a:pt x="482" y="1934"/>
                    <a:pt x="627" y="1934"/>
                  </a:cubicBezTo>
                  <a:cubicBezTo>
                    <a:pt x="774" y="1934"/>
                    <a:pt x="922" y="1876"/>
                    <a:pt x="1033" y="1762"/>
                  </a:cubicBezTo>
                  <a:lnTo>
                    <a:pt x="1833" y="962"/>
                  </a:lnTo>
                  <a:cubicBezTo>
                    <a:pt x="2048" y="738"/>
                    <a:pt x="2045" y="385"/>
                    <a:pt x="1827" y="168"/>
                  </a:cubicBezTo>
                  <a:cubicBezTo>
                    <a:pt x="1717" y="56"/>
                    <a:pt x="1572" y="0"/>
                    <a:pt x="1427"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2" name="Google Shape;4158;p48">
              <a:extLst>
                <a:ext uri="{FF2B5EF4-FFF2-40B4-BE49-F238E27FC236}">
                  <a16:creationId xmlns:a16="http://schemas.microsoft.com/office/drawing/2014/main" id="{5C25BC42-DD66-8113-4FBD-97316B1AB143}"/>
                </a:ext>
              </a:extLst>
            </p:cNvPr>
            <p:cNvSpPr/>
            <p:nvPr/>
          </p:nvSpPr>
          <p:spPr>
            <a:xfrm>
              <a:off x="5480400" y="2191325"/>
              <a:ext cx="56650" cy="28325"/>
            </a:xfrm>
            <a:custGeom>
              <a:avLst/>
              <a:gdLst/>
              <a:ahLst/>
              <a:cxnLst/>
              <a:rect l="l" t="t" r="r" b="b"/>
              <a:pathLst>
                <a:path w="2266" h="1133" extrusionOk="0">
                  <a:moveTo>
                    <a:pt x="568" y="0"/>
                  </a:moveTo>
                  <a:cubicBezTo>
                    <a:pt x="254" y="0"/>
                    <a:pt x="1" y="254"/>
                    <a:pt x="1" y="568"/>
                  </a:cubicBezTo>
                  <a:cubicBezTo>
                    <a:pt x="1" y="879"/>
                    <a:pt x="254" y="1133"/>
                    <a:pt x="568" y="1133"/>
                  </a:cubicBezTo>
                  <a:lnTo>
                    <a:pt x="1701" y="1133"/>
                  </a:lnTo>
                  <a:cubicBezTo>
                    <a:pt x="2012" y="1133"/>
                    <a:pt x="2265" y="879"/>
                    <a:pt x="2265" y="568"/>
                  </a:cubicBezTo>
                  <a:cubicBezTo>
                    <a:pt x="2265" y="254"/>
                    <a:pt x="2012" y="0"/>
                    <a:pt x="1701"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3" name="Google Shape;4159;p48">
              <a:extLst>
                <a:ext uri="{FF2B5EF4-FFF2-40B4-BE49-F238E27FC236}">
                  <a16:creationId xmlns:a16="http://schemas.microsoft.com/office/drawing/2014/main" id="{32335329-45A5-B94C-D4C7-D50FF950D280}"/>
                </a:ext>
              </a:extLst>
            </p:cNvPr>
            <p:cNvSpPr/>
            <p:nvPr/>
          </p:nvSpPr>
          <p:spPr>
            <a:xfrm>
              <a:off x="5479800" y="2096550"/>
              <a:ext cx="54300" cy="48225"/>
            </a:xfrm>
            <a:custGeom>
              <a:avLst/>
              <a:gdLst/>
              <a:ahLst/>
              <a:cxnLst/>
              <a:rect l="l" t="t" r="r" b="b"/>
              <a:pathLst>
                <a:path w="2172" h="1929" extrusionOk="0">
                  <a:moveTo>
                    <a:pt x="1550" y="0"/>
                  </a:moveTo>
                  <a:cubicBezTo>
                    <a:pt x="1409" y="0"/>
                    <a:pt x="1267" y="53"/>
                    <a:pt x="1157" y="159"/>
                  </a:cubicBezTo>
                  <a:lnTo>
                    <a:pt x="357" y="962"/>
                  </a:lnTo>
                  <a:cubicBezTo>
                    <a:pt x="1" y="1318"/>
                    <a:pt x="251" y="1928"/>
                    <a:pt x="756" y="1928"/>
                  </a:cubicBezTo>
                  <a:cubicBezTo>
                    <a:pt x="907" y="1928"/>
                    <a:pt x="1051" y="1868"/>
                    <a:pt x="1157" y="1762"/>
                  </a:cubicBezTo>
                  <a:lnTo>
                    <a:pt x="1957" y="959"/>
                  </a:lnTo>
                  <a:cubicBezTo>
                    <a:pt x="2172" y="739"/>
                    <a:pt x="2169" y="385"/>
                    <a:pt x="1951" y="168"/>
                  </a:cubicBezTo>
                  <a:cubicBezTo>
                    <a:pt x="1841" y="56"/>
                    <a:pt x="1696" y="0"/>
                    <a:pt x="1550"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sp>
          <p:nvSpPr>
            <p:cNvPr id="34" name="Google Shape;4160;p48">
              <a:extLst>
                <a:ext uri="{FF2B5EF4-FFF2-40B4-BE49-F238E27FC236}">
                  <a16:creationId xmlns:a16="http://schemas.microsoft.com/office/drawing/2014/main" id="{28B2852F-6197-E58E-8CE3-DF6A4763BFAD}"/>
                </a:ext>
              </a:extLst>
            </p:cNvPr>
            <p:cNvSpPr/>
            <p:nvPr/>
          </p:nvSpPr>
          <p:spPr>
            <a:xfrm>
              <a:off x="5483350" y="2266400"/>
              <a:ext cx="54300" cy="48225"/>
            </a:xfrm>
            <a:custGeom>
              <a:avLst/>
              <a:gdLst/>
              <a:ahLst/>
              <a:cxnLst/>
              <a:rect l="l" t="t" r="r" b="b"/>
              <a:pathLst>
                <a:path w="2172" h="1929" extrusionOk="0">
                  <a:moveTo>
                    <a:pt x="622" y="0"/>
                  </a:moveTo>
                  <a:cubicBezTo>
                    <a:pt x="476" y="0"/>
                    <a:pt x="331" y="56"/>
                    <a:pt x="221" y="168"/>
                  </a:cubicBezTo>
                  <a:cubicBezTo>
                    <a:pt x="4" y="385"/>
                    <a:pt x="1" y="738"/>
                    <a:pt x="215" y="962"/>
                  </a:cubicBezTo>
                  <a:lnTo>
                    <a:pt x="1015" y="1762"/>
                  </a:lnTo>
                  <a:cubicBezTo>
                    <a:pt x="1121" y="1868"/>
                    <a:pt x="1266" y="1928"/>
                    <a:pt x="1417" y="1928"/>
                  </a:cubicBezTo>
                  <a:cubicBezTo>
                    <a:pt x="1921" y="1928"/>
                    <a:pt x="2172" y="1318"/>
                    <a:pt x="1815" y="962"/>
                  </a:cubicBezTo>
                  <a:lnTo>
                    <a:pt x="1015" y="159"/>
                  </a:lnTo>
                  <a:cubicBezTo>
                    <a:pt x="905" y="53"/>
                    <a:pt x="763" y="0"/>
                    <a:pt x="622" y="0"/>
                  </a:cubicBezTo>
                  <a:close/>
                </a:path>
              </a:pathLst>
            </a:custGeom>
            <a:ln>
              <a:noFill/>
            </a:ln>
          </p:spPr>
          <p:style>
            <a:lnRef idx="0">
              <a:scrgbClr r="0" g="0" b="0"/>
            </a:lnRef>
            <a:fillRef idx="1001">
              <a:schemeClr val="lt1"/>
            </a:fillRef>
            <a:effectRef idx="0">
              <a:scrgbClr r="0" g="0" b="0"/>
            </a:effectRef>
            <a:fontRef idx="major"/>
          </p:style>
          <p:txBody>
            <a:bodyPr spcFirstLastPara="1" wrap="square" lIns="91425" tIns="91425" rIns="91425" bIns="91425" anchor="ctr" anchorCtr="0">
              <a:noAutofit/>
            </a:bodyPr>
            <a:lstStyle/>
            <a:p>
              <a:pPr marL="0" lvl="0" indent="0" algn="l" rtl="0">
                <a:spcBef>
                  <a:spcPts val="0"/>
                </a:spcBef>
                <a:spcAft>
                  <a:spcPts val="0"/>
                </a:spcAft>
                <a:buNone/>
              </a:pPr>
              <a:endParaRPr lang="es-MX" noProof="0">
                <a:solidFill>
                  <a:srgbClr val="435D74"/>
                </a:solidFill>
              </a:endParaRPr>
            </a:p>
          </p:txBody>
        </p:sp>
      </p:grpSp>
      <p:sp>
        <p:nvSpPr>
          <p:cNvPr id="3" name="Rectángulo: esquinas redondeadas 9">
            <a:extLst>
              <a:ext uri="{FF2B5EF4-FFF2-40B4-BE49-F238E27FC236}">
                <a16:creationId xmlns:a16="http://schemas.microsoft.com/office/drawing/2014/main" id="{29C11FBE-DFDB-AB42-55FC-353105EECD85}"/>
              </a:ext>
            </a:extLst>
          </p:cNvPr>
          <p:cNvSpPr/>
          <p:nvPr/>
        </p:nvSpPr>
        <p:spPr>
          <a:xfrm>
            <a:off x="5632791" y="2572651"/>
            <a:ext cx="1037485" cy="810574"/>
          </a:xfrm>
          <a:prstGeom prst="roundRect">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endParaRPr lang="es-MX" noProof="0"/>
          </a:p>
          <a:p>
            <a:pPr algn="ctr"/>
            <a:r>
              <a:rPr lang="es-MX" sz="1200" noProof="0"/>
              <a:t>Entorno</a:t>
            </a:r>
          </a:p>
        </p:txBody>
      </p:sp>
      <p:pic>
        <p:nvPicPr>
          <p:cNvPr id="7" name="Imagen 6" descr="Dibujo de una persona&#10;&#10;El contenido generado por IA puede ser incorrecto.">
            <a:extLst>
              <a:ext uri="{FF2B5EF4-FFF2-40B4-BE49-F238E27FC236}">
                <a16:creationId xmlns:a16="http://schemas.microsoft.com/office/drawing/2014/main" id="{55381A7A-66D3-984C-F0AA-8B324C37355D}"/>
              </a:ext>
            </a:extLst>
          </p:cNvPr>
          <p:cNvPicPr>
            <a:picLocks noChangeAspect="1"/>
          </p:cNvPicPr>
          <p:nvPr/>
        </p:nvPicPr>
        <p:blipFill>
          <a:blip r:embed="rId5"/>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E14D6A38-7FA4-8091-5ED2-CB03D19163E2}"/>
              </a:ext>
            </a:extLst>
          </p:cNvPr>
          <p:cNvSpPr txBox="1">
            <a:spLocks/>
          </p:cNvSpPr>
          <p:nvPr/>
        </p:nvSpPr>
        <p:spPr>
          <a:xfrm>
            <a:off x="3310646" y="3167869"/>
            <a:ext cx="2554908" cy="484748"/>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2400" noProof="0">
                <a:solidFill>
                  <a:schemeClr val="accent6"/>
                </a:solidFill>
              </a:rPr>
              <a:t>PORT™</a:t>
            </a:r>
            <a:br>
              <a:rPr lang="es-MX" sz="3200" noProof="0">
                <a:solidFill>
                  <a:schemeClr val="accent6"/>
                </a:solidFill>
              </a:rPr>
            </a:br>
            <a:r>
              <a:rPr lang="es-MX" sz="1050" noProof="0">
                <a:solidFill>
                  <a:schemeClr val="accent6"/>
                </a:solidFill>
              </a:rPr>
              <a:t>A </a:t>
            </a:r>
            <a:r>
              <a:rPr lang="es-MX" sz="1050" noProof="0" err="1">
                <a:solidFill>
                  <a:schemeClr val="accent6"/>
                </a:solidFill>
              </a:rPr>
              <a:t>Problem</a:t>
            </a:r>
            <a:r>
              <a:rPr lang="es-MX" sz="1050" noProof="0">
                <a:solidFill>
                  <a:schemeClr val="accent6"/>
                </a:solidFill>
              </a:rPr>
              <a:t> </a:t>
            </a:r>
            <a:r>
              <a:rPr lang="es-MX" sz="1050" noProof="0" err="1">
                <a:solidFill>
                  <a:schemeClr val="accent6"/>
                </a:solidFill>
              </a:rPr>
              <a:t>Solving</a:t>
            </a:r>
            <a:r>
              <a:rPr lang="es-MX" sz="1050" noProof="0">
                <a:solidFill>
                  <a:schemeClr val="accent6"/>
                </a:solidFill>
              </a:rPr>
              <a:t> </a:t>
            </a:r>
            <a:r>
              <a:rPr lang="es-MX" sz="105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D3032FF4-E8CD-C8E5-7210-74D7C7725B2F}"/>
              </a:ext>
            </a:extLst>
          </p:cNvPr>
          <p:cNvPicPr>
            <a:picLocks noChangeAspect="1"/>
          </p:cNvPicPr>
          <p:nvPr/>
        </p:nvPicPr>
        <p:blipFill>
          <a:blip r:embed="rId6"/>
          <a:srcRect b="35471"/>
          <a:stretch>
            <a:fillRect/>
          </a:stretch>
        </p:blipFill>
        <p:spPr>
          <a:xfrm>
            <a:off x="3467191" y="1877382"/>
            <a:ext cx="2000550" cy="1290921"/>
          </a:xfrm>
          <a:prstGeom prst="rect">
            <a:avLst/>
          </a:prstGeom>
        </p:spPr>
      </p:pic>
      <p:sp>
        <p:nvSpPr>
          <p:cNvPr id="25" name="Rectángulo 24">
            <a:extLst>
              <a:ext uri="{FF2B5EF4-FFF2-40B4-BE49-F238E27FC236}">
                <a16:creationId xmlns:a16="http://schemas.microsoft.com/office/drawing/2014/main" id="{17C1F811-E388-293A-D5E9-9AB38C3319BC}"/>
              </a:ext>
            </a:extLst>
          </p:cNvPr>
          <p:cNvSpPr/>
          <p:nvPr/>
        </p:nvSpPr>
        <p:spPr>
          <a:xfrm>
            <a:off x="2235003" y="1981962"/>
            <a:ext cx="4496354" cy="1566365"/>
          </a:xfrm>
          <a:prstGeom prst="rect">
            <a:avLst/>
          </a:prstGeom>
          <a:noFill/>
        </p:spPr>
        <p:txBody>
          <a:bodyPr wrap="none" lIns="91440" tIns="45720" rIns="91440" bIns="45720">
            <a:prstTxWarp prst="textArchUp">
              <a:avLst>
                <a:gd name="adj" fmla="val 9229744"/>
              </a:avLst>
            </a:prstTxWarp>
            <a:spAutoFit/>
          </a:bodyPr>
          <a:lstStyle/>
          <a:p>
            <a:pPr algn="ctr"/>
            <a:r>
              <a:rPr lang="es-MX" sz="1100" b="1" cap="none" spc="0" noProof="0">
                <a:ln w="0"/>
                <a:solidFill>
                  <a:srgbClr val="0D4479"/>
                </a:solidFill>
              </a:rPr>
              <a:t>BEST</a:t>
            </a:r>
          </a:p>
        </p:txBody>
      </p:sp>
    </p:spTree>
    <p:extLst>
      <p:ext uri="{BB962C8B-B14F-4D97-AF65-F5344CB8AC3E}">
        <p14:creationId xmlns:p14="http://schemas.microsoft.com/office/powerpoint/2010/main" val="41530810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P spid="11" grpId="0" animBg="1"/>
      <p:bldP spid="12" grpId="0" animBg="1"/>
      <p:bldP spid="13" grpId="0" animBg="1"/>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BD54DC-28BF-A083-3767-7EA6377459E6}"/>
              </a:ext>
            </a:extLst>
          </p:cNvPr>
          <p:cNvSpPr txBox="1">
            <a:spLocks/>
          </p:cNvSpPr>
          <p:nvPr/>
        </p:nvSpPr>
        <p:spPr>
          <a:xfrm>
            <a:off x="3471720" y="227307"/>
            <a:ext cx="29785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noProof="0"/>
              <a:t>Alcance del sistema</a:t>
            </a:r>
          </a:p>
        </p:txBody>
      </p:sp>
      <p:sp>
        <p:nvSpPr>
          <p:cNvPr id="9" name="Elipse 8">
            <a:extLst>
              <a:ext uri="{FF2B5EF4-FFF2-40B4-BE49-F238E27FC236}">
                <a16:creationId xmlns:a16="http://schemas.microsoft.com/office/drawing/2014/main" id="{30FD34CC-D354-340B-AB14-2B0DFF07D4B8}"/>
              </a:ext>
            </a:extLst>
          </p:cNvPr>
          <p:cNvSpPr/>
          <p:nvPr/>
        </p:nvSpPr>
        <p:spPr>
          <a:xfrm>
            <a:off x="301178"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Elipse 15">
            <a:extLst>
              <a:ext uri="{FF2B5EF4-FFF2-40B4-BE49-F238E27FC236}">
                <a16:creationId xmlns:a16="http://schemas.microsoft.com/office/drawing/2014/main" id="{0C5C798D-0496-1DC7-A654-A1036D1B1631}"/>
              </a:ext>
            </a:extLst>
          </p:cNvPr>
          <p:cNvSpPr/>
          <p:nvPr/>
        </p:nvSpPr>
        <p:spPr>
          <a:xfrm>
            <a:off x="1553903" y="2238649"/>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7" name="Elipse 16">
            <a:extLst>
              <a:ext uri="{FF2B5EF4-FFF2-40B4-BE49-F238E27FC236}">
                <a16:creationId xmlns:a16="http://schemas.microsoft.com/office/drawing/2014/main" id="{69A6B2A7-A96E-8187-535F-24F71FD4ECB2}"/>
              </a:ext>
            </a:extLst>
          </p:cNvPr>
          <p:cNvSpPr/>
          <p:nvPr/>
        </p:nvSpPr>
        <p:spPr>
          <a:xfrm>
            <a:off x="2820592"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8" name="Elipse 17">
            <a:extLst>
              <a:ext uri="{FF2B5EF4-FFF2-40B4-BE49-F238E27FC236}">
                <a16:creationId xmlns:a16="http://schemas.microsoft.com/office/drawing/2014/main" id="{C5F58748-577A-B065-D16B-9EB1AAD0077E}"/>
              </a:ext>
            </a:extLst>
          </p:cNvPr>
          <p:cNvSpPr/>
          <p:nvPr/>
        </p:nvSpPr>
        <p:spPr>
          <a:xfrm>
            <a:off x="4132064"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Elipse 19">
            <a:extLst>
              <a:ext uri="{FF2B5EF4-FFF2-40B4-BE49-F238E27FC236}">
                <a16:creationId xmlns:a16="http://schemas.microsoft.com/office/drawing/2014/main" id="{BB078F26-4B83-FBC6-6A43-9B4490D6131C}"/>
              </a:ext>
            </a:extLst>
          </p:cNvPr>
          <p:cNvSpPr/>
          <p:nvPr/>
        </p:nvSpPr>
        <p:spPr>
          <a:xfrm>
            <a:off x="5441941" y="2251137"/>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Elipse 20">
            <a:extLst>
              <a:ext uri="{FF2B5EF4-FFF2-40B4-BE49-F238E27FC236}">
                <a16:creationId xmlns:a16="http://schemas.microsoft.com/office/drawing/2014/main" id="{1FD850D1-EC1D-1327-8266-3A321B258E34}"/>
              </a:ext>
            </a:extLst>
          </p:cNvPr>
          <p:cNvSpPr/>
          <p:nvPr/>
        </p:nvSpPr>
        <p:spPr>
          <a:xfrm>
            <a:off x="6743650"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Elipse 21">
            <a:extLst>
              <a:ext uri="{FF2B5EF4-FFF2-40B4-BE49-F238E27FC236}">
                <a16:creationId xmlns:a16="http://schemas.microsoft.com/office/drawing/2014/main" id="{B169BB2E-3EF5-DC62-46A1-6CF56E5D1F0A}"/>
              </a:ext>
            </a:extLst>
          </p:cNvPr>
          <p:cNvSpPr/>
          <p:nvPr/>
        </p:nvSpPr>
        <p:spPr>
          <a:xfrm>
            <a:off x="8066267" y="2243602"/>
            <a:ext cx="661307" cy="620486"/>
          </a:xfrm>
          <a:prstGeom prst="ellipse">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3" name="Title 1">
            <a:extLst>
              <a:ext uri="{FF2B5EF4-FFF2-40B4-BE49-F238E27FC236}">
                <a16:creationId xmlns:a16="http://schemas.microsoft.com/office/drawing/2014/main" id="{6F64D30D-FA19-8F8A-418B-43EC18269810}"/>
              </a:ext>
            </a:extLst>
          </p:cNvPr>
          <p:cNvSpPr txBox="1">
            <a:spLocks/>
          </p:cNvSpPr>
          <p:nvPr/>
        </p:nvSpPr>
        <p:spPr>
          <a:xfrm>
            <a:off x="301178" y="1878379"/>
            <a:ext cx="855920"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Definición</a:t>
            </a:r>
          </a:p>
        </p:txBody>
      </p:sp>
      <p:sp>
        <p:nvSpPr>
          <p:cNvPr id="24" name="Title 1">
            <a:extLst>
              <a:ext uri="{FF2B5EF4-FFF2-40B4-BE49-F238E27FC236}">
                <a16:creationId xmlns:a16="http://schemas.microsoft.com/office/drawing/2014/main" id="{78372FFB-8FD5-CC9D-167E-2426CCD4DAEA}"/>
              </a:ext>
            </a:extLst>
          </p:cNvPr>
          <p:cNvSpPr txBox="1">
            <a:spLocks/>
          </p:cNvSpPr>
          <p:nvPr/>
        </p:nvSpPr>
        <p:spPr>
          <a:xfrm>
            <a:off x="1430679" y="1878379"/>
            <a:ext cx="106897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Fases PORT™</a:t>
            </a:r>
          </a:p>
        </p:txBody>
      </p:sp>
      <p:sp>
        <p:nvSpPr>
          <p:cNvPr id="25" name="Title 1">
            <a:extLst>
              <a:ext uri="{FF2B5EF4-FFF2-40B4-BE49-F238E27FC236}">
                <a16:creationId xmlns:a16="http://schemas.microsoft.com/office/drawing/2014/main" id="{9008D06C-83FA-68AF-2D45-EAFA50132ED9}"/>
              </a:ext>
            </a:extLst>
          </p:cNvPr>
          <p:cNvSpPr txBox="1">
            <a:spLocks/>
          </p:cNvSpPr>
          <p:nvPr/>
        </p:nvSpPr>
        <p:spPr>
          <a:xfrm>
            <a:off x="2918836" y="1878379"/>
            <a:ext cx="493788"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Roles</a:t>
            </a:r>
          </a:p>
        </p:txBody>
      </p:sp>
      <p:sp>
        <p:nvSpPr>
          <p:cNvPr id="26" name="Title 1">
            <a:extLst>
              <a:ext uri="{FF2B5EF4-FFF2-40B4-BE49-F238E27FC236}">
                <a16:creationId xmlns:a16="http://schemas.microsoft.com/office/drawing/2014/main" id="{3F51656D-F959-136E-3318-0BBB81B46BCA}"/>
              </a:ext>
            </a:extLst>
          </p:cNvPr>
          <p:cNvSpPr txBox="1">
            <a:spLocks/>
          </p:cNvSpPr>
          <p:nvPr/>
        </p:nvSpPr>
        <p:spPr>
          <a:xfrm>
            <a:off x="4035080" y="1695514"/>
            <a:ext cx="85592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Captura de problemas </a:t>
            </a:r>
          </a:p>
        </p:txBody>
      </p:sp>
      <p:sp>
        <p:nvSpPr>
          <p:cNvPr id="27" name="Title 1">
            <a:extLst>
              <a:ext uri="{FF2B5EF4-FFF2-40B4-BE49-F238E27FC236}">
                <a16:creationId xmlns:a16="http://schemas.microsoft.com/office/drawing/2014/main" id="{5C760AFA-E072-A9CC-9F02-814483EC9FF0}"/>
              </a:ext>
            </a:extLst>
          </p:cNvPr>
          <p:cNvSpPr txBox="1">
            <a:spLocks/>
          </p:cNvSpPr>
          <p:nvPr/>
        </p:nvSpPr>
        <p:spPr>
          <a:xfrm>
            <a:off x="5344634" y="1877746"/>
            <a:ext cx="855920"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Despliegue </a:t>
            </a:r>
          </a:p>
        </p:txBody>
      </p:sp>
      <p:sp>
        <p:nvSpPr>
          <p:cNvPr id="28" name="Title 1">
            <a:extLst>
              <a:ext uri="{FF2B5EF4-FFF2-40B4-BE49-F238E27FC236}">
                <a16:creationId xmlns:a16="http://schemas.microsoft.com/office/drawing/2014/main" id="{77340DC7-9002-3FE0-5C38-91004C024E37}"/>
              </a:ext>
            </a:extLst>
          </p:cNvPr>
          <p:cNvSpPr txBox="1">
            <a:spLocks/>
          </p:cNvSpPr>
          <p:nvPr/>
        </p:nvSpPr>
        <p:spPr>
          <a:xfrm>
            <a:off x="6517540" y="1877746"/>
            <a:ext cx="1177966"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Sostenimiento</a:t>
            </a:r>
          </a:p>
        </p:txBody>
      </p:sp>
      <p:sp>
        <p:nvSpPr>
          <p:cNvPr id="29" name="Title 1">
            <a:extLst>
              <a:ext uri="{FF2B5EF4-FFF2-40B4-BE49-F238E27FC236}">
                <a16:creationId xmlns:a16="http://schemas.microsoft.com/office/drawing/2014/main" id="{E5AD9926-782F-0504-F477-64E597A6F15E}"/>
              </a:ext>
            </a:extLst>
          </p:cNvPr>
          <p:cNvSpPr txBox="1">
            <a:spLocks/>
          </p:cNvSpPr>
          <p:nvPr/>
        </p:nvSpPr>
        <p:spPr>
          <a:xfrm>
            <a:off x="7979839" y="1877746"/>
            <a:ext cx="97633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noProof="0"/>
              <a:t>Correlación</a:t>
            </a:r>
          </a:p>
        </p:txBody>
      </p:sp>
      <p:pic>
        <p:nvPicPr>
          <p:cNvPr id="31" name="Gráfico 30" descr="Documento con relleno sólido">
            <a:extLst>
              <a:ext uri="{FF2B5EF4-FFF2-40B4-BE49-F238E27FC236}">
                <a16:creationId xmlns:a16="http://schemas.microsoft.com/office/drawing/2014/main" id="{1DCC8E19-A8C2-8087-06CB-86060D9ADE4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0133" y="2313925"/>
            <a:ext cx="494909" cy="494909"/>
          </a:xfrm>
          <a:prstGeom prst="rect">
            <a:avLst/>
          </a:prstGeom>
        </p:spPr>
      </p:pic>
      <p:pic>
        <p:nvPicPr>
          <p:cNvPr id="35" name="Gráfico 34" descr="Signo de intercalación hacia la derecha con relleno sólido">
            <a:extLst>
              <a:ext uri="{FF2B5EF4-FFF2-40B4-BE49-F238E27FC236}">
                <a16:creationId xmlns:a16="http://schemas.microsoft.com/office/drawing/2014/main" id="{AEFB36C3-D68E-6FE7-0F54-45B0768E63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2788" y="2289123"/>
            <a:ext cx="519711" cy="519711"/>
          </a:xfrm>
          <a:prstGeom prst="rect">
            <a:avLst/>
          </a:prstGeom>
        </p:spPr>
      </p:pic>
      <p:pic>
        <p:nvPicPr>
          <p:cNvPr id="37" name="Gráfico 36" descr="Signo de intercalación hacia la derecha con relleno sólido">
            <a:extLst>
              <a:ext uri="{FF2B5EF4-FFF2-40B4-BE49-F238E27FC236}">
                <a16:creationId xmlns:a16="http://schemas.microsoft.com/office/drawing/2014/main" id="{6FB73742-D09E-8687-F083-90212FFA31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0863" y="2289209"/>
            <a:ext cx="519711" cy="519711"/>
          </a:xfrm>
          <a:prstGeom prst="rect">
            <a:avLst/>
          </a:prstGeom>
        </p:spPr>
      </p:pic>
      <p:pic>
        <p:nvPicPr>
          <p:cNvPr id="48" name="Gráfico 47" descr="Signo de intercalación hacia la derecha con relleno sólido">
            <a:extLst>
              <a:ext uri="{FF2B5EF4-FFF2-40B4-BE49-F238E27FC236}">
                <a16:creationId xmlns:a16="http://schemas.microsoft.com/office/drawing/2014/main" id="{B2880477-8BCB-BAD2-6E6B-8231FFD98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94194" y="2289037"/>
            <a:ext cx="519711" cy="519711"/>
          </a:xfrm>
          <a:prstGeom prst="rect">
            <a:avLst/>
          </a:prstGeom>
        </p:spPr>
      </p:pic>
      <p:pic>
        <p:nvPicPr>
          <p:cNvPr id="49" name="Gráfico 48" descr="Signo de intercalación hacia la derecha con relleno sólido">
            <a:extLst>
              <a:ext uri="{FF2B5EF4-FFF2-40B4-BE49-F238E27FC236}">
                <a16:creationId xmlns:a16="http://schemas.microsoft.com/office/drawing/2014/main" id="{07E95366-A149-2DFB-D005-9FBA879A31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92269" y="2289123"/>
            <a:ext cx="519711" cy="519711"/>
          </a:xfrm>
          <a:prstGeom prst="rect">
            <a:avLst/>
          </a:prstGeom>
        </p:spPr>
      </p:pic>
      <p:pic>
        <p:nvPicPr>
          <p:cNvPr id="51" name="Gráfico 50" descr="Usuarios con relleno sólido">
            <a:extLst>
              <a:ext uri="{FF2B5EF4-FFF2-40B4-BE49-F238E27FC236}">
                <a16:creationId xmlns:a16="http://schemas.microsoft.com/office/drawing/2014/main" id="{950DC71B-118F-3E17-5724-7B90AF270F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51234" y="2261507"/>
            <a:ext cx="620486" cy="620486"/>
          </a:xfrm>
          <a:prstGeom prst="rect">
            <a:avLst/>
          </a:prstGeom>
        </p:spPr>
      </p:pic>
      <p:pic>
        <p:nvPicPr>
          <p:cNvPr id="53" name="Gráfico 52" descr="Lupa con relleno sólido">
            <a:extLst>
              <a:ext uri="{FF2B5EF4-FFF2-40B4-BE49-F238E27FC236}">
                <a16:creationId xmlns:a16="http://schemas.microsoft.com/office/drawing/2014/main" id="{FAA49207-0155-F297-0ED5-AE018174CD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55381" y="2332779"/>
            <a:ext cx="457199" cy="457199"/>
          </a:xfrm>
          <a:prstGeom prst="rect">
            <a:avLst/>
          </a:prstGeom>
        </p:spPr>
      </p:pic>
      <p:pic>
        <p:nvPicPr>
          <p:cNvPr id="55" name="Gráfico 54" descr="Engranaje único con relleno sólido">
            <a:extLst>
              <a:ext uri="{FF2B5EF4-FFF2-40B4-BE49-F238E27FC236}">
                <a16:creationId xmlns:a16="http://schemas.microsoft.com/office/drawing/2014/main" id="{88AB9BA3-CD06-69CA-A77A-C527B99AEF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81162" y="2259298"/>
            <a:ext cx="604159" cy="604159"/>
          </a:xfrm>
          <a:prstGeom prst="rect">
            <a:avLst/>
          </a:prstGeom>
        </p:spPr>
      </p:pic>
      <p:pic>
        <p:nvPicPr>
          <p:cNvPr id="57" name="Gráfico 56" descr="Mano abierta con relleno sólido">
            <a:extLst>
              <a:ext uri="{FF2B5EF4-FFF2-40B4-BE49-F238E27FC236}">
                <a16:creationId xmlns:a16="http://schemas.microsoft.com/office/drawing/2014/main" id="{50B421BB-41F3-F9CB-5363-95AE9EE692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00802" y="2295799"/>
            <a:ext cx="563336" cy="563336"/>
          </a:xfrm>
          <a:prstGeom prst="rect">
            <a:avLst/>
          </a:prstGeom>
        </p:spPr>
      </p:pic>
      <p:pic>
        <p:nvPicPr>
          <p:cNvPr id="59" name="Gráfico 58" descr="Red con relleno sólido">
            <a:extLst>
              <a:ext uri="{FF2B5EF4-FFF2-40B4-BE49-F238E27FC236}">
                <a16:creationId xmlns:a16="http://schemas.microsoft.com/office/drawing/2014/main" id="{D1F494B6-5BE0-6B76-C99E-0476923BD91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6677" y="2226642"/>
            <a:ext cx="620486" cy="620486"/>
          </a:xfrm>
          <a:prstGeom prst="rect">
            <a:avLst/>
          </a:prstGeom>
        </p:spPr>
      </p:pic>
      <p:cxnSp>
        <p:nvCxnSpPr>
          <p:cNvPr id="64" name="Conector recto de flecha 63">
            <a:extLst>
              <a:ext uri="{FF2B5EF4-FFF2-40B4-BE49-F238E27FC236}">
                <a16:creationId xmlns:a16="http://schemas.microsoft.com/office/drawing/2014/main" id="{DA3F7CC5-16E4-7131-4E83-8E13D4716D05}"/>
              </a:ext>
            </a:extLst>
          </p:cNvPr>
          <p:cNvCxnSpPr>
            <a:cxnSpLocks/>
          </p:cNvCxnSpPr>
          <p:nvPr/>
        </p:nvCxnSpPr>
        <p:spPr>
          <a:xfrm>
            <a:off x="1030332"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Conector recto de flecha 65">
            <a:extLst>
              <a:ext uri="{FF2B5EF4-FFF2-40B4-BE49-F238E27FC236}">
                <a16:creationId xmlns:a16="http://schemas.microsoft.com/office/drawing/2014/main" id="{ACB70302-E093-91DA-314C-DC3E860E4054}"/>
              </a:ext>
            </a:extLst>
          </p:cNvPr>
          <p:cNvCxnSpPr>
            <a:cxnSpLocks/>
          </p:cNvCxnSpPr>
          <p:nvPr/>
        </p:nvCxnSpPr>
        <p:spPr>
          <a:xfrm>
            <a:off x="2295007"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Conector recto de flecha 66">
            <a:extLst>
              <a:ext uri="{FF2B5EF4-FFF2-40B4-BE49-F238E27FC236}">
                <a16:creationId xmlns:a16="http://schemas.microsoft.com/office/drawing/2014/main" id="{A117F8AE-E559-B938-A0FF-C1A07B864EED}"/>
              </a:ext>
            </a:extLst>
          </p:cNvPr>
          <p:cNvCxnSpPr>
            <a:cxnSpLocks/>
          </p:cNvCxnSpPr>
          <p:nvPr/>
        </p:nvCxnSpPr>
        <p:spPr>
          <a:xfrm>
            <a:off x="3588086"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a:extLst>
              <a:ext uri="{FF2B5EF4-FFF2-40B4-BE49-F238E27FC236}">
                <a16:creationId xmlns:a16="http://schemas.microsoft.com/office/drawing/2014/main" id="{357345EF-2291-C448-B1A2-E698642824BC}"/>
              </a:ext>
            </a:extLst>
          </p:cNvPr>
          <p:cNvCxnSpPr>
            <a:cxnSpLocks/>
          </p:cNvCxnSpPr>
          <p:nvPr/>
        </p:nvCxnSpPr>
        <p:spPr>
          <a:xfrm>
            <a:off x="4891000"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a:extLst>
              <a:ext uri="{FF2B5EF4-FFF2-40B4-BE49-F238E27FC236}">
                <a16:creationId xmlns:a16="http://schemas.microsoft.com/office/drawing/2014/main" id="{869EB7BC-B5B1-AACC-1DAA-288A9B92B1AD}"/>
              </a:ext>
            </a:extLst>
          </p:cNvPr>
          <p:cNvCxnSpPr>
            <a:cxnSpLocks/>
          </p:cNvCxnSpPr>
          <p:nvPr/>
        </p:nvCxnSpPr>
        <p:spPr>
          <a:xfrm>
            <a:off x="6203755" y="2571750"/>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Conector recto de flecha 69">
            <a:extLst>
              <a:ext uri="{FF2B5EF4-FFF2-40B4-BE49-F238E27FC236}">
                <a16:creationId xmlns:a16="http://schemas.microsoft.com/office/drawing/2014/main" id="{0932C87D-F164-5DC1-7A8E-626768071DC6}"/>
              </a:ext>
            </a:extLst>
          </p:cNvPr>
          <p:cNvCxnSpPr>
            <a:cxnSpLocks/>
          </p:cNvCxnSpPr>
          <p:nvPr/>
        </p:nvCxnSpPr>
        <p:spPr>
          <a:xfrm>
            <a:off x="7510699" y="2548892"/>
            <a:ext cx="490915" cy="0"/>
          </a:xfrm>
          <a:prstGeom prst="straightConnector1">
            <a:avLst/>
          </a:prstGeom>
          <a:ln w="1270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Conector recto 71">
            <a:extLst>
              <a:ext uri="{FF2B5EF4-FFF2-40B4-BE49-F238E27FC236}">
                <a16:creationId xmlns:a16="http://schemas.microsoft.com/office/drawing/2014/main" id="{292D804C-F40D-363C-F7F7-86E5C8BADCD7}"/>
              </a:ext>
            </a:extLst>
          </p:cNvPr>
          <p:cNvCxnSpPr/>
          <p:nvPr/>
        </p:nvCxnSpPr>
        <p:spPr>
          <a:xfrm flipV="1">
            <a:off x="631831" y="3234284"/>
            <a:ext cx="7765089" cy="73478"/>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121A12FD-D87A-3601-3A40-43B9BA7972FF}"/>
              </a:ext>
            </a:extLst>
          </p:cNvPr>
          <p:cNvCxnSpPr/>
          <p:nvPr/>
        </p:nvCxnSpPr>
        <p:spPr>
          <a:xfrm flipV="1">
            <a:off x="8410858" y="2956698"/>
            <a:ext cx="0" cy="277586"/>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Conector recto 74">
            <a:extLst>
              <a:ext uri="{FF2B5EF4-FFF2-40B4-BE49-F238E27FC236}">
                <a16:creationId xmlns:a16="http://schemas.microsoft.com/office/drawing/2014/main" id="{18DBC045-3394-BAC7-915F-977D8E98DF08}"/>
              </a:ext>
            </a:extLst>
          </p:cNvPr>
          <p:cNvCxnSpPr/>
          <p:nvPr/>
        </p:nvCxnSpPr>
        <p:spPr>
          <a:xfrm flipV="1">
            <a:off x="631831" y="3013848"/>
            <a:ext cx="0" cy="277586"/>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itle 1">
            <a:extLst>
              <a:ext uri="{FF2B5EF4-FFF2-40B4-BE49-F238E27FC236}">
                <a16:creationId xmlns:a16="http://schemas.microsoft.com/office/drawing/2014/main" id="{4E99F549-B46E-C960-30E4-8E04D6D6AABA}"/>
              </a:ext>
            </a:extLst>
          </p:cNvPr>
          <p:cNvSpPr txBox="1">
            <a:spLocks/>
          </p:cNvSpPr>
          <p:nvPr/>
        </p:nvSpPr>
        <p:spPr>
          <a:xfrm>
            <a:off x="2610408" y="3452193"/>
            <a:ext cx="4190394"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b="0" noProof="0"/>
              <a:t>Estandarización para la captura y resolución de problemas</a:t>
            </a:r>
          </a:p>
        </p:txBody>
      </p:sp>
      <p:pic>
        <p:nvPicPr>
          <p:cNvPr id="2" name="Imagen 1" descr="Dibujo de una persona&#10;&#10;El contenido generado por IA puede ser incorrecto.">
            <a:extLst>
              <a:ext uri="{FF2B5EF4-FFF2-40B4-BE49-F238E27FC236}">
                <a16:creationId xmlns:a16="http://schemas.microsoft.com/office/drawing/2014/main" id="{724E353D-39A1-F87E-B14C-4E2889AFE83D}"/>
              </a:ext>
            </a:extLst>
          </p:cNvPr>
          <p:cNvPicPr>
            <a:picLocks noChangeAspect="1"/>
          </p:cNvPicPr>
          <p:nvPr/>
        </p:nvPicPr>
        <p:blipFill>
          <a:blip r:embed="rId9"/>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625031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8BBD-78DC-02D9-CE83-29FB9DD506ED}"/>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140A5AD5-D605-4041-BBF7-B4C93870DC7A}"/>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EE87998-14D5-CEE5-1B91-70BFA9DFB8AB}"/>
              </a:ext>
            </a:extLst>
          </p:cNvPr>
          <p:cNvSpPr/>
          <p:nvPr/>
        </p:nvSpPr>
        <p:spPr>
          <a:xfrm>
            <a:off x="3623397" y="1591464"/>
            <a:ext cx="1879473" cy="1834121"/>
          </a:xfrm>
          <a:prstGeom prst="roundRect">
            <a:avLst>
              <a:gd name="adj" fmla="val 4761"/>
            </a:avLst>
          </a:prstGeom>
          <a:solidFill>
            <a:srgbClr val="32415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2DDB1B80-B260-BD92-7F70-F412270546B3}"/>
              </a:ext>
            </a:extLst>
          </p:cNvPr>
          <p:cNvSpPr/>
          <p:nvPr/>
        </p:nvSpPr>
        <p:spPr>
          <a:xfrm>
            <a:off x="2380019" y="3777355"/>
            <a:ext cx="4383961" cy="105272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54500308-3245-E4F0-3C48-B52076D46E37}"/>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F312973-DB9C-D5CB-E7F5-0AC711F908FC}"/>
              </a:ext>
            </a:extLst>
          </p:cNvPr>
          <p:cNvSpPr>
            <a:spLocks noGrp="1"/>
          </p:cNvSpPr>
          <p:nvPr>
            <p:ph type="title"/>
          </p:nvPr>
        </p:nvSpPr>
        <p:spPr>
          <a:xfrm>
            <a:off x="330993" y="313420"/>
            <a:ext cx="8482014" cy="307777"/>
          </a:xfrm>
        </p:spPr>
        <p:txBody>
          <a:bodyPr/>
          <a:lstStyle/>
          <a:p>
            <a:pPr algn="ctr"/>
            <a:r>
              <a:rPr lang="es-MX" noProof="0"/>
              <a:t>Actividad 1</a:t>
            </a:r>
          </a:p>
        </p:txBody>
      </p:sp>
      <p:sp>
        <p:nvSpPr>
          <p:cNvPr id="3" name="CuadroTexto 7">
            <a:extLst>
              <a:ext uri="{FF2B5EF4-FFF2-40B4-BE49-F238E27FC236}">
                <a16:creationId xmlns:a16="http://schemas.microsoft.com/office/drawing/2014/main" id="{C53E674A-410E-D6DF-281E-D931825BF235}"/>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La fabrica sin sistema</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8" name="Title 1">
            <a:extLst>
              <a:ext uri="{FF2B5EF4-FFF2-40B4-BE49-F238E27FC236}">
                <a16:creationId xmlns:a16="http://schemas.microsoft.com/office/drawing/2014/main" id="{05C3DB1C-80FA-AEE1-F5BD-631DF490AD6F}"/>
              </a:ext>
            </a:extLst>
          </p:cNvPr>
          <p:cNvSpPr txBox="1">
            <a:spLocks/>
          </p:cNvSpPr>
          <p:nvPr/>
        </p:nvSpPr>
        <p:spPr>
          <a:xfrm>
            <a:off x="1346897" y="2859322"/>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bg1"/>
                </a:solidFill>
              </a:rPr>
              <a:t>Actividad grupal</a:t>
            </a:r>
            <a:endParaRPr lang="es-MX" sz="1400" b="0" noProof="0" dirty="0">
              <a:solidFill>
                <a:schemeClr val="bg1"/>
              </a:solidFill>
            </a:endParaRPr>
          </a:p>
        </p:txBody>
      </p:sp>
      <p:sp>
        <p:nvSpPr>
          <p:cNvPr id="19" name="Title 1">
            <a:extLst>
              <a:ext uri="{FF2B5EF4-FFF2-40B4-BE49-F238E27FC236}">
                <a16:creationId xmlns:a16="http://schemas.microsoft.com/office/drawing/2014/main" id="{D9910EE6-524C-09A3-2F63-849018F55B19}"/>
              </a:ext>
            </a:extLst>
          </p:cNvPr>
          <p:cNvSpPr txBox="1">
            <a:spLocks/>
          </p:cNvSpPr>
          <p:nvPr/>
        </p:nvSpPr>
        <p:spPr>
          <a:xfrm>
            <a:off x="6680309" y="2695098"/>
            <a:ext cx="1365154"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chemeClr val="bg1"/>
                </a:solidFill>
              </a:rPr>
              <a:t>Hojas blancas, plumas cronometro </a:t>
            </a:r>
            <a:endParaRPr lang="es-MX" sz="1400" b="0" noProof="0" dirty="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327F38BE-5413-1938-593F-96FB24BA74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38553E9C-CB8B-8794-46DA-AE57D45489E9}"/>
              </a:ext>
            </a:extLst>
          </p:cNvPr>
          <p:cNvSpPr txBox="1">
            <a:spLocks/>
          </p:cNvSpPr>
          <p:nvPr/>
        </p:nvSpPr>
        <p:spPr>
          <a:xfrm>
            <a:off x="3640472" y="3018264"/>
            <a:ext cx="186239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Trabajo en equipo</a:t>
            </a:r>
            <a:endParaRPr lang="es-MX" sz="1400" noProof="0" dirty="0">
              <a:solidFill>
                <a:schemeClr val="bg1"/>
              </a:solidFill>
            </a:endParaRPr>
          </a:p>
        </p:txBody>
      </p:sp>
      <p:pic>
        <p:nvPicPr>
          <p:cNvPr id="12" name="Gráfico 11" descr="Perfil de hombre con relleno sólido">
            <a:extLst>
              <a:ext uri="{FF2B5EF4-FFF2-40B4-BE49-F238E27FC236}">
                <a16:creationId xmlns:a16="http://schemas.microsoft.com/office/drawing/2014/main" id="{712BF399-2D22-935F-AFAB-1E393E746A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7" y="1665522"/>
            <a:ext cx="530423" cy="530423"/>
          </a:xfrm>
          <a:prstGeom prst="rect">
            <a:avLst/>
          </a:prstGeom>
        </p:spPr>
      </p:pic>
      <p:sp>
        <p:nvSpPr>
          <p:cNvPr id="25" name="CuadroTexto 7">
            <a:extLst>
              <a:ext uri="{FF2B5EF4-FFF2-40B4-BE49-F238E27FC236}">
                <a16:creationId xmlns:a16="http://schemas.microsoft.com/office/drawing/2014/main" id="{E178B598-870F-28B8-9F7C-3977FDE7BDEF}"/>
              </a:ext>
            </a:extLst>
          </p:cNvPr>
          <p:cNvSpPr txBox="1"/>
          <p:nvPr/>
        </p:nvSpPr>
        <p:spPr>
          <a:xfrm>
            <a:off x="2435799" y="385241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Entregable:</a:t>
            </a:r>
          </a:p>
          <a:p>
            <a:pPr algn="ctr"/>
            <a:endParaRPr lang="es-MX" sz="1100" noProof="0" dirty="0">
              <a:solidFill>
                <a:schemeClr val="bg1"/>
              </a:solidFill>
            </a:endParaRPr>
          </a:p>
          <a:p>
            <a:pPr algn="ctr"/>
            <a:r>
              <a:rPr lang="es-MX" sz="1100" noProof="0" dirty="0">
                <a:solidFill>
                  <a:schemeClr val="bg1"/>
                </a:solidFill>
              </a:rPr>
              <a:t>Reflexión de los miembros</a:t>
            </a:r>
            <a:endParaRPr lang="es-MX" sz="1100" noProof="0" dirty="0">
              <a:solidFill>
                <a:schemeClr val="accent6"/>
              </a:solidFill>
            </a:endParaRPr>
          </a:p>
        </p:txBody>
      </p:sp>
      <p:pic>
        <p:nvPicPr>
          <p:cNvPr id="4" name="Gráfico 3" descr="Perfil de hombre con relleno sólido">
            <a:extLst>
              <a:ext uri="{FF2B5EF4-FFF2-40B4-BE49-F238E27FC236}">
                <a16:creationId xmlns:a16="http://schemas.microsoft.com/office/drawing/2014/main" id="{302A3000-2F43-65FE-C5F7-1701955D6D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5667" y="1665522"/>
            <a:ext cx="530423" cy="530423"/>
          </a:xfrm>
          <a:prstGeom prst="rect">
            <a:avLst/>
          </a:prstGeom>
        </p:spPr>
      </p:pic>
      <p:pic>
        <p:nvPicPr>
          <p:cNvPr id="10" name="Gráfico 9" descr="Perfil de hombre con relleno sólido">
            <a:extLst>
              <a:ext uri="{FF2B5EF4-FFF2-40B4-BE49-F238E27FC236}">
                <a16:creationId xmlns:a16="http://schemas.microsoft.com/office/drawing/2014/main" id="{0EBA2D42-7B8A-AF91-FA2A-969CF8D4CB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1897" y="1665522"/>
            <a:ext cx="530423" cy="530423"/>
          </a:xfrm>
          <a:prstGeom prst="rect">
            <a:avLst/>
          </a:prstGeom>
        </p:spPr>
      </p:pic>
      <p:pic>
        <p:nvPicPr>
          <p:cNvPr id="11" name="Gráfico 10" descr="Perfil de hombre con relleno sólido">
            <a:extLst>
              <a:ext uri="{FF2B5EF4-FFF2-40B4-BE49-F238E27FC236}">
                <a16:creationId xmlns:a16="http://schemas.microsoft.com/office/drawing/2014/main" id="{EB7F5EF0-C781-ED67-7F9D-EBA4C83876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4361" y="2168474"/>
            <a:ext cx="530423" cy="530423"/>
          </a:xfrm>
          <a:prstGeom prst="rect">
            <a:avLst/>
          </a:prstGeom>
        </p:spPr>
      </p:pic>
      <p:pic>
        <p:nvPicPr>
          <p:cNvPr id="14" name="Gráfico 13" descr="Perfil de hombre con relleno sólido">
            <a:extLst>
              <a:ext uri="{FF2B5EF4-FFF2-40B4-BE49-F238E27FC236}">
                <a16:creationId xmlns:a16="http://schemas.microsoft.com/office/drawing/2014/main" id="{63864103-38E9-64DA-95BD-03CFDF1A0C3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88416" y="1672687"/>
            <a:ext cx="530423" cy="530423"/>
          </a:xfrm>
          <a:prstGeom prst="rect">
            <a:avLst/>
          </a:prstGeom>
        </p:spPr>
      </p:pic>
      <p:pic>
        <p:nvPicPr>
          <p:cNvPr id="15" name="Gráfico 14" descr="Perfil de hombre con relleno sólido">
            <a:extLst>
              <a:ext uri="{FF2B5EF4-FFF2-40B4-BE49-F238E27FC236}">
                <a16:creationId xmlns:a16="http://schemas.microsoft.com/office/drawing/2014/main" id="{15E169D4-E152-E30F-68C4-95B8246676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0880" y="2168473"/>
            <a:ext cx="530423" cy="530423"/>
          </a:xfrm>
          <a:prstGeom prst="rect">
            <a:avLst/>
          </a:prstGeom>
        </p:spPr>
      </p:pic>
      <p:pic>
        <p:nvPicPr>
          <p:cNvPr id="16" name="Gráfico 15" descr="Perfil de hombre con relleno sólido">
            <a:extLst>
              <a:ext uri="{FF2B5EF4-FFF2-40B4-BE49-F238E27FC236}">
                <a16:creationId xmlns:a16="http://schemas.microsoft.com/office/drawing/2014/main" id="{0FA7C15B-24E9-6FF0-8CB9-98E73D74BD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65309" y="2168473"/>
            <a:ext cx="530423" cy="530423"/>
          </a:xfrm>
          <a:prstGeom prst="rect">
            <a:avLst/>
          </a:prstGeom>
        </p:spPr>
      </p:pic>
      <p:pic>
        <p:nvPicPr>
          <p:cNvPr id="20" name="Gráfico 19" descr="Brindis con relleno sólido">
            <a:extLst>
              <a:ext uri="{FF2B5EF4-FFF2-40B4-BE49-F238E27FC236}">
                <a16:creationId xmlns:a16="http://schemas.microsoft.com/office/drawing/2014/main" id="{672397E0-1495-4475-90CE-0FF6A3E178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48408" y="1717916"/>
            <a:ext cx="1219291" cy="1219291"/>
          </a:xfrm>
          <a:prstGeom prst="rect">
            <a:avLst/>
          </a:prstGeom>
        </p:spPr>
      </p:pic>
      <p:sp>
        <p:nvSpPr>
          <p:cNvPr id="21" name="Rectángulo 20">
            <a:extLst>
              <a:ext uri="{FF2B5EF4-FFF2-40B4-BE49-F238E27FC236}">
                <a16:creationId xmlns:a16="http://schemas.microsoft.com/office/drawing/2014/main" id="{8614C986-2B4C-15A8-E2CD-CAE2E31B9678}"/>
              </a:ext>
            </a:extLst>
          </p:cNvPr>
          <p:cNvSpPr/>
          <p:nvPr/>
        </p:nvSpPr>
        <p:spPr>
          <a:xfrm>
            <a:off x="6587276" y="1790657"/>
            <a:ext cx="492820" cy="717867"/>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pic>
        <p:nvPicPr>
          <p:cNvPr id="23" name="Gráfico 22" descr="Lápiz con relleno sólido">
            <a:extLst>
              <a:ext uri="{FF2B5EF4-FFF2-40B4-BE49-F238E27FC236}">
                <a16:creationId xmlns:a16="http://schemas.microsoft.com/office/drawing/2014/main" id="{8E184D35-95B2-E7A5-723F-217F0D7233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94550" y="1740833"/>
            <a:ext cx="595106" cy="595106"/>
          </a:xfrm>
          <a:prstGeom prst="rect">
            <a:avLst/>
          </a:prstGeom>
        </p:spPr>
      </p:pic>
      <p:pic>
        <p:nvPicPr>
          <p:cNvPr id="26" name="Gráfico 25" descr="Cronómetro 75% con relleno sólido">
            <a:extLst>
              <a:ext uri="{FF2B5EF4-FFF2-40B4-BE49-F238E27FC236}">
                <a16:creationId xmlns:a16="http://schemas.microsoft.com/office/drawing/2014/main" id="{3E799AF2-ED63-8823-B21D-DEC95FA05C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13308" y="1964611"/>
            <a:ext cx="646331" cy="646331"/>
          </a:xfrm>
          <a:prstGeom prst="rect">
            <a:avLst/>
          </a:prstGeom>
        </p:spPr>
      </p:pic>
      <p:sp>
        <p:nvSpPr>
          <p:cNvPr id="30" name="CuadroTexto 29">
            <a:extLst>
              <a:ext uri="{FF2B5EF4-FFF2-40B4-BE49-F238E27FC236}">
                <a16:creationId xmlns:a16="http://schemas.microsoft.com/office/drawing/2014/main" id="{FD4E8CC4-DF97-E605-4E9A-B3B2BE2F694A}"/>
              </a:ext>
            </a:extLst>
          </p:cNvPr>
          <p:cNvSpPr txBox="1"/>
          <p:nvPr/>
        </p:nvSpPr>
        <p:spPr>
          <a:xfrm>
            <a:off x="163895" y="3723741"/>
            <a:ext cx="2188301"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ES" sz="1100" dirty="0">
                <a:solidFill>
                  <a:schemeClr val="accent6"/>
                </a:solidFill>
                <a:hlinkClick r:id="rId7">
                  <a:extLst>
                    <a:ext uri="{A12FA001-AC4F-418D-AE19-62706E023703}">
                      <ahyp:hlinkClr xmlns:ahyp="http://schemas.microsoft.com/office/drawing/2018/hyperlinkcolor" val="tx"/>
                    </a:ext>
                  </a:extLst>
                </a:hlinkClick>
              </a:rPr>
              <a:t>Entrenamiento en PORT (Manual para el facilitador) </a:t>
            </a:r>
          </a:p>
          <a:p>
            <a:r>
              <a:rPr lang="es-ES" sz="1100" dirty="0" err="1">
                <a:solidFill>
                  <a:schemeClr val="accent6"/>
                </a:solidFill>
                <a:hlinkClick r:id="rId7">
                  <a:extLst>
                    <a:ext uri="{A12FA001-AC4F-418D-AE19-62706E023703}">
                      <ahyp:hlinkClr xmlns:ahyp="http://schemas.microsoft.com/office/drawing/2018/hyperlinkcolor" val="tx"/>
                    </a:ext>
                  </a:extLst>
                </a:hlinkClick>
              </a:rPr>
              <a:t>pag</a:t>
            </a:r>
            <a:r>
              <a:rPr lang="es-ES" sz="1100" dirty="0">
                <a:solidFill>
                  <a:schemeClr val="accent6"/>
                </a:solidFill>
                <a:hlinkClick r:id="rId7">
                  <a:extLst>
                    <a:ext uri="{A12FA001-AC4F-418D-AE19-62706E023703}">
                      <ahyp:hlinkClr xmlns:ahyp="http://schemas.microsoft.com/office/drawing/2018/hyperlinkcolor" val="tx"/>
                    </a:ext>
                  </a:extLst>
                </a:hlinkClick>
              </a:rPr>
              <a:t> </a:t>
            </a:r>
            <a:r>
              <a:rPr lang="es-ES" sz="1100" dirty="0" err="1">
                <a:solidFill>
                  <a:schemeClr val="accent6"/>
                </a:solidFill>
                <a:hlinkClick r:id="rId7">
                  <a:extLst>
                    <a:ext uri="{A12FA001-AC4F-418D-AE19-62706E023703}">
                      <ahyp:hlinkClr xmlns:ahyp="http://schemas.microsoft.com/office/drawing/2018/hyperlinkcolor" val="tx"/>
                    </a:ext>
                  </a:extLst>
                </a:hlinkClick>
              </a:rPr>
              <a:t>xx</a:t>
            </a:r>
            <a:r>
              <a:rPr lang="es-ES" sz="1100" dirty="0">
                <a:solidFill>
                  <a:schemeClr val="accent6"/>
                </a:solidFill>
                <a:hlinkClick r:id="rId7">
                  <a:extLst>
                    <a:ext uri="{A12FA001-AC4F-418D-AE19-62706E023703}">
                      <ahyp:hlinkClr xmlns:ahyp="http://schemas.microsoft.com/office/drawing/2018/hyperlinkcolor" val="tx"/>
                    </a:ext>
                  </a:extLst>
                </a:hlinkClick>
              </a:rPr>
              <a:t>.</a:t>
            </a:r>
            <a:endParaRPr lang="es-MX" sz="1100" dirty="0">
              <a:solidFill>
                <a:schemeClr val="accent6"/>
              </a:solidFill>
            </a:endParaRPr>
          </a:p>
        </p:txBody>
      </p:sp>
      <p:pic>
        <p:nvPicPr>
          <p:cNvPr id="34" name="Gráfico 33" descr="Cursor con relleno sólido">
            <a:extLst>
              <a:ext uri="{FF2B5EF4-FFF2-40B4-BE49-F238E27FC236}">
                <a16:creationId xmlns:a16="http://schemas.microsoft.com/office/drawing/2014/main" id="{FB34D97A-65EC-665D-0A74-6EE9EBE35E8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4466" y="4194886"/>
            <a:ext cx="515394" cy="515394"/>
          </a:xfrm>
          <a:prstGeom prst="rect">
            <a:avLst/>
          </a:prstGeom>
        </p:spPr>
      </p:pic>
      <p:sp>
        <p:nvSpPr>
          <p:cNvPr id="7" name="Rectángulo: esquinas redondeadas 6">
            <a:extLst>
              <a:ext uri="{FF2B5EF4-FFF2-40B4-BE49-F238E27FC236}">
                <a16:creationId xmlns:a16="http://schemas.microsoft.com/office/drawing/2014/main" id="{3360943C-3BC2-0A53-0DE9-B8F1243CCD57}"/>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147579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A6F43-7F0C-ADDE-4CF2-5D50AC52538B}"/>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8009E849-B445-091F-D36B-9C03A6115703}"/>
              </a:ext>
            </a:extLst>
          </p:cNvPr>
          <p:cNvSpPr/>
          <p:nvPr/>
        </p:nvSpPr>
        <p:spPr>
          <a:xfrm>
            <a:off x="4616530" y="3579869"/>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Rectángulo: esquinas redondeadas 7">
            <a:extLst>
              <a:ext uri="{FF2B5EF4-FFF2-40B4-BE49-F238E27FC236}">
                <a16:creationId xmlns:a16="http://schemas.microsoft.com/office/drawing/2014/main" id="{CCA83AD0-B6B3-8164-2E60-3F6B3ADCA0A6}"/>
              </a:ext>
            </a:extLst>
          </p:cNvPr>
          <p:cNvSpPr/>
          <p:nvPr/>
        </p:nvSpPr>
        <p:spPr>
          <a:xfrm>
            <a:off x="1616870" y="3579869"/>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Rectángulo: esquinas redondeadas 6">
            <a:extLst>
              <a:ext uri="{FF2B5EF4-FFF2-40B4-BE49-F238E27FC236}">
                <a16:creationId xmlns:a16="http://schemas.microsoft.com/office/drawing/2014/main" id="{D9E68E82-D51F-02FC-A9B8-A34468B771C3}"/>
              </a:ext>
            </a:extLst>
          </p:cNvPr>
          <p:cNvSpPr/>
          <p:nvPr/>
        </p:nvSpPr>
        <p:spPr>
          <a:xfrm>
            <a:off x="1078874" y="891872"/>
            <a:ext cx="6962947" cy="103003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E1689C12-A70C-3CEA-FC51-BCAFE4595D09}"/>
              </a:ext>
            </a:extLst>
          </p:cNvPr>
          <p:cNvSpPr>
            <a:spLocks noGrp="1"/>
          </p:cNvSpPr>
          <p:nvPr>
            <p:ph type="title"/>
          </p:nvPr>
        </p:nvSpPr>
        <p:spPr>
          <a:xfrm>
            <a:off x="330993" y="313420"/>
            <a:ext cx="8482014" cy="307777"/>
          </a:xfrm>
        </p:spPr>
        <p:txBody>
          <a:bodyPr/>
          <a:lstStyle/>
          <a:p>
            <a:pPr algn="ctr"/>
            <a:r>
              <a:rPr lang="es-MX" noProof="0"/>
              <a:t>¿Qué es </a:t>
            </a:r>
            <a:r>
              <a:rPr lang="es-MX" noProof="0" err="1"/>
              <a:t>Problem</a:t>
            </a:r>
            <a:r>
              <a:rPr lang="es-MX" noProof="0"/>
              <a:t> </a:t>
            </a:r>
            <a:r>
              <a:rPr lang="es-MX" noProof="0" err="1"/>
              <a:t>Solving</a:t>
            </a:r>
            <a:r>
              <a:rPr lang="es-MX" noProof="0"/>
              <a:t>?</a:t>
            </a:r>
          </a:p>
        </p:txBody>
      </p:sp>
      <p:sp>
        <p:nvSpPr>
          <p:cNvPr id="5" name="CuadroTexto 7">
            <a:extLst>
              <a:ext uri="{FF2B5EF4-FFF2-40B4-BE49-F238E27FC236}">
                <a16:creationId xmlns:a16="http://schemas.microsoft.com/office/drawing/2014/main" id="{DBA99101-EF31-7BFF-CC49-AA18CC9959E8}"/>
              </a:ext>
            </a:extLst>
          </p:cNvPr>
          <p:cNvSpPr txBox="1"/>
          <p:nvPr/>
        </p:nvSpPr>
        <p:spPr>
          <a:xfrm>
            <a:off x="1212120" y="1009163"/>
            <a:ext cx="6667055"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bg1"/>
                </a:solidFill>
              </a:rPr>
              <a:t>Problem</a:t>
            </a:r>
            <a:r>
              <a:rPr lang="es-MX" sz="1100" b="1" noProof="0">
                <a:solidFill>
                  <a:schemeClr val="bg1"/>
                </a:solidFill>
              </a:rPr>
              <a:t> </a:t>
            </a:r>
            <a:r>
              <a:rPr lang="es-MX" sz="1100" b="1" noProof="0" err="1">
                <a:solidFill>
                  <a:schemeClr val="bg1"/>
                </a:solidFill>
              </a:rPr>
              <a:t>Solving</a:t>
            </a:r>
            <a:r>
              <a:rPr lang="es-MX" sz="1100" b="1" noProof="0">
                <a:solidFill>
                  <a:schemeClr val="bg1"/>
                </a:solidFill>
              </a:rPr>
              <a:t> </a:t>
            </a:r>
            <a:r>
              <a:rPr lang="es-MX" sz="1100" noProof="0">
                <a:solidFill>
                  <a:schemeClr val="bg1"/>
                </a:solidFill>
              </a:rPr>
              <a:t>es un enfoque estructurado para identificar, analizar y resolver problemas que impiden alcanzar un resultado deseado. Su objetivo principal es eliminar las causas raíz de las desviaciones, no solo sus síntomas, mediante el uso de herramientas analíticas, trabajo colaborativo, pensamiento crítico y toma de decisiones basa en datos.</a:t>
            </a:r>
          </a:p>
          <a:p>
            <a:pPr algn="just"/>
            <a:endParaRPr lang="es-MX" sz="1100" noProof="0">
              <a:solidFill>
                <a:schemeClr val="tx1"/>
              </a:solidFill>
            </a:endParaRPr>
          </a:p>
        </p:txBody>
      </p:sp>
      <p:sp>
        <p:nvSpPr>
          <p:cNvPr id="9" name="CuadroTexto 7">
            <a:extLst>
              <a:ext uri="{FF2B5EF4-FFF2-40B4-BE49-F238E27FC236}">
                <a16:creationId xmlns:a16="http://schemas.microsoft.com/office/drawing/2014/main" id="{113E0774-D3DE-B7EE-002A-6A1A54B4FFD9}"/>
              </a:ext>
            </a:extLst>
          </p:cNvPr>
          <p:cNvSpPr txBox="1"/>
          <p:nvPr/>
        </p:nvSpPr>
        <p:spPr>
          <a:xfrm>
            <a:off x="5201744" y="3233454"/>
            <a:ext cx="142357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Problema creado</a:t>
            </a:r>
            <a:endParaRPr lang="es-MX" sz="1100" noProof="0">
              <a:solidFill>
                <a:schemeClr val="accent6"/>
              </a:solidFill>
            </a:endParaRPr>
          </a:p>
        </p:txBody>
      </p:sp>
      <p:sp>
        <p:nvSpPr>
          <p:cNvPr id="10" name="CuadroTexto 7">
            <a:extLst>
              <a:ext uri="{FF2B5EF4-FFF2-40B4-BE49-F238E27FC236}">
                <a16:creationId xmlns:a16="http://schemas.microsoft.com/office/drawing/2014/main" id="{A4E40D69-4FCE-FB34-85FB-884C5882B264}"/>
              </a:ext>
            </a:extLst>
          </p:cNvPr>
          <p:cNvSpPr txBox="1"/>
          <p:nvPr/>
        </p:nvSpPr>
        <p:spPr>
          <a:xfrm>
            <a:off x="2053899"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Problema causado</a:t>
            </a:r>
            <a:endParaRPr lang="es-MX" sz="1100" noProof="0">
              <a:solidFill>
                <a:schemeClr val="accent6"/>
              </a:solidFill>
            </a:endParaRPr>
          </a:p>
        </p:txBody>
      </p:sp>
      <p:pic>
        <p:nvPicPr>
          <p:cNvPr id="11" name="Picture 2" descr="Failure - free icon">
            <a:extLst>
              <a:ext uri="{FF2B5EF4-FFF2-40B4-BE49-F238E27FC236}">
                <a16:creationId xmlns:a16="http://schemas.microsoft.com/office/drawing/2014/main" id="{02176B00-E175-C37E-E6B1-48BE9E74EA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656" y="2128153"/>
            <a:ext cx="991686" cy="9916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Imagens A Expectativa PNG e Vetor, com Fundo Transparente Para Download ...">
            <a:extLst>
              <a:ext uri="{FF2B5EF4-FFF2-40B4-BE49-F238E27FC236}">
                <a16:creationId xmlns:a16="http://schemas.microsoft.com/office/drawing/2014/main" id="{C87236AE-B5D8-434C-0CAB-C0F5DCE73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1746" y="2145262"/>
            <a:ext cx="1333762" cy="969138"/>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7">
            <a:extLst>
              <a:ext uri="{FF2B5EF4-FFF2-40B4-BE49-F238E27FC236}">
                <a16:creationId xmlns:a16="http://schemas.microsoft.com/office/drawing/2014/main" id="{6BBF47EE-792E-2AAC-EED4-0E8C1DD69F54}"/>
              </a:ext>
            </a:extLst>
          </p:cNvPr>
          <p:cNvSpPr txBox="1"/>
          <p:nvPr/>
        </p:nvSpPr>
        <p:spPr>
          <a:xfrm>
            <a:off x="1736437" y="3640588"/>
            <a:ext cx="2493091"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Falla al cumplir un estándar existente.</a:t>
            </a:r>
          </a:p>
          <a:p>
            <a:endParaRPr lang="es-MX" sz="1100" noProof="0">
              <a:solidFill>
                <a:schemeClr val="bg1"/>
              </a:solidFill>
            </a:endParaRPr>
          </a:p>
          <a:p>
            <a:r>
              <a:rPr lang="es-MX" sz="1100" noProof="0">
                <a:solidFill>
                  <a:schemeClr val="bg1"/>
                </a:solidFill>
              </a:rPr>
              <a:t>➡ Desviación respecto a lo que ya está definido, </a:t>
            </a:r>
            <a:r>
              <a:rPr lang="es-MX" sz="1100" b="1" noProof="0">
                <a:solidFill>
                  <a:schemeClr val="bg1"/>
                </a:solidFill>
              </a:rPr>
              <a:t>la causa raíz es desconocida</a:t>
            </a:r>
          </a:p>
        </p:txBody>
      </p:sp>
      <p:sp>
        <p:nvSpPr>
          <p:cNvPr id="18" name="CuadroTexto 7">
            <a:extLst>
              <a:ext uri="{FF2B5EF4-FFF2-40B4-BE49-F238E27FC236}">
                <a16:creationId xmlns:a16="http://schemas.microsoft.com/office/drawing/2014/main" id="{B1DA21C7-66E3-6261-1915-43BCFC3C6572}"/>
              </a:ext>
            </a:extLst>
          </p:cNvPr>
          <p:cNvSpPr txBox="1"/>
          <p:nvPr/>
        </p:nvSpPr>
        <p:spPr>
          <a:xfrm>
            <a:off x="4727946" y="3640588"/>
            <a:ext cx="2219380"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Brecha frente a una nueva expectativa.</a:t>
            </a:r>
          </a:p>
          <a:p>
            <a:endParaRPr lang="es-MX" sz="1100" noProof="0">
              <a:solidFill>
                <a:schemeClr val="bg1"/>
              </a:solidFill>
            </a:endParaRPr>
          </a:p>
          <a:p>
            <a:r>
              <a:rPr lang="es-MX" sz="1100" noProof="0">
                <a:solidFill>
                  <a:schemeClr val="bg1"/>
                </a:solidFill>
              </a:rPr>
              <a:t>➡ Reto de mejora, no incumplimiento.</a:t>
            </a:r>
          </a:p>
        </p:txBody>
      </p:sp>
      <p:sp>
        <p:nvSpPr>
          <p:cNvPr id="4" name="CuadroTexto 7">
            <a:extLst>
              <a:ext uri="{FF2B5EF4-FFF2-40B4-BE49-F238E27FC236}">
                <a16:creationId xmlns:a16="http://schemas.microsoft.com/office/drawing/2014/main" id="{35E465AF-B564-1F97-646C-68B868564DE9}"/>
              </a:ext>
            </a:extLst>
          </p:cNvPr>
          <p:cNvSpPr txBox="1"/>
          <p:nvPr/>
        </p:nvSpPr>
        <p:spPr>
          <a:xfrm>
            <a:off x="7358504" y="2993549"/>
            <a:ext cx="1475198"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PDCA</a:t>
            </a:r>
          </a:p>
        </p:txBody>
      </p:sp>
      <p:pic>
        <p:nvPicPr>
          <p:cNvPr id="13" name="Gráfico 12" descr="Flecha lineal: curva con sentido de las agujas del reloj con relleno sólido">
            <a:extLst>
              <a:ext uri="{FF2B5EF4-FFF2-40B4-BE49-F238E27FC236}">
                <a16:creationId xmlns:a16="http://schemas.microsoft.com/office/drawing/2014/main" id="{C0379D73-273C-49FF-A1F4-95BEB758FF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09872" flipH="1">
            <a:off x="7074365" y="3184492"/>
            <a:ext cx="921009" cy="914400"/>
          </a:xfrm>
          <a:prstGeom prst="rect">
            <a:avLst/>
          </a:prstGeom>
        </p:spPr>
      </p:pic>
      <p:pic>
        <p:nvPicPr>
          <p:cNvPr id="15" name="Gráfico 14" descr="Flecha lineal: curva con sentido de las agujas del reloj con relleno sólido">
            <a:extLst>
              <a:ext uri="{FF2B5EF4-FFF2-40B4-BE49-F238E27FC236}">
                <a16:creationId xmlns:a16="http://schemas.microsoft.com/office/drawing/2014/main" id="{FEC22C8D-17EB-515B-D04E-C14546CA846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845335">
            <a:off x="807430" y="3213361"/>
            <a:ext cx="816084" cy="914400"/>
          </a:xfrm>
          <a:prstGeom prst="rect">
            <a:avLst/>
          </a:prstGeom>
        </p:spPr>
      </p:pic>
      <p:pic>
        <p:nvPicPr>
          <p:cNvPr id="3" name="Imagen 2" descr="Dibujo de una persona&#10;&#10;El contenido generado por IA puede ser incorrecto.">
            <a:extLst>
              <a:ext uri="{FF2B5EF4-FFF2-40B4-BE49-F238E27FC236}">
                <a16:creationId xmlns:a16="http://schemas.microsoft.com/office/drawing/2014/main" id="{97E6FC44-4D01-9EEC-9E5F-E4B206D67C89}"/>
              </a:ext>
            </a:extLst>
          </p:cNvPr>
          <p:cNvPicPr>
            <a:picLocks noChangeAspect="1"/>
          </p:cNvPicPr>
          <p:nvPr/>
        </p:nvPicPr>
        <p:blipFill>
          <a:blip r:embed="rId6"/>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C8FBE635-466C-B832-477D-CA01C124F0C7}"/>
              </a:ext>
            </a:extLst>
          </p:cNvPr>
          <p:cNvSpPr txBox="1">
            <a:spLocks/>
          </p:cNvSpPr>
          <p:nvPr/>
        </p:nvSpPr>
        <p:spPr>
          <a:xfrm>
            <a:off x="-372524" y="3000879"/>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accent6"/>
                </a:solidFill>
              </a:rPr>
              <a:t>PORT™</a:t>
            </a:r>
            <a:br>
              <a:rPr lang="es-MX" sz="1800" noProof="0">
                <a:solidFill>
                  <a:schemeClr val="accent6"/>
                </a:solidFill>
              </a:rPr>
            </a:br>
            <a:r>
              <a:rPr lang="es-MX" sz="800" noProof="0">
                <a:solidFill>
                  <a:schemeClr val="accent6"/>
                </a:solidFill>
              </a:rPr>
              <a:t>A </a:t>
            </a:r>
            <a:r>
              <a:rPr lang="es-MX" sz="800" noProof="0" err="1">
                <a:solidFill>
                  <a:schemeClr val="accent6"/>
                </a:solidFill>
              </a:rPr>
              <a:t>Problem</a:t>
            </a:r>
            <a:r>
              <a:rPr lang="es-MX" sz="800" noProof="0">
                <a:solidFill>
                  <a:schemeClr val="accent6"/>
                </a:solidFill>
              </a:rPr>
              <a:t> </a:t>
            </a:r>
            <a:r>
              <a:rPr lang="es-MX" sz="800" noProof="0" err="1">
                <a:solidFill>
                  <a:schemeClr val="accent6"/>
                </a:solidFill>
              </a:rPr>
              <a:t>Solving</a:t>
            </a:r>
            <a:r>
              <a:rPr lang="es-MX" sz="800" noProof="0">
                <a:solidFill>
                  <a:schemeClr val="accent6"/>
                </a:solidFill>
              </a:rPr>
              <a:t> </a:t>
            </a:r>
            <a:r>
              <a:rPr lang="es-MX" sz="800" noProof="0" err="1">
                <a:solidFill>
                  <a:schemeClr val="accent6"/>
                </a:solidFill>
              </a:rPr>
              <a:t>tool</a:t>
            </a:r>
            <a:endParaRPr lang="es-MX" sz="1800" noProof="0">
              <a:solidFill>
                <a:schemeClr val="accent6"/>
              </a:solidFill>
            </a:endParaRPr>
          </a:p>
        </p:txBody>
      </p:sp>
      <p:pic>
        <p:nvPicPr>
          <p:cNvPr id="19" name="Imagen 18" descr="Logotipo&#10;&#10;El contenido generado por IA puede ser incorrecto.">
            <a:extLst>
              <a:ext uri="{FF2B5EF4-FFF2-40B4-BE49-F238E27FC236}">
                <a16:creationId xmlns:a16="http://schemas.microsoft.com/office/drawing/2014/main" id="{A44AC5B6-8E60-D863-3DBC-EC873275C49E}"/>
              </a:ext>
            </a:extLst>
          </p:cNvPr>
          <p:cNvPicPr>
            <a:picLocks noChangeAspect="1"/>
          </p:cNvPicPr>
          <p:nvPr/>
        </p:nvPicPr>
        <p:blipFill>
          <a:blip r:embed="rId7"/>
          <a:srcRect b="35471"/>
          <a:stretch>
            <a:fillRect/>
          </a:stretch>
        </p:blipFill>
        <p:spPr>
          <a:xfrm>
            <a:off x="335445" y="2296032"/>
            <a:ext cx="1026997" cy="662704"/>
          </a:xfrm>
          <a:prstGeom prst="rect">
            <a:avLst/>
          </a:prstGeom>
        </p:spPr>
      </p:pic>
      <p:sp>
        <p:nvSpPr>
          <p:cNvPr id="20" name="CuadroTexto 19">
            <a:extLst>
              <a:ext uri="{FF2B5EF4-FFF2-40B4-BE49-F238E27FC236}">
                <a16:creationId xmlns:a16="http://schemas.microsoft.com/office/drawing/2014/main" id="{3240AF0C-B4F1-A948-82B5-70A87DCFE089}"/>
              </a:ext>
            </a:extLst>
          </p:cNvPr>
          <p:cNvSpPr txBox="1"/>
          <p:nvPr/>
        </p:nvSpPr>
        <p:spPr>
          <a:xfrm>
            <a:off x="541870" y="2180616"/>
            <a:ext cx="614148" cy="2308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cap="none" spc="0" noProof="0">
                <a:ln w="0"/>
                <a:solidFill>
                  <a:srgbClr val="0D4479"/>
                </a:solidFill>
              </a:rPr>
              <a:t>BEST</a:t>
            </a:r>
          </a:p>
        </p:txBody>
      </p:sp>
    </p:spTree>
    <p:extLst>
      <p:ext uri="{BB962C8B-B14F-4D97-AF65-F5344CB8AC3E}">
        <p14:creationId xmlns:p14="http://schemas.microsoft.com/office/powerpoint/2010/main" val="694244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778C-DB8F-2FF1-FE39-FD45C8CAE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91DE3-59F8-CD3C-5481-6E46E61C1CEF}"/>
              </a:ext>
            </a:extLst>
          </p:cNvPr>
          <p:cNvSpPr>
            <a:spLocks noGrp="1"/>
          </p:cNvSpPr>
          <p:nvPr>
            <p:ph type="title"/>
          </p:nvPr>
        </p:nvSpPr>
        <p:spPr>
          <a:xfrm>
            <a:off x="330993" y="313420"/>
            <a:ext cx="8482014" cy="307777"/>
          </a:xfrm>
        </p:spPr>
        <p:txBody>
          <a:bodyPr/>
          <a:lstStyle/>
          <a:p>
            <a:pPr algn="ctr"/>
            <a:r>
              <a:rPr lang="es-MX" noProof="0"/>
              <a:t>¿Qué es </a:t>
            </a:r>
            <a:r>
              <a:rPr lang="es-MX" noProof="0" err="1"/>
              <a:t>Problem</a:t>
            </a:r>
            <a:r>
              <a:rPr lang="es-MX" noProof="0"/>
              <a:t> </a:t>
            </a:r>
            <a:r>
              <a:rPr lang="es-MX" noProof="0" err="1"/>
              <a:t>Solving</a:t>
            </a:r>
            <a:r>
              <a:rPr lang="es-MX" noProof="0"/>
              <a:t>?</a:t>
            </a:r>
          </a:p>
        </p:txBody>
      </p:sp>
      <p:sp>
        <p:nvSpPr>
          <p:cNvPr id="9" name="CuadroTexto 7">
            <a:extLst>
              <a:ext uri="{FF2B5EF4-FFF2-40B4-BE49-F238E27FC236}">
                <a16:creationId xmlns:a16="http://schemas.microsoft.com/office/drawing/2014/main" id="{5C902ECE-5CCC-A261-B451-FFACD4A30181}"/>
              </a:ext>
            </a:extLst>
          </p:cNvPr>
          <p:cNvSpPr txBox="1"/>
          <p:nvPr/>
        </p:nvSpPr>
        <p:spPr>
          <a:xfrm>
            <a:off x="6339484" y="3205236"/>
            <a:ext cx="142357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Problema creado</a:t>
            </a:r>
            <a:endParaRPr lang="es-MX" sz="1100" noProof="0">
              <a:solidFill>
                <a:schemeClr val="accent6"/>
              </a:solidFill>
            </a:endParaRPr>
          </a:p>
        </p:txBody>
      </p:sp>
      <p:sp>
        <p:nvSpPr>
          <p:cNvPr id="10" name="CuadroTexto 7">
            <a:extLst>
              <a:ext uri="{FF2B5EF4-FFF2-40B4-BE49-F238E27FC236}">
                <a16:creationId xmlns:a16="http://schemas.microsoft.com/office/drawing/2014/main" id="{C61A822C-DC11-A08C-BC24-0D056B35E6E5}"/>
              </a:ext>
            </a:extLst>
          </p:cNvPr>
          <p:cNvSpPr txBox="1"/>
          <p:nvPr/>
        </p:nvSpPr>
        <p:spPr>
          <a:xfrm>
            <a:off x="1340667"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Problema causado</a:t>
            </a:r>
            <a:endParaRPr lang="es-MX" sz="1100" noProof="0">
              <a:solidFill>
                <a:schemeClr val="accent6"/>
              </a:solidFill>
            </a:endParaRPr>
          </a:p>
        </p:txBody>
      </p:sp>
      <p:pic>
        <p:nvPicPr>
          <p:cNvPr id="11" name="Picture 2" descr="Failure - free icon">
            <a:extLst>
              <a:ext uri="{FF2B5EF4-FFF2-40B4-BE49-F238E27FC236}">
                <a16:creationId xmlns:a16="http://schemas.microsoft.com/office/drawing/2014/main" id="{ABA4BB3F-4676-9FE7-5083-FFA269B70E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576" y="2128153"/>
            <a:ext cx="991686" cy="99168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Imagens A Expectativa PNG e Vetor, com Fundo Transparente Para Download ...">
            <a:extLst>
              <a:ext uri="{FF2B5EF4-FFF2-40B4-BE49-F238E27FC236}">
                <a16:creationId xmlns:a16="http://schemas.microsoft.com/office/drawing/2014/main" id="{320E5C2F-DA6B-A4E5-C1A2-8C163E3E1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867" y="2118612"/>
            <a:ext cx="1333762" cy="96913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7">
            <a:extLst>
              <a:ext uri="{FF2B5EF4-FFF2-40B4-BE49-F238E27FC236}">
                <a16:creationId xmlns:a16="http://schemas.microsoft.com/office/drawing/2014/main" id="{BF53D613-22FF-46E8-A773-B2429E8BCE9B}"/>
              </a:ext>
            </a:extLst>
          </p:cNvPr>
          <p:cNvSpPr txBox="1"/>
          <p:nvPr/>
        </p:nvSpPr>
        <p:spPr>
          <a:xfrm>
            <a:off x="8406401" y="2925677"/>
            <a:ext cx="1475198"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PDCA</a:t>
            </a:r>
          </a:p>
        </p:txBody>
      </p:sp>
      <p:pic>
        <p:nvPicPr>
          <p:cNvPr id="13" name="Gráfico 12" descr="Flecha lineal: curva con sentido de las agujas del reloj con relleno sólido">
            <a:extLst>
              <a:ext uri="{FF2B5EF4-FFF2-40B4-BE49-F238E27FC236}">
                <a16:creationId xmlns:a16="http://schemas.microsoft.com/office/drawing/2014/main" id="{F50B1A99-C6C3-D32E-FB10-4990F302E5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09872" flipH="1">
            <a:off x="8160485" y="3150781"/>
            <a:ext cx="921009" cy="914400"/>
          </a:xfrm>
          <a:prstGeom prst="rect">
            <a:avLst/>
          </a:prstGeom>
        </p:spPr>
      </p:pic>
      <p:pic>
        <p:nvPicPr>
          <p:cNvPr id="15" name="Gráfico 14" descr="Flecha lineal: curva con sentido de las agujas del reloj con relleno sólido">
            <a:extLst>
              <a:ext uri="{FF2B5EF4-FFF2-40B4-BE49-F238E27FC236}">
                <a16:creationId xmlns:a16="http://schemas.microsoft.com/office/drawing/2014/main" id="{11AA7D30-F43C-06A8-85B1-C728EFE4C8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20845335">
            <a:off x="60060" y="3133606"/>
            <a:ext cx="816084" cy="914400"/>
          </a:xfrm>
          <a:prstGeom prst="rect">
            <a:avLst/>
          </a:prstGeom>
        </p:spPr>
      </p:pic>
      <p:pic>
        <p:nvPicPr>
          <p:cNvPr id="1026" name="Picture 2" descr="Free Png Download Six Sigma Green Belt Logo Png Images - Lean Six Sigma ...">
            <a:extLst>
              <a:ext uri="{FF2B5EF4-FFF2-40B4-BE49-F238E27FC236}">
                <a16:creationId xmlns:a16="http://schemas.microsoft.com/office/drawing/2014/main" id="{0155A1CD-0390-7FFD-3F0F-9CD873B979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9171" y="2425340"/>
            <a:ext cx="738794" cy="49111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7">
            <a:extLst>
              <a:ext uri="{FF2B5EF4-FFF2-40B4-BE49-F238E27FC236}">
                <a16:creationId xmlns:a16="http://schemas.microsoft.com/office/drawing/2014/main" id="{8301EADC-8DE3-07B6-4772-F26705FBD37B}"/>
              </a:ext>
            </a:extLst>
          </p:cNvPr>
          <p:cNvSpPr txBox="1"/>
          <p:nvPr/>
        </p:nvSpPr>
        <p:spPr>
          <a:xfrm>
            <a:off x="3901723" y="3233454"/>
            <a:ext cx="1635200"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a:solidFill>
                  <a:schemeClr val="accent6"/>
                </a:solidFill>
              </a:rPr>
              <a:t>Proyecto complejo</a:t>
            </a:r>
            <a:endParaRPr lang="es-MX" sz="1100" noProof="0">
              <a:solidFill>
                <a:schemeClr val="accent6"/>
              </a:solidFill>
            </a:endParaRPr>
          </a:p>
        </p:txBody>
      </p:sp>
      <p:pic>
        <p:nvPicPr>
          <p:cNvPr id="14" name="Gráfico 13" descr="Flecha arriba con relleno sólido">
            <a:extLst>
              <a:ext uri="{FF2B5EF4-FFF2-40B4-BE49-F238E27FC236}">
                <a16:creationId xmlns:a16="http://schemas.microsoft.com/office/drawing/2014/main" id="{B401F299-E9A3-9BB2-461C-70924F435E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0800000">
            <a:off x="4160422" y="3508590"/>
            <a:ext cx="914400" cy="836403"/>
          </a:xfrm>
          <a:prstGeom prst="rect">
            <a:avLst/>
          </a:prstGeom>
        </p:spPr>
      </p:pic>
      <p:sp>
        <p:nvSpPr>
          <p:cNvPr id="20" name="CuadroTexto 7">
            <a:extLst>
              <a:ext uri="{FF2B5EF4-FFF2-40B4-BE49-F238E27FC236}">
                <a16:creationId xmlns:a16="http://schemas.microsoft.com/office/drawing/2014/main" id="{829B3BDC-733C-198B-C71A-DBA565D949C4}"/>
              </a:ext>
            </a:extLst>
          </p:cNvPr>
          <p:cNvSpPr txBox="1"/>
          <p:nvPr/>
        </p:nvSpPr>
        <p:spPr>
          <a:xfrm>
            <a:off x="4218818" y="4373322"/>
            <a:ext cx="777075"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b="1" i="1" noProof="0">
                <a:solidFill>
                  <a:schemeClr val="accent5"/>
                </a:solidFill>
                <a:effectLst>
                  <a:outerShdw blurRad="38100" dist="38100" dir="2700000" algn="tl">
                    <a:srgbClr val="000000">
                      <a:alpha val="43137"/>
                    </a:srgbClr>
                  </a:outerShdw>
                </a:effectLst>
              </a:rPr>
              <a:t>DMAIC</a:t>
            </a:r>
          </a:p>
        </p:txBody>
      </p:sp>
      <p:pic>
        <p:nvPicPr>
          <p:cNvPr id="7" name="Imagen 6" descr="Dibujo de una persona&#10;&#10;El contenido generado por IA puede ser incorrecto.">
            <a:extLst>
              <a:ext uri="{FF2B5EF4-FFF2-40B4-BE49-F238E27FC236}">
                <a16:creationId xmlns:a16="http://schemas.microsoft.com/office/drawing/2014/main" id="{53176AC2-F90E-2527-99BE-5B91C5A25622}"/>
              </a:ext>
            </a:extLst>
          </p:cNvPr>
          <p:cNvPicPr>
            <a:picLocks noChangeAspect="1"/>
          </p:cNvPicPr>
          <p:nvPr/>
        </p:nvPicPr>
        <p:blipFill>
          <a:blip r:embed="rId8"/>
          <a:stretch>
            <a:fillRect/>
          </a:stretch>
        </p:blipFill>
        <p:spPr>
          <a:xfrm>
            <a:off x="8661417" y="109943"/>
            <a:ext cx="466952" cy="466952"/>
          </a:xfrm>
          <a:prstGeom prst="rect">
            <a:avLst/>
          </a:prstGeom>
        </p:spPr>
      </p:pic>
      <p:sp>
        <p:nvSpPr>
          <p:cNvPr id="8" name="Rectángulo: esquinas redondeadas 7">
            <a:extLst>
              <a:ext uri="{FF2B5EF4-FFF2-40B4-BE49-F238E27FC236}">
                <a16:creationId xmlns:a16="http://schemas.microsoft.com/office/drawing/2014/main" id="{01346DFE-BE01-CFD3-E7DF-D246CB56FEC4}"/>
              </a:ext>
            </a:extLst>
          </p:cNvPr>
          <p:cNvSpPr/>
          <p:nvPr/>
        </p:nvSpPr>
        <p:spPr>
          <a:xfrm>
            <a:off x="1078874" y="891872"/>
            <a:ext cx="6962947" cy="103003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CuadroTexto 7">
            <a:extLst>
              <a:ext uri="{FF2B5EF4-FFF2-40B4-BE49-F238E27FC236}">
                <a16:creationId xmlns:a16="http://schemas.microsoft.com/office/drawing/2014/main" id="{F460955C-60B0-25EE-E5CD-8BE3A7DCF3DB}"/>
              </a:ext>
            </a:extLst>
          </p:cNvPr>
          <p:cNvSpPr txBox="1"/>
          <p:nvPr/>
        </p:nvSpPr>
        <p:spPr>
          <a:xfrm>
            <a:off x="1212120" y="1009163"/>
            <a:ext cx="6667055"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bg1"/>
                </a:solidFill>
              </a:rPr>
              <a:t>Problem</a:t>
            </a:r>
            <a:r>
              <a:rPr lang="es-MX" sz="1100" b="1" noProof="0">
                <a:solidFill>
                  <a:schemeClr val="bg1"/>
                </a:solidFill>
              </a:rPr>
              <a:t> </a:t>
            </a:r>
            <a:r>
              <a:rPr lang="es-MX" sz="1100" b="1" noProof="0" err="1">
                <a:solidFill>
                  <a:schemeClr val="bg1"/>
                </a:solidFill>
              </a:rPr>
              <a:t>Solving</a:t>
            </a:r>
            <a:r>
              <a:rPr lang="es-MX" sz="1100" b="1" noProof="0">
                <a:solidFill>
                  <a:schemeClr val="bg1"/>
                </a:solidFill>
              </a:rPr>
              <a:t> </a:t>
            </a:r>
            <a:r>
              <a:rPr lang="es-MX" sz="1100" noProof="0">
                <a:solidFill>
                  <a:schemeClr val="bg1"/>
                </a:solidFill>
              </a:rPr>
              <a:t>es un enfoque estructurado para identificar, analizar y resolver problemas que impiden alcanzar un resultado deseado. Su objetivo principal es eliminar las causas raíz de las desviaciones, no solo sus síntomas, mediante el uso de herramientas analíticas, trabajo colaborativo</a:t>
            </a:r>
            <a:r>
              <a:rPr lang="es-MX" sz="1100" noProof="0">
                <a:solidFill>
                  <a:schemeClr val="accent5"/>
                </a:solidFill>
              </a:rPr>
              <a:t>, pensamiento crítico y toma de decisiones basa en datos.</a:t>
            </a:r>
          </a:p>
          <a:p>
            <a:pPr algn="just"/>
            <a:endParaRPr lang="es-MX" sz="1100" noProof="0">
              <a:solidFill>
                <a:schemeClr val="tx1"/>
              </a:solidFill>
            </a:endParaRPr>
          </a:p>
        </p:txBody>
      </p:sp>
      <p:sp>
        <p:nvSpPr>
          <p:cNvPr id="5" name="Rectángulo: esquinas redondeadas 4">
            <a:extLst>
              <a:ext uri="{FF2B5EF4-FFF2-40B4-BE49-F238E27FC236}">
                <a16:creationId xmlns:a16="http://schemas.microsoft.com/office/drawing/2014/main" id="{7124F2D9-F4C8-EF5C-8E02-2D7168EFE021}"/>
              </a:ext>
            </a:extLst>
          </p:cNvPr>
          <p:cNvSpPr/>
          <p:nvPr/>
        </p:nvSpPr>
        <p:spPr>
          <a:xfrm>
            <a:off x="5957649" y="3502419"/>
            <a:ext cx="2264863"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ángulo: esquinas redondeadas 18">
            <a:extLst>
              <a:ext uri="{FF2B5EF4-FFF2-40B4-BE49-F238E27FC236}">
                <a16:creationId xmlns:a16="http://schemas.microsoft.com/office/drawing/2014/main" id="{EDAEF183-8D49-4F0A-DD75-34A2C2AA7A9E}"/>
              </a:ext>
            </a:extLst>
          </p:cNvPr>
          <p:cNvSpPr/>
          <p:nvPr/>
        </p:nvSpPr>
        <p:spPr>
          <a:xfrm>
            <a:off x="843548" y="3502660"/>
            <a:ext cx="2509258" cy="11641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CuadroTexto 7">
            <a:extLst>
              <a:ext uri="{FF2B5EF4-FFF2-40B4-BE49-F238E27FC236}">
                <a16:creationId xmlns:a16="http://schemas.microsoft.com/office/drawing/2014/main" id="{551069CD-3DE1-1E44-F6BF-02784FEA392E}"/>
              </a:ext>
            </a:extLst>
          </p:cNvPr>
          <p:cNvSpPr txBox="1"/>
          <p:nvPr/>
        </p:nvSpPr>
        <p:spPr>
          <a:xfrm>
            <a:off x="916438" y="3558532"/>
            <a:ext cx="2493091"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Falla al cumplir un estándar existente.</a:t>
            </a:r>
          </a:p>
          <a:p>
            <a:endParaRPr lang="es-MX" sz="1100" noProof="0">
              <a:solidFill>
                <a:schemeClr val="bg1"/>
              </a:solidFill>
            </a:endParaRPr>
          </a:p>
          <a:p>
            <a:r>
              <a:rPr lang="es-MX" sz="1100" noProof="0">
                <a:solidFill>
                  <a:schemeClr val="bg1"/>
                </a:solidFill>
              </a:rPr>
              <a:t>➡ Desviación respecto a lo que ya está definido, </a:t>
            </a:r>
            <a:r>
              <a:rPr lang="es-MX" sz="1100" b="1" noProof="0">
                <a:solidFill>
                  <a:schemeClr val="bg1"/>
                </a:solidFill>
              </a:rPr>
              <a:t>la causa raíz es desconocida</a:t>
            </a:r>
          </a:p>
        </p:txBody>
      </p:sp>
      <p:sp>
        <p:nvSpPr>
          <p:cNvPr id="22" name="CuadroTexto 7">
            <a:extLst>
              <a:ext uri="{FF2B5EF4-FFF2-40B4-BE49-F238E27FC236}">
                <a16:creationId xmlns:a16="http://schemas.microsoft.com/office/drawing/2014/main" id="{C1CABCA9-6E35-973F-D45C-0972069DEF57}"/>
              </a:ext>
            </a:extLst>
          </p:cNvPr>
          <p:cNvSpPr txBox="1"/>
          <p:nvPr/>
        </p:nvSpPr>
        <p:spPr>
          <a:xfrm>
            <a:off x="6069065" y="3563138"/>
            <a:ext cx="1935506" cy="93871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100" noProof="0">
                <a:solidFill>
                  <a:schemeClr val="bg1"/>
                </a:solidFill>
              </a:rPr>
              <a:t>Brecha frente a una nueva expectativa.</a:t>
            </a:r>
          </a:p>
          <a:p>
            <a:endParaRPr lang="es-MX" sz="1100" noProof="0">
              <a:solidFill>
                <a:schemeClr val="bg1"/>
              </a:solidFill>
            </a:endParaRPr>
          </a:p>
          <a:p>
            <a:r>
              <a:rPr lang="es-MX" sz="1100" noProof="0">
                <a:solidFill>
                  <a:schemeClr val="bg1"/>
                </a:solidFill>
              </a:rPr>
              <a:t>➡ Reto de mejora, no incumplimiento.</a:t>
            </a:r>
          </a:p>
        </p:txBody>
      </p:sp>
      <p:sp>
        <p:nvSpPr>
          <p:cNvPr id="18" name="CuadroTexto 7">
            <a:extLst>
              <a:ext uri="{FF2B5EF4-FFF2-40B4-BE49-F238E27FC236}">
                <a16:creationId xmlns:a16="http://schemas.microsoft.com/office/drawing/2014/main" id="{2B536A46-2BEA-A860-2923-307292E0A1D3}"/>
              </a:ext>
            </a:extLst>
          </p:cNvPr>
          <p:cNvSpPr txBox="1"/>
          <p:nvPr/>
        </p:nvSpPr>
        <p:spPr>
          <a:xfrm>
            <a:off x="3957851" y="2342830"/>
            <a:ext cx="614149"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800" b="1" noProof="0">
                <a:solidFill>
                  <a:schemeClr val="tx1"/>
                </a:solidFill>
              </a:rPr>
              <a:t>SIX</a:t>
            </a:r>
          </a:p>
        </p:txBody>
      </p:sp>
      <p:sp>
        <p:nvSpPr>
          <p:cNvPr id="23" name="CuadroTexto 7">
            <a:extLst>
              <a:ext uri="{FF2B5EF4-FFF2-40B4-BE49-F238E27FC236}">
                <a16:creationId xmlns:a16="http://schemas.microsoft.com/office/drawing/2014/main" id="{5EA6905F-70F6-EE37-3A8D-5A3B981ED67B}"/>
              </a:ext>
            </a:extLst>
          </p:cNvPr>
          <p:cNvSpPr txBox="1"/>
          <p:nvPr/>
        </p:nvSpPr>
        <p:spPr>
          <a:xfrm>
            <a:off x="3996317" y="2852376"/>
            <a:ext cx="1317016"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000" b="1" noProof="0">
                <a:solidFill>
                  <a:schemeClr val="tx1"/>
                </a:solidFill>
              </a:rPr>
              <a:t>SIGMA</a:t>
            </a:r>
          </a:p>
        </p:txBody>
      </p:sp>
      <p:sp>
        <p:nvSpPr>
          <p:cNvPr id="24" name="Title 15">
            <a:extLst>
              <a:ext uri="{FF2B5EF4-FFF2-40B4-BE49-F238E27FC236}">
                <a16:creationId xmlns:a16="http://schemas.microsoft.com/office/drawing/2014/main" id="{7CD6B904-60A2-3B2C-1AE1-F42561E406F0}"/>
              </a:ext>
            </a:extLst>
          </p:cNvPr>
          <p:cNvSpPr txBox="1">
            <a:spLocks/>
          </p:cNvSpPr>
          <p:nvPr/>
        </p:nvSpPr>
        <p:spPr>
          <a:xfrm>
            <a:off x="-663719" y="2901049"/>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accent6"/>
                </a:solidFill>
              </a:rPr>
              <a:t>PORT™</a:t>
            </a:r>
            <a:br>
              <a:rPr lang="es-MX" sz="1800" noProof="0">
                <a:solidFill>
                  <a:schemeClr val="accent6"/>
                </a:solidFill>
              </a:rPr>
            </a:br>
            <a:r>
              <a:rPr lang="es-MX" sz="800" noProof="0">
                <a:solidFill>
                  <a:schemeClr val="accent6"/>
                </a:solidFill>
              </a:rPr>
              <a:t>A </a:t>
            </a:r>
            <a:r>
              <a:rPr lang="es-MX" sz="800" noProof="0" err="1">
                <a:solidFill>
                  <a:schemeClr val="accent6"/>
                </a:solidFill>
              </a:rPr>
              <a:t>Problem</a:t>
            </a:r>
            <a:r>
              <a:rPr lang="es-MX" sz="800" noProof="0">
                <a:solidFill>
                  <a:schemeClr val="accent6"/>
                </a:solidFill>
              </a:rPr>
              <a:t> </a:t>
            </a:r>
            <a:r>
              <a:rPr lang="es-MX" sz="800" noProof="0" err="1">
                <a:solidFill>
                  <a:schemeClr val="accent6"/>
                </a:solidFill>
              </a:rPr>
              <a:t>Solving</a:t>
            </a:r>
            <a:r>
              <a:rPr lang="es-MX" sz="800" noProof="0">
                <a:solidFill>
                  <a:schemeClr val="accent6"/>
                </a:solidFill>
              </a:rPr>
              <a:t> </a:t>
            </a:r>
            <a:r>
              <a:rPr lang="es-MX" sz="800" noProof="0" err="1">
                <a:solidFill>
                  <a:schemeClr val="accent6"/>
                </a:solidFill>
              </a:rPr>
              <a:t>tool</a:t>
            </a:r>
            <a:endParaRPr lang="es-MX" sz="1800" noProof="0">
              <a:solidFill>
                <a:schemeClr val="accent6"/>
              </a:solidFill>
            </a:endParaRPr>
          </a:p>
        </p:txBody>
      </p:sp>
      <p:pic>
        <p:nvPicPr>
          <p:cNvPr id="25" name="Imagen 24" descr="Logotipo&#10;&#10;El contenido generado por IA puede ser incorrecto.">
            <a:extLst>
              <a:ext uri="{FF2B5EF4-FFF2-40B4-BE49-F238E27FC236}">
                <a16:creationId xmlns:a16="http://schemas.microsoft.com/office/drawing/2014/main" id="{28AE3BFD-AA2C-EBBF-EDC8-64C4840193EE}"/>
              </a:ext>
            </a:extLst>
          </p:cNvPr>
          <p:cNvPicPr>
            <a:picLocks noChangeAspect="1"/>
          </p:cNvPicPr>
          <p:nvPr/>
        </p:nvPicPr>
        <p:blipFill>
          <a:blip r:embed="rId9"/>
          <a:srcRect b="35471"/>
          <a:stretch>
            <a:fillRect/>
          </a:stretch>
        </p:blipFill>
        <p:spPr>
          <a:xfrm>
            <a:off x="44250" y="2196202"/>
            <a:ext cx="1026997" cy="662704"/>
          </a:xfrm>
          <a:prstGeom prst="rect">
            <a:avLst/>
          </a:prstGeom>
        </p:spPr>
      </p:pic>
      <p:sp>
        <p:nvSpPr>
          <p:cNvPr id="26" name="CuadroTexto 25">
            <a:extLst>
              <a:ext uri="{FF2B5EF4-FFF2-40B4-BE49-F238E27FC236}">
                <a16:creationId xmlns:a16="http://schemas.microsoft.com/office/drawing/2014/main" id="{2D166132-AFC2-0512-C6F2-669F495B83FC}"/>
              </a:ext>
            </a:extLst>
          </p:cNvPr>
          <p:cNvSpPr txBox="1"/>
          <p:nvPr/>
        </p:nvSpPr>
        <p:spPr>
          <a:xfrm>
            <a:off x="250675" y="2080786"/>
            <a:ext cx="614148" cy="2308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cap="none" spc="0" noProof="0">
                <a:ln w="0"/>
                <a:solidFill>
                  <a:srgbClr val="0D4479"/>
                </a:solidFill>
              </a:rPr>
              <a:t>BEST</a:t>
            </a:r>
          </a:p>
        </p:txBody>
      </p:sp>
    </p:spTree>
    <p:extLst>
      <p:ext uri="{BB962C8B-B14F-4D97-AF65-F5344CB8AC3E}">
        <p14:creationId xmlns:p14="http://schemas.microsoft.com/office/powerpoint/2010/main" val="1459664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A60C-58D4-188D-6774-B18B27F41C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02BEB-58E8-FFB1-582A-2B3021611062}"/>
              </a:ext>
            </a:extLst>
          </p:cNvPr>
          <p:cNvSpPr>
            <a:spLocks noGrp="1"/>
          </p:cNvSpPr>
          <p:nvPr>
            <p:ph type="title"/>
          </p:nvPr>
        </p:nvSpPr>
        <p:spPr>
          <a:xfrm>
            <a:off x="330993" y="313420"/>
            <a:ext cx="8482014" cy="307777"/>
          </a:xfrm>
        </p:spPr>
        <p:txBody>
          <a:bodyPr/>
          <a:lstStyle/>
          <a:p>
            <a:pPr algn="ctr"/>
            <a:r>
              <a:rPr lang="es-MX" noProof="0"/>
              <a:t>¿PORT™ o </a:t>
            </a:r>
            <a:r>
              <a:rPr lang="es-MX" noProof="0" err="1"/>
              <a:t>Six</a:t>
            </a:r>
            <a:r>
              <a:rPr lang="es-MX" noProof="0"/>
              <a:t> Sigma?</a:t>
            </a:r>
          </a:p>
        </p:txBody>
      </p:sp>
      <p:pic>
        <p:nvPicPr>
          <p:cNvPr id="7" name="Imagen 6" descr="Dibujo de una persona&#10;&#10;El contenido generado por IA puede ser incorrecto.">
            <a:extLst>
              <a:ext uri="{FF2B5EF4-FFF2-40B4-BE49-F238E27FC236}">
                <a16:creationId xmlns:a16="http://schemas.microsoft.com/office/drawing/2014/main" id="{8747AE39-AA43-AF9A-C5E5-21310B6603DC}"/>
              </a:ext>
            </a:extLst>
          </p:cNvPr>
          <p:cNvPicPr>
            <a:picLocks noChangeAspect="1"/>
          </p:cNvPicPr>
          <p:nvPr/>
        </p:nvPicPr>
        <p:blipFill>
          <a:blip r:embed="rId2"/>
          <a:stretch>
            <a:fillRect/>
          </a:stretch>
        </p:blipFill>
        <p:spPr>
          <a:xfrm>
            <a:off x="8661417" y="109943"/>
            <a:ext cx="466952" cy="466952"/>
          </a:xfrm>
          <a:prstGeom prst="rect">
            <a:avLst/>
          </a:prstGeom>
        </p:spPr>
      </p:pic>
      <p:sp>
        <p:nvSpPr>
          <p:cNvPr id="27" name="Rectángulo: esquinas redondeadas 26">
            <a:extLst>
              <a:ext uri="{FF2B5EF4-FFF2-40B4-BE49-F238E27FC236}">
                <a16:creationId xmlns:a16="http://schemas.microsoft.com/office/drawing/2014/main" id="{B9534969-6A09-8FAD-51F0-C41C2162F6AA}"/>
              </a:ext>
            </a:extLst>
          </p:cNvPr>
          <p:cNvSpPr/>
          <p:nvPr/>
        </p:nvSpPr>
        <p:spPr>
          <a:xfrm>
            <a:off x="1235119" y="902761"/>
            <a:ext cx="3179929" cy="1274057"/>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28" name="Rectángulo: esquinas redondeadas 27">
            <a:extLst>
              <a:ext uri="{FF2B5EF4-FFF2-40B4-BE49-F238E27FC236}">
                <a16:creationId xmlns:a16="http://schemas.microsoft.com/office/drawing/2014/main" id="{274892EF-A032-5544-54C2-9D3FB8C186CE}"/>
              </a:ext>
            </a:extLst>
          </p:cNvPr>
          <p:cNvSpPr/>
          <p:nvPr/>
        </p:nvSpPr>
        <p:spPr>
          <a:xfrm>
            <a:off x="1235119" y="2251881"/>
            <a:ext cx="3179929" cy="252483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29" name="Rectángulo 28">
            <a:extLst>
              <a:ext uri="{FF2B5EF4-FFF2-40B4-BE49-F238E27FC236}">
                <a16:creationId xmlns:a16="http://schemas.microsoft.com/office/drawing/2014/main" id="{47A6D38A-558C-1EDC-8965-AA4A744645B5}"/>
              </a:ext>
            </a:extLst>
          </p:cNvPr>
          <p:cNvSpPr/>
          <p:nvPr/>
        </p:nvSpPr>
        <p:spPr>
          <a:xfrm>
            <a:off x="1235119" y="2251881"/>
            <a:ext cx="3179929" cy="395785"/>
          </a:xfrm>
          <a:prstGeom prst="rect">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1" name="Rectángulo 30">
            <a:extLst>
              <a:ext uri="{FF2B5EF4-FFF2-40B4-BE49-F238E27FC236}">
                <a16:creationId xmlns:a16="http://schemas.microsoft.com/office/drawing/2014/main" id="{7E4E3B07-48CE-D5B8-4D62-783628824700}"/>
              </a:ext>
            </a:extLst>
          </p:cNvPr>
          <p:cNvSpPr/>
          <p:nvPr/>
        </p:nvSpPr>
        <p:spPr>
          <a:xfrm>
            <a:off x="1235119" y="1835625"/>
            <a:ext cx="3179929" cy="395785"/>
          </a:xfrm>
          <a:prstGeom prst="rect">
            <a:avLst/>
          </a:prstGeom>
          <a:solidFill>
            <a:schemeClr val="accent5"/>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2" name="Rectángulo: esquinas redondeadas 31">
            <a:extLst>
              <a:ext uri="{FF2B5EF4-FFF2-40B4-BE49-F238E27FC236}">
                <a16:creationId xmlns:a16="http://schemas.microsoft.com/office/drawing/2014/main" id="{192C9B88-26F6-916C-EB73-3CC3E8649B79}"/>
              </a:ext>
            </a:extLst>
          </p:cNvPr>
          <p:cNvSpPr/>
          <p:nvPr/>
        </p:nvSpPr>
        <p:spPr>
          <a:xfrm>
            <a:off x="4442344" y="902761"/>
            <a:ext cx="3179929" cy="1274057"/>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3" name="Rectángulo: esquinas redondeadas 32">
            <a:extLst>
              <a:ext uri="{FF2B5EF4-FFF2-40B4-BE49-F238E27FC236}">
                <a16:creationId xmlns:a16="http://schemas.microsoft.com/office/drawing/2014/main" id="{E3B323F1-D440-DD6B-B7F9-AA345D746B96}"/>
              </a:ext>
            </a:extLst>
          </p:cNvPr>
          <p:cNvSpPr/>
          <p:nvPr/>
        </p:nvSpPr>
        <p:spPr>
          <a:xfrm>
            <a:off x="4442344" y="2251881"/>
            <a:ext cx="3179929" cy="2524836"/>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4" name="Rectángulo 33">
            <a:extLst>
              <a:ext uri="{FF2B5EF4-FFF2-40B4-BE49-F238E27FC236}">
                <a16:creationId xmlns:a16="http://schemas.microsoft.com/office/drawing/2014/main" id="{D1812F0D-7A9D-EADE-799B-6FB3888B9368}"/>
              </a:ext>
            </a:extLst>
          </p:cNvPr>
          <p:cNvSpPr/>
          <p:nvPr/>
        </p:nvSpPr>
        <p:spPr>
          <a:xfrm>
            <a:off x="4442344" y="2251881"/>
            <a:ext cx="3179929" cy="395785"/>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5" name="Rectángulo 34">
            <a:extLst>
              <a:ext uri="{FF2B5EF4-FFF2-40B4-BE49-F238E27FC236}">
                <a16:creationId xmlns:a16="http://schemas.microsoft.com/office/drawing/2014/main" id="{D775152C-E8CE-CAB7-D080-BB79203AE886}"/>
              </a:ext>
            </a:extLst>
          </p:cNvPr>
          <p:cNvSpPr/>
          <p:nvPr/>
        </p:nvSpPr>
        <p:spPr>
          <a:xfrm>
            <a:off x="4442344" y="1835625"/>
            <a:ext cx="3179929" cy="395785"/>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Title 15">
            <a:extLst>
              <a:ext uri="{FF2B5EF4-FFF2-40B4-BE49-F238E27FC236}">
                <a16:creationId xmlns:a16="http://schemas.microsoft.com/office/drawing/2014/main" id="{82391B6E-1CCE-DCB3-918F-77B27DDCC47A}"/>
              </a:ext>
            </a:extLst>
          </p:cNvPr>
          <p:cNvSpPr txBox="1">
            <a:spLocks/>
          </p:cNvSpPr>
          <p:nvPr/>
        </p:nvSpPr>
        <p:spPr>
          <a:xfrm>
            <a:off x="1543392" y="1791602"/>
            <a:ext cx="2554908" cy="276999"/>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1200" noProof="0">
                <a:solidFill>
                  <a:schemeClr val="bg1"/>
                </a:solidFill>
              </a:rPr>
              <a:t>PORT™</a:t>
            </a:r>
            <a:br>
              <a:rPr lang="es-MX" sz="1800" noProof="0">
                <a:solidFill>
                  <a:schemeClr val="bg1"/>
                </a:solidFill>
              </a:rPr>
            </a:br>
            <a:r>
              <a:rPr lang="es-MX" sz="800" noProof="0">
                <a:solidFill>
                  <a:schemeClr val="bg1"/>
                </a:solidFill>
              </a:rPr>
              <a:t>A </a:t>
            </a:r>
            <a:r>
              <a:rPr lang="es-MX" sz="800" noProof="0" err="1">
                <a:solidFill>
                  <a:schemeClr val="bg1"/>
                </a:solidFill>
              </a:rPr>
              <a:t>Problem</a:t>
            </a:r>
            <a:r>
              <a:rPr lang="es-MX" sz="800" noProof="0">
                <a:solidFill>
                  <a:schemeClr val="bg1"/>
                </a:solidFill>
              </a:rPr>
              <a:t> </a:t>
            </a:r>
            <a:r>
              <a:rPr lang="es-MX" sz="800" noProof="0" err="1">
                <a:solidFill>
                  <a:schemeClr val="bg1"/>
                </a:solidFill>
              </a:rPr>
              <a:t>Solving</a:t>
            </a:r>
            <a:r>
              <a:rPr lang="es-MX" sz="800" noProof="0">
                <a:solidFill>
                  <a:schemeClr val="bg1"/>
                </a:solidFill>
              </a:rPr>
              <a:t> </a:t>
            </a:r>
            <a:r>
              <a:rPr lang="es-MX" sz="800" noProof="0" err="1">
                <a:solidFill>
                  <a:schemeClr val="bg1"/>
                </a:solidFill>
              </a:rPr>
              <a:t>tool</a:t>
            </a:r>
            <a:endParaRPr lang="es-MX" sz="1800" noProof="0">
              <a:solidFill>
                <a:schemeClr val="bg1"/>
              </a:solidFill>
            </a:endParaRPr>
          </a:p>
        </p:txBody>
      </p:sp>
      <p:pic>
        <p:nvPicPr>
          <p:cNvPr id="42" name="Picture 2" descr="Free Png Download Six Sigma Green Belt Logo Png Images - Lean Six Sigma ...">
            <a:extLst>
              <a:ext uri="{FF2B5EF4-FFF2-40B4-BE49-F238E27FC236}">
                <a16:creationId xmlns:a16="http://schemas.microsoft.com/office/drawing/2014/main" id="{0B3EA4F2-F91D-1580-C683-6923F90A5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9714" y="1183563"/>
            <a:ext cx="701385" cy="466247"/>
          </a:xfrm>
          <a:prstGeom prst="rect">
            <a:avLst/>
          </a:prstGeom>
          <a:noFill/>
          <a:extLst>
            <a:ext uri="{909E8E84-426E-40DD-AFC4-6F175D3DCCD1}">
              <a14:hiddenFill xmlns:a14="http://schemas.microsoft.com/office/drawing/2010/main">
                <a:solidFill>
                  <a:srgbClr val="FFFFFF"/>
                </a:solidFill>
              </a14:hiddenFill>
            </a:ext>
          </a:extLst>
        </p:spPr>
      </p:pic>
      <p:sp>
        <p:nvSpPr>
          <p:cNvPr id="43" name="CuadroTexto 7">
            <a:extLst>
              <a:ext uri="{FF2B5EF4-FFF2-40B4-BE49-F238E27FC236}">
                <a16:creationId xmlns:a16="http://schemas.microsoft.com/office/drawing/2014/main" id="{064CDFF5-4EAA-CADA-D40B-34312195B625}"/>
              </a:ext>
            </a:extLst>
          </p:cNvPr>
          <p:cNvSpPr txBox="1"/>
          <p:nvPr/>
        </p:nvSpPr>
        <p:spPr>
          <a:xfrm>
            <a:off x="5387448" y="1094082"/>
            <a:ext cx="614149"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000" b="1" noProof="0">
                <a:solidFill>
                  <a:schemeClr val="tx1"/>
                </a:solidFill>
              </a:rPr>
              <a:t>SIX</a:t>
            </a:r>
          </a:p>
        </p:txBody>
      </p:sp>
      <p:sp>
        <p:nvSpPr>
          <p:cNvPr id="44" name="CuadroTexto 7">
            <a:extLst>
              <a:ext uri="{FF2B5EF4-FFF2-40B4-BE49-F238E27FC236}">
                <a16:creationId xmlns:a16="http://schemas.microsoft.com/office/drawing/2014/main" id="{A8505622-C20A-C024-5AD3-2397ADD2ED33}"/>
              </a:ext>
            </a:extLst>
          </p:cNvPr>
          <p:cNvSpPr txBox="1"/>
          <p:nvPr/>
        </p:nvSpPr>
        <p:spPr>
          <a:xfrm>
            <a:off x="5304083" y="1563698"/>
            <a:ext cx="1317016"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2400" b="1" noProof="0">
                <a:solidFill>
                  <a:schemeClr val="tx1"/>
                </a:solidFill>
              </a:rPr>
              <a:t>SIGMA</a:t>
            </a:r>
          </a:p>
        </p:txBody>
      </p:sp>
      <p:sp>
        <p:nvSpPr>
          <p:cNvPr id="45" name="CuadroTexto 7">
            <a:extLst>
              <a:ext uri="{FF2B5EF4-FFF2-40B4-BE49-F238E27FC236}">
                <a16:creationId xmlns:a16="http://schemas.microsoft.com/office/drawing/2014/main" id="{F565B275-3E80-8D43-0AA1-1E45DD470C19}"/>
              </a:ext>
            </a:extLst>
          </p:cNvPr>
          <p:cNvSpPr txBox="1"/>
          <p:nvPr/>
        </p:nvSpPr>
        <p:spPr>
          <a:xfrm>
            <a:off x="1478573" y="2940563"/>
            <a:ext cx="2693019" cy="161582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buFont typeface="Arial" panose="020B0604020202020204" pitchFamily="34" charset="0"/>
              <a:buChar char="•"/>
            </a:pPr>
            <a:r>
              <a:rPr lang="es-MX" sz="1100" noProof="0">
                <a:solidFill>
                  <a:schemeClr val="bg1"/>
                </a:solidFill>
              </a:rPr>
              <a:t>El problema es operativo y puntual.</a:t>
            </a:r>
          </a:p>
          <a:p>
            <a:pPr marL="171450" indent="-171450">
              <a:buFont typeface="Arial" panose="020B0604020202020204" pitchFamily="34" charset="0"/>
              <a:buChar char="•"/>
            </a:pPr>
            <a:r>
              <a:rPr lang="es-MX" sz="1100" noProof="0">
                <a:solidFill>
                  <a:schemeClr val="bg1"/>
                </a:solidFill>
              </a:rPr>
              <a:t>No se requiere de análisis estadístico</a:t>
            </a:r>
          </a:p>
          <a:p>
            <a:pPr marL="171450" indent="-171450">
              <a:buFont typeface="Arial" panose="020B0604020202020204" pitchFamily="34" charset="0"/>
              <a:buChar char="•"/>
            </a:pPr>
            <a:r>
              <a:rPr lang="es-MX" sz="1100" noProof="0">
                <a:solidFill>
                  <a:schemeClr val="bg1"/>
                </a:solidFill>
              </a:rPr>
              <a:t>Impacto local (área especifica)</a:t>
            </a:r>
          </a:p>
          <a:p>
            <a:pPr marL="171450" indent="-171450">
              <a:buFont typeface="Arial" panose="020B0604020202020204" pitchFamily="34" charset="0"/>
              <a:buChar char="•"/>
            </a:pPr>
            <a:r>
              <a:rPr lang="es-MX" sz="1100" noProof="0">
                <a:solidFill>
                  <a:schemeClr val="bg1"/>
                </a:solidFill>
              </a:rPr>
              <a:t>El problema no representa un alto riesgo en la seguridad, calidad o costos</a:t>
            </a:r>
          </a:p>
          <a:p>
            <a:pPr marL="171450" indent="-171450">
              <a:buFont typeface="Arial" panose="020B0604020202020204" pitchFamily="34" charset="0"/>
              <a:buChar char="•"/>
            </a:pPr>
            <a:r>
              <a:rPr lang="es-MX" sz="1100" noProof="0">
                <a:solidFill>
                  <a:schemeClr val="bg1"/>
                </a:solidFill>
              </a:rPr>
              <a:t>Tiempo de resolución corto</a:t>
            </a:r>
          </a:p>
          <a:p>
            <a:pPr marL="171450" indent="-171450">
              <a:buFont typeface="Arial" panose="020B0604020202020204" pitchFamily="34" charset="0"/>
              <a:buChar char="•"/>
            </a:pPr>
            <a:r>
              <a:rPr lang="es-MX" sz="1100" noProof="0">
                <a:solidFill>
                  <a:schemeClr val="bg1"/>
                </a:solidFill>
              </a:rPr>
              <a:t>Equipo pequeño, principalmente por personal de primera línea</a:t>
            </a:r>
          </a:p>
        </p:txBody>
      </p:sp>
      <p:sp>
        <p:nvSpPr>
          <p:cNvPr id="46" name="CuadroTexto 7">
            <a:extLst>
              <a:ext uri="{FF2B5EF4-FFF2-40B4-BE49-F238E27FC236}">
                <a16:creationId xmlns:a16="http://schemas.microsoft.com/office/drawing/2014/main" id="{A801996B-AB34-66D7-8938-4FDFCFCE50A4}"/>
              </a:ext>
            </a:extLst>
          </p:cNvPr>
          <p:cNvSpPr txBox="1"/>
          <p:nvPr/>
        </p:nvSpPr>
        <p:spPr>
          <a:xfrm>
            <a:off x="4685798" y="2940563"/>
            <a:ext cx="2693019" cy="178510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buFont typeface="Arial" panose="020B0604020202020204" pitchFamily="34" charset="0"/>
              <a:buChar char="•"/>
            </a:pPr>
            <a:r>
              <a:rPr lang="es-MX" sz="1100" noProof="0">
                <a:solidFill>
                  <a:schemeClr val="bg1"/>
                </a:solidFill>
              </a:rPr>
              <a:t>El problema es complejo</a:t>
            </a:r>
          </a:p>
          <a:p>
            <a:pPr marL="171450" indent="-171450">
              <a:buFont typeface="Arial" panose="020B0604020202020204" pitchFamily="34" charset="0"/>
              <a:buChar char="•"/>
            </a:pPr>
            <a:r>
              <a:rPr lang="es-MX" sz="1100" noProof="0">
                <a:solidFill>
                  <a:schemeClr val="bg1"/>
                </a:solidFill>
              </a:rPr>
              <a:t>Impacta varios procesos o áreas</a:t>
            </a:r>
          </a:p>
          <a:p>
            <a:pPr marL="171450" indent="-171450">
              <a:buFont typeface="Arial" panose="020B0604020202020204" pitchFamily="34" charset="0"/>
              <a:buChar char="•"/>
            </a:pPr>
            <a:r>
              <a:rPr lang="es-MX" sz="1100" noProof="0">
                <a:solidFill>
                  <a:schemeClr val="bg1"/>
                </a:solidFill>
              </a:rPr>
              <a:t>Requiere análisis estadístico y manejo de datos</a:t>
            </a:r>
          </a:p>
          <a:p>
            <a:pPr marL="171450" indent="-171450">
              <a:buFont typeface="Arial" panose="020B0604020202020204" pitchFamily="34" charset="0"/>
              <a:buChar char="•"/>
            </a:pPr>
            <a:r>
              <a:rPr lang="es-MX" sz="1100" noProof="0">
                <a:solidFill>
                  <a:schemeClr val="bg1"/>
                </a:solidFill>
              </a:rPr>
              <a:t>Alto impacto en seguridad, calidad o costos</a:t>
            </a:r>
          </a:p>
          <a:p>
            <a:pPr marL="171450" indent="-171450">
              <a:buFont typeface="Arial" panose="020B0604020202020204" pitchFamily="34" charset="0"/>
              <a:buChar char="•"/>
            </a:pPr>
            <a:r>
              <a:rPr lang="es-MX" sz="1100" noProof="0">
                <a:solidFill>
                  <a:schemeClr val="bg1"/>
                </a:solidFill>
              </a:rPr>
              <a:t>Tiempo de resolución mediano/largo plazo</a:t>
            </a:r>
          </a:p>
          <a:p>
            <a:pPr marL="171450" indent="-171450">
              <a:buFont typeface="Arial" panose="020B0604020202020204" pitchFamily="34" charset="0"/>
              <a:buChar char="•"/>
            </a:pPr>
            <a:r>
              <a:rPr lang="es-MX" sz="1100" noProof="0">
                <a:solidFill>
                  <a:schemeClr val="bg1"/>
                </a:solidFill>
              </a:rPr>
              <a:t>Equipo multidisciplinario liderado por </a:t>
            </a:r>
            <a:r>
              <a:rPr lang="es-MX" sz="1100" noProof="0" err="1">
                <a:solidFill>
                  <a:schemeClr val="bg1"/>
                </a:solidFill>
              </a:rPr>
              <a:t>Yellow</a:t>
            </a:r>
            <a:r>
              <a:rPr lang="es-MX" sz="1100" noProof="0">
                <a:solidFill>
                  <a:schemeClr val="bg1"/>
                </a:solidFill>
              </a:rPr>
              <a:t> </a:t>
            </a:r>
            <a:r>
              <a:rPr lang="es-MX" sz="1100" noProof="0" err="1">
                <a:solidFill>
                  <a:schemeClr val="bg1"/>
                </a:solidFill>
              </a:rPr>
              <a:t>Belt</a:t>
            </a:r>
            <a:endParaRPr lang="es-MX" sz="1100" noProof="0">
              <a:solidFill>
                <a:schemeClr val="bg1"/>
              </a:solidFill>
            </a:endParaRPr>
          </a:p>
        </p:txBody>
      </p:sp>
      <p:pic>
        <p:nvPicPr>
          <p:cNvPr id="52" name="Imagen 51" descr="Icono&#10;&#10;El contenido generado por IA puede ser incorrecto.">
            <a:extLst>
              <a:ext uri="{FF2B5EF4-FFF2-40B4-BE49-F238E27FC236}">
                <a16:creationId xmlns:a16="http://schemas.microsoft.com/office/drawing/2014/main" id="{FE5B5218-D654-67B8-8373-17BCCD32796A}"/>
              </a:ext>
            </a:extLst>
          </p:cNvPr>
          <p:cNvPicPr>
            <a:picLocks noChangeAspect="1"/>
          </p:cNvPicPr>
          <p:nvPr/>
        </p:nvPicPr>
        <p:blipFill>
          <a:blip r:embed="rId4"/>
          <a:stretch>
            <a:fillRect/>
          </a:stretch>
        </p:blipFill>
        <p:spPr>
          <a:xfrm>
            <a:off x="2381015" y="1076227"/>
            <a:ext cx="767690" cy="767690"/>
          </a:xfrm>
          <a:prstGeom prst="rect">
            <a:avLst/>
          </a:prstGeom>
        </p:spPr>
      </p:pic>
      <p:sp>
        <p:nvSpPr>
          <p:cNvPr id="54" name="CuadroTexto 53">
            <a:extLst>
              <a:ext uri="{FF2B5EF4-FFF2-40B4-BE49-F238E27FC236}">
                <a16:creationId xmlns:a16="http://schemas.microsoft.com/office/drawing/2014/main" id="{FCEA6605-D0FE-9549-58D2-BD4C8BA43A4C}"/>
              </a:ext>
            </a:extLst>
          </p:cNvPr>
          <p:cNvSpPr txBox="1"/>
          <p:nvPr/>
        </p:nvSpPr>
        <p:spPr>
          <a:xfrm>
            <a:off x="478860" y="991385"/>
            <a:ext cx="4572000" cy="21544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800" b="1" cap="none" spc="0" noProof="0">
                <a:ln w="0"/>
                <a:solidFill>
                  <a:schemeClr val="bg1"/>
                </a:solidFill>
              </a:rPr>
              <a:t>BEST</a:t>
            </a:r>
          </a:p>
        </p:txBody>
      </p:sp>
      <p:pic>
        <p:nvPicPr>
          <p:cNvPr id="56" name="Picture 2" descr="Failure - free icon">
            <a:extLst>
              <a:ext uri="{FF2B5EF4-FFF2-40B4-BE49-F238E27FC236}">
                <a16:creationId xmlns:a16="http://schemas.microsoft.com/office/drawing/2014/main" id="{E9BFA6B5-9189-10F2-C830-C7CE25D66F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6446" y="2381528"/>
            <a:ext cx="548800" cy="548800"/>
          </a:xfrm>
          <a:prstGeom prst="rect">
            <a:avLst/>
          </a:prstGeom>
          <a:noFill/>
          <a:extLst>
            <a:ext uri="{909E8E84-426E-40DD-AFC4-6F175D3DCCD1}">
              <a14:hiddenFill xmlns:a14="http://schemas.microsoft.com/office/drawing/2010/main">
                <a:solidFill>
                  <a:srgbClr val="FFFFFF"/>
                </a:solidFill>
              </a14:hiddenFill>
            </a:ext>
          </a:extLst>
        </p:spPr>
      </p:pic>
      <p:pic>
        <p:nvPicPr>
          <p:cNvPr id="58" name="Gráfico 57" descr="Reloj con relleno sólido">
            <a:extLst>
              <a:ext uri="{FF2B5EF4-FFF2-40B4-BE49-F238E27FC236}">
                <a16:creationId xmlns:a16="http://schemas.microsoft.com/office/drawing/2014/main" id="{FD9ED317-59D4-99A1-EB5D-D3AB07E3E5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38542" y="2356177"/>
            <a:ext cx="595964" cy="595964"/>
          </a:xfrm>
          <a:prstGeom prst="rect">
            <a:avLst/>
          </a:prstGeom>
        </p:spPr>
      </p:pic>
    </p:spTree>
    <p:extLst>
      <p:ext uri="{BB962C8B-B14F-4D97-AF65-F5344CB8AC3E}">
        <p14:creationId xmlns:p14="http://schemas.microsoft.com/office/powerpoint/2010/main" val="107803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7884F-3BD0-E97D-412F-F423A3F8738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CECA0DB-193D-A0E7-40E7-167EC5C4BB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CECA0DB-193D-A0E7-40E7-167EC5C4BB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le 15">
            <a:extLst>
              <a:ext uri="{FF2B5EF4-FFF2-40B4-BE49-F238E27FC236}">
                <a16:creationId xmlns:a16="http://schemas.microsoft.com/office/drawing/2014/main" id="{17BEC520-8D99-0256-592B-16D10C15819E}"/>
              </a:ext>
            </a:extLst>
          </p:cNvPr>
          <p:cNvSpPr txBox="1">
            <a:spLocks/>
          </p:cNvSpPr>
          <p:nvPr/>
        </p:nvSpPr>
        <p:spPr>
          <a:xfrm>
            <a:off x="108213"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 ¿Cuando no usar </a:t>
            </a:r>
            <a:r>
              <a:rPr lang="es-MX" noProof="0" err="1"/>
              <a:t>Problem</a:t>
            </a:r>
            <a:r>
              <a:rPr lang="es-MX" noProof="0"/>
              <a:t> </a:t>
            </a:r>
            <a:r>
              <a:rPr lang="es-MX" noProof="0" err="1"/>
              <a:t>Soling</a:t>
            </a:r>
            <a:r>
              <a:rPr lang="es-MX" noProof="0"/>
              <a:t>?</a:t>
            </a:r>
          </a:p>
        </p:txBody>
      </p:sp>
      <p:pic>
        <p:nvPicPr>
          <p:cNvPr id="7" name="Imagen 6" descr="Imagen que contiene Icono&#10;&#10;El contenido generado por IA puede ser incorrecto.">
            <a:extLst>
              <a:ext uri="{FF2B5EF4-FFF2-40B4-BE49-F238E27FC236}">
                <a16:creationId xmlns:a16="http://schemas.microsoft.com/office/drawing/2014/main" id="{535FD239-811E-EDAA-F0E0-BAF2D4F5F804}"/>
              </a:ext>
            </a:extLst>
          </p:cNvPr>
          <p:cNvPicPr>
            <a:picLocks noChangeAspect="1"/>
          </p:cNvPicPr>
          <p:nvPr/>
        </p:nvPicPr>
        <p:blipFill>
          <a:blip r:embed="rId6"/>
          <a:stretch>
            <a:fillRect/>
          </a:stretch>
        </p:blipFill>
        <p:spPr>
          <a:xfrm>
            <a:off x="8738529" y="130779"/>
            <a:ext cx="297258" cy="419100"/>
          </a:xfrm>
          <a:prstGeom prst="rect">
            <a:avLst/>
          </a:prstGeom>
        </p:spPr>
      </p:pic>
      <p:sp>
        <p:nvSpPr>
          <p:cNvPr id="11" name="Rectángulo: esquinas redondeadas 10">
            <a:extLst>
              <a:ext uri="{FF2B5EF4-FFF2-40B4-BE49-F238E27FC236}">
                <a16:creationId xmlns:a16="http://schemas.microsoft.com/office/drawing/2014/main" id="{D64531DC-9525-116C-C607-DC061E2590EE}"/>
              </a:ext>
            </a:extLst>
          </p:cNvPr>
          <p:cNvSpPr/>
          <p:nvPr/>
        </p:nvSpPr>
        <p:spPr>
          <a:xfrm>
            <a:off x="2350724" y="1134831"/>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A30CDDA0-4DB6-2791-5B2F-F11AC08D67ED}"/>
              </a:ext>
            </a:extLst>
          </p:cNvPr>
          <p:cNvSpPr/>
          <p:nvPr/>
        </p:nvSpPr>
        <p:spPr>
          <a:xfrm>
            <a:off x="2350724" y="2262563"/>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a:r>
              <a:rPr lang="es-MX" sz="1200" noProof="0">
                <a:solidFill>
                  <a:srgbClr val="FFFFFF"/>
                </a:solidFill>
              </a:rPr>
              <a:t> </a:t>
            </a:r>
          </a:p>
        </p:txBody>
      </p:sp>
      <p:sp>
        <p:nvSpPr>
          <p:cNvPr id="13" name="Rectángulo: esquinas redondeadas 12">
            <a:extLst>
              <a:ext uri="{FF2B5EF4-FFF2-40B4-BE49-F238E27FC236}">
                <a16:creationId xmlns:a16="http://schemas.microsoft.com/office/drawing/2014/main" id="{CC92EF95-F5D6-EDC5-4620-04F0E2F5964C}"/>
              </a:ext>
            </a:extLst>
          </p:cNvPr>
          <p:cNvSpPr/>
          <p:nvPr/>
        </p:nvSpPr>
        <p:spPr>
          <a:xfrm>
            <a:off x="2350724" y="3390295"/>
            <a:ext cx="4442549" cy="927501"/>
          </a:xfrm>
          <a:prstGeom prst="roundRect">
            <a:avLst>
              <a:gd name="adj" fmla="val 10705"/>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esquinas redondeadas 13">
            <a:extLst>
              <a:ext uri="{FF2B5EF4-FFF2-40B4-BE49-F238E27FC236}">
                <a16:creationId xmlns:a16="http://schemas.microsoft.com/office/drawing/2014/main" id="{622C4218-69DF-14A2-5AC9-0C4E768B6C06}"/>
              </a:ext>
            </a:extLst>
          </p:cNvPr>
          <p:cNvSpPr/>
          <p:nvPr/>
        </p:nvSpPr>
        <p:spPr>
          <a:xfrm>
            <a:off x="2350725" y="1134830"/>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ángulo 19">
            <a:extLst>
              <a:ext uri="{FF2B5EF4-FFF2-40B4-BE49-F238E27FC236}">
                <a16:creationId xmlns:a16="http://schemas.microsoft.com/office/drawing/2014/main" id="{B4FC0A5C-C94D-E9EF-4F3F-9D1444AD2034}"/>
              </a:ext>
            </a:extLst>
          </p:cNvPr>
          <p:cNvSpPr/>
          <p:nvPr/>
        </p:nvSpPr>
        <p:spPr>
          <a:xfrm>
            <a:off x="2440767" y="1134830"/>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Rectángulo: esquinas redondeadas 20">
            <a:extLst>
              <a:ext uri="{FF2B5EF4-FFF2-40B4-BE49-F238E27FC236}">
                <a16:creationId xmlns:a16="http://schemas.microsoft.com/office/drawing/2014/main" id="{0ADAD87F-8100-132F-DD15-7166B8E499CE}"/>
              </a:ext>
            </a:extLst>
          </p:cNvPr>
          <p:cNvSpPr/>
          <p:nvPr/>
        </p:nvSpPr>
        <p:spPr>
          <a:xfrm>
            <a:off x="2350725" y="2262563"/>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Rectángulo 21">
            <a:extLst>
              <a:ext uri="{FF2B5EF4-FFF2-40B4-BE49-F238E27FC236}">
                <a16:creationId xmlns:a16="http://schemas.microsoft.com/office/drawing/2014/main" id="{CFEB5A3A-E934-E1D0-C519-8D3C4154CD68}"/>
              </a:ext>
            </a:extLst>
          </p:cNvPr>
          <p:cNvSpPr/>
          <p:nvPr/>
        </p:nvSpPr>
        <p:spPr>
          <a:xfrm>
            <a:off x="2440767" y="2262563"/>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3" name="Rectángulo: esquinas redondeadas 22">
            <a:extLst>
              <a:ext uri="{FF2B5EF4-FFF2-40B4-BE49-F238E27FC236}">
                <a16:creationId xmlns:a16="http://schemas.microsoft.com/office/drawing/2014/main" id="{15923C78-F557-94E2-8DBA-F53073EAE44C}"/>
              </a:ext>
            </a:extLst>
          </p:cNvPr>
          <p:cNvSpPr/>
          <p:nvPr/>
        </p:nvSpPr>
        <p:spPr>
          <a:xfrm>
            <a:off x="2350725" y="3390295"/>
            <a:ext cx="822244" cy="927501"/>
          </a:xfrm>
          <a:prstGeom prst="roundRect">
            <a:avLst>
              <a:gd name="adj" fmla="val 10705"/>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23">
            <a:extLst>
              <a:ext uri="{FF2B5EF4-FFF2-40B4-BE49-F238E27FC236}">
                <a16:creationId xmlns:a16="http://schemas.microsoft.com/office/drawing/2014/main" id="{C70C18C9-4574-770C-4BC0-F8BFEA3014C1}"/>
              </a:ext>
            </a:extLst>
          </p:cNvPr>
          <p:cNvSpPr/>
          <p:nvPr/>
        </p:nvSpPr>
        <p:spPr>
          <a:xfrm>
            <a:off x="2440767" y="3390295"/>
            <a:ext cx="768350" cy="927501"/>
          </a:xfrm>
          <a:prstGeom prst="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5" name="CuadroTexto 7">
            <a:extLst>
              <a:ext uri="{FF2B5EF4-FFF2-40B4-BE49-F238E27FC236}">
                <a16:creationId xmlns:a16="http://schemas.microsoft.com/office/drawing/2014/main" id="{3E4434D5-E4E8-F9D1-E386-C2C10103AF8A}"/>
              </a:ext>
            </a:extLst>
          </p:cNvPr>
          <p:cNvSpPr txBox="1"/>
          <p:nvPr/>
        </p:nvSpPr>
        <p:spPr>
          <a:xfrm>
            <a:off x="3813379" y="1437041"/>
            <a:ext cx="2493091"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La solución es evidente</a:t>
            </a:r>
            <a:endParaRPr lang="es-MX" sz="1400" b="1" noProof="0">
              <a:solidFill>
                <a:schemeClr val="bg1"/>
              </a:solidFill>
            </a:endParaRPr>
          </a:p>
        </p:txBody>
      </p:sp>
      <p:sp>
        <p:nvSpPr>
          <p:cNvPr id="26" name="CuadroTexto 7">
            <a:extLst>
              <a:ext uri="{FF2B5EF4-FFF2-40B4-BE49-F238E27FC236}">
                <a16:creationId xmlns:a16="http://schemas.microsoft.com/office/drawing/2014/main" id="{8FE29426-E891-7411-FD02-0E732675D49A}"/>
              </a:ext>
            </a:extLst>
          </p:cNvPr>
          <p:cNvSpPr txBox="1"/>
          <p:nvPr/>
        </p:nvSpPr>
        <p:spPr>
          <a:xfrm>
            <a:off x="3496009" y="2356981"/>
            <a:ext cx="3241341" cy="7386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El problema es un caso aislado y no significativo (sin afectaciones en seguridad ni en costos)</a:t>
            </a:r>
          </a:p>
        </p:txBody>
      </p:sp>
      <p:sp>
        <p:nvSpPr>
          <p:cNvPr id="27" name="CuadroTexto 7">
            <a:extLst>
              <a:ext uri="{FF2B5EF4-FFF2-40B4-BE49-F238E27FC236}">
                <a16:creationId xmlns:a16="http://schemas.microsoft.com/office/drawing/2014/main" id="{B2D41F85-D5A0-0A7C-8302-4DBA5770BAF6}"/>
              </a:ext>
            </a:extLst>
          </p:cNvPr>
          <p:cNvSpPr txBox="1"/>
          <p:nvPr/>
        </p:nvSpPr>
        <p:spPr>
          <a:xfrm>
            <a:off x="3811602" y="3592435"/>
            <a:ext cx="3064065"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400" noProof="0">
                <a:solidFill>
                  <a:schemeClr val="bg1"/>
                </a:solidFill>
              </a:rPr>
              <a:t>Problemas ya resueltos con solución documentada</a:t>
            </a:r>
          </a:p>
        </p:txBody>
      </p:sp>
      <p:pic>
        <p:nvPicPr>
          <p:cNvPr id="29" name="Gráfico 28" descr="Bombilla y equipo contorno">
            <a:extLst>
              <a:ext uri="{FF2B5EF4-FFF2-40B4-BE49-F238E27FC236}">
                <a16:creationId xmlns:a16="http://schemas.microsoft.com/office/drawing/2014/main" id="{509DA1D8-3830-001D-8515-951C4D34C4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23074" y="1214595"/>
            <a:ext cx="767969" cy="767969"/>
          </a:xfrm>
          <a:prstGeom prst="rect">
            <a:avLst/>
          </a:prstGeom>
        </p:spPr>
      </p:pic>
      <p:pic>
        <p:nvPicPr>
          <p:cNvPr id="31" name="Gráfico 30" descr="Flecha abajo con relleno sólido">
            <a:extLst>
              <a:ext uri="{FF2B5EF4-FFF2-40B4-BE49-F238E27FC236}">
                <a16:creationId xmlns:a16="http://schemas.microsoft.com/office/drawing/2014/main" id="{5295C1E8-882B-6CE4-FAA3-99C4C11592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71366" y="2390621"/>
            <a:ext cx="671384" cy="671384"/>
          </a:xfrm>
          <a:prstGeom prst="rect">
            <a:avLst/>
          </a:prstGeom>
        </p:spPr>
      </p:pic>
      <p:pic>
        <p:nvPicPr>
          <p:cNvPr id="33" name="Gráfico 32" descr="Libro abierto contorno">
            <a:extLst>
              <a:ext uri="{FF2B5EF4-FFF2-40B4-BE49-F238E27FC236}">
                <a16:creationId xmlns:a16="http://schemas.microsoft.com/office/drawing/2014/main" id="{9633F5FC-3BB3-BAB3-0B28-F8ECCAAE94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11190" y="3491364"/>
            <a:ext cx="725361" cy="725361"/>
          </a:xfrm>
          <a:prstGeom prst="rect">
            <a:avLst/>
          </a:prstGeom>
        </p:spPr>
      </p:pic>
    </p:spTree>
    <p:extLst>
      <p:ext uri="{BB962C8B-B14F-4D97-AF65-F5344CB8AC3E}">
        <p14:creationId xmlns:p14="http://schemas.microsoft.com/office/powerpoint/2010/main" val="1425234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6E9A5-E9F9-D46A-6F20-E10DB6262BB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ACAAAF9-321B-F950-2B35-A351CBD4B5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ACAAAF9-321B-F950-2B35-A351CBD4B55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2B2E73D-8F84-A9F6-3104-1572D25B05E2}"/>
              </a:ext>
            </a:extLst>
          </p:cNvPr>
          <p:cNvSpPr>
            <a:spLocks noGrp="1"/>
          </p:cNvSpPr>
          <p:nvPr>
            <p:ph type="title"/>
          </p:nvPr>
        </p:nvSpPr>
        <p:spPr>
          <a:xfrm>
            <a:off x="1038660" y="923540"/>
            <a:ext cx="8789937" cy="3693319"/>
          </a:xfrm>
        </p:spPr>
        <p:txBody>
          <a:bodyPr vert="horz"/>
          <a:lstStyle/>
          <a:p>
            <a:r>
              <a:rPr lang="es-MX" sz="6000" noProof="0"/>
              <a:t>P</a:t>
            </a:r>
            <a:br>
              <a:rPr lang="es-MX" sz="4400" noProof="0">
                <a:solidFill>
                  <a:schemeClr val="bg1"/>
                </a:solidFill>
              </a:rPr>
            </a:br>
            <a:r>
              <a:rPr lang="es-MX" sz="6000" noProof="0"/>
              <a:t>O</a:t>
            </a:r>
            <a:br>
              <a:rPr lang="es-MX" sz="4400" noProof="0">
                <a:solidFill>
                  <a:schemeClr val="bg1"/>
                </a:solidFill>
              </a:rPr>
            </a:br>
            <a:r>
              <a:rPr lang="es-MX" sz="6000" noProof="0"/>
              <a:t>R</a:t>
            </a:r>
            <a:br>
              <a:rPr lang="es-MX" sz="4400" noProof="0">
                <a:solidFill>
                  <a:schemeClr val="bg1"/>
                </a:solidFill>
              </a:rPr>
            </a:br>
            <a:r>
              <a:rPr lang="es-MX" sz="6000" noProof="0"/>
              <a:t>T</a:t>
            </a:r>
            <a:endParaRPr lang="es-MX" sz="4400" noProof="0"/>
          </a:p>
        </p:txBody>
      </p:sp>
      <p:sp>
        <p:nvSpPr>
          <p:cNvPr id="10" name="Title 15">
            <a:extLst>
              <a:ext uri="{FF2B5EF4-FFF2-40B4-BE49-F238E27FC236}">
                <a16:creationId xmlns:a16="http://schemas.microsoft.com/office/drawing/2014/main" id="{31C53652-86E3-6F01-D0AA-3C74D54AAF06}"/>
              </a:ext>
            </a:extLst>
          </p:cNvPr>
          <p:cNvSpPr txBox="1">
            <a:spLocks/>
          </p:cNvSpPr>
          <p:nvPr/>
        </p:nvSpPr>
        <p:spPr>
          <a:xfrm>
            <a:off x="108213"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Fases </a:t>
            </a:r>
          </a:p>
        </p:txBody>
      </p:sp>
      <p:sp>
        <p:nvSpPr>
          <p:cNvPr id="2" name="Title 15">
            <a:extLst>
              <a:ext uri="{FF2B5EF4-FFF2-40B4-BE49-F238E27FC236}">
                <a16:creationId xmlns:a16="http://schemas.microsoft.com/office/drawing/2014/main" id="{C73D5029-343D-A437-51D3-95394FC39F8F}"/>
              </a:ext>
            </a:extLst>
          </p:cNvPr>
          <p:cNvSpPr txBox="1">
            <a:spLocks/>
          </p:cNvSpPr>
          <p:nvPr/>
        </p:nvSpPr>
        <p:spPr>
          <a:xfrm>
            <a:off x="1580225" y="1129009"/>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err="1">
                <a:solidFill>
                  <a:schemeClr val="bg1"/>
                </a:solidFill>
              </a:rPr>
              <a:t>inpoint</a:t>
            </a:r>
            <a:r>
              <a:rPr lang="es-MX" sz="3600" noProof="0">
                <a:solidFill>
                  <a:schemeClr val="bg1"/>
                </a:solidFill>
              </a:rPr>
              <a:t> </a:t>
            </a:r>
            <a:r>
              <a:rPr lang="es-MX" sz="3600" noProof="0" err="1">
                <a:solidFill>
                  <a:schemeClr val="bg1"/>
                </a:solidFill>
              </a:rPr>
              <a:t>the</a:t>
            </a:r>
            <a:r>
              <a:rPr lang="es-MX" sz="3600" noProof="0">
                <a:solidFill>
                  <a:schemeClr val="bg1"/>
                </a:solidFill>
              </a:rPr>
              <a:t> </a:t>
            </a:r>
            <a:r>
              <a:rPr lang="es-MX" sz="3600" noProof="0" err="1">
                <a:solidFill>
                  <a:schemeClr val="bg1"/>
                </a:solidFill>
              </a:rPr>
              <a:t>problem</a:t>
            </a:r>
            <a:endParaRPr lang="es-MX" sz="3600" noProof="0">
              <a:solidFill>
                <a:schemeClr val="bg1"/>
              </a:solidFill>
            </a:endParaRPr>
          </a:p>
        </p:txBody>
      </p:sp>
      <p:sp>
        <p:nvSpPr>
          <p:cNvPr id="3" name="Title 15">
            <a:extLst>
              <a:ext uri="{FF2B5EF4-FFF2-40B4-BE49-F238E27FC236}">
                <a16:creationId xmlns:a16="http://schemas.microsoft.com/office/drawing/2014/main" id="{7CFB3164-319A-4CA1-0B72-02EDE908893A}"/>
              </a:ext>
            </a:extLst>
          </p:cNvPr>
          <p:cNvSpPr txBox="1">
            <a:spLocks/>
          </p:cNvSpPr>
          <p:nvPr/>
        </p:nvSpPr>
        <p:spPr>
          <a:xfrm>
            <a:off x="1621046" y="2066993"/>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err="1">
                <a:solidFill>
                  <a:schemeClr val="bg1"/>
                </a:solidFill>
              </a:rPr>
              <a:t>bserve</a:t>
            </a:r>
            <a:r>
              <a:rPr lang="es-MX" sz="3600" noProof="0">
                <a:solidFill>
                  <a:schemeClr val="bg1"/>
                </a:solidFill>
              </a:rPr>
              <a:t> and </a:t>
            </a:r>
            <a:r>
              <a:rPr lang="es-MX" sz="3600" noProof="0" err="1">
                <a:solidFill>
                  <a:schemeClr val="bg1"/>
                </a:solidFill>
              </a:rPr>
              <a:t>analyze</a:t>
            </a:r>
            <a:endParaRPr lang="es-MX" sz="3600" noProof="0">
              <a:solidFill>
                <a:schemeClr val="bg1"/>
              </a:solidFill>
            </a:endParaRPr>
          </a:p>
        </p:txBody>
      </p:sp>
      <p:sp>
        <p:nvSpPr>
          <p:cNvPr id="4" name="Title 15">
            <a:extLst>
              <a:ext uri="{FF2B5EF4-FFF2-40B4-BE49-F238E27FC236}">
                <a16:creationId xmlns:a16="http://schemas.microsoft.com/office/drawing/2014/main" id="{D9A11DFD-3EA2-348B-F230-0B71A367086B}"/>
              </a:ext>
            </a:extLst>
          </p:cNvPr>
          <p:cNvSpPr txBox="1">
            <a:spLocks/>
          </p:cNvSpPr>
          <p:nvPr/>
        </p:nvSpPr>
        <p:spPr>
          <a:xfrm>
            <a:off x="1621046" y="3004977"/>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err="1">
                <a:solidFill>
                  <a:schemeClr val="bg1"/>
                </a:solidFill>
              </a:rPr>
              <a:t>esolve</a:t>
            </a:r>
            <a:r>
              <a:rPr lang="es-MX" sz="3600" noProof="0">
                <a:solidFill>
                  <a:schemeClr val="bg1"/>
                </a:solidFill>
              </a:rPr>
              <a:t> </a:t>
            </a:r>
            <a:r>
              <a:rPr lang="es-MX" sz="3600" noProof="0" err="1">
                <a:solidFill>
                  <a:schemeClr val="bg1"/>
                </a:solidFill>
              </a:rPr>
              <a:t>with</a:t>
            </a:r>
            <a:r>
              <a:rPr lang="es-MX" sz="3600" noProof="0">
                <a:solidFill>
                  <a:schemeClr val="bg1"/>
                </a:solidFill>
              </a:rPr>
              <a:t> </a:t>
            </a:r>
            <a:r>
              <a:rPr lang="es-MX" sz="3600" noProof="0" err="1">
                <a:solidFill>
                  <a:schemeClr val="bg1"/>
                </a:solidFill>
              </a:rPr>
              <a:t>actions</a:t>
            </a:r>
            <a:r>
              <a:rPr lang="es-MX" sz="3600" noProof="0">
                <a:solidFill>
                  <a:schemeClr val="bg1"/>
                </a:solidFill>
              </a:rPr>
              <a:t> </a:t>
            </a:r>
          </a:p>
        </p:txBody>
      </p:sp>
      <p:sp>
        <p:nvSpPr>
          <p:cNvPr id="5" name="Title 15">
            <a:extLst>
              <a:ext uri="{FF2B5EF4-FFF2-40B4-BE49-F238E27FC236}">
                <a16:creationId xmlns:a16="http://schemas.microsoft.com/office/drawing/2014/main" id="{E99658A1-D281-165A-9C3A-78624F13D672}"/>
              </a:ext>
            </a:extLst>
          </p:cNvPr>
          <p:cNvSpPr txBox="1">
            <a:spLocks/>
          </p:cNvSpPr>
          <p:nvPr/>
        </p:nvSpPr>
        <p:spPr>
          <a:xfrm>
            <a:off x="1547567" y="3942961"/>
            <a:ext cx="8789937"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3600" noProof="0">
                <a:solidFill>
                  <a:schemeClr val="bg1"/>
                </a:solidFill>
              </a:rPr>
              <a:t>rack &amp; </a:t>
            </a:r>
            <a:r>
              <a:rPr lang="es-MX" sz="3600" noProof="0" err="1">
                <a:solidFill>
                  <a:schemeClr val="bg1"/>
                </a:solidFill>
              </a:rPr>
              <a:t>sustain</a:t>
            </a:r>
            <a:endParaRPr lang="es-MX" sz="3600" noProof="0">
              <a:solidFill>
                <a:schemeClr val="bg1"/>
              </a:solidFill>
            </a:endParaRPr>
          </a:p>
        </p:txBody>
      </p:sp>
      <p:pic>
        <p:nvPicPr>
          <p:cNvPr id="7" name="Imagen 6" descr="Imagen que contiene Icono&#10;&#10;El contenido generado por IA puede ser incorrecto.">
            <a:extLst>
              <a:ext uri="{FF2B5EF4-FFF2-40B4-BE49-F238E27FC236}">
                <a16:creationId xmlns:a16="http://schemas.microsoft.com/office/drawing/2014/main" id="{260AED35-D43C-7CEF-33DA-9853FA05CCCC}"/>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1218881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BB98-F06B-B43A-7473-2F138D1F185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DFD02E5-4CB1-F121-52CA-5C4681AABB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DFD02E5-4CB1-F121-52CA-5C4681AABB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5" name="TextBox 4">
            <a:extLst>
              <a:ext uri="{FF2B5EF4-FFF2-40B4-BE49-F238E27FC236}">
                <a16:creationId xmlns:a16="http://schemas.microsoft.com/office/drawing/2014/main" id="{A405C872-C248-8AB6-446F-814B37F13739}"/>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1" name="Straight Connector 79">
            <a:extLst>
              <a:ext uri="{FF2B5EF4-FFF2-40B4-BE49-F238E27FC236}">
                <a16:creationId xmlns:a16="http://schemas.microsoft.com/office/drawing/2014/main" id="{F6A82F7E-9D18-6308-7A94-98F08EB17BD1}"/>
              </a:ext>
            </a:extLst>
          </p:cNvPr>
          <p:cNvCxnSpPr>
            <a:cxnSpLocks/>
          </p:cNvCxnSpPr>
          <p:nvPr/>
        </p:nvCxnSpPr>
        <p:spPr>
          <a:xfrm>
            <a:off x="7285591" y="1594022"/>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79">
            <a:extLst>
              <a:ext uri="{FF2B5EF4-FFF2-40B4-BE49-F238E27FC236}">
                <a16:creationId xmlns:a16="http://schemas.microsoft.com/office/drawing/2014/main" id="{646C5444-67C4-C534-F2ED-49C0B3B06DF0}"/>
              </a:ext>
            </a:extLst>
          </p:cNvPr>
          <p:cNvCxnSpPr>
            <a:cxnSpLocks/>
          </p:cNvCxnSpPr>
          <p:nvPr/>
        </p:nvCxnSpPr>
        <p:spPr>
          <a:xfrm>
            <a:off x="5580993" y="1594021"/>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79">
            <a:extLst>
              <a:ext uri="{FF2B5EF4-FFF2-40B4-BE49-F238E27FC236}">
                <a16:creationId xmlns:a16="http://schemas.microsoft.com/office/drawing/2014/main" id="{A7C63E89-FDF9-AB38-26C7-EF25A30B0388}"/>
              </a:ext>
            </a:extLst>
          </p:cNvPr>
          <p:cNvCxnSpPr>
            <a:cxnSpLocks/>
          </p:cNvCxnSpPr>
          <p:nvPr/>
        </p:nvCxnSpPr>
        <p:spPr>
          <a:xfrm>
            <a:off x="3496082" y="1515677"/>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B899F7E4-426E-EE4D-CCA2-A375EEA61846}"/>
              </a:ext>
            </a:extLst>
          </p:cNvPr>
          <p:cNvSpPr txBox="1"/>
          <p:nvPr/>
        </p:nvSpPr>
        <p:spPr>
          <a:xfrm>
            <a:off x="1827846" y="1456060"/>
            <a:ext cx="1420952" cy="223138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Statement</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(brecha / fluctuación)</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Diagrama del árbol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Pte</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1.</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TAGS - SMART</a:t>
            </a: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
        <p:nvSpPr>
          <p:cNvPr id="59" name="TextBox 4">
            <a:extLst>
              <a:ext uri="{FF2B5EF4-FFF2-40B4-BE49-F238E27FC236}">
                <a16:creationId xmlns:a16="http://schemas.microsoft.com/office/drawing/2014/main" id="{D73BD659-CCF4-FE38-5872-2D8B0E0FC951}"/>
              </a:ext>
            </a:extLst>
          </p:cNvPr>
          <p:cNvSpPr txBox="1"/>
          <p:nvPr/>
        </p:nvSpPr>
        <p:spPr>
          <a:xfrm>
            <a:off x="3749146" y="1515677"/>
            <a:ext cx="1645708"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Diagrama de árbol Pte. 2</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Ishikawa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Matriz de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multivotación</a:t>
            </a: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5 por qué</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Causa Raíz</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Monumento de Jefferson</a:t>
            </a:r>
          </a:p>
        </p:txBody>
      </p:sp>
      <p:sp>
        <p:nvSpPr>
          <p:cNvPr id="61" name="TextBox 4">
            <a:extLst>
              <a:ext uri="{FF2B5EF4-FFF2-40B4-BE49-F238E27FC236}">
                <a16:creationId xmlns:a16="http://schemas.microsoft.com/office/drawing/2014/main" id="{93229AD9-B21F-793B-2702-34BBE713FE53}"/>
              </a:ext>
            </a:extLst>
          </p:cNvPr>
          <p:cNvSpPr txBox="1"/>
          <p:nvPr/>
        </p:nvSpPr>
        <p:spPr>
          <a:xfrm>
            <a:off x="5785210" y="1516654"/>
            <a:ext cx="1380992" cy="27286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Contramedidas permanentes / temporales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dirty="0">
                <a:solidFill>
                  <a:schemeClr val="bg1"/>
                </a:solidFill>
                <a:ea typeface="Verdana" panose="020B0604030504040204" pitchFamily="34" charset="0"/>
                <a:cs typeface="Calibri" panose="020F0502020204030204" pitchFamily="34" charset="0"/>
                <a:sym typeface="Verdana" panose="020B0604030504040204" pitchFamily="34" charset="0"/>
              </a:rPr>
              <a:t>Piloto de contramedidas</a:t>
            </a: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Plan de implementación</a:t>
            </a:r>
          </a:p>
        </p:txBody>
      </p:sp>
      <p:sp>
        <p:nvSpPr>
          <p:cNvPr id="67" name="TextBox 4">
            <a:extLst>
              <a:ext uri="{FF2B5EF4-FFF2-40B4-BE49-F238E27FC236}">
                <a16:creationId xmlns:a16="http://schemas.microsoft.com/office/drawing/2014/main" id="{55B1210F-49C0-F2AA-B20F-A7D41505FA2B}"/>
              </a:ext>
            </a:extLst>
          </p:cNvPr>
          <p:cNvSpPr txBox="1"/>
          <p:nvPr/>
        </p:nvSpPr>
        <p:spPr>
          <a:xfrm>
            <a:off x="7400630" y="1515677"/>
            <a:ext cx="1645708" cy="195919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Validación de contramedidas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Formas de garantizar sostenimiento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Ejemplos de c/u</a:t>
            </a:r>
          </a:p>
        </p:txBody>
      </p:sp>
      <p:sp>
        <p:nvSpPr>
          <p:cNvPr id="6" name="CuadroTexto 5">
            <a:extLst>
              <a:ext uri="{FF2B5EF4-FFF2-40B4-BE49-F238E27FC236}">
                <a16:creationId xmlns:a16="http://schemas.microsoft.com/office/drawing/2014/main" id="{EFF84141-42BA-8DD8-582E-F4904768E82E}"/>
              </a:ext>
            </a:extLst>
          </p:cNvPr>
          <p:cNvSpPr txBox="1"/>
          <p:nvPr/>
        </p:nvSpPr>
        <p:spPr>
          <a:xfrm>
            <a:off x="2109664" y="603209"/>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P</a:t>
            </a:r>
            <a:endParaRPr lang="es-MX" noProof="0"/>
          </a:p>
        </p:txBody>
      </p:sp>
      <p:sp>
        <p:nvSpPr>
          <p:cNvPr id="7" name="CuadroTexto 6">
            <a:extLst>
              <a:ext uri="{FF2B5EF4-FFF2-40B4-BE49-F238E27FC236}">
                <a16:creationId xmlns:a16="http://schemas.microsoft.com/office/drawing/2014/main" id="{288A3026-7030-93E6-10FA-A82287F11BC6}"/>
              </a:ext>
            </a:extLst>
          </p:cNvPr>
          <p:cNvSpPr txBox="1"/>
          <p:nvPr/>
        </p:nvSpPr>
        <p:spPr>
          <a:xfrm>
            <a:off x="4045909" y="603210"/>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O</a:t>
            </a:r>
            <a:endParaRPr lang="es-MX" noProof="0"/>
          </a:p>
        </p:txBody>
      </p:sp>
      <p:sp>
        <p:nvSpPr>
          <p:cNvPr id="13" name="CuadroTexto 12">
            <a:extLst>
              <a:ext uri="{FF2B5EF4-FFF2-40B4-BE49-F238E27FC236}">
                <a16:creationId xmlns:a16="http://schemas.microsoft.com/office/drawing/2014/main" id="{3B12EF7D-A133-83EE-C5A9-47450FABFDCC}"/>
              </a:ext>
            </a:extLst>
          </p:cNvPr>
          <p:cNvSpPr txBox="1"/>
          <p:nvPr/>
        </p:nvSpPr>
        <p:spPr>
          <a:xfrm>
            <a:off x="5919497" y="578361"/>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R</a:t>
            </a:r>
            <a:endParaRPr lang="es-MX" noProof="0"/>
          </a:p>
        </p:txBody>
      </p:sp>
      <p:sp>
        <p:nvSpPr>
          <p:cNvPr id="14" name="CuadroTexto 13">
            <a:extLst>
              <a:ext uri="{FF2B5EF4-FFF2-40B4-BE49-F238E27FC236}">
                <a16:creationId xmlns:a16="http://schemas.microsoft.com/office/drawing/2014/main" id="{61EB6BC5-51D9-E6D2-C77B-BFAD88D12473}"/>
              </a:ext>
            </a:extLst>
          </p:cNvPr>
          <p:cNvSpPr txBox="1"/>
          <p:nvPr/>
        </p:nvSpPr>
        <p:spPr>
          <a:xfrm>
            <a:off x="7869487" y="603211"/>
            <a:ext cx="707994"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6000" b="1" noProof="0">
                <a:solidFill>
                  <a:srgbClr val="FF6600"/>
                </a:solidFill>
                <a:ea typeface="+mj-ea"/>
                <a:cs typeface="+mj-cs"/>
                <a:sym typeface="Trebuchet MS" panose="020B0603020202020204" pitchFamily="34" charset="0"/>
              </a:rPr>
              <a:t>T</a:t>
            </a:r>
            <a:endParaRPr lang="es-MX" noProof="0"/>
          </a:p>
        </p:txBody>
      </p:sp>
      <p:cxnSp>
        <p:nvCxnSpPr>
          <p:cNvPr id="19" name="Straight Connector 79">
            <a:extLst>
              <a:ext uri="{FF2B5EF4-FFF2-40B4-BE49-F238E27FC236}">
                <a16:creationId xmlns:a16="http://schemas.microsoft.com/office/drawing/2014/main" id="{91572C74-F3B8-B84B-99E0-3327DA51C5BE}"/>
              </a:ext>
            </a:extLst>
          </p:cNvPr>
          <p:cNvCxnSpPr>
            <a:cxnSpLocks/>
          </p:cNvCxnSpPr>
          <p:nvPr/>
        </p:nvCxnSpPr>
        <p:spPr>
          <a:xfrm>
            <a:off x="1693558" y="1594020"/>
            <a:ext cx="0" cy="3059253"/>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7E9CE76D-6AE6-557A-127E-E8C7D4A6D85B}"/>
              </a:ext>
            </a:extLst>
          </p:cNvPr>
          <p:cNvSpPr txBox="1"/>
          <p:nvPr/>
        </p:nvSpPr>
        <p:spPr>
          <a:xfrm>
            <a:off x="146463" y="910985"/>
            <a:ext cx="1595213" cy="400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2000" b="1" noProof="0">
                <a:solidFill>
                  <a:schemeClr val="bg1"/>
                </a:solidFill>
                <a:ea typeface="+mj-ea"/>
                <a:cs typeface="+mj-cs"/>
                <a:sym typeface="Trebuchet MS" panose="020B0603020202020204" pitchFamily="34" charset="0"/>
              </a:rPr>
              <a:t>Definición</a:t>
            </a:r>
            <a:endParaRPr lang="es-MX" sz="500" noProof="0">
              <a:solidFill>
                <a:schemeClr val="bg1"/>
              </a:solidFill>
            </a:endParaRPr>
          </a:p>
        </p:txBody>
      </p:sp>
      <p:sp>
        <p:nvSpPr>
          <p:cNvPr id="21" name="TextBox 4">
            <a:extLst>
              <a:ext uri="{FF2B5EF4-FFF2-40B4-BE49-F238E27FC236}">
                <a16:creationId xmlns:a16="http://schemas.microsoft.com/office/drawing/2014/main" id="{B4434667-9A2F-F123-8D6D-A1DE41817B11}"/>
              </a:ext>
            </a:extLst>
          </p:cNvPr>
          <p:cNvSpPr txBox="1"/>
          <p:nvPr/>
        </p:nvSpPr>
        <p:spPr>
          <a:xfrm>
            <a:off x="105915" y="1423589"/>
            <a:ext cx="1420952" cy="3488134"/>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Propuesta de alcance</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Creación de grupos de trabajo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Por qué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Problem</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 </a:t>
            </a:r>
            <a:r>
              <a:rPr lang="es-MX" sz="1000" noProof="0" err="1">
                <a:solidFill>
                  <a:schemeClr val="bg1"/>
                </a:solidFill>
                <a:ea typeface="Verdana" panose="020B0604030504040204" pitchFamily="34" charset="0"/>
                <a:cs typeface="Calibri" panose="020F0502020204030204" pitchFamily="34" charset="0"/>
                <a:sym typeface="Verdana" panose="020B0604030504040204" pitchFamily="34" charset="0"/>
              </a:rPr>
              <a:t>Solving</a:t>
            </a: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Para qué funciona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rPr>
              <a:t>Problemas causados o creados</a:t>
            </a:r>
          </a:p>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E6E3CB8B-35EE-91E0-0308-6B91EC3017C5}"/>
              </a:ext>
            </a:extLst>
          </p:cNvPr>
          <p:cNvPicPr>
            <a:picLocks noChangeAspect="1"/>
          </p:cNvPicPr>
          <p:nvPr/>
        </p:nvPicPr>
        <p:blipFill>
          <a:blip r:embed="rId6"/>
          <a:stretch>
            <a:fillRect/>
          </a:stretch>
        </p:blipFill>
        <p:spPr>
          <a:xfrm>
            <a:off x="8738529" y="130779"/>
            <a:ext cx="297258" cy="419100"/>
          </a:xfrm>
          <a:prstGeom prst="rect">
            <a:avLst/>
          </a:prstGeom>
        </p:spPr>
      </p:pic>
    </p:spTree>
    <p:extLst>
      <p:ext uri="{BB962C8B-B14F-4D97-AF65-F5344CB8AC3E}">
        <p14:creationId xmlns:p14="http://schemas.microsoft.com/office/powerpoint/2010/main" val="813999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0DE76-05FD-F0ED-F985-6BACEA2E124C}"/>
            </a:ext>
          </a:extLst>
        </p:cNvPr>
        <p:cNvGrpSpPr/>
        <p:nvPr/>
      </p:nvGrpSpPr>
      <p:grpSpPr>
        <a:xfrm>
          <a:off x="0" y="0"/>
          <a:ext cx="0" cy="0"/>
          <a:chOff x="0" y="0"/>
          <a:chExt cx="0" cy="0"/>
        </a:xfrm>
      </p:grpSpPr>
      <p:sp>
        <p:nvSpPr>
          <p:cNvPr id="7" name="Title 15">
            <a:extLst>
              <a:ext uri="{FF2B5EF4-FFF2-40B4-BE49-F238E27FC236}">
                <a16:creationId xmlns:a16="http://schemas.microsoft.com/office/drawing/2014/main" id="{F04D73EA-DF6F-A16F-D4CA-E8DAF76B2284}"/>
              </a:ext>
            </a:extLst>
          </p:cNvPr>
          <p:cNvSpPr>
            <a:spLocks noGrp="1"/>
          </p:cNvSpPr>
          <p:nvPr>
            <p:ph type="title"/>
          </p:nvPr>
        </p:nvSpPr>
        <p:spPr>
          <a:xfrm>
            <a:off x="330993" y="231777"/>
            <a:ext cx="8789937" cy="307777"/>
          </a:xfrm>
        </p:spPr>
        <p:txBody>
          <a:bodyPr vert="horz"/>
          <a:lstStyle/>
          <a:p>
            <a:r>
              <a:rPr lang="es-MX" noProof="0"/>
              <a:t>Roles</a:t>
            </a:r>
          </a:p>
        </p:txBody>
      </p:sp>
      <p:cxnSp>
        <p:nvCxnSpPr>
          <p:cNvPr id="8" name="Gerader Verbinder 20">
            <a:extLst>
              <a:ext uri="{FF2B5EF4-FFF2-40B4-BE49-F238E27FC236}">
                <a16:creationId xmlns:a16="http://schemas.microsoft.com/office/drawing/2014/main" id="{88502369-E17F-F93B-439D-AF2DF53ED59A}"/>
              </a:ext>
            </a:extLst>
          </p:cNvPr>
          <p:cNvCxnSpPr>
            <a:cxnSpLocks/>
          </p:cNvCxnSpPr>
          <p:nvPr/>
        </p:nvCxnSpPr>
        <p:spPr bwMode="gray">
          <a:xfrm>
            <a:off x="4550162" y="-553616"/>
            <a:ext cx="21836" cy="4409039"/>
          </a:xfrm>
          <a:prstGeom prst="line">
            <a:avLst/>
          </a:prstGeom>
          <a:ln w="127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9" name="Ellipse 32">
            <a:extLst>
              <a:ext uri="{FF2B5EF4-FFF2-40B4-BE49-F238E27FC236}">
                <a16:creationId xmlns:a16="http://schemas.microsoft.com/office/drawing/2014/main" id="{EE33C5A6-2E76-6EC9-E331-F9885377FDA5}"/>
              </a:ext>
            </a:extLst>
          </p:cNvPr>
          <p:cNvSpPr>
            <a:spLocks/>
          </p:cNvSpPr>
          <p:nvPr/>
        </p:nvSpPr>
        <p:spPr bwMode="gray">
          <a:xfrm flipH="1">
            <a:off x="4194178" y="811831"/>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Grafik 5">
            <a:extLst>
              <a:ext uri="{FF2B5EF4-FFF2-40B4-BE49-F238E27FC236}">
                <a16:creationId xmlns:a16="http://schemas.microsoft.com/office/drawing/2014/main" id="{7C2DC588-2E67-B539-0720-86BFFBA9633D}"/>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324089" y="925229"/>
            <a:ext cx="495739" cy="495739"/>
          </a:xfrm>
          <a:prstGeom prst="rect">
            <a:avLst/>
          </a:prstGeom>
        </p:spPr>
      </p:pic>
      <p:sp>
        <p:nvSpPr>
          <p:cNvPr id="11" name="Ellipse 32">
            <a:extLst>
              <a:ext uri="{FF2B5EF4-FFF2-40B4-BE49-F238E27FC236}">
                <a16:creationId xmlns:a16="http://schemas.microsoft.com/office/drawing/2014/main" id="{8BDCAFE0-D751-053F-467C-3B217CE53570}"/>
              </a:ext>
            </a:extLst>
          </p:cNvPr>
          <p:cNvSpPr>
            <a:spLocks/>
          </p:cNvSpPr>
          <p:nvPr/>
        </p:nvSpPr>
        <p:spPr bwMode="gray">
          <a:xfrm flipH="1">
            <a:off x="4183260" y="2133333"/>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Ellipse 32">
            <a:extLst>
              <a:ext uri="{FF2B5EF4-FFF2-40B4-BE49-F238E27FC236}">
                <a16:creationId xmlns:a16="http://schemas.microsoft.com/office/drawing/2014/main" id="{177A1D6A-2F23-7B95-2632-AADA12B349EF}"/>
              </a:ext>
            </a:extLst>
          </p:cNvPr>
          <p:cNvSpPr>
            <a:spLocks/>
          </p:cNvSpPr>
          <p:nvPr/>
        </p:nvSpPr>
        <p:spPr bwMode="gray">
          <a:xfrm flipH="1">
            <a:off x="4207113" y="3523878"/>
            <a:ext cx="755640" cy="727937"/>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angle 3">
            <a:extLst>
              <a:ext uri="{FF2B5EF4-FFF2-40B4-BE49-F238E27FC236}">
                <a16:creationId xmlns:a16="http://schemas.microsoft.com/office/drawing/2014/main" id="{201094DE-E85A-CCA3-8898-A926108F2F8E}"/>
              </a:ext>
            </a:extLst>
          </p:cNvPr>
          <p:cNvSpPr>
            <a:spLocks/>
          </p:cNvSpPr>
          <p:nvPr/>
        </p:nvSpPr>
        <p:spPr bwMode="gray">
          <a:xfrm>
            <a:off x="5286007" y="3736836"/>
            <a:ext cx="1879951" cy="184666"/>
          </a:xfrm>
          <a:prstGeom prst="rect">
            <a:avLst/>
          </a:prstGeom>
          <a:noFill/>
          <a:ln w="9525" algn="ctr">
            <a:noFill/>
            <a:miter lim="800000"/>
            <a:headEnd/>
            <a:tailEnd/>
          </a:ln>
          <a:effectLst/>
        </p:spPr>
        <p:txBody>
          <a:bodyPr wrap="square" lIns="0" tIns="0" rIns="0" bIns="0" anchor="t">
            <a:spAutoFit/>
          </a:bodyPr>
          <a:lstStyle/>
          <a:p>
            <a:pPr>
              <a:defRPr/>
            </a:pPr>
            <a:r>
              <a:rPr lang="es-MX" sz="1200" b="1" noProof="0">
                <a:solidFill>
                  <a:schemeClr val="accent6"/>
                </a:solidFill>
              </a:rPr>
              <a:t>Ejecutor y detector</a:t>
            </a:r>
          </a:p>
        </p:txBody>
      </p:sp>
      <p:sp>
        <p:nvSpPr>
          <p:cNvPr id="14" name="Rectangle 3">
            <a:extLst>
              <a:ext uri="{FF2B5EF4-FFF2-40B4-BE49-F238E27FC236}">
                <a16:creationId xmlns:a16="http://schemas.microsoft.com/office/drawing/2014/main" id="{FFCD2354-2FBA-D046-250C-58ED8214BEA1}"/>
              </a:ext>
            </a:extLst>
          </p:cNvPr>
          <p:cNvSpPr>
            <a:spLocks/>
          </p:cNvSpPr>
          <p:nvPr/>
        </p:nvSpPr>
        <p:spPr bwMode="gray">
          <a:xfrm>
            <a:off x="5192337" y="1174330"/>
            <a:ext cx="1879951" cy="369332"/>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200" b="1" noProof="0">
                <a:solidFill>
                  <a:schemeClr val="accent6"/>
                </a:solidFill>
              </a:rPr>
              <a:t>Patrocinador estratégico</a:t>
            </a:r>
          </a:p>
          <a:p>
            <a:pPr algn="r">
              <a:buClr>
                <a:srgbClr val="000000"/>
              </a:buClr>
              <a:defRPr/>
            </a:pPr>
            <a:endParaRPr lang="es-MX" sz="1200" b="1" noProof="0">
              <a:solidFill>
                <a:schemeClr val="accent5"/>
              </a:solidFill>
            </a:endParaRPr>
          </a:p>
        </p:txBody>
      </p:sp>
      <p:pic>
        <p:nvPicPr>
          <p:cNvPr id="15" name="Grafik 103">
            <a:extLst>
              <a:ext uri="{FF2B5EF4-FFF2-40B4-BE49-F238E27FC236}">
                <a16:creationId xmlns:a16="http://schemas.microsoft.com/office/drawing/2014/main" id="{8434525E-4117-7C1E-1F4D-24E5C4A8FBFB}"/>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97610" y="2229971"/>
            <a:ext cx="534662" cy="534662"/>
          </a:xfrm>
          <a:prstGeom prst="rect">
            <a:avLst/>
          </a:prstGeom>
        </p:spPr>
      </p:pic>
      <p:sp>
        <p:nvSpPr>
          <p:cNvPr id="16" name="Rectangle 3">
            <a:extLst>
              <a:ext uri="{FF2B5EF4-FFF2-40B4-BE49-F238E27FC236}">
                <a16:creationId xmlns:a16="http://schemas.microsoft.com/office/drawing/2014/main" id="{A0960F20-6CAA-2105-6658-2712B9B72CE6}"/>
              </a:ext>
            </a:extLst>
          </p:cNvPr>
          <p:cNvSpPr>
            <a:spLocks/>
          </p:cNvSpPr>
          <p:nvPr/>
        </p:nvSpPr>
        <p:spPr bwMode="gray">
          <a:xfrm>
            <a:off x="2275963" y="2433087"/>
            <a:ext cx="2516515" cy="215444"/>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400" noProof="0" err="1">
                <a:solidFill>
                  <a:schemeClr val="accent5"/>
                </a:solidFill>
              </a:rPr>
              <a:t>Middle</a:t>
            </a:r>
            <a:r>
              <a:rPr lang="es-MX" sz="1400" noProof="0">
                <a:solidFill>
                  <a:schemeClr val="accent5"/>
                </a:solidFill>
              </a:rPr>
              <a:t> </a:t>
            </a:r>
            <a:r>
              <a:rPr lang="es-MX" sz="1400" noProof="0" err="1">
                <a:solidFill>
                  <a:schemeClr val="accent5"/>
                </a:solidFill>
              </a:rPr>
              <a:t>management</a:t>
            </a:r>
            <a:endParaRPr lang="es-MX" sz="2000" noProof="0">
              <a:solidFill>
                <a:schemeClr val="accent5"/>
              </a:solidFill>
            </a:endParaRPr>
          </a:p>
        </p:txBody>
      </p:sp>
      <p:sp>
        <p:nvSpPr>
          <p:cNvPr id="17" name="Rectangle 3">
            <a:extLst>
              <a:ext uri="{FF2B5EF4-FFF2-40B4-BE49-F238E27FC236}">
                <a16:creationId xmlns:a16="http://schemas.microsoft.com/office/drawing/2014/main" id="{7580063B-235D-9A8A-6A29-BAA254FE8620}"/>
              </a:ext>
            </a:extLst>
          </p:cNvPr>
          <p:cNvSpPr>
            <a:spLocks/>
          </p:cNvSpPr>
          <p:nvPr/>
        </p:nvSpPr>
        <p:spPr bwMode="gray">
          <a:xfrm>
            <a:off x="2365150" y="3721447"/>
            <a:ext cx="1512965" cy="215444"/>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400" noProof="0">
                <a:solidFill>
                  <a:schemeClr val="accent5"/>
                </a:solidFill>
              </a:rPr>
              <a:t>Front line</a:t>
            </a:r>
            <a:endParaRPr lang="es-MX" sz="2000" noProof="0">
              <a:solidFill>
                <a:schemeClr val="accent5"/>
              </a:solidFill>
            </a:endParaRPr>
          </a:p>
        </p:txBody>
      </p:sp>
      <p:sp>
        <p:nvSpPr>
          <p:cNvPr id="18" name="Rectangle 3">
            <a:extLst>
              <a:ext uri="{FF2B5EF4-FFF2-40B4-BE49-F238E27FC236}">
                <a16:creationId xmlns:a16="http://schemas.microsoft.com/office/drawing/2014/main" id="{01A83E30-4041-59B9-3CDD-24E6694B007D}"/>
              </a:ext>
            </a:extLst>
          </p:cNvPr>
          <p:cNvSpPr>
            <a:spLocks/>
          </p:cNvSpPr>
          <p:nvPr/>
        </p:nvSpPr>
        <p:spPr bwMode="gray">
          <a:xfrm>
            <a:off x="2427041" y="1143552"/>
            <a:ext cx="1512965" cy="215444"/>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400" noProof="0">
                <a:solidFill>
                  <a:schemeClr val="accent5"/>
                </a:solidFill>
              </a:rPr>
              <a:t>Top </a:t>
            </a:r>
            <a:r>
              <a:rPr lang="es-MX" sz="1400" noProof="0" err="1">
                <a:solidFill>
                  <a:schemeClr val="accent5"/>
                </a:solidFill>
              </a:rPr>
              <a:t>management</a:t>
            </a:r>
            <a:endParaRPr lang="es-MX" sz="2000" noProof="0">
              <a:solidFill>
                <a:schemeClr val="accent5"/>
              </a:solidFill>
            </a:endParaRPr>
          </a:p>
        </p:txBody>
      </p:sp>
      <p:sp>
        <p:nvSpPr>
          <p:cNvPr id="19" name="Rectangle 3">
            <a:extLst>
              <a:ext uri="{FF2B5EF4-FFF2-40B4-BE49-F238E27FC236}">
                <a16:creationId xmlns:a16="http://schemas.microsoft.com/office/drawing/2014/main" id="{A31210FB-6DE1-109F-81F3-3579CFCD0F02}"/>
              </a:ext>
            </a:extLst>
          </p:cNvPr>
          <p:cNvSpPr>
            <a:spLocks/>
          </p:cNvSpPr>
          <p:nvPr/>
        </p:nvSpPr>
        <p:spPr bwMode="gray">
          <a:xfrm>
            <a:off x="5062259" y="2448476"/>
            <a:ext cx="1919376" cy="184666"/>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1200" b="1" noProof="0">
                <a:solidFill>
                  <a:schemeClr val="accent6"/>
                </a:solidFill>
              </a:rPr>
              <a:t>Facilitador y supervisor</a:t>
            </a:r>
          </a:p>
        </p:txBody>
      </p:sp>
      <p:pic>
        <p:nvPicPr>
          <p:cNvPr id="20" name="Grafik 63">
            <a:extLst>
              <a:ext uri="{FF2B5EF4-FFF2-40B4-BE49-F238E27FC236}">
                <a16:creationId xmlns:a16="http://schemas.microsoft.com/office/drawing/2014/main" id="{464DA046-1206-4A51-F2A9-47667C1C6E43}"/>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75745" y="3580113"/>
            <a:ext cx="606389" cy="606389"/>
          </a:xfrm>
          <a:prstGeom prst="rect">
            <a:avLst/>
          </a:prstGeom>
        </p:spPr>
      </p:pic>
      <p:pic>
        <p:nvPicPr>
          <p:cNvPr id="2" name="Imagen 1" descr="Dibujo de una persona&#10;&#10;El contenido generado por IA puede ser incorrecto.">
            <a:extLst>
              <a:ext uri="{FF2B5EF4-FFF2-40B4-BE49-F238E27FC236}">
                <a16:creationId xmlns:a16="http://schemas.microsoft.com/office/drawing/2014/main" id="{1F13BA32-1ECE-D6B2-6201-639D915D6759}"/>
              </a:ext>
            </a:extLst>
          </p:cNvPr>
          <p:cNvPicPr>
            <a:picLocks noChangeAspect="1"/>
          </p:cNvPicPr>
          <p:nvPr/>
        </p:nvPicPr>
        <p:blipFill>
          <a:blip r:embed="rId5"/>
          <a:stretch>
            <a:fillRect/>
          </a:stretch>
        </p:blipFill>
        <p:spPr>
          <a:xfrm>
            <a:off x="8661417" y="109943"/>
            <a:ext cx="466952" cy="466952"/>
          </a:xfrm>
          <a:prstGeom prst="rect">
            <a:avLst/>
          </a:prstGeom>
        </p:spPr>
      </p:pic>
    </p:spTree>
    <p:extLst>
      <p:ext uri="{BB962C8B-B14F-4D97-AF65-F5344CB8AC3E}">
        <p14:creationId xmlns:p14="http://schemas.microsoft.com/office/powerpoint/2010/main" val="124684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AE783-F156-F969-4427-C4A528B8F9C0}"/>
            </a:ext>
          </a:extLst>
        </p:cNvPr>
        <p:cNvGrpSpPr/>
        <p:nvPr/>
      </p:nvGrpSpPr>
      <p:grpSpPr>
        <a:xfrm>
          <a:off x="0" y="0"/>
          <a:ext cx="0" cy="0"/>
          <a:chOff x="0" y="0"/>
          <a:chExt cx="0" cy="0"/>
        </a:xfrm>
      </p:grpSpPr>
      <p:sp>
        <p:nvSpPr>
          <p:cNvPr id="15" name="Rectángulo: esquinas redondeadas 14">
            <a:extLst>
              <a:ext uri="{FF2B5EF4-FFF2-40B4-BE49-F238E27FC236}">
                <a16:creationId xmlns:a16="http://schemas.microsoft.com/office/drawing/2014/main" id="{E70E8C16-47A5-1629-C727-64723FC2C7D3}"/>
              </a:ext>
            </a:extLst>
          </p:cNvPr>
          <p:cNvSpPr/>
          <p:nvPr/>
        </p:nvSpPr>
        <p:spPr>
          <a:xfrm>
            <a:off x="4590808" y="2095492"/>
            <a:ext cx="27297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F10B3E15-071E-2E77-2849-CB72209B75B8}"/>
              </a:ext>
            </a:extLst>
          </p:cNvPr>
          <p:cNvSpPr/>
          <p:nvPr/>
        </p:nvSpPr>
        <p:spPr>
          <a:xfrm>
            <a:off x="5997830"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A57B5E8C-8F94-7B06-4CD2-3024F53198A4}"/>
              </a:ext>
            </a:extLst>
          </p:cNvPr>
          <p:cNvSpPr/>
          <p:nvPr/>
        </p:nvSpPr>
        <p:spPr>
          <a:xfrm>
            <a:off x="3325121"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Rectángulo: esquinas redondeadas 10">
            <a:extLst>
              <a:ext uri="{FF2B5EF4-FFF2-40B4-BE49-F238E27FC236}">
                <a16:creationId xmlns:a16="http://schemas.microsoft.com/office/drawing/2014/main" id="{49C0579F-3FD2-A252-A70E-828785204CAB}"/>
              </a:ext>
            </a:extLst>
          </p:cNvPr>
          <p:cNvSpPr/>
          <p:nvPr/>
        </p:nvSpPr>
        <p:spPr>
          <a:xfrm>
            <a:off x="652412" y="3502073"/>
            <a:ext cx="23316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DC973BB9-86CC-0623-B56D-7D3E1919E351}"/>
              </a:ext>
            </a:extLst>
          </p:cNvPr>
          <p:cNvSpPr/>
          <p:nvPr/>
        </p:nvSpPr>
        <p:spPr>
          <a:xfrm>
            <a:off x="1393770" y="2089770"/>
            <a:ext cx="2729744"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77CD4E00-5C43-8E86-84CC-9361BF990AF0}"/>
              </a:ext>
            </a:extLst>
          </p:cNvPr>
          <p:cNvSpPr>
            <a:spLocks noGrp="1"/>
          </p:cNvSpPr>
          <p:nvPr>
            <p:ph type="title"/>
          </p:nvPr>
        </p:nvSpPr>
        <p:spPr>
          <a:xfrm>
            <a:off x="330993" y="231777"/>
            <a:ext cx="8789937" cy="307777"/>
          </a:xfrm>
        </p:spPr>
        <p:txBody>
          <a:bodyPr vert="horz"/>
          <a:lstStyle/>
          <a:p>
            <a:r>
              <a:rPr lang="es-MX" noProof="0"/>
              <a:t>Roles</a:t>
            </a:r>
          </a:p>
        </p:txBody>
      </p:sp>
      <p:sp>
        <p:nvSpPr>
          <p:cNvPr id="14" name="Rectangle 3">
            <a:extLst>
              <a:ext uri="{FF2B5EF4-FFF2-40B4-BE49-F238E27FC236}">
                <a16:creationId xmlns:a16="http://schemas.microsoft.com/office/drawing/2014/main" id="{AAB17B55-84CD-0F3D-BDD5-015572EDBC57}"/>
              </a:ext>
            </a:extLst>
          </p:cNvPr>
          <p:cNvSpPr>
            <a:spLocks/>
          </p:cNvSpPr>
          <p:nvPr/>
        </p:nvSpPr>
        <p:spPr bwMode="gray">
          <a:xfrm>
            <a:off x="5029053" y="1148985"/>
            <a:ext cx="3004604" cy="492443"/>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6"/>
                </a:solidFill>
              </a:rPr>
              <a:t>Patrocinador </a:t>
            </a:r>
            <a:r>
              <a:rPr lang="es-MX" sz="2000" b="1" noProof="0" err="1">
                <a:solidFill>
                  <a:schemeClr val="accent6"/>
                </a:solidFill>
              </a:rPr>
              <a:t>estrategico</a:t>
            </a:r>
            <a:endParaRPr lang="es-MX" sz="2000" b="1" noProof="0">
              <a:solidFill>
                <a:schemeClr val="accent6"/>
              </a:solidFill>
            </a:endParaRP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3D838112-190A-8984-3142-3D869435F826}"/>
              </a:ext>
            </a:extLst>
          </p:cNvPr>
          <p:cNvSpPr>
            <a:spLocks/>
          </p:cNvSpPr>
          <p:nvPr/>
        </p:nvSpPr>
        <p:spPr bwMode="gray">
          <a:xfrm>
            <a:off x="1298122" y="1148985"/>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a:solidFill>
                  <a:schemeClr val="accent5"/>
                </a:solidFill>
              </a:rPr>
              <a:t>Top </a:t>
            </a:r>
            <a:r>
              <a:rPr lang="es-MX" sz="2000" noProof="0" err="1">
                <a:solidFill>
                  <a:schemeClr val="accent5"/>
                </a:solidFill>
              </a:rPr>
              <a:t>management</a:t>
            </a:r>
            <a:endParaRPr lang="es-MX" sz="3200" noProof="0">
              <a:solidFill>
                <a:schemeClr val="accent5"/>
              </a:solidFill>
            </a:endParaRPr>
          </a:p>
        </p:txBody>
      </p:sp>
      <p:sp>
        <p:nvSpPr>
          <p:cNvPr id="2" name="Rectangle 3">
            <a:extLst>
              <a:ext uri="{FF2B5EF4-FFF2-40B4-BE49-F238E27FC236}">
                <a16:creationId xmlns:a16="http://schemas.microsoft.com/office/drawing/2014/main" id="{73C5911D-403A-69F6-DD80-59783522D0BA}"/>
              </a:ext>
            </a:extLst>
          </p:cNvPr>
          <p:cNvSpPr>
            <a:spLocks/>
          </p:cNvSpPr>
          <p:nvPr/>
        </p:nvSpPr>
        <p:spPr bwMode="gray">
          <a:xfrm>
            <a:off x="1142662" y="3584237"/>
            <a:ext cx="1467460"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Define prioridades</a:t>
            </a:r>
            <a:endParaRPr lang="es-MX" sz="1800" noProof="0">
              <a:solidFill>
                <a:schemeClr val="bg1"/>
              </a:solidFill>
            </a:endParaRPr>
          </a:p>
        </p:txBody>
      </p:sp>
      <p:sp>
        <p:nvSpPr>
          <p:cNvPr id="3" name="Rectangle 3">
            <a:extLst>
              <a:ext uri="{FF2B5EF4-FFF2-40B4-BE49-F238E27FC236}">
                <a16:creationId xmlns:a16="http://schemas.microsoft.com/office/drawing/2014/main" id="{60E225D6-A2E8-855E-998A-2269E59A9A21}"/>
              </a:ext>
            </a:extLst>
          </p:cNvPr>
          <p:cNvSpPr>
            <a:spLocks/>
          </p:cNvSpPr>
          <p:nvPr/>
        </p:nvSpPr>
        <p:spPr bwMode="gray">
          <a:xfrm>
            <a:off x="3810070" y="3584237"/>
            <a:ext cx="136174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Asigna recursos</a:t>
            </a:r>
            <a:endParaRPr lang="es-MX" sz="1800" noProof="0">
              <a:solidFill>
                <a:schemeClr val="bg1"/>
              </a:solidFill>
            </a:endParaRPr>
          </a:p>
        </p:txBody>
      </p:sp>
      <p:sp>
        <p:nvSpPr>
          <p:cNvPr id="4" name="Rectangle 3">
            <a:extLst>
              <a:ext uri="{FF2B5EF4-FFF2-40B4-BE49-F238E27FC236}">
                <a16:creationId xmlns:a16="http://schemas.microsoft.com/office/drawing/2014/main" id="{A7CF67DE-57D9-A2D4-A9CE-7DB8ED5E37E6}"/>
              </a:ext>
            </a:extLst>
          </p:cNvPr>
          <p:cNvSpPr>
            <a:spLocks/>
          </p:cNvSpPr>
          <p:nvPr/>
        </p:nvSpPr>
        <p:spPr bwMode="gray">
          <a:xfrm>
            <a:off x="5269992" y="2142248"/>
            <a:ext cx="1541923"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Promueve la cultura de mejora continua</a:t>
            </a:r>
            <a:endParaRPr lang="es-MX" sz="1800" noProof="0">
              <a:solidFill>
                <a:schemeClr val="bg1"/>
              </a:solidFill>
            </a:endParaRPr>
          </a:p>
        </p:txBody>
      </p:sp>
      <p:sp>
        <p:nvSpPr>
          <p:cNvPr id="5" name="Rectangle 3">
            <a:extLst>
              <a:ext uri="{FF2B5EF4-FFF2-40B4-BE49-F238E27FC236}">
                <a16:creationId xmlns:a16="http://schemas.microsoft.com/office/drawing/2014/main" id="{FFFC66CE-2556-1934-E434-27D1D29F8C43}"/>
              </a:ext>
            </a:extLst>
          </p:cNvPr>
          <p:cNvSpPr>
            <a:spLocks/>
          </p:cNvSpPr>
          <p:nvPr/>
        </p:nvSpPr>
        <p:spPr bwMode="gray">
          <a:xfrm>
            <a:off x="1475233" y="2126155"/>
            <a:ext cx="2538077"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Da seguimiento a indicadores clave y resultados (Sistema de reuniones)</a:t>
            </a:r>
            <a:endParaRPr lang="es-MX" sz="1800" noProof="0">
              <a:solidFill>
                <a:schemeClr val="bg1"/>
              </a:solidFill>
            </a:endParaRPr>
          </a:p>
        </p:txBody>
      </p:sp>
      <p:sp>
        <p:nvSpPr>
          <p:cNvPr id="6" name="Rectangle 3">
            <a:extLst>
              <a:ext uri="{FF2B5EF4-FFF2-40B4-BE49-F238E27FC236}">
                <a16:creationId xmlns:a16="http://schemas.microsoft.com/office/drawing/2014/main" id="{6F791313-C517-4AFE-082C-04B9B60FE625}"/>
              </a:ext>
            </a:extLst>
          </p:cNvPr>
          <p:cNvSpPr>
            <a:spLocks/>
          </p:cNvSpPr>
          <p:nvPr/>
        </p:nvSpPr>
        <p:spPr bwMode="gray">
          <a:xfrm>
            <a:off x="6246949" y="3587672"/>
            <a:ext cx="2147206"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Reconoce y celebra logros</a:t>
            </a:r>
            <a:endParaRPr lang="es-MX" sz="1800" noProof="0">
              <a:solidFill>
                <a:schemeClr val="bg1"/>
              </a:solidFill>
            </a:endParaRPr>
          </a:p>
        </p:txBody>
      </p:sp>
      <p:pic>
        <p:nvPicPr>
          <p:cNvPr id="29" name="Gráfico 28" descr="Ciclismo en compañía con relleno sólido">
            <a:extLst>
              <a:ext uri="{FF2B5EF4-FFF2-40B4-BE49-F238E27FC236}">
                <a16:creationId xmlns:a16="http://schemas.microsoft.com/office/drawing/2014/main" id="{BCFA84D8-E96F-3FAB-8051-4F10CDB8A78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0763" y="3803588"/>
            <a:ext cx="800359" cy="800359"/>
          </a:xfrm>
          <a:prstGeom prst="rect">
            <a:avLst/>
          </a:prstGeom>
        </p:spPr>
      </p:pic>
      <p:pic>
        <p:nvPicPr>
          <p:cNvPr id="31" name="Gráfico 30" descr="Mejora continua con relleno sólido">
            <a:extLst>
              <a:ext uri="{FF2B5EF4-FFF2-40B4-BE49-F238E27FC236}">
                <a16:creationId xmlns:a16="http://schemas.microsoft.com/office/drawing/2014/main" id="{37D0A562-C65C-3887-DCE9-E820A2C278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976" y="2495487"/>
            <a:ext cx="804182" cy="804182"/>
          </a:xfrm>
          <a:prstGeom prst="rect">
            <a:avLst/>
          </a:prstGeom>
        </p:spPr>
      </p:pic>
      <p:pic>
        <p:nvPicPr>
          <p:cNvPr id="33" name="Gráfico 32" descr="Gráfico de barras con tendencia alcista con relleno sólido">
            <a:extLst>
              <a:ext uri="{FF2B5EF4-FFF2-40B4-BE49-F238E27FC236}">
                <a16:creationId xmlns:a16="http://schemas.microsoft.com/office/drawing/2014/main" id="{542CEBF8-077D-3E95-2043-145012805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83059" y="2564499"/>
            <a:ext cx="633436" cy="633436"/>
          </a:xfrm>
          <a:prstGeom prst="rect">
            <a:avLst/>
          </a:prstGeom>
        </p:spPr>
      </p:pic>
      <p:pic>
        <p:nvPicPr>
          <p:cNvPr id="35" name="Gráfico 34" descr="Portapapeles con relleno sólido">
            <a:extLst>
              <a:ext uri="{FF2B5EF4-FFF2-40B4-BE49-F238E27FC236}">
                <a16:creationId xmlns:a16="http://schemas.microsoft.com/office/drawing/2014/main" id="{A671AB5D-74F5-135E-38C1-25B067BF43B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9542" y="3923464"/>
            <a:ext cx="597383" cy="597383"/>
          </a:xfrm>
          <a:prstGeom prst="rect">
            <a:avLst/>
          </a:prstGeom>
        </p:spPr>
      </p:pic>
      <p:pic>
        <p:nvPicPr>
          <p:cNvPr id="37" name="Gráfico 36" descr="Cinta con relleno sólido">
            <a:extLst>
              <a:ext uri="{FF2B5EF4-FFF2-40B4-BE49-F238E27FC236}">
                <a16:creationId xmlns:a16="http://schemas.microsoft.com/office/drawing/2014/main" id="{AC48BD41-9897-B623-FEA2-9E327C2AC2E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3888" y="3898388"/>
            <a:ext cx="619528" cy="619528"/>
          </a:xfrm>
          <a:prstGeom prst="rect">
            <a:avLst/>
          </a:prstGeom>
        </p:spPr>
      </p:pic>
      <p:sp>
        <p:nvSpPr>
          <p:cNvPr id="40" name="Ellipse 32">
            <a:extLst>
              <a:ext uri="{FF2B5EF4-FFF2-40B4-BE49-F238E27FC236}">
                <a16:creationId xmlns:a16="http://schemas.microsoft.com/office/drawing/2014/main" id="{FD4ED796-3673-6162-0A50-0C3D32ECA82C}"/>
              </a:ext>
            </a:extLst>
          </p:cNvPr>
          <p:cNvSpPr>
            <a:spLocks/>
          </p:cNvSpPr>
          <p:nvPr/>
        </p:nvSpPr>
        <p:spPr bwMode="gray">
          <a:xfrm flipH="1">
            <a:off x="3880411" y="852607"/>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1" name="Grafik 5">
            <a:extLst>
              <a:ext uri="{FF2B5EF4-FFF2-40B4-BE49-F238E27FC236}">
                <a16:creationId xmlns:a16="http://schemas.microsoft.com/office/drawing/2014/main" id="{C242FE60-50D4-C599-A7CA-16D2E9A0D231}"/>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13310" y="981934"/>
            <a:ext cx="659494" cy="659494"/>
          </a:xfrm>
          <a:prstGeom prst="rect">
            <a:avLst/>
          </a:prstGeom>
        </p:spPr>
      </p:pic>
      <p:pic>
        <p:nvPicPr>
          <p:cNvPr id="8" name="Imagen 7" descr="Dibujo de una persona&#10;&#10;El contenido generado por IA puede ser incorrecto.">
            <a:extLst>
              <a:ext uri="{FF2B5EF4-FFF2-40B4-BE49-F238E27FC236}">
                <a16:creationId xmlns:a16="http://schemas.microsoft.com/office/drawing/2014/main" id="{908E1874-7713-82BA-3E97-C8838C4549BC}"/>
              </a:ext>
            </a:extLst>
          </p:cNvPr>
          <p:cNvPicPr>
            <a:picLocks noChangeAspect="1"/>
          </p:cNvPicPr>
          <p:nvPr/>
        </p:nvPicPr>
        <p:blipFill>
          <a:blip r:embed="rId8"/>
          <a:stretch>
            <a:fillRect/>
          </a:stretch>
        </p:blipFill>
        <p:spPr>
          <a:xfrm>
            <a:off x="8661417" y="109943"/>
            <a:ext cx="466952" cy="466952"/>
          </a:xfrm>
          <a:prstGeom prst="rect">
            <a:avLst/>
          </a:prstGeom>
        </p:spPr>
      </p:pic>
    </p:spTree>
    <p:extLst>
      <p:ext uri="{BB962C8B-B14F-4D97-AF65-F5344CB8AC3E}">
        <p14:creationId xmlns:p14="http://schemas.microsoft.com/office/powerpoint/2010/main" val="754775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0EA5E-1A28-9EDD-92A8-0AF8AE8FB9F4}"/>
            </a:ext>
          </a:extLst>
        </p:cNvPr>
        <p:cNvGrpSpPr/>
        <p:nvPr/>
      </p:nvGrpSpPr>
      <p:grpSpPr>
        <a:xfrm>
          <a:off x="0" y="0"/>
          <a:ext cx="0" cy="0"/>
          <a:chOff x="0" y="0"/>
          <a:chExt cx="0" cy="0"/>
        </a:xfrm>
      </p:grpSpPr>
      <p:sp>
        <p:nvSpPr>
          <p:cNvPr id="17" name="Rectángulo: esquinas redondeadas 16">
            <a:extLst>
              <a:ext uri="{FF2B5EF4-FFF2-40B4-BE49-F238E27FC236}">
                <a16:creationId xmlns:a16="http://schemas.microsoft.com/office/drawing/2014/main" id="{D19D817C-2214-43D5-25A3-1B3E0F7DC219}"/>
              </a:ext>
            </a:extLst>
          </p:cNvPr>
          <p:cNvSpPr/>
          <p:nvPr/>
        </p:nvSpPr>
        <p:spPr>
          <a:xfrm>
            <a:off x="4670978" y="3398103"/>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75BD137C-F966-07D0-F9E9-BFC86699C22E}"/>
              </a:ext>
            </a:extLst>
          </p:cNvPr>
          <p:cNvSpPr/>
          <p:nvPr/>
        </p:nvSpPr>
        <p:spPr>
          <a:xfrm>
            <a:off x="2147815" y="3396944"/>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FBE22F0B-C545-B72A-1274-8363E139142A}"/>
              </a:ext>
            </a:extLst>
          </p:cNvPr>
          <p:cNvSpPr/>
          <p:nvPr/>
        </p:nvSpPr>
        <p:spPr>
          <a:xfrm>
            <a:off x="5613291" y="1976578"/>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38796519-A0C1-DB9C-C91F-6E9F26342E6E}"/>
              </a:ext>
            </a:extLst>
          </p:cNvPr>
          <p:cNvSpPr/>
          <p:nvPr/>
        </p:nvSpPr>
        <p:spPr>
          <a:xfrm>
            <a:off x="3373609" y="1976579"/>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01EC698D-B37B-3669-1706-E8EC56F73400}"/>
              </a:ext>
            </a:extLst>
          </p:cNvPr>
          <p:cNvSpPr/>
          <p:nvPr/>
        </p:nvSpPr>
        <p:spPr>
          <a:xfrm>
            <a:off x="1120698" y="1959919"/>
            <a:ext cx="1832179"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DA818BE9-8FD5-C339-4E2A-2CE1AF7E1AE4}"/>
              </a:ext>
            </a:extLst>
          </p:cNvPr>
          <p:cNvSpPr>
            <a:spLocks noGrp="1"/>
          </p:cNvSpPr>
          <p:nvPr>
            <p:ph type="title"/>
          </p:nvPr>
        </p:nvSpPr>
        <p:spPr>
          <a:xfrm>
            <a:off x="330993" y="231777"/>
            <a:ext cx="8789937" cy="307777"/>
          </a:xfrm>
        </p:spPr>
        <p:txBody>
          <a:bodyPr vert="horz"/>
          <a:lstStyle/>
          <a:p>
            <a:r>
              <a:rPr lang="es-MX" noProof="0"/>
              <a:t>Roles</a:t>
            </a:r>
          </a:p>
        </p:txBody>
      </p:sp>
      <p:sp>
        <p:nvSpPr>
          <p:cNvPr id="9" name="Ellipse 32">
            <a:extLst>
              <a:ext uri="{FF2B5EF4-FFF2-40B4-BE49-F238E27FC236}">
                <a16:creationId xmlns:a16="http://schemas.microsoft.com/office/drawing/2014/main" id="{E34122A7-F901-1AF2-2627-59DF84BE1344}"/>
              </a:ext>
            </a:extLst>
          </p:cNvPr>
          <p:cNvSpPr>
            <a:spLocks/>
          </p:cNvSpPr>
          <p:nvPr/>
        </p:nvSpPr>
        <p:spPr bwMode="gray">
          <a:xfrm flipH="1">
            <a:off x="3888575" y="811785"/>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angle 3">
            <a:extLst>
              <a:ext uri="{FF2B5EF4-FFF2-40B4-BE49-F238E27FC236}">
                <a16:creationId xmlns:a16="http://schemas.microsoft.com/office/drawing/2014/main" id="{B4552A22-0D8B-D030-68C7-4D52434F6266}"/>
              </a:ext>
            </a:extLst>
          </p:cNvPr>
          <p:cNvSpPr>
            <a:spLocks/>
          </p:cNvSpPr>
          <p:nvPr/>
        </p:nvSpPr>
        <p:spPr bwMode="gray">
          <a:xfrm>
            <a:off x="4963739" y="1108163"/>
            <a:ext cx="3004604" cy="800219"/>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5"/>
                </a:solidFill>
              </a:rPr>
              <a:t> </a:t>
            </a:r>
            <a:r>
              <a:rPr lang="es-MX" sz="2000" b="1" noProof="0">
                <a:solidFill>
                  <a:schemeClr val="accent6"/>
                </a:solidFill>
              </a:rPr>
              <a:t>Facilitador y supervisor</a:t>
            </a:r>
          </a:p>
          <a:p>
            <a:pPr algn="r">
              <a:buClr>
                <a:srgbClr val="000000"/>
              </a:buClr>
              <a:defRPr/>
            </a:pPr>
            <a:endParaRPr lang="es-MX" sz="2000" b="1" noProof="0">
              <a:solidFill>
                <a:schemeClr val="accent5"/>
              </a:solidFill>
            </a:endParaRP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970014C7-C1E5-3280-3FD2-F4C45F139D43}"/>
              </a:ext>
            </a:extLst>
          </p:cNvPr>
          <p:cNvSpPr>
            <a:spLocks/>
          </p:cNvSpPr>
          <p:nvPr/>
        </p:nvSpPr>
        <p:spPr bwMode="gray">
          <a:xfrm>
            <a:off x="1306286" y="1108163"/>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err="1">
                <a:solidFill>
                  <a:schemeClr val="accent5"/>
                </a:solidFill>
              </a:rPr>
              <a:t>Middle</a:t>
            </a:r>
            <a:r>
              <a:rPr lang="es-MX" sz="2000" noProof="0">
                <a:solidFill>
                  <a:schemeClr val="accent5"/>
                </a:solidFill>
              </a:rPr>
              <a:t> </a:t>
            </a:r>
            <a:r>
              <a:rPr lang="es-MX" sz="2000" noProof="0" err="1">
                <a:solidFill>
                  <a:schemeClr val="accent5"/>
                </a:solidFill>
              </a:rPr>
              <a:t>management</a:t>
            </a:r>
            <a:endParaRPr lang="es-MX" sz="3200" noProof="0">
              <a:solidFill>
                <a:schemeClr val="accent5"/>
              </a:solidFill>
            </a:endParaRPr>
          </a:p>
        </p:txBody>
      </p:sp>
      <p:sp>
        <p:nvSpPr>
          <p:cNvPr id="2" name="Rectangle 3">
            <a:extLst>
              <a:ext uri="{FF2B5EF4-FFF2-40B4-BE49-F238E27FC236}">
                <a16:creationId xmlns:a16="http://schemas.microsoft.com/office/drawing/2014/main" id="{FFA9C014-3F36-EAE8-2921-85F697206499}"/>
              </a:ext>
            </a:extLst>
          </p:cNvPr>
          <p:cNvSpPr>
            <a:spLocks/>
          </p:cNvSpPr>
          <p:nvPr/>
        </p:nvSpPr>
        <p:spPr bwMode="gray">
          <a:xfrm>
            <a:off x="1377657" y="205071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Asegura la disciplina</a:t>
            </a:r>
            <a:endParaRPr lang="es-MX" sz="1800" noProof="0">
              <a:solidFill>
                <a:schemeClr val="bg1"/>
              </a:solidFill>
            </a:endParaRPr>
          </a:p>
        </p:txBody>
      </p:sp>
      <p:sp>
        <p:nvSpPr>
          <p:cNvPr id="3" name="Rectangle 3">
            <a:extLst>
              <a:ext uri="{FF2B5EF4-FFF2-40B4-BE49-F238E27FC236}">
                <a16:creationId xmlns:a16="http://schemas.microsoft.com/office/drawing/2014/main" id="{5D942548-F0AC-255E-AC4F-42283772C0D0}"/>
              </a:ext>
            </a:extLst>
          </p:cNvPr>
          <p:cNvSpPr>
            <a:spLocks/>
          </p:cNvSpPr>
          <p:nvPr/>
        </p:nvSpPr>
        <p:spPr bwMode="gray">
          <a:xfrm>
            <a:off x="3608828" y="2087937"/>
            <a:ext cx="136174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Elimina barreras</a:t>
            </a:r>
            <a:endParaRPr lang="es-MX" sz="1800" noProof="0">
              <a:solidFill>
                <a:schemeClr val="bg1"/>
              </a:solidFill>
            </a:endParaRPr>
          </a:p>
        </p:txBody>
      </p:sp>
      <p:sp>
        <p:nvSpPr>
          <p:cNvPr id="4" name="Rectangle 3">
            <a:extLst>
              <a:ext uri="{FF2B5EF4-FFF2-40B4-BE49-F238E27FC236}">
                <a16:creationId xmlns:a16="http://schemas.microsoft.com/office/drawing/2014/main" id="{6C41E322-65B3-9C67-1F4F-2FF5DA275265}"/>
              </a:ext>
            </a:extLst>
          </p:cNvPr>
          <p:cNvSpPr>
            <a:spLocks/>
          </p:cNvSpPr>
          <p:nvPr/>
        </p:nvSpPr>
        <p:spPr bwMode="gray">
          <a:xfrm>
            <a:off x="5823223" y="2002704"/>
            <a:ext cx="1412314" cy="553998"/>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Monitorea la implementación de contramedidas</a:t>
            </a:r>
            <a:endParaRPr lang="es-MX" sz="1800" noProof="0" dirty="0">
              <a:solidFill>
                <a:schemeClr val="bg1"/>
              </a:solidFill>
            </a:endParaRPr>
          </a:p>
        </p:txBody>
      </p:sp>
      <p:sp>
        <p:nvSpPr>
          <p:cNvPr id="5" name="Rectangle 3">
            <a:extLst>
              <a:ext uri="{FF2B5EF4-FFF2-40B4-BE49-F238E27FC236}">
                <a16:creationId xmlns:a16="http://schemas.microsoft.com/office/drawing/2014/main" id="{A8F04485-34DC-CCBD-5600-1673CD13C7E6}"/>
              </a:ext>
            </a:extLst>
          </p:cNvPr>
          <p:cNvSpPr>
            <a:spLocks/>
          </p:cNvSpPr>
          <p:nvPr/>
        </p:nvSpPr>
        <p:spPr bwMode="gray">
          <a:xfrm>
            <a:off x="1475148" y="3453433"/>
            <a:ext cx="317751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Desarrolla capacidades</a:t>
            </a:r>
            <a:endParaRPr lang="es-MX" sz="1800" noProof="0">
              <a:solidFill>
                <a:schemeClr val="bg1"/>
              </a:solidFill>
            </a:endParaRPr>
          </a:p>
        </p:txBody>
      </p:sp>
      <p:sp>
        <p:nvSpPr>
          <p:cNvPr id="6" name="Rectangle 3">
            <a:extLst>
              <a:ext uri="{FF2B5EF4-FFF2-40B4-BE49-F238E27FC236}">
                <a16:creationId xmlns:a16="http://schemas.microsoft.com/office/drawing/2014/main" id="{90E9DFE0-77E3-DF8F-D2D2-CD57D2223AF9}"/>
              </a:ext>
            </a:extLst>
          </p:cNvPr>
          <p:cNvSpPr>
            <a:spLocks/>
          </p:cNvSpPr>
          <p:nvPr/>
        </p:nvSpPr>
        <p:spPr bwMode="gray">
          <a:xfrm>
            <a:off x="4970571" y="3456016"/>
            <a:ext cx="1592035"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Traduce objetivos</a:t>
            </a:r>
            <a:endParaRPr lang="es-MX" sz="1800" noProof="0">
              <a:solidFill>
                <a:schemeClr val="bg1"/>
              </a:solidFill>
            </a:endParaRPr>
          </a:p>
        </p:txBody>
      </p:sp>
      <p:pic>
        <p:nvPicPr>
          <p:cNvPr id="11" name="Gráfico 10" descr="Muro de ladrillos completo con relleno sólido">
            <a:extLst>
              <a:ext uri="{FF2B5EF4-FFF2-40B4-BE49-F238E27FC236}">
                <a16:creationId xmlns:a16="http://schemas.microsoft.com/office/drawing/2014/main" id="{BF17AD32-6EF2-8D7B-70A5-BC83F6C9B67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10100" y="2266786"/>
            <a:ext cx="781659" cy="781659"/>
          </a:xfrm>
          <a:prstGeom prst="rect">
            <a:avLst/>
          </a:prstGeom>
        </p:spPr>
      </p:pic>
      <p:pic>
        <p:nvPicPr>
          <p:cNvPr id="16" name="Gráfico 15" descr="Cerrar contorno">
            <a:extLst>
              <a:ext uri="{FF2B5EF4-FFF2-40B4-BE49-F238E27FC236}">
                <a16:creationId xmlns:a16="http://schemas.microsoft.com/office/drawing/2014/main" id="{151E98E4-1A8E-D3C7-CA39-0E64C2F976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48614" y="2193765"/>
            <a:ext cx="914400" cy="914400"/>
          </a:xfrm>
          <a:prstGeom prst="rect">
            <a:avLst/>
          </a:prstGeom>
        </p:spPr>
      </p:pic>
      <p:pic>
        <p:nvPicPr>
          <p:cNvPr id="19" name="Gráfico 18" descr="Preguntas con relleno sólido">
            <a:extLst>
              <a:ext uri="{FF2B5EF4-FFF2-40B4-BE49-F238E27FC236}">
                <a16:creationId xmlns:a16="http://schemas.microsoft.com/office/drawing/2014/main" id="{42692D86-6CDC-ED45-D0E2-8BE5FD08B7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0681" y="2585822"/>
            <a:ext cx="537398" cy="537398"/>
          </a:xfrm>
          <a:prstGeom prst="rect">
            <a:avLst/>
          </a:prstGeom>
        </p:spPr>
      </p:pic>
      <p:pic>
        <p:nvPicPr>
          <p:cNvPr id="26" name="Gráfico 25" descr="Crecimiento empresarial con relleno sólido">
            <a:extLst>
              <a:ext uri="{FF2B5EF4-FFF2-40B4-BE49-F238E27FC236}">
                <a16:creationId xmlns:a16="http://schemas.microsoft.com/office/drawing/2014/main" id="{0F326F25-571C-D6DA-1708-F6BFF8489B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95779" y="3709390"/>
            <a:ext cx="723030" cy="723030"/>
          </a:xfrm>
          <a:prstGeom prst="rect">
            <a:avLst/>
          </a:prstGeom>
        </p:spPr>
      </p:pic>
      <p:pic>
        <p:nvPicPr>
          <p:cNvPr id="28" name="Gráfico 27" descr="Objetivo con relleno sólido">
            <a:extLst>
              <a:ext uri="{FF2B5EF4-FFF2-40B4-BE49-F238E27FC236}">
                <a16:creationId xmlns:a16="http://schemas.microsoft.com/office/drawing/2014/main" id="{CADC9D5C-119D-0DA9-571B-1CFC66B389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70759" y="3728952"/>
            <a:ext cx="685064" cy="685064"/>
          </a:xfrm>
          <a:prstGeom prst="rect">
            <a:avLst/>
          </a:prstGeom>
        </p:spPr>
      </p:pic>
      <p:pic>
        <p:nvPicPr>
          <p:cNvPr id="30" name="Grafik 103">
            <a:extLst>
              <a:ext uri="{FF2B5EF4-FFF2-40B4-BE49-F238E27FC236}">
                <a16:creationId xmlns:a16="http://schemas.microsoft.com/office/drawing/2014/main" id="{1DE15DDC-1642-2189-FD6D-74338886349E}"/>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52519" y="886959"/>
            <a:ext cx="773125" cy="773125"/>
          </a:xfrm>
          <a:prstGeom prst="rect">
            <a:avLst/>
          </a:prstGeom>
        </p:spPr>
      </p:pic>
      <p:pic>
        <p:nvPicPr>
          <p:cNvPr id="38" name="Gráfico 37" descr="Obstáculo con relleno sólido">
            <a:extLst>
              <a:ext uri="{FF2B5EF4-FFF2-40B4-BE49-F238E27FC236}">
                <a16:creationId xmlns:a16="http://schemas.microsoft.com/office/drawing/2014/main" id="{4C499181-EA8E-97AB-238D-DF0067D502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734977" y="2326173"/>
            <a:ext cx="634965" cy="634965"/>
          </a:xfrm>
          <a:prstGeom prst="rect">
            <a:avLst/>
          </a:prstGeom>
        </p:spPr>
      </p:pic>
      <p:pic>
        <p:nvPicPr>
          <p:cNvPr id="8" name="Imagen 7" descr="Dibujo de una persona&#10;&#10;El contenido generado por IA puede ser incorrecto.">
            <a:extLst>
              <a:ext uri="{FF2B5EF4-FFF2-40B4-BE49-F238E27FC236}">
                <a16:creationId xmlns:a16="http://schemas.microsoft.com/office/drawing/2014/main" id="{F549FDAD-D6BA-4A20-1006-98463742BF06}"/>
              </a:ext>
            </a:extLst>
          </p:cNvPr>
          <p:cNvPicPr>
            <a:picLocks noChangeAspect="1"/>
          </p:cNvPicPr>
          <p:nvPr/>
        </p:nvPicPr>
        <p:blipFill>
          <a:blip r:embed="rId9"/>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272090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26FCD-7EA4-E435-542F-7B39FE274FBB}"/>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ED4C2A4A-A773-ABBC-E733-BEBED45EB8AA}"/>
              </a:ext>
            </a:extLst>
          </p:cNvPr>
          <p:cNvSpPr/>
          <p:nvPr/>
        </p:nvSpPr>
        <p:spPr>
          <a:xfrm>
            <a:off x="5827181" y="1908382"/>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EA176BBE-8D25-B13D-2B83-8487EA2D9632}"/>
              </a:ext>
            </a:extLst>
          </p:cNvPr>
          <p:cNvSpPr/>
          <p:nvPr/>
        </p:nvSpPr>
        <p:spPr>
          <a:xfrm>
            <a:off x="5852548" y="3207387"/>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Rectángulo: esquinas redondeadas 10">
            <a:extLst>
              <a:ext uri="{FF2B5EF4-FFF2-40B4-BE49-F238E27FC236}">
                <a16:creationId xmlns:a16="http://schemas.microsoft.com/office/drawing/2014/main" id="{44093069-AF07-3173-BCA4-B1EE6A6E06C1}"/>
              </a:ext>
            </a:extLst>
          </p:cNvPr>
          <p:cNvSpPr/>
          <p:nvPr/>
        </p:nvSpPr>
        <p:spPr>
          <a:xfrm>
            <a:off x="625826" y="3207386"/>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6A94EDF4-E006-7F48-7B9F-64E274962808}"/>
              </a:ext>
            </a:extLst>
          </p:cNvPr>
          <p:cNvSpPr/>
          <p:nvPr/>
        </p:nvSpPr>
        <p:spPr>
          <a:xfrm>
            <a:off x="625826" y="1908382"/>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Title 15">
            <a:extLst>
              <a:ext uri="{FF2B5EF4-FFF2-40B4-BE49-F238E27FC236}">
                <a16:creationId xmlns:a16="http://schemas.microsoft.com/office/drawing/2014/main" id="{999AB1BF-1CA7-4DE9-E1A0-EE8817221462}"/>
              </a:ext>
            </a:extLst>
          </p:cNvPr>
          <p:cNvSpPr>
            <a:spLocks noGrp="1"/>
          </p:cNvSpPr>
          <p:nvPr>
            <p:ph type="title"/>
          </p:nvPr>
        </p:nvSpPr>
        <p:spPr>
          <a:xfrm>
            <a:off x="330993" y="231777"/>
            <a:ext cx="8789937" cy="307777"/>
          </a:xfrm>
        </p:spPr>
        <p:txBody>
          <a:bodyPr vert="horz"/>
          <a:lstStyle/>
          <a:p>
            <a:r>
              <a:rPr lang="es-MX" noProof="0"/>
              <a:t>Roles</a:t>
            </a:r>
          </a:p>
        </p:txBody>
      </p:sp>
      <p:sp>
        <p:nvSpPr>
          <p:cNvPr id="9" name="Ellipse 32">
            <a:extLst>
              <a:ext uri="{FF2B5EF4-FFF2-40B4-BE49-F238E27FC236}">
                <a16:creationId xmlns:a16="http://schemas.microsoft.com/office/drawing/2014/main" id="{5099E795-40D5-FAD4-1796-361D5131B6A6}"/>
              </a:ext>
            </a:extLst>
          </p:cNvPr>
          <p:cNvSpPr>
            <a:spLocks/>
          </p:cNvSpPr>
          <p:nvPr/>
        </p:nvSpPr>
        <p:spPr bwMode="gray">
          <a:xfrm flipH="1">
            <a:off x="3806933" y="811785"/>
            <a:ext cx="897996" cy="918148"/>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angle 3">
            <a:extLst>
              <a:ext uri="{FF2B5EF4-FFF2-40B4-BE49-F238E27FC236}">
                <a16:creationId xmlns:a16="http://schemas.microsoft.com/office/drawing/2014/main" id="{DB9A7378-7ACB-ABD8-E45A-5A1240C989B6}"/>
              </a:ext>
            </a:extLst>
          </p:cNvPr>
          <p:cNvSpPr>
            <a:spLocks/>
          </p:cNvSpPr>
          <p:nvPr/>
        </p:nvSpPr>
        <p:spPr bwMode="gray">
          <a:xfrm>
            <a:off x="4743453" y="1108163"/>
            <a:ext cx="2457449" cy="800219"/>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b="1" noProof="0">
                <a:solidFill>
                  <a:schemeClr val="accent5"/>
                </a:solidFill>
              </a:rPr>
              <a:t> </a:t>
            </a:r>
            <a:r>
              <a:rPr lang="es-MX" sz="2000" b="1" noProof="0">
                <a:solidFill>
                  <a:schemeClr val="accent6"/>
                </a:solidFill>
              </a:rPr>
              <a:t>Ejecutor y detector</a:t>
            </a:r>
          </a:p>
          <a:p>
            <a:pPr algn="r">
              <a:buClr>
                <a:srgbClr val="000000"/>
              </a:buClr>
              <a:defRPr/>
            </a:pPr>
            <a:endParaRPr lang="es-MX" sz="2000" b="1" noProof="0">
              <a:solidFill>
                <a:schemeClr val="accent5"/>
              </a:solidFill>
            </a:endParaRPr>
          </a:p>
          <a:p>
            <a:pPr algn="r">
              <a:buClr>
                <a:srgbClr val="000000"/>
              </a:buClr>
              <a:defRPr/>
            </a:pPr>
            <a:endParaRPr lang="es-MX" sz="1200" b="1" noProof="0">
              <a:solidFill>
                <a:schemeClr val="accent5"/>
              </a:solidFill>
            </a:endParaRPr>
          </a:p>
        </p:txBody>
      </p:sp>
      <p:sp>
        <p:nvSpPr>
          <p:cNvPr id="18" name="Rectangle 3">
            <a:extLst>
              <a:ext uri="{FF2B5EF4-FFF2-40B4-BE49-F238E27FC236}">
                <a16:creationId xmlns:a16="http://schemas.microsoft.com/office/drawing/2014/main" id="{D61E3489-B2DF-F7D0-7F07-0205A4A1A524}"/>
              </a:ext>
            </a:extLst>
          </p:cNvPr>
          <p:cNvSpPr>
            <a:spLocks/>
          </p:cNvSpPr>
          <p:nvPr/>
        </p:nvSpPr>
        <p:spPr bwMode="gray">
          <a:xfrm>
            <a:off x="1224644" y="1108163"/>
            <a:ext cx="2331644" cy="307777"/>
          </a:xfrm>
          <a:prstGeom prst="rect">
            <a:avLst/>
          </a:prstGeom>
          <a:noFill/>
          <a:ln w="9525" algn="ctr">
            <a:noFill/>
            <a:miter lim="800000"/>
            <a:headEnd/>
            <a:tailEnd/>
          </a:ln>
          <a:effectLst/>
        </p:spPr>
        <p:txBody>
          <a:bodyPr wrap="square" lIns="0" tIns="0" rIns="0" bIns="0" anchor="t">
            <a:spAutoFit/>
          </a:bodyPr>
          <a:lstStyle/>
          <a:p>
            <a:pPr algn="r">
              <a:buClr>
                <a:srgbClr val="000000"/>
              </a:buClr>
              <a:defRPr/>
            </a:pPr>
            <a:r>
              <a:rPr lang="es-MX" sz="2000" noProof="0">
                <a:solidFill>
                  <a:schemeClr val="accent5"/>
                </a:solidFill>
              </a:rPr>
              <a:t>Front line</a:t>
            </a:r>
            <a:endParaRPr lang="es-MX" sz="3200" noProof="0">
              <a:solidFill>
                <a:schemeClr val="accent5"/>
              </a:solidFill>
            </a:endParaRPr>
          </a:p>
        </p:txBody>
      </p:sp>
      <p:sp>
        <p:nvSpPr>
          <p:cNvPr id="2" name="Rectangle 3">
            <a:extLst>
              <a:ext uri="{FF2B5EF4-FFF2-40B4-BE49-F238E27FC236}">
                <a16:creationId xmlns:a16="http://schemas.microsoft.com/office/drawing/2014/main" id="{DF95B66A-2D3E-0B99-8D39-2E992EA53342}"/>
              </a:ext>
            </a:extLst>
          </p:cNvPr>
          <p:cNvSpPr>
            <a:spLocks/>
          </p:cNvSpPr>
          <p:nvPr/>
        </p:nvSpPr>
        <p:spPr bwMode="gray">
          <a:xfrm>
            <a:off x="1002879" y="207011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Identifica problemas</a:t>
            </a:r>
            <a:endParaRPr lang="es-MX" sz="1800" noProof="0">
              <a:solidFill>
                <a:schemeClr val="bg1"/>
              </a:solidFill>
            </a:endParaRPr>
          </a:p>
        </p:txBody>
      </p:sp>
      <p:sp>
        <p:nvSpPr>
          <p:cNvPr id="3" name="Rectangle 3">
            <a:extLst>
              <a:ext uri="{FF2B5EF4-FFF2-40B4-BE49-F238E27FC236}">
                <a16:creationId xmlns:a16="http://schemas.microsoft.com/office/drawing/2014/main" id="{9B7C54BA-1332-F1D7-871C-EFE9A0D468FB}"/>
              </a:ext>
            </a:extLst>
          </p:cNvPr>
          <p:cNvSpPr>
            <a:spLocks/>
          </p:cNvSpPr>
          <p:nvPr/>
        </p:nvSpPr>
        <p:spPr bwMode="gray">
          <a:xfrm>
            <a:off x="858711" y="3264412"/>
            <a:ext cx="1753208"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Participa activamente</a:t>
            </a:r>
            <a:endParaRPr lang="es-MX" sz="1800" noProof="0">
              <a:solidFill>
                <a:schemeClr val="bg1"/>
              </a:solidFill>
            </a:endParaRPr>
          </a:p>
        </p:txBody>
      </p:sp>
      <p:sp>
        <p:nvSpPr>
          <p:cNvPr id="4" name="Rectangle 3">
            <a:extLst>
              <a:ext uri="{FF2B5EF4-FFF2-40B4-BE49-F238E27FC236}">
                <a16:creationId xmlns:a16="http://schemas.microsoft.com/office/drawing/2014/main" id="{6749CBA2-3BA0-432C-90E6-7582085D8CD1}"/>
              </a:ext>
            </a:extLst>
          </p:cNvPr>
          <p:cNvSpPr>
            <a:spLocks/>
          </p:cNvSpPr>
          <p:nvPr/>
        </p:nvSpPr>
        <p:spPr bwMode="gray">
          <a:xfrm>
            <a:off x="5290361" y="2076080"/>
            <a:ext cx="3317453"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Documenta y estandariza</a:t>
            </a:r>
            <a:endParaRPr lang="es-MX" sz="1800" noProof="0">
              <a:solidFill>
                <a:schemeClr val="bg1"/>
              </a:solidFill>
            </a:endParaRPr>
          </a:p>
        </p:txBody>
      </p:sp>
      <p:sp>
        <p:nvSpPr>
          <p:cNvPr id="5" name="Rectangle 3">
            <a:extLst>
              <a:ext uri="{FF2B5EF4-FFF2-40B4-BE49-F238E27FC236}">
                <a16:creationId xmlns:a16="http://schemas.microsoft.com/office/drawing/2014/main" id="{E5724CEB-5ED5-3FB3-5BD8-E9076C3D753A}"/>
              </a:ext>
            </a:extLst>
          </p:cNvPr>
          <p:cNvSpPr>
            <a:spLocks/>
          </p:cNvSpPr>
          <p:nvPr/>
        </p:nvSpPr>
        <p:spPr bwMode="gray">
          <a:xfrm>
            <a:off x="5360331" y="3266459"/>
            <a:ext cx="317751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Adoptan la mejora continua</a:t>
            </a:r>
            <a:endParaRPr lang="es-MX" sz="1800" noProof="0">
              <a:solidFill>
                <a:schemeClr val="bg1"/>
              </a:solidFill>
            </a:endParaRPr>
          </a:p>
        </p:txBody>
      </p:sp>
      <p:pic>
        <p:nvPicPr>
          <p:cNvPr id="8" name="Grafik 63">
            <a:extLst>
              <a:ext uri="{FF2B5EF4-FFF2-40B4-BE49-F238E27FC236}">
                <a16:creationId xmlns:a16="http://schemas.microsoft.com/office/drawing/2014/main" id="{B80D1521-0676-C006-2413-EEC8482551C0}"/>
              </a:ext>
            </a:extLst>
          </p:cNvPr>
          <p:cNvPicPr>
            <a:picLocks noChangeAspect="1"/>
          </p:cNvPicPr>
          <p:nvPr/>
        </p:nvPicPr>
        <p:blipFill>
          <a:blip cstate="screen">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52048" y="868553"/>
            <a:ext cx="800219" cy="800219"/>
          </a:xfrm>
          <a:prstGeom prst="rect">
            <a:avLst/>
          </a:prstGeom>
        </p:spPr>
      </p:pic>
      <p:pic>
        <p:nvPicPr>
          <p:cNvPr id="12" name="Gráfico 11" descr="Lupa con relleno sólido">
            <a:extLst>
              <a:ext uri="{FF2B5EF4-FFF2-40B4-BE49-F238E27FC236}">
                <a16:creationId xmlns:a16="http://schemas.microsoft.com/office/drawing/2014/main" id="{B082D33D-8927-9DDC-EC09-BB9719251E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8542" y="2304430"/>
            <a:ext cx="671309" cy="671309"/>
          </a:xfrm>
          <a:prstGeom prst="rect">
            <a:avLst/>
          </a:prstGeom>
        </p:spPr>
      </p:pic>
      <p:pic>
        <p:nvPicPr>
          <p:cNvPr id="15" name="Gráfico 14" descr="Lluvia de ideas de grupo con relleno sólido">
            <a:extLst>
              <a:ext uri="{FF2B5EF4-FFF2-40B4-BE49-F238E27FC236}">
                <a16:creationId xmlns:a16="http://schemas.microsoft.com/office/drawing/2014/main" id="{8606ACE3-5273-5C78-2F4B-77B29F5E60D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21618" y="3473841"/>
            <a:ext cx="713623" cy="713623"/>
          </a:xfrm>
          <a:prstGeom prst="rect">
            <a:avLst/>
          </a:prstGeom>
        </p:spPr>
      </p:pic>
      <p:pic>
        <p:nvPicPr>
          <p:cNvPr id="20" name="Gráfico 19" descr="Documento con relleno sólido">
            <a:extLst>
              <a:ext uri="{FF2B5EF4-FFF2-40B4-BE49-F238E27FC236}">
                <a16:creationId xmlns:a16="http://schemas.microsoft.com/office/drawing/2014/main" id="{DDA6012E-FFC1-9C45-38B6-12230BDCBB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8430" y="2319308"/>
            <a:ext cx="629613" cy="629613"/>
          </a:xfrm>
          <a:prstGeom prst="rect">
            <a:avLst/>
          </a:prstGeom>
        </p:spPr>
      </p:pic>
      <p:pic>
        <p:nvPicPr>
          <p:cNvPr id="32" name="Gráfico 31" descr="Cerebro izquierdo y derecho con relleno sólido">
            <a:extLst>
              <a:ext uri="{FF2B5EF4-FFF2-40B4-BE49-F238E27FC236}">
                <a16:creationId xmlns:a16="http://schemas.microsoft.com/office/drawing/2014/main" id="{77CF7176-944B-E496-C8C3-D1C17AD160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35939" y="3548265"/>
            <a:ext cx="694594" cy="694594"/>
          </a:xfrm>
          <a:prstGeom prst="rect">
            <a:avLst/>
          </a:prstGeom>
        </p:spPr>
      </p:pic>
      <p:pic>
        <p:nvPicPr>
          <p:cNvPr id="6" name="Imagen 5" descr="Dibujo de una persona&#10;&#10;El contenido generado por IA puede ser incorrecto.">
            <a:extLst>
              <a:ext uri="{FF2B5EF4-FFF2-40B4-BE49-F238E27FC236}">
                <a16:creationId xmlns:a16="http://schemas.microsoft.com/office/drawing/2014/main" id="{B8FE1814-E824-C311-8A36-CF678FBB975E}"/>
              </a:ext>
            </a:extLst>
          </p:cNvPr>
          <p:cNvPicPr>
            <a:picLocks noChangeAspect="1"/>
          </p:cNvPicPr>
          <p:nvPr/>
        </p:nvPicPr>
        <p:blipFill>
          <a:blip r:embed="rId7"/>
          <a:stretch>
            <a:fillRect/>
          </a:stretch>
        </p:blipFill>
        <p:spPr>
          <a:xfrm>
            <a:off x="8661417" y="109943"/>
            <a:ext cx="466952" cy="466952"/>
          </a:xfrm>
          <a:prstGeom prst="rect">
            <a:avLst/>
          </a:prstGeom>
        </p:spPr>
      </p:pic>
      <p:sp>
        <p:nvSpPr>
          <p:cNvPr id="17" name="Rectángulo: esquinas redondeadas 16">
            <a:extLst>
              <a:ext uri="{FF2B5EF4-FFF2-40B4-BE49-F238E27FC236}">
                <a16:creationId xmlns:a16="http://schemas.microsoft.com/office/drawing/2014/main" id="{A82AD503-A102-0430-D150-40E917578BD7}"/>
              </a:ext>
            </a:extLst>
          </p:cNvPr>
          <p:cNvSpPr/>
          <p:nvPr/>
        </p:nvSpPr>
        <p:spPr>
          <a:xfrm>
            <a:off x="3218969" y="2571750"/>
            <a:ext cx="2205733" cy="114189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angle 3">
            <a:extLst>
              <a:ext uri="{FF2B5EF4-FFF2-40B4-BE49-F238E27FC236}">
                <a16:creationId xmlns:a16="http://schemas.microsoft.com/office/drawing/2014/main" id="{468AEDB4-4FE3-6C97-3E12-7B26C7A423FE}"/>
              </a:ext>
            </a:extLst>
          </p:cNvPr>
          <p:cNvSpPr>
            <a:spLocks/>
          </p:cNvSpPr>
          <p:nvPr/>
        </p:nvSpPr>
        <p:spPr bwMode="gray">
          <a:xfrm>
            <a:off x="3527083" y="2719963"/>
            <a:ext cx="1879473" cy="184666"/>
          </a:xfrm>
          <a:prstGeom prst="rect">
            <a:avLst/>
          </a:prstGeom>
          <a:noFill/>
          <a:ln w="9525" algn="ctr">
            <a:noFill/>
            <a:miter lim="800000"/>
            <a:headEnd/>
            <a:tailEnd/>
          </a:ln>
          <a:effectLst/>
        </p:spPr>
        <p:txBody>
          <a:bodyPr wrap="square" lIns="0" tIns="0" rIns="0" bIns="0" anchor="t">
            <a:spAutoFit/>
          </a:bodyPr>
          <a:lstStyle/>
          <a:p>
            <a:pPr>
              <a:buClr>
                <a:srgbClr val="000000"/>
              </a:buClr>
              <a:defRPr/>
            </a:pPr>
            <a:r>
              <a:rPr lang="es-MX" sz="1200" noProof="0">
                <a:solidFill>
                  <a:schemeClr val="bg1"/>
                </a:solidFill>
              </a:rPr>
              <a:t>Resuelven problemas</a:t>
            </a:r>
            <a:endParaRPr lang="es-MX" sz="1800" noProof="0">
              <a:solidFill>
                <a:schemeClr val="bg1"/>
              </a:solidFill>
            </a:endParaRPr>
          </a:p>
        </p:txBody>
      </p:sp>
      <p:pic>
        <p:nvPicPr>
          <p:cNvPr id="23" name="Gráfico 22" descr="Lluvia de ideas con relleno sólido">
            <a:extLst>
              <a:ext uri="{FF2B5EF4-FFF2-40B4-BE49-F238E27FC236}">
                <a16:creationId xmlns:a16="http://schemas.microsoft.com/office/drawing/2014/main" id="{F28D266F-5169-E198-1754-2D25753CA5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60760" y="2948921"/>
            <a:ext cx="711854" cy="711854"/>
          </a:xfrm>
          <a:prstGeom prst="rect">
            <a:avLst/>
          </a:prstGeom>
        </p:spPr>
      </p:pic>
    </p:spTree>
    <p:extLst>
      <p:ext uri="{BB962C8B-B14F-4D97-AF65-F5344CB8AC3E}">
        <p14:creationId xmlns:p14="http://schemas.microsoft.com/office/powerpoint/2010/main" val="4013550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5B23-4668-1CCE-3194-0579270209B3}"/>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01BD1173-8055-1BD2-EBE8-CD4FC601AAC2}"/>
              </a:ext>
            </a:extLst>
          </p:cNvPr>
          <p:cNvSpPr/>
          <p:nvPr/>
        </p:nvSpPr>
        <p:spPr>
          <a:xfrm>
            <a:off x="1946440" y="2059053"/>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CEC64D1F-47B6-234E-7014-50A3DA3E0BD4}"/>
              </a:ext>
            </a:extLst>
          </p:cNvPr>
          <p:cNvSpPr/>
          <p:nvPr/>
        </p:nvSpPr>
        <p:spPr>
          <a:xfrm>
            <a:off x="1078173" y="879329"/>
            <a:ext cx="6441743" cy="894411"/>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48933389-0A1C-DB2E-F1CC-C1F17ACF6458}"/>
              </a:ext>
            </a:extLst>
          </p:cNvPr>
          <p:cNvSpPr>
            <a:spLocks noGrp="1"/>
          </p:cNvSpPr>
          <p:nvPr>
            <p:ph type="title"/>
          </p:nvPr>
        </p:nvSpPr>
        <p:spPr>
          <a:xfrm>
            <a:off x="330993" y="313420"/>
            <a:ext cx="8482014" cy="307777"/>
          </a:xfrm>
        </p:spPr>
        <p:txBody>
          <a:bodyPr/>
          <a:lstStyle/>
          <a:p>
            <a:pPr algn="ctr"/>
            <a:r>
              <a:rPr lang="es-MX" noProof="0"/>
              <a:t>Captura de problemas</a:t>
            </a:r>
          </a:p>
        </p:txBody>
      </p:sp>
      <p:sp>
        <p:nvSpPr>
          <p:cNvPr id="5" name="CuadroTexto 7">
            <a:extLst>
              <a:ext uri="{FF2B5EF4-FFF2-40B4-BE49-F238E27FC236}">
                <a16:creationId xmlns:a16="http://schemas.microsoft.com/office/drawing/2014/main" id="{D066B5DF-ABBD-AA7B-C143-574109F8BBE8}"/>
              </a:ext>
            </a:extLst>
          </p:cNvPr>
          <p:cNvSpPr txBox="1"/>
          <p:nvPr/>
        </p:nvSpPr>
        <p:spPr>
          <a:xfrm>
            <a:off x="1341971" y="1060093"/>
            <a:ext cx="566662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bg1"/>
                </a:solidFill>
              </a:rPr>
              <a:t>Los problemas forman parte del día a día en la terminal, tener el espacio para recolectar y priorizar problemas es un paso muy importante dentro del sistema de </a:t>
            </a:r>
            <a:r>
              <a:rPr lang="es-MX" sz="1100" noProof="0" err="1">
                <a:solidFill>
                  <a:schemeClr val="bg1"/>
                </a:solidFill>
              </a:rPr>
              <a:t>Problem</a:t>
            </a:r>
            <a:r>
              <a:rPr lang="es-MX" sz="1100" noProof="0">
                <a:solidFill>
                  <a:schemeClr val="bg1"/>
                </a:solidFill>
              </a:rPr>
              <a:t> </a:t>
            </a:r>
            <a:r>
              <a:rPr lang="es-MX" sz="1100" noProof="0" err="1">
                <a:solidFill>
                  <a:schemeClr val="bg1"/>
                </a:solidFill>
              </a:rPr>
              <a:t>solving</a:t>
            </a:r>
            <a:r>
              <a:rPr lang="es-MX" sz="1100" noProof="0">
                <a:solidFill>
                  <a:schemeClr val="bg1"/>
                </a:solidFill>
              </a:rPr>
              <a:t>.</a:t>
            </a:r>
          </a:p>
          <a:p>
            <a:pPr algn="just"/>
            <a:endParaRPr lang="es-MX" sz="1100" noProof="0">
              <a:solidFill>
                <a:schemeClr val="tx1"/>
              </a:solidFill>
            </a:endParaRPr>
          </a:p>
        </p:txBody>
      </p:sp>
      <p:sp>
        <p:nvSpPr>
          <p:cNvPr id="15" name="Rectángulo 14">
            <a:extLst>
              <a:ext uri="{FF2B5EF4-FFF2-40B4-BE49-F238E27FC236}">
                <a16:creationId xmlns:a16="http://schemas.microsoft.com/office/drawing/2014/main" id="{0E649BF7-5393-5B6C-887C-F43B7B6F84C2}"/>
              </a:ext>
            </a:extLst>
          </p:cNvPr>
          <p:cNvSpPr/>
          <p:nvPr/>
        </p:nvSpPr>
        <p:spPr>
          <a:xfrm>
            <a:off x="6372547" y="3253182"/>
            <a:ext cx="1391837" cy="1107996"/>
          </a:xfrm>
          <a:prstGeom prst="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No tener problemas es un gran problema</a:t>
            </a:r>
          </a:p>
          <a:p>
            <a:pPr algn="ctr"/>
            <a:endParaRPr lang="es-MX" sz="1200" noProof="0">
              <a:solidFill>
                <a:srgbClr val="FFFFFF"/>
              </a:solidFill>
            </a:endParaRPr>
          </a:p>
        </p:txBody>
      </p:sp>
      <p:pic>
        <p:nvPicPr>
          <p:cNvPr id="1026" name="Picture 2" descr="advertencia en símbolo y signo de triángulo 11030484 PNG">
            <a:extLst>
              <a:ext uri="{FF2B5EF4-FFF2-40B4-BE49-F238E27FC236}">
                <a16:creationId xmlns:a16="http://schemas.microsoft.com/office/drawing/2014/main" id="{556C2328-75E2-C117-4818-5AB561710A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5705" y="4041253"/>
            <a:ext cx="585520" cy="585520"/>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7">
            <a:extLst>
              <a:ext uri="{FF2B5EF4-FFF2-40B4-BE49-F238E27FC236}">
                <a16:creationId xmlns:a16="http://schemas.microsoft.com/office/drawing/2014/main" id="{23E8BDE4-1971-A490-BA9D-C63FEE189867}"/>
              </a:ext>
            </a:extLst>
          </p:cNvPr>
          <p:cNvSpPr txBox="1"/>
          <p:nvPr/>
        </p:nvSpPr>
        <p:spPr>
          <a:xfrm>
            <a:off x="5903121" y="2056337"/>
            <a:ext cx="3240879" cy="110799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buFont typeface="Arial" panose="020B0604020202020204" pitchFamily="34" charset="0"/>
              <a:buChar char="•"/>
            </a:pPr>
            <a:r>
              <a:rPr lang="es-MX" sz="1100" noProof="0">
                <a:solidFill>
                  <a:schemeClr val="accent5"/>
                </a:solidFill>
              </a:rPr>
              <a:t>Estándar </a:t>
            </a:r>
            <a:r>
              <a:rPr lang="es-MX" sz="1100" noProof="0" err="1">
                <a:solidFill>
                  <a:schemeClr val="accent5"/>
                </a:solidFill>
              </a:rPr>
              <a:t>work</a:t>
            </a:r>
            <a:r>
              <a:rPr lang="es-MX" sz="1100" noProof="0">
                <a:solidFill>
                  <a:schemeClr val="accent5"/>
                </a:solidFill>
              </a:rPr>
              <a:t> &amp; performance </a:t>
            </a:r>
            <a:r>
              <a:rPr lang="es-MX" sz="1100" noProof="0" err="1">
                <a:solidFill>
                  <a:schemeClr val="accent5"/>
                </a:solidFill>
              </a:rPr>
              <a:t>management</a:t>
            </a:r>
            <a:endParaRPr lang="es-MX" sz="1100" noProof="0">
              <a:solidFill>
                <a:schemeClr val="accent5"/>
              </a:solidFill>
            </a:endParaRPr>
          </a:p>
          <a:p>
            <a:pPr marL="171450" indent="-171450" algn="just">
              <a:buFont typeface="Arial" panose="020B0604020202020204" pitchFamily="34" charset="0"/>
              <a:buChar char="•"/>
            </a:pPr>
            <a:r>
              <a:rPr lang="es-MX" sz="1100" noProof="0" err="1">
                <a:solidFill>
                  <a:schemeClr val="accent5"/>
                </a:solidFill>
              </a:rPr>
              <a:t>Genba</a:t>
            </a:r>
            <a:endParaRPr lang="es-MX" sz="1100" noProof="0">
              <a:solidFill>
                <a:schemeClr val="accent5"/>
              </a:solidFill>
            </a:endParaRPr>
          </a:p>
          <a:p>
            <a:pPr marL="171450" indent="-171450" algn="just">
              <a:buFont typeface="Arial" panose="020B0604020202020204" pitchFamily="34" charset="0"/>
              <a:buChar char="•"/>
            </a:pPr>
            <a:r>
              <a:rPr lang="es-MX" sz="1100" noProof="0" err="1">
                <a:solidFill>
                  <a:schemeClr val="accent5"/>
                </a:solidFill>
              </a:rPr>
              <a:t>Voice</a:t>
            </a:r>
            <a:r>
              <a:rPr lang="es-MX" sz="1100" noProof="0">
                <a:solidFill>
                  <a:schemeClr val="accent5"/>
                </a:solidFill>
              </a:rPr>
              <a:t> </a:t>
            </a:r>
            <a:r>
              <a:rPr lang="es-MX" sz="1100" noProof="0" err="1">
                <a:solidFill>
                  <a:schemeClr val="accent5"/>
                </a:solidFill>
              </a:rPr>
              <a:t>of</a:t>
            </a:r>
            <a:r>
              <a:rPr lang="es-MX" sz="1100" noProof="0">
                <a:solidFill>
                  <a:schemeClr val="accent5"/>
                </a:solidFill>
              </a:rPr>
              <a:t> </a:t>
            </a:r>
            <a:r>
              <a:rPr lang="es-MX" sz="1100" noProof="0" err="1">
                <a:solidFill>
                  <a:schemeClr val="accent5"/>
                </a:solidFill>
              </a:rPr>
              <a:t>the</a:t>
            </a:r>
            <a:r>
              <a:rPr lang="es-MX" sz="1100" noProof="0">
                <a:solidFill>
                  <a:schemeClr val="accent5"/>
                </a:solidFill>
              </a:rPr>
              <a:t> </a:t>
            </a:r>
            <a:r>
              <a:rPr lang="es-MX" sz="1100" noProof="0" err="1">
                <a:solidFill>
                  <a:schemeClr val="accent5"/>
                </a:solidFill>
              </a:rPr>
              <a:t>costumer</a:t>
            </a:r>
            <a:r>
              <a:rPr lang="es-MX" sz="1100" noProof="0">
                <a:solidFill>
                  <a:schemeClr val="accent5"/>
                </a:solidFill>
              </a:rPr>
              <a:t> (</a:t>
            </a:r>
            <a:r>
              <a:rPr lang="es-MX" sz="1100" noProof="0" err="1">
                <a:solidFill>
                  <a:schemeClr val="accent5"/>
                </a:solidFill>
              </a:rPr>
              <a:t>costumer</a:t>
            </a:r>
            <a:r>
              <a:rPr lang="es-MX" sz="1100" noProof="0">
                <a:solidFill>
                  <a:schemeClr val="accent5"/>
                </a:solidFill>
              </a:rPr>
              <a:t> </a:t>
            </a:r>
            <a:r>
              <a:rPr lang="es-MX" sz="1100" noProof="0" err="1">
                <a:solidFill>
                  <a:schemeClr val="accent5"/>
                </a:solidFill>
              </a:rPr>
              <a:t>feedback</a:t>
            </a:r>
            <a:r>
              <a:rPr lang="es-MX" sz="1100" noProof="0">
                <a:solidFill>
                  <a:schemeClr val="accent5"/>
                </a:solidFill>
              </a:rPr>
              <a:t>)</a:t>
            </a:r>
          </a:p>
          <a:p>
            <a:pPr marL="171450" indent="-171450" algn="just">
              <a:buFont typeface="Arial" panose="020B0604020202020204" pitchFamily="34" charset="0"/>
              <a:buChar char="•"/>
            </a:pPr>
            <a:r>
              <a:rPr lang="es-MX" sz="1100" noProof="0">
                <a:solidFill>
                  <a:schemeClr val="accent5"/>
                </a:solidFill>
              </a:rPr>
              <a:t>Auditorias</a:t>
            </a:r>
          </a:p>
          <a:p>
            <a:pPr marL="171450" indent="-171450" algn="just">
              <a:buFont typeface="Arial" panose="020B0604020202020204" pitchFamily="34" charset="0"/>
              <a:buChar char="•"/>
            </a:pPr>
            <a:r>
              <a:rPr lang="es-MX" sz="1100" noProof="0">
                <a:solidFill>
                  <a:schemeClr val="accent5"/>
                </a:solidFill>
              </a:rPr>
              <a:t>Safety </a:t>
            </a:r>
            <a:r>
              <a:rPr lang="es-MX" sz="1100" noProof="0" err="1">
                <a:solidFill>
                  <a:schemeClr val="accent5"/>
                </a:solidFill>
              </a:rPr>
              <a:t>incidents</a:t>
            </a:r>
            <a:endParaRPr lang="es-MX" sz="1100" noProof="0">
              <a:solidFill>
                <a:schemeClr val="accent5"/>
              </a:solidFill>
            </a:endParaRPr>
          </a:p>
          <a:p>
            <a:pPr algn="just"/>
            <a:endParaRPr lang="es-MX" sz="1100" noProof="0">
              <a:solidFill>
                <a:schemeClr val="tx1"/>
              </a:solidFill>
            </a:endParaRPr>
          </a:p>
        </p:txBody>
      </p:sp>
      <p:pic>
        <p:nvPicPr>
          <p:cNvPr id="7" name="Imagen 6" descr="Dibujo de una persona&#10;&#10;El contenido generado por IA puede ser incorrecto.">
            <a:extLst>
              <a:ext uri="{FF2B5EF4-FFF2-40B4-BE49-F238E27FC236}">
                <a16:creationId xmlns:a16="http://schemas.microsoft.com/office/drawing/2014/main" id="{76EC6DC1-FF17-824E-01D7-98F49D91AE53}"/>
              </a:ext>
            </a:extLst>
          </p:cNvPr>
          <p:cNvPicPr>
            <a:picLocks noChangeAspect="1"/>
          </p:cNvPicPr>
          <p:nvPr/>
        </p:nvPicPr>
        <p:blipFill>
          <a:blip r:embed="rId3"/>
          <a:stretch>
            <a:fillRect/>
          </a:stretch>
        </p:blipFill>
        <p:spPr>
          <a:xfrm>
            <a:off x="8661417" y="109943"/>
            <a:ext cx="466952" cy="466952"/>
          </a:xfrm>
          <a:prstGeom prst="rect">
            <a:avLst/>
          </a:prstGeom>
        </p:spPr>
      </p:pic>
      <p:sp>
        <p:nvSpPr>
          <p:cNvPr id="10" name="Rectángulo 9">
            <a:extLst>
              <a:ext uri="{FF2B5EF4-FFF2-40B4-BE49-F238E27FC236}">
                <a16:creationId xmlns:a16="http://schemas.microsoft.com/office/drawing/2014/main" id="{E842A366-28C6-6D74-6053-631D4EC536FF}"/>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Lámina para líderes</a:t>
            </a:r>
          </a:p>
        </p:txBody>
      </p:sp>
      <p:pic>
        <p:nvPicPr>
          <p:cNvPr id="14" name="Imagen 13" descr="Código QR&#10;&#10;El contenido generado por IA puede ser incorrecto.">
            <a:extLst>
              <a:ext uri="{FF2B5EF4-FFF2-40B4-BE49-F238E27FC236}">
                <a16:creationId xmlns:a16="http://schemas.microsoft.com/office/drawing/2014/main" id="{D084AECA-F6BC-2374-87FA-1A3FA6E27F38}"/>
              </a:ext>
            </a:extLst>
          </p:cNvPr>
          <p:cNvPicPr>
            <a:picLocks noChangeAspect="1"/>
          </p:cNvPicPr>
          <p:nvPr/>
        </p:nvPicPr>
        <p:blipFill>
          <a:blip r:embed="rId4"/>
          <a:srcRect b="8975"/>
          <a:stretch>
            <a:fillRect/>
          </a:stretch>
        </p:blipFill>
        <p:spPr>
          <a:xfrm>
            <a:off x="2326038" y="2247378"/>
            <a:ext cx="2057153" cy="2019882"/>
          </a:xfrm>
          <a:prstGeom prst="rect">
            <a:avLst/>
          </a:prstGeom>
        </p:spPr>
      </p:pic>
      <p:sp>
        <p:nvSpPr>
          <p:cNvPr id="17" name="CuadroTexto 7">
            <a:extLst>
              <a:ext uri="{FF2B5EF4-FFF2-40B4-BE49-F238E27FC236}">
                <a16:creationId xmlns:a16="http://schemas.microsoft.com/office/drawing/2014/main" id="{825EC0D2-E7F1-861F-AF28-A56D28102CF0}"/>
              </a:ext>
            </a:extLst>
          </p:cNvPr>
          <p:cNvSpPr txBox="1"/>
          <p:nvPr/>
        </p:nvSpPr>
        <p:spPr>
          <a:xfrm>
            <a:off x="2152303" y="4342173"/>
            <a:ext cx="240462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bg1"/>
                </a:solidFill>
              </a:rPr>
              <a:t>FORMULARIO PARA CAPTURA DE PROBLEMAS</a:t>
            </a:r>
          </a:p>
        </p:txBody>
      </p:sp>
    </p:spTree>
    <p:extLst>
      <p:ext uri="{BB962C8B-B14F-4D97-AF65-F5344CB8AC3E}">
        <p14:creationId xmlns:p14="http://schemas.microsoft.com/office/powerpoint/2010/main" val="40561096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B5B3E-55F7-B827-CAA0-49142EC195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D2AAF-3797-2866-9D5F-AD60B509521D}"/>
              </a:ext>
            </a:extLst>
          </p:cNvPr>
          <p:cNvSpPr>
            <a:spLocks noGrp="1"/>
          </p:cNvSpPr>
          <p:nvPr>
            <p:ph type="title"/>
          </p:nvPr>
        </p:nvSpPr>
        <p:spPr>
          <a:xfrm>
            <a:off x="330993" y="313420"/>
            <a:ext cx="8482014" cy="307777"/>
          </a:xfrm>
        </p:spPr>
        <p:txBody>
          <a:bodyPr/>
          <a:lstStyle/>
          <a:p>
            <a:pPr algn="ctr"/>
            <a:r>
              <a:rPr lang="es-MX" noProof="0"/>
              <a:t>Equipo de solucionadores de problemas</a:t>
            </a:r>
          </a:p>
        </p:txBody>
      </p:sp>
      <p:sp>
        <p:nvSpPr>
          <p:cNvPr id="3" name="CuadroTexto 7">
            <a:extLst>
              <a:ext uri="{FF2B5EF4-FFF2-40B4-BE49-F238E27FC236}">
                <a16:creationId xmlns:a16="http://schemas.microsoft.com/office/drawing/2014/main" id="{6E28233D-9CDF-8354-2F42-E940BE85074D}"/>
              </a:ext>
            </a:extLst>
          </p:cNvPr>
          <p:cNvSpPr txBox="1"/>
          <p:nvPr/>
        </p:nvSpPr>
        <p:spPr>
          <a:xfrm>
            <a:off x="2888725" y="534406"/>
            <a:ext cx="384539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s-MX" sz="1100" b="1" noProof="0">
                <a:solidFill>
                  <a:schemeClr val="accent6"/>
                </a:solidFill>
              </a:rPr>
              <a:t>Colaboración efectiva para resolver problemas</a:t>
            </a:r>
          </a:p>
          <a:p>
            <a:pPr marL="171450" indent="-171450" algn="just">
              <a:lnSpc>
                <a:spcPct val="150000"/>
              </a:lnSpc>
              <a:buFont typeface="Arial" panose="020B0604020202020204" pitchFamily="34" charset="0"/>
              <a:buChar char="•"/>
            </a:pPr>
            <a:endParaRPr lang="es-MX" sz="1100" noProof="0">
              <a:solidFill>
                <a:schemeClr val="accent6"/>
              </a:solidFill>
            </a:endParaRPr>
          </a:p>
          <a:p>
            <a:pPr algn="just"/>
            <a:endParaRPr lang="es-MX" sz="1100" noProof="0">
              <a:solidFill>
                <a:schemeClr val="tx1"/>
              </a:solidFill>
            </a:endParaRPr>
          </a:p>
        </p:txBody>
      </p:sp>
      <p:sp>
        <p:nvSpPr>
          <p:cNvPr id="4" name="Ellipse 32">
            <a:extLst>
              <a:ext uri="{FF2B5EF4-FFF2-40B4-BE49-F238E27FC236}">
                <a16:creationId xmlns:a16="http://schemas.microsoft.com/office/drawing/2014/main" id="{AEC73328-4AE5-8766-D677-F4A613AB4EDC}"/>
              </a:ext>
            </a:extLst>
          </p:cNvPr>
          <p:cNvSpPr>
            <a:spLocks/>
          </p:cNvSpPr>
          <p:nvPr/>
        </p:nvSpPr>
        <p:spPr bwMode="gray">
          <a:xfrm flipH="1">
            <a:off x="3331040" y="1646467"/>
            <a:ext cx="2253332" cy="2182585"/>
          </a:xfrm>
          <a:prstGeom prst="ellipse">
            <a:avLst/>
          </a:prstGeom>
          <a:solidFill>
            <a:schemeClr val="bg1"/>
          </a:solidFill>
          <a:ln w="381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9" name="Gráfico 8" descr="Usuarios con relleno sólido">
            <a:extLst>
              <a:ext uri="{FF2B5EF4-FFF2-40B4-BE49-F238E27FC236}">
                <a16:creationId xmlns:a16="http://schemas.microsoft.com/office/drawing/2014/main" id="{32C4A626-5C4A-F0FC-A32D-097DDBA600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43420" y="2282213"/>
            <a:ext cx="1637417" cy="1637417"/>
          </a:xfrm>
          <a:prstGeom prst="rect">
            <a:avLst/>
          </a:prstGeom>
        </p:spPr>
      </p:pic>
      <p:pic>
        <p:nvPicPr>
          <p:cNvPr id="11" name="Gráfico 10" descr="Usuario con relleno sólido">
            <a:extLst>
              <a:ext uri="{FF2B5EF4-FFF2-40B4-BE49-F238E27FC236}">
                <a16:creationId xmlns:a16="http://schemas.microsoft.com/office/drawing/2014/main" id="{4537C382-F213-62C1-71FE-0C433C2EC4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08480" y="1710515"/>
            <a:ext cx="914400" cy="914400"/>
          </a:xfrm>
          <a:prstGeom prst="rect">
            <a:avLst/>
          </a:prstGeom>
        </p:spPr>
      </p:pic>
      <p:pic>
        <p:nvPicPr>
          <p:cNvPr id="14" name="Gráfico 13" descr="Excelente con relleno sólido">
            <a:extLst>
              <a:ext uri="{FF2B5EF4-FFF2-40B4-BE49-F238E27FC236}">
                <a16:creationId xmlns:a16="http://schemas.microsoft.com/office/drawing/2014/main" id="{0721643C-54B2-758C-4D20-2959C9E3E0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0630" y="2106088"/>
            <a:ext cx="352250" cy="352250"/>
          </a:xfrm>
          <a:prstGeom prst="rect">
            <a:avLst/>
          </a:prstGeom>
        </p:spPr>
      </p:pic>
      <p:sp>
        <p:nvSpPr>
          <p:cNvPr id="15" name="Ellipse 32">
            <a:extLst>
              <a:ext uri="{FF2B5EF4-FFF2-40B4-BE49-F238E27FC236}">
                <a16:creationId xmlns:a16="http://schemas.microsoft.com/office/drawing/2014/main" id="{8A8333F0-200F-3F31-84E2-21DE4E3B47D8}"/>
              </a:ext>
            </a:extLst>
          </p:cNvPr>
          <p:cNvSpPr>
            <a:spLocks/>
          </p:cNvSpPr>
          <p:nvPr/>
        </p:nvSpPr>
        <p:spPr bwMode="gray">
          <a:xfrm flipH="1">
            <a:off x="704608" y="1323156"/>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6" name="Gráfico 15" descr="Usuario con relleno sólido">
            <a:extLst>
              <a:ext uri="{FF2B5EF4-FFF2-40B4-BE49-F238E27FC236}">
                <a16:creationId xmlns:a16="http://schemas.microsoft.com/office/drawing/2014/main" id="{B81ABB1D-650C-A0F4-C24B-2A8E5D25C8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9033" y="1366146"/>
            <a:ext cx="561481" cy="561481"/>
          </a:xfrm>
          <a:prstGeom prst="rect">
            <a:avLst/>
          </a:prstGeom>
        </p:spPr>
      </p:pic>
      <p:pic>
        <p:nvPicPr>
          <p:cNvPr id="17" name="Gráfico 16" descr="Excelente con relleno sólido">
            <a:extLst>
              <a:ext uri="{FF2B5EF4-FFF2-40B4-BE49-F238E27FC236}">
                <a16:creationId xmlns:a16="http://schemas.microsoft.com/office/drawing/2014/main" id="{79816B8B-7FA1-9C68-2072-3276CAC732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2428" y="1585365"/>
            <a:ext cx="250300" cy="250300"/>
          </a:xfrm>
          <a:prstGeom prst="rect">
            <a:avLst/>
          </a:prstGeom>
        </p:spPr>
      </p:pic>
      <p:sp>
        <p:nvSpPr>
          <p:cNvPr id="18" name="Title 1">
            <a:extLst>
              <a:ext uri="{FF2B5EF4-FFF2-40B4-BE49-F238E27FC236}">
                <a16:creationId xmlns:a16="http://schemas.microsoft.com/office/drawing/2014/main" id="{743B94D7-FAC3-DF9F-6A3A-D91001C8DB15}"/>
              </a:ext>
            </a:extLst>
          </p:cNvPr>
          <p:cNvSpPr txBox="1">
            <a:spLocks/>
          </p:cNvSpPr>
          <p:nvPr/>
        </p:nvSpPr>
        <p:spPr>
          <a:xfrm>
            <a:off x="1452546" y="1342971"/>
            <a:ext cx="1651478"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El dueño del proceso </a:t>
            </a:r>
            <a:r>
              <a:rPr lang="es-MX" sz="1400" b="0" noProof="0"/>
              <a:t>es el líder del </a:t>
            </a:r>
            <a:r>
              <a:rPr lang="es-MX" sz="1400" b="0" noProof="0" err="1"/>
              <a:t>problem</a:t>
            </a:r>
            <a:r>
              <a:rPr lang="es-MX" sz="1400" b="0" noProof="0"/>
              <a:t> </a:t>
            </a:r>
            <a:r>
              <a:rPr lang="es-MX" sz="1400" b="0" noProof="0" err="1"/>
              <a:t>solving</a:t>
            </a:r>
            <a:r>
              <a:rPr lang="es-MX" sz="1400" b="0" noProof="0"/>
              <a:t> </a:t>
            </a:r>
          </a:p>
        </p:txBody>
      </p:sp>
      <p:sp>
        <p:nvSpPr>
          <p:cNvPr id="20" name="Ellipse 32">
            <a:extLst>
              <a:ext uri="{FF2B5EF4-FFF2-40B4-BE49-F238E27FC236}">
                <a16:creationId xmlns:a16="http://schemas.microsoft.com/office/drawing/2014/main" id="{2C6AE7FD-B8FD-F540-FAB5-1F16C9A3CB8F}"/>
              </a:ext>
            </a:extLst>
          </p:cNvPr>
          <p:cNvSpPr>
            <a:spLocks/>
          </p:cNvSpPr>
          <p:nvPr/>
        </p:nvSpPr>
        <p:spPr bwMode="gray">
          <a:xfrm flipH="1">
            <a:off x="6397325" y="3068673"/>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s-MX" sz="1349" noProof="0">
              <a:solidFill>
                <a:schemeClr val="accent5"/>
              </a:solidFill>
            </a:endParaRPr>
          </a:p>
        </p:txBody>
      </p:sp>
      <p:sp>
        <p:nvSpPr>
          <p:cNvPr id="21" name="Title 1">
            <a:extLst>
              <a:ext uri="{FF2B5EF4-FFF2-40B4-BE49-F238E27FC236}">
                <a16:creationId xmlns:a16="http://schemas.microsoft.com/office/drawing/2014/main" id="{5604752C-383E-7F07-6E8E-87DE3F212280}"/>
              </a:ext>
            </a:extLst>
          </p:cNvPr>
          <p:cNvSpPr txBox="1">
            <a:spLocks/>
          </p:cNvSpPr>
          <p:nvPr/>
        </p:nvSpPr>
        <p:spPr>
          <a:xfrm>
            <a:off x="5896752" y="3111890"/>
            <a:ext cx="1651478"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t>4</a:t>
            </a:r>
          </a:p>
        </p:txBody>
      </p:sp>
      <p:sp>
        <p:nvSpPr>
          <p:cNvPr id="22" name="Title 1">
            <a:extLst>
              <a:ext uri="{FF2B5EF4-FFF2-40B4-BE49-F238E27FC236}">
                <a16:creationId xmlns:a16="http://schemas.microsoft.com/office/drawing/2014/main" id="{E3D9927E-B4FF-F335-826A-30AFA85CDA4C}"/>
              </a:ext>
            </a:extLst>
          </p:cNvPr>
          <p:cNvSpPr txBox="1">
            <a:spLocks/>
          </p:cNvSpPr>
          <p:nvPr/>
        </p:nvSpPr>
        <p:spPr>
          <a:xfrm>
            <a:off x="7273803" y="3173445"/>
            <a:ext cx="1651478"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t>Máximo </a:t>
            </a:r>
            <a:endParaRPr lang="es-MX" sz="1400" b="0" noProof="0"/>
          </a:p>
          <a:p>
            <a:r>
              <a:rPr lang="es-MX" sz="1400" b="0" noProof="0"/>
              <a:t>4 integrantes </a:t>
            </a:r>
          </a:p>
        </p:txBody>
      </p:sp>
      <p:sp>
        <p:nvSpPr>
          <p:cNvPr id="23" name="Title 1">
            <a:extLst>
              <a:ext uri="{FF2B5EF4-FFF2-40B4-BE49-F238E27FC236}">
                <a16:creationId xmlns:a16="http://schemas.microsoft.com/office/drawing/2014/main" id="{6D400E5F-A57C-AE81-006D-160B17C2E462}"/>
              </a:ext>
            </a:extLst>
          </p:cNvPr>
          <p:cNvSpPr txBox="1">
            <a:spLocks/>
          </p:cNvSpPr>
          <p:nvPr/>
        </p:nvSpPr>
        <p:spPr>
          <a:xfrm>
            <a:off x="2888725" y="4400750"/>
            <a:ext cx="3363809"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Equipos pequeños, impacto grande</a:t>
            </a:r>
            <a:endParaRPr lang="es-MX" sz="1400" b="0" noProof="0"/>
          </a:p>
        </p:txBody>
      </p:sp>
      <p:pic>
        <p:nvPicPr>
          <p:cNvPr id="5" name="Imagen 4" descr="Dibujo de una persona&#10;&#10;El contenido generado por IA puede ser incorrecto.">
            <a:extLst>
              <a:ext uri="{FF2B5EF4-FFF2-40B4-BE49-F238E27FC236}">
                <a16:creationId xmlns:a16="http://schemas.microsoft.com/office/drawing/2014/main" id="{53BCF395-7329-683E-5CC1-4C99A9C879EC}"/>
              </a:ext>
            </a:extLst>
          </p:cNvPr>
          <p:cNvPicPr>
            <a:picLocks noChangeAspect="1"/>
          </p:cNvPicPr>
          <p:nvPr/>
        </p:nvPicPr>
        <p:blipFill>
          <a:blip r:embed="rId6"/>
          <a:stretch>
            <a:fillRect/>
          </a:stretch>
        </p:blipFill>
        <p:spPr>
          <a:xfrm>
            <a:off x="8661417" y="109943"/>
            <a:ext cx="466952" cy="466952"/>
          </a:xfrm>
          <a:prstGeom prst="rect">
            <a:avLst/>
          </a:prstGeom>
        </p:spPr>
      </p:pic>
    </p:spTree>
    <p:extLst>
      <p:ext uri="{BB962C8B-B14F-4D97-AF65-F5344CB8AC3E}">
        <p14:creationId xmlns:p14="http://schemas.microsoft.com/office/powerpoint/2010/main" val="2310704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9E8CE-CFDD-CA0E-7543-3584EA1100D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0D1B860-D870-A3D6-848B-088F9B42D798}"/>
              </a:ext>
            </a:extLst>
          </p:cNvPr>
          <p:cNvSpPr/>
          <p:nvPr/>
        </p:nvSpPr>
        <p:spPr>
          <a:xfrm>
            <a:off x="702955" y="765399"/>
            <a:ext cx="7549117" cy="3915585"/>
          </a:xfrm>
          <a:prstGeom prst="rect">
            <a:avLst/>
          </a:prstGeom>
          <a:solidFill>
            <a:schemeClr val="bg1"/>
          </a:solidFill>
          <a:ln w="2857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w</a:t>
            </a:r>
          </a:p>
        </p:txBody>
      </p:sp>
      <p:graphicFrame>
        <p:nvGraphicFramePr>
          <p:cNvPr id="18" name="think-cell data - do not delete" hidden="1">
            <a:extLst>
              <a:ext uri="{FF2B5EF4-FFF2-40B4-BE49-F238E27FC236}">
                <a16:creationId xmlns:a16="http://schemas.microsoft.com/office/drawing/2014/main" id="{026031B1-93A0-6C2A-2BC4-B73E1770CF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026031B1-93A0-6C2A-2BC4-B73E1770CF5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DC16E3C-D478-687C-BBEE-CEC695951002}"/>
              </a:ext>
            </a:extLst>
          </p:cNvPr>
          <p:cNvSpPr>
            <a:spLocks noGrp="1"/>
          </p:cNvSpPr>
          <p:nvPr>
            <p:ph type="title"/>
          </p:nvPr>
        </p:nvSpPr>
        <p:spPr>
          <a:xfrm>
            <a:off x="1877217" y="232045"/>
            <a:ext cx="8482014" cy="307777"/>
          </a:xfrm>
        </p:spPr>
        <p:txBody>
          <a:bodyPr vert="horz"/>
          <a:lstStyle/>
          <a:p>
            <a:r>
              <a:rPr lang="es-MX" noProof="0"/>
              <a:t>Despliegue (visual </a:t>
            </a:r>
            <a:r>
              <a:rPr lang="es-MX" noProof="0" err="1"/>
              <a:t>management</a:t>
            </a:r>
            <a:r>
              <a:rPr lang="es-MX" noProof="0"/>
              <a:t> </a:t>
            </a:r>
            <a:r>
              <a:rPr lang="es-MX" noProof="0" err="1"/>
              <a:t>system</a:t>
            </a:r>
            <a:r>
              <a:rPr lang="es-MX" noProof="0"/>
              <a:t>)</a:t>
            </a:r>
          </a:p>
        </p:txBody>
      </p:sp>
      <p:sp>
        <p:nvSpPr>
          <p:cNvPr id="3" name="Elipse 2">
            <a:extLst>
              <a:ext uri="{FF2B5EF4-FFF2-40B4-BE49-F238E27FC236}">
                <a16:creationId xmlns:a16="http://schemas.microsoft.com/office/drawing/2014/main" id="{5B0A5505-66A2-A423-B2DD-000FD81D58DC}"/>
              </a:ext>
            </a:extLst>
          </p:cNvPr>
          <p:cNvSpPr/>
          <p:nvPr/>
        </p:nvSpPr>
        <p:spPr>
          <a:xfrm>
            <a:off x="1364893" y="1731320"/>
            <a:ext cx="2231827" cy="2228884"/>
          </a:xfrm>
          <a:prstGeom prst="ellipse">
            <a:avLst/>
          </a:prstGeom>
          <a:solidFill>
            <a:schemeClr val="accent3">
              <a:lumMod val="20000"/>
              <a:lumOff val="80000"/>
            </a:schemeClr>
          </a:solidFill>
          <a:ln w="381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7" name="Conector recto 6">
            <a:extLst>
              <a:ext uri="{FF2B5EF4-FFF2-40B4-BE49-F238E27FC236}">
                <a16:creationId xmlns:a16="http://schemas.microsoft.com/office/drawing/2014/main" id="{B0CAD580-E913-5311-C0B5-050B2338F935}"/>
              </a:ext>
            </a:extLst>
          </p:cNvPr>
          <p:cNvCxnSpPr>
            <a:cxnSpLocks/>
          </p:cNvCxnSpPr>
          <p:nvPr/>
        </p:nvCxnSpPr>
        <p:spPr>
          <a:xfrm flipV="1">
            <a:off x="2480804" y="1745746"/>
            <a:ext cx="0" cy="689929"/>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11620228-CD3A-2B7F-D09D-B2B1A1A8FB50}"/>
              </a:ext>
            </a:extLst>
          </p:cNvPr>
          <p:cNvCxnSpPr>
            <a:cxnSpLocks/>
            <a:stCxn id="3" idx="6"/>
          </p:cNvCxnSpPr>
          <p:nvPr/>
        </p:nvCxnSpPr>
        <p:spPr>
          <a:xfrm flipH="1" flipV="1">
            <a:off x="2856888" y="2835397"/>
            <a:ext cx="739832" cy="10365"/>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873B827E-B3A6-DB3D-249C-BD2AC680C04E}"/>
              </a:ext>
            </a:extLst>
          </p:cNvPr>
          <p:cNvCxnSpPr>
            <a:cxnSpLocks/>
            <a:stCxn id="3" idx="2"/>
            <a:endCxn id="11" idx="2"/>
          </p:cNvCxnSpPr>
          <p:nvPr/>
        </p:nvCxnSpPr>
        <p:spPr>
          <a:xfrm flipV="1">
            <a:off x="1364893" y="2835408"/>
            <a:ext cx="739828" cy="10354"/>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a:extLst>
              <a:ext uri="{FF2B5EF4-FFF2-40B4-BE49-F238E27FC236}">
                <a16:creationId xmlns:a16="http://schemas.microsoft.com/office/drawing/2014/main" id="{812100BE-2ACA-2F55-F14A-94867650D924}"/>
              </a:ext>
            </a:extLst>
          </p:cNvPr>
          <p:cNvSpPr/>
          <p:nvPr/>
        </p:nvSpPr>
        <p:spPr>
          <a:xfrm>
            <a:off x="2104721" y="2459528"/>
            <a:ext cx="752167" cy="751759"/>
          </a:xfrm>
          <a:prstGeom prst="ellipse">
            <a:avLst/>
          </a:prstGeom>
          <a:solidFill>
            <a:schemeClr val="accent3">
              <a:lumMod val="20000"/>
              <a:lumOff val="80000"/>
            </a:schemeClr>
          </a:solidFill>
          <a:ln w="2857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Imagen 9" descr="Dibujo de una persona&#10;&#10;El contenido generado por IA puede ser incorrecto.">
            <a:extLst>
              <a:ext uri="{FF2B5EF4-FFF2-40B4-BE49-F238E27FC236}">
                <a16:creationId xmlns:a16="http://schemas.microsoft.com/office/drawing/2014/main" id="{BA14CA9A-308E-D44C-FD1F-0526C90D66DE}"/>
              </a:ext>
            </a:extLst>
          </p:cNvPr>
          <p:cNvPicPr>
            <a:picLocks noChangeAspect="1"/>
          </p:cNvPicPr>
          <p:nvPr/>
        </p:nvPicPr>
        <p:blipFill>
          <a:blip r:embed="rId6"/>
          <a:stretch>
            <a:fillRect/>
          </a:stretch>
        </p:blipFill>
        <p:spPr>
          <a:xfrm>
            <a:off x="2180028" y="2510778"/>
            <a:ext cx="601555" cy="601555"/>
          </a:xfrm>
          <a:prstGeom prst="rect">
            <a:avLst/>
          </a:prstGeom>
        </p:spPr>
      </p:pic>
      <p:cxnSp>
        <p:nvCxnSpPr>
          <p:cNvPr id="12" name="Conector recto 11">
            <a:extLst>
              <a:ext uri="{FF2B5EF4-FFF2-40B4-BE49-F238E27FC236}">
                <a16:creationId xmlns:a16="http://schemas.microsoft.com/office/drawing/2014/main" id="{6C1F9F30-782D-B948-196C-00896B281775}"/>
              </a:ext>
            </a:extLst>
          </p:cNvPr>
          <p:cNvCxnSpPr>
            <a:cxnSpLocks/>
            <a:stCxn id="3" idx="4"/>
          </p:cNvCxnSpPr>
          <p:nvPr/>
        </p:nvCxnSpPr>
        <p:spPr>
          <a:xfrm flipH="1" flipV="1">
            <a:off x="2480804" y="3213655"/>
            <a:ext cx="3" cy="746549"/>
          </a:xfrm>
          <a:prstGeom prst="line">
            <a:avLst/>
          </a:prstGeom>
          <a:ln w="2857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8CF3BEA-4B5E-D87A-0A37-F9FC7BABD2DC}"/>
              </a:ext>
            </a:extLst>
          </p:cNvPr>
          <p:cNvSpPr txBox="1">
            <a:spLocks/>
          </p:cNvSpPr>
          <p:nvPr/>
        </p:nvSpPr>
        <p:spPr>
          <a:xfrm>
            <a:off x="1646939" y="2093470"/>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P</a:t>
            </a:r>
          </a:p>
        </p:txBody>
      </p:sp>
      <p:sp>
        <p:nvSpPr>
          <p:cNvPr id="24" name="Title 1">
            <a:extLst>
              <a:ext uri="{FF2B5EF4-FFF2-40B4-BE49-F238E27FC236}">
                <a16:creationId xmlns:a16="http://schemas.microsoft.com/office/drawing/2014/main" id="{65093A5A-38F8-7F3E-EB1B-610911330D39}"/>
              </a:ext>
            </a:extLst>
          </p:cNvPr>
          <p:cNvSpPr txBox="1">
            <a:spLocks/>
          </p:cNvSpPr>
          <p:nvPr/>
        </p:nvSpPr>
        <p:spPr>
          <a:xfrm>
            <a:off x="2656748" y="2064242"/>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O</a:t>
            </a:r>
          </a:p>
        </p:txBody>
      </p:sp>
      <p:sp>
        <p:nvSpPr>
          <p:cNvPr id="25" name="Title 1">
            <a:extLst>
              <a:ext uri="{FF2B5EF4-FFF2-40B4-BE49-F238E27FC236}">
                <a16:creationId xmlns:a16="http://schemas.microsoft.com/office/drawing/2014/main" id="{8807D7C9-3149-7116-47CD-89DD40036875}"/>
              </a:ext>
            </a:extLst>
          </p:cNvPr>
          <p:cNvSpPr txBox="1">
            <a:spLocks/>
          </p:cNvSpPr>
          <p:nvPr/>
        </p:nvSpPr>
        <p:spPr>
          <a:xfrm>
            <a:off x="1614110" y="3052575"/>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T</a:t>
            </a:r>
          </a:p>
        </p:txBody>
      </p:sp>
      <p:sp>
        <p:nvSpPr>
          <p:cNvPr id="26" name="Title 1">
            <a:extLst>
              <a:ext uri="{FF2B5EF4-FFF2-40B4-BE49-F238E27FC236}">
                <a16:creationId xmlns:a16="http://schemas.microsoft.com/office/drawing/2014/main" id="{D3385E26-D743-46E8-929F-125B0E8ED4C4}"/>
              </a:ext>
            </a:extLst>
          </p:cNvPr>
          <p:cNvSpPr txBox="1">
            <a:spLocks/>
          </p:cNvSpPr>
          <p:nvPr/>
        </p:nvSpPr>
        <p:spPr>
          <a:xfrm>
            <a:off x="2667782" y="3052491"/>
            <a:ext cx="682792"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solidFill>
                  <a:schemeClr val="accent6"/>
                </a:solidFill>
              </a:rPr>
              <a:t>R</a:t>
            </a:r>
          </a:p>
        </p:txBody>
      </p:sp>
      <p:sp>
        <p:nvSpPr>
          <p:cNvPr id="44" name="Rectángulo: esquinas redondeadas 43">
            <a:extLst>
              <a:ext uri="{FF2B5EF4-FFF2-40B4-BE49-F238E27FC236}">
                <a16:creationId xmlns:a16="http://schemas.microsoft.com/office/drawing/2014/main" id="{A78E04A4-F41B-3605-3F0F-E50C818A19E5}"/>
              </a:ext>
            </a:extLst>
          </p:cNvPr>
          <p:cNvSpPr/>
          <p:nvPr/>
        </p:nvSpPr>
        <p:spPr>
          <a:xfrm>
            <a:off x="1400531" y="4059557"/>
            <a:ext cx="219777" cy="268511"/>
          </a:xfrm>
          <a:prstGeom prst="roundRect">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3" name="Gráfico 42" descr="Signo de intercalación hacia abajo con relleno sólido">
            <a:extLst>
              <a:ext uri="{FF2B5EF4-FFF2-40B4-BE49-F238E27FC236}">
                <a16:creationId xmlns:a16="http://schemas.microsoft.com/office/drawing/2014/main" id="{B2C0EF66-BC48-B3D5-6F6B-AC9456ED07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8428" y="4109590"/>
            <a:ext cx="268511" cy="268511"/>
          </a:xfrm>
          <a:prstGeom prst="rect">
            <a:avLst/>
          </a:prstGeom>
        </p:spPr>
      </p:pic>
      <p:pic>
        <p:nvPicPr>
          <p:cNvPr id="42" name="Gráfico 41" descr="Signo de intercalación hacia abajo con relleno sólido">
            <a:extLst>
              <a:ext uri="{FF2B5EF4-FFF2-40B4-BE49-F238E27FC236}">
                <a16:creationId xmlns:a16="http://schemas.microsoft.com/office/drawing/2014/main" id="{761FA5A0-66C5-B95D-9866-26F97484AAD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76163" y="4027365"/>
            <a:ext cx="268511" cy="268511"/>
          </a:xfrm>
          <a:prstGeom prst="rect">
            <a:avLst/>
          </a:prstGeom>
        </p:spPr>
      </p:pic>
      <p:pic>
        <p:nvPicPr>
          <p:cNvPr id="46" name="Gráfico 45" descr="Ojo con relleno sólido">
            <a:extLst>
              <a:ext uri="{FF2B5EF4-FFF2-40B4-BE49-F238E27FC236}">
                <a16:creationId xmlns:a16="http://schemas.microsoft.com/office/drawing/2014/main" id="{20F3844D-BDFB-7887-2ED8-A6397D4098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26618" y="4041997"/>
            <a:ext cx="313493" cy="313493"/>
          </a:xfrm>
          <a:prstGeom prst="rect">
            <a:avLst/>
          </a:prstGeom>
        </p:spPr>
      </p:pic>
      <p:pic>
        <p:nvPicPr>
          <p:cNvPr id="48" name="Gráfico 47" descr="Figura de dibujo con relleno sólido">
            <a:extLst>
              <a:ext uri="{FF2B5EF4-FFF2-40B4-BE49-F238E27FC236}">
                <a16:creationId xmlns:a16="http://schemas.microsoft.com/office/drawing/2014/main" id="{41E1F02A-68A9-790B-1B0A-0FB707E9109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08427" y="4064760"/>
            <a:ext cx="261450" cy="261450"/>
          </a:xfrm>
          <a:prstGeom prst="rect">
            <a:avLst/>
          </a:prstGeom>
        </p:spPr>
      </p:pic>
      <p:pic>
        <p:nvPicPr>
          <p:cNvPr id="49" name="Gráfico 48" descr="Mano abierta con relleno sólido">
            <a:extLst>
              <a:ext uri="{FF2B5EF4-FFF2-40B4-BE49-F238E27FC236}">
                <a16:creationId xmlns:a16="http://schemas.microsoft.com/office/drawing/2014/main" id="{6BA78A02-0AE2-002B-C04B-41DF88425BC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24554" y="4005877"/>
            <a:ext cx="355546" cy="355546"/>
          </a:xfrm>
          <a:prstGeom prst="rect">
            <a:avLst/>
          </a:prstGeom>
        </p:spPr>
      </p:pic>
      <p:sp>
        <p:nvSpPr>
          <p:cNvPr id="50" name="Rectangle 3">
            <a:extLst>
              <a:ext uri="{FF2B5EF4-FFF2-40B4-BE49-F238E27FC236}">
                <a16:creationId xmlns:a16="http://schemas.microsoft.com/office/drawing/2014/main" id="{E6C45A02-C172-0B6C-F5F6-64CE75F5A342}"/>
              </a:ext>
            </a:extLst>
          </p:cNvPr>
          <p:cNvSpPr>
            <a:spLocks/>
          </p:cNvSpPr>
          <p:nvPr/>
        </p:nvSpPr>
        <p:spPr bwMode="gray">
          <a:xfrm>
            <a:off x="1178851" y="4334677"/>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Pinpoint</a:t>
            </a:r>
            <a:r>
              <a:rPr lang="es-MX" sz="700" noProof="0">
                <a:solidFill>
                  <a:schemeClr val="accent5"/>
                </a:solidFill>
              </a:rPr>
              <a:t> </a:t>
            </a:r>
            <a:r>
              <a:rPr lang="es-MX" sz="700" noProof="0" err="1">
                <a:solidFill>
                  <a:schemeClr val="accent5"/>
                </a:solidFill>
              </a:rPr>
              <a:t>the</a:t>
            </a:r>
            <a:r>
              <a:rPr lang="es-MX" sz="700" noProof="0">
                <a:solidFill>
                  <a:schemeClr val="accent5"/>
                </a:solidFill>
              </a:rPr>
              <a:t> </a:t>
            </a:r>
            <a:r>
              <a:rPr lang="es-MX" sz="700" noProof="0" err="1">
                <a:solidFill>
                  <a:schemeClr val="accent5"/>
                </a:solidFill>
              </a:rPr>
              <a:t>problem</a:t>
            </a:r>
            <a:r>
              <a:rPr lang="es-MX" sz="700" noProof="0">
                <a:solidFill>
                  <a:schemeClr val="accent5"/>
                </a:solidFill>
              </a:rPr>
              <a:t> </a:t>
            </a:r>
            <a:endParaRPr lang="es-MX" sz="1000" noProof="0">
              <a:solidFill>
                <a:schemeClr val="accent5"/>
              </a:solidFill>
            </a:endParaRPr>
          </a:p>
        </p:txBody>
      </p:sp>
      <p:sp>
        <p:nvSpPr>
          <p:cNvPr id="51" name="Rectangle 3">
            <a:extLst>
              <a:ext uri="{FF2B5EF4-FFF2-40B4-BE49-F238E27FC236}">
                <a16:creationId xmlns:a16="http://schemas.microsoft.com/office/drawing/2014/main" id="{BD658C21-C3B7-F112-E303-A5C67E9EF632}"/>
              </a:ext>
            </a:extLst>
          </p:cNvPr>
          <p:cNvSpPr>
            <a:spLocks/>
          </p:cNvSpPr>
          <p:nvPr/>
        </p:nvSpPr>
        <p:spPr bwMode="gray">
          <a:xfrm>
            <a:off x="1760601" y="4329561"/>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a:solidFill>
                  <a:schemeClr val="accent5"/>
                </a:solidFill>
              </a:rPr>
              <a:t>Observe &amp; </a:t>
            </a:r>
            <a:r>
              <a:rPr lang="es-MX" sz="700" noProof="0" err="1">
                <a:solidFill>
                  <a:schemeClr val="accent5"/>
                </a:solidFill>
              </a:rPr>
              <a:t>analyze</a:t>
            </a:r>
            <a:endParaRPr lang="es-MX" sz="1000" noProof="0">
              <a:solidFill>
                <a:schemeClr val="accent5"/>
              </a:solidFill>
            </a:endParaRPr>
          </a:p>
        </p:txBody>
      </p:sp>
      <p:sp>
        <p:nvSpPr>
          <p:cNvPr id="52" name="Rectangle 3">
            <a:extLst>
              <a:ext uri="{FF2B5EF4-FFF2-40B4-BE49-F238E27FC236}">
                <a16:creationId xmlns:a16="http://schemas.microsoft.com/office/drawing/2014/main" id="{CE18F8FD-C171-38F4-0C00-C26E9FC041D6}"/>
              </a:ext>
            </a:extLst>
          </p:cNvPr>
          <p:cNvSpPr>
            <a:spLocks/>
          </p:cNvSpPr>
          <p:nvPr/>
        </p:nvSpPr>
        <p:spPr bwMode="gray">
          <a:xfrm>
            <a:off x="2325522" y="4335721"/>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Resolve</a:t>
            </a:r>
            <a:r>
              <a:rPr lang="es-MX" sz="700" noProof="0">
                <a:solidFill>
                  <a:schemeClr val="accent5"/>
                </a:solidFill>
              </a:rPr>
              <a:t> </a:t>
            </a:r>
            <a:r>
              <a:rPr lang="es-MX" sz="700" noProof="0" err="1">
                <a:solidFill>
                  <a:schemeClr val="accent5"/>
                </a:solidFill>
              </a:rPr>
              <a:t>with</a:t>
            </a:r>
            <a:r>
              <a:rPr lang="es-MX" sz="700" noProof="0">
                <a:solidFill>
                  <a:schemeClr val="accent5"/>
                </a:solidFill>
              </a:rPr>
              <a:t> </a:t>
            </a:r>
            <a:r>
              <a:rPr lang="es-MX" sz="700" noProof="0" err="1">
                <a:solidFill>
                  <a:schemeClr val="accent5"/>
                </a:solidFill>
              </a:rPr>
              <a:t>actions</a:t>
            </a:r>
            <a:endParaRPr lang="es-MX" sz="1000" noProof="0">
              <a:solidFill>
                <a:schemeClr val="accent5"/>
              </a:solidFill>
            </a:endParaRPr>
          </a:p>
        </p:txBody>
      </p:sp>
      <p:sp>
        <p:nvSpPr>
          <p:cNvPr id="53" name="Rectangle 3">
            <a:extLst>
              <a:ext uri="{FF2B5EF4-FFF2-40B4-BE49-F238E27FC236}">
                <a16:creationId xmlns:a16="http://schemas.microsoft.com/office/drawing/2014/main" id="{6B81F3E9-41A4-6C97-9295-123A0121E914}"/>
              </a:ext>
            </a:extLst>
          </p:cNvPr>
          <p:cNvSpPr>
            <a:spLocks/>
          </p:cNvSpPr>
          <p:nvPr/>
        </p:nvSpPr>
        <p:spPr bwMode="gray">
          <a:xfrm>
            <a:off x="2958238" y="4334677"/>
            <a:ext cx="615887" cy="215444"/>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700" noProof="0" err="1">
                <a:solidFill>
                  <a:schemeClr val="accent5"/>
                </a:solidFill>
              </a:rPr>
              <a:t>Track</a:t>
            </a:r>
            <a:r>
              <a:rPr lang="es-MX" sz="700" noProof="0">
                <a:solidFill>
                  <a:schemeClr val="accent5"/>
                </a:solidFill>
              </a:rPr>
              <a:t>, </a:t>
            </a:r>
            <a:r>
              <a:rPr lang="es-MX" sz="700" noProof="0" err="1">
                <a:solidFill>
                  <a:schemeClr val="accent5"/>
                </a:solidFill>
              </a:rPr>
              <a:t>validate</a:t>
            </a:r>
            <a:r>
              <a:rPr lang="es-MX" sz="700" noProof="0">
                <a:solidFill>
                  <a:schemeClr val="accent5"/>
                </a:solidFill>
              </a:rPr>
              <a:t> &amp; </a:t>
            </a:r>
            <a:r>
              <a:rPr lang="es-MX" sz="700" noProof="0" err="1">
                <a:solidFill>
                  <a:schemeClr val="accent5"/>
                </a:solidFill>
              </a:rPr>
              <a:t>sustain</a:t>
            </a:r>
            <a:endParaRPr lang="es-MX" sz="1000" noProof="0">
              <a:solidFill>
                <a:schemeClr val="accent5"/>
              </a:solidFill>
            </a:endParaRPr>
          </a:p>
        </p:txBody>
      </p:sp>
      <p:sp>
        <p:nvSpPr>
          <p:cNvPr id="54" name="Rectángulo 53">
            <a:extLst>
              <a:ext uri="{FF2B5EF4-FFF2-40B4-BE49-F238E27FC236}">
                <a16:creationId xmlns:a16="http://schemas.microsoft.com/office/drawing/2014/main" id="{BCB11368-442B-3257-1BD1-AAE1373C5795}"/>
              </a:ext>
            </a:extLst>
          </p:cNvPr>
          <p:cNvSpPr/>
          <p:nvPr/>
        </p:nvSpPr>
        <p:spPr>
          <a:xfrm>
            <a:off x="5575300" y="2965450"/>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a:solidFill>
                  <a:srgbClr val="FFFFFF"/>
                </a:solidFill>
              </a:rPr>
              <a:t>In </a:t>
            </a:r>
            <a:r>
              <a:rPr lang="es-MX" sz="800" noProof="0" err="1">
                <a:solidFill>
                  <a:srgbClr val="FFFFFF"/>
                </a:solidFill>
              </a:rPr>
              <a:t>execution</a:t>
            </a:r>
            <a:endParaRPr lang="es-MX" sz="800" noProof="0">
              <a:solidFill>
                <a:srgbClr val="FFFFFF"/>
              </a:solidFill>
            </a:endParaRPr>
          </a:p>
        </p:txBody>
      </p:sp>
      <p:sp>
        <p:nvSpPr>
          <p:cNvPr id="55" name="Rectángulo 54">
            <a:extLst>
              <a:ext uri="{FF2B5EF4-FFF2-40B4-BE49-F238E27FC236}">
                <a16:creationId xmlns:a16="http://schemas.microsoft.com/office/drawing/2014/main" id="{A4CE0698-81E9-6B11-56BF-AA0426D4E964}"/>
              </a:ext>
            </a:extLst>
          </p:cNvPr>
          <p:cNvSpPr/>
          <p:nvPr/>
        </p:nvSpPr>
        <p:spPr>
          <a:xfrm>
            <a:off x="5575300"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6" name="Rectángulo 55">
            <a:extLst>
              <a:ext uri="{FF2B5EF4-FFF2-40B4-BE49-F238E27FC236}">
                <a16:creationId xmlns:a16="http://schemas.microsoft.com/office/drawing/2014/main" id="{6DFCAA95-EDD0-10FA-5557-333C3C7EE287}"/>
              </a:ext>
            </a:extLst>
          </p:cNvPr>
          <p:cNvSpPr/>
          <p:nvPr/>
        </p:nvSpPr>
        <p:spPr>
          <a:xfrm>
            <a:off x="6661150"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7" name="Rectángulo 56">
            <a:extLst>
              <a:ext uri="{FF2B5EF4-FFF2-40B4-BE49-F238E27FC236}">
                <a16:creationId xmlns:a16="http://schemas.microsoft.com/office/drawing/2014/main" id="{C9077AC5-5A3B-1217-B8BC-E09CC67B2070}"/>
              </a:ext>
            </a:extLst>
          </p:cNvPr>
          <p:cNvSpPr/>
          <p:nvPr/>
        </p:nvSpPr>
        <p:spPr>
          <a:xfrm>
            <a:off x="6646763" y="2965449"/>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err="1">
                <a:solidFill>
                  <a:srgbClr val="FFFFFF"/>
                </a:solidFill>
              </a:rPr>
              <a:t>Completed</a:t>
            </a:r>
            <a:endParaRPr lang="es-MX" sz="800" noProof="0">
              <a:solidFill>
                <a:srgbClr val="FFFFFF"/>
              </a:solidFill>
            </a:endParaRPr>
          </a:p>
        </p:txBody>
      </p:sp>
      <p:sp>
        <p:nvSpPr>
          <p:cNvPr id="63" name="Rectángulo 62">
            <a:extLst>
              <a:ext uri="{FF2B5EF4-FFF2-40B4-BE49-F238E27FC236}">
                <a16:creationId xmlns:a16="http://schemas.microsoft.com/office/drawing/2014/main" id="{AE9333BA-2CAE-5165-84FE-B481C791467A}"/>
              </a:ext>
            </a:extLst>
          </p:cNvPr>
          <p:cNvSpPr/>
          <p:nvPr/>
        </p:nvSpPr>
        <p:spPr>
          <a:xfrm>
            <a:off x="4492102" y="2965449"/>
            <a:ext cx="1085850" cy="146883"/>
          </a:xfrm>
          <a:prstGeom prst="rect">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err="1">
                <a:solidFill>
                  <a:srgbClr val="FFFFFF"/>
                </a:solidFill>
              </a:rPr>
              <a:t>Identified</a:t>
            </a:r>
            <a:endParaRPr lang="es-MX" sz="800" noProof="0">
              <a:solidFill>
                <a:srgbClr val="FFFFFF"/>
              </a:solidFill>
            </a:endParaRPr>
          </a:p>
        </p:txBody>
      </p:sp>
      <p:sp>
        <p:nvSpPr>
          <p:cNvPr id="64" name="Rectángulo 63">
            <a:extLst>
              <a:ext uri="{FF2B5EF4-FFF2-40B4-BE49-F238E27FC236}">
                <a16:creationId xmlns:a16="http://schemas.microsoft.com/office/drawing/2014/main" id="{0545F212-F55B-0F90-8662-521EE7C99153}"/>
              </a:ext>
            </a:extLst>
          </p:cNvPr>
          <p:cNvSpPr/>
          <p:nvPr/>
        </p:nvSpPr>
        <p:spPr>
          <a:xfrm>
            <a:off x="4492261" y="3112333"/>
            <a:ext cx="1073144" cy="133266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59" name="Conector recto 58">
            <a:extLst>
              <a:ext uri="{FF2B5EF4-FFF2-40B4-BE49-F238E27FC236}">
                <a16:creationId xmlns:a16="http://schemas.microsoft.com/office/drawing/2014/main" id="{D137281E-8B8A-D7B8-125E-B4F7BB385131}"/>
              </a:ext>
            </a:extLst>
          </p:cNvPr>
          <p:cNvCxnSpPr>
            <a:cxnSpLocks/>
          </p:cNvCxnSpPr>
          <p:nvPr/>
        </p:nvCxnSpPr>
        <p:spPr>
          <a:xfrm>
            <a:off x="4492102" y="3378200"/>
            <a:ext cx="324051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Conector recto 59">
            <a:extLst>
              <a:ext uri="{FF2B5EF4-FFF2-40B4-BE49-F238E27FC236}">
                <a16:creationId xmlns:a16="http://schemas.microsoft.com/office/drawing/2014/main" id="{ED31923A-90B3-B9AC-F842-BAB8CDC6A7A9}"/>
              </a:ext>
            </a:extLst>
          </p:cNvPr>
          <p:cNvCxnSpPr>
            <a:cxnSpLocks/>
          </p:cNvCxnSpPr>
          <p:nvPr/>
        </p:nvCxnSpPr>
        <p:spPr>
          <a:xfrm>
            <a:off x="4492102" y="3638550"/>
            <a:ext cx="324051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Conector recto 60">
            <a:extLst>
              <a:ext uri="{FF2B5EF4-FFF2-40B4-BE49-F238E27FC236}">
                <a16:creationId xmlns:a16="http://schemas.microsoft.com/office/drawing/2014/main" id="{A14EC1FF-BDD8-887D-4A52-382CC7C18762}"/>
              </a:ext>
            </a:extLst>
          </p:cNvPr>
          <p:cNvCxnSpPr>
            <a:cxnSpLocks/>
          </p:cNvCxnSpPr>
          <p:nvPr/>
        </p:nvCxnSpPr>
        <p:spPr>
          <a:xfrm>
            <a:off x="4492102" y="3898900"/>
            <a:ext cx="324686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25FE4681-96DB-5E91-E9E2-F8385D088EA1}"/>
              </a:ext>
            </a:extLst>
          </p:cNvPr>
          <p:cNvCxnSpPr>
            <a:cxnSpLocks/>
          </p:cNvCxnSpPr>
          <p:nvPr/>
        </p:nvCxnSpPr>
        <p:spPr>
          <a:xfrm>
            <a:off x="4492102" y="4180670"/>
            <a:ext cx="3247704" cy="398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4" name="Imagen 33">
            <a:extLst>
              <a:ext uri="{FF2B5EF4-FFF2-40B4-BE49-F238E27FC236}">
                <a16:creationId xmlns:a16="http://schemas.microsoft.com/office/drawing/2014/main" id="{F9AAEF46-D7E7-88B0-4817-34587E996BC3}"/>
              </a:ext>
            </a:extLst>
          </p:cNvPr>
          <p:cNvPicPr>
            <a:picLocks noChangeAspect="1"/>
          </p:cNvPicPr>
          <p:nvPr/>
        </p:nvPicPr>
        <p:blipFill>
          <a:blip r:embed="rId11"/>
          <a:stretch>
            <a:fillRect/>
          </a:stretch>
        </p:blipFill>
        <p:spPr>
          <a:xfrm rot="10800000">
            <a:off x="3756817" y="1760589"/>
            <a:ext cx="482646" cy="557420"/>
          </a:xfrm>
          <a:prstGeom prst="rect">
            <a:avLst/>
          </a:prstGeom>
        </p:spPr>
      </p:pic>
      <p:pic>
        <p:nvPicPr>
          <p:cNvPr id="38" name="Imagen 37">
            <a:extLst>
              <a:ext uri="{FF2B5EF4-FFF2-40B4-BE49-F238E27FC236}">
                <a16:creationId xmlns:a16="http://schemas.microsoft.com/office/drawing/2014/main" id="{52298693-01DE-A633-E4B2-D47C685C90C6}"/>
              </a:ext>
            </a:extLst>
          </p:cNvPr>
          <p:cNvPicPr>
            <a:picLocks noChangeAspect="1"/>
          </p:cNvPicPr>
          <p:nvPr/>
        </p:nvPicPr>
        <p:blipFill>
          <a:blip r:embed="rId11"/>
          <a:stretch>
            <a:fillRect/>
          </a:stretch>
        </p:blipFill>
        <p:spPr>
          <a:xfrm rot="10800000">
            <a:off x="3851087" y="1902928"/>
            <a:ext cx="482646" cy="557420"/>
          </a:xfrm>
          <a:prstGeom prst="rect">
            <a:avLst/>
          </a:prstGeom>
        </p:spPr>
      </p:pic>
      <p:pic>
        <p:nvPicPr>
          <p:cNvPr id="39" name="Imagen 38">
            <a:extLst>
              <a:ext uri="{FF2B5EF4-FFF2-40B4-BE49-F238E27FC236}">
                <a16:creationId xmlns:a16="http://schemas.microsoft.com/office/drawing/2014/main" id="{70B46460-47A8-F078-8693-7C8CE582C7AC}"/>
              </a:ext>
            </a:extLst>
          </p:cNvPr>
          <p:cNvPicPr>
            <a:picLocks noChangeAspect="1"/>
          </p:cNvPicPr>
          <p:nvPr/>
        </p:nvPicPr>
        <p:blipFill>
          <a:blip r:embed="rId11"/>
          <a:stretch>
            <a:fillRect/>
          </a:stretch>
        </p:blipFill>
        <p:spPr>
          <a:xfrm rot="10800000">
            <a:off x="3934647" y="2039920"/>
            <a:ext cx="482646" cy="557420"/>
          </a:xfrm>
          <a:prstGeom prst="rect">
            <a:avLst/>
          </a:prstGeom>
        </p:spPr>
      </p:pic>
      <p:pic>
        <p:nvPicPr>
          <p:cNvPr id="40" name="Imagen 39">
            <a:extLst>
              <a:ext uri="{FF2B5EF4-FFF2-40B4-BE49-F238E27FC236}">
                <a16:creationId xmlns:a16="http://schemas.microsoft.com/office/drawing/2014/main" id="{09E38ACD-E4CB-8D39-6658-E84B867EF1CD}"/>
              </a:ext>
            </a:extLst>
          </p:cNvPr>
          <p:cNvPicPr>
            <a:picLocks noChangeAspect="1"/>
          </p:cNvPicPr>
          <p:nvPr/>
        </p:nvPicPr>
        <p:blipFill>
          <a:blip r:embed="rId11"/>
          <a:stretch>
            <a:fillRect/>
          </a:stretch>
        </p:blipFill>
        <p:spPr>
          <a:xfrm rot="10800000">
            <a:off x="4033468" y="2252863"/>
            <a:ext cx="482646" cy="557420"/>
          </a:xfrm>
          <a:prstGeom prst="rect">
            <a:avLst/>
          </a:prstGeom>
        </p:spPr>
      </p:pic>
      <p:pic>
        <p:nvPicPr>
          <p:cNvPr id="69" name="Imagen 68">
            <a:extLst>
              <a:ext uri="{FF2B5EF4-FFF2-40B4-BE49-F238E27FC236}">
                <a16:creationId xmlns:a16="http://schemas.microsoft.com/office/drawing/2014/main" id="{9D521143-C67E-3092-D0E1-3208AC8DAFFE}"/>
              </a:ext>
            </a:extLst>
          </p:cNvPr>
          <p:cNvPicPr>
            <a:picLocks noChangeAspect="1"/>
          </p:cNvPicPr>
          <p:nvPr/>
        </p:nvPicPr>
        <p:blipFill>
          <a:blip r:embed="rId11"/>
          <a:stretch>
            <a:fillRect/>
          </a:stretch>
        </p:blipFill>
        <p:spPr>
          <a:xfrm rot="10800000">
            <a:off x="4279838" y="1310262"/>
            <a:ext cx="482646" cy="557420"/>
          </a:xfrm>
          <a:prstGeom prst="rect">
            <a:avLst/>
          </a:prstGeom>
        </p:spPr>
      </p:pic>
      <p:pic>
        <p:nvPicPr>
          <p:cNvPr id="70" name="Imagen 69">
            <a:extLst>
              <a:ext uri="{FF2B5EF4-FFF2-40B4-BE49-F238E27FC236}">
                <a16:creationId xmlns:a16="http://schemas.microsoft.com/office/drawing/2014/main" id="{0770F211-E1AE-737E-E2F9-A376C7AE7053}"/>
              </a:ext>
            </a:extLst>
          </p:cNvPr>
          <p:cNvPicPr>
            <a:picLocks noChangeAspect="1"/>
          </p:cNvPicPr>
          <p:nvPr/>
        </p:nvPicPr>
        <p:blipFill>
          <a:blip r:embed="rId11"/>
          <a:stretch>
            <a:fillRect/>
          </a:stretch>
        </p:blipFill>
        <p:spPr>
          <a:xfrm rot="10800000">
            <a:off x="4375084" y="1434750"/>
            <a:ext cx="482646" cy="557420"/>
          </a:xfrm>
          <a:prstGeom prst="rect">
            <a:avLst/>
          </a:prstGeom>
        </p:spPr>
      </p:pic>
      <p:pic>
        <p:nvPicPr>
          <p:cNvPr id="71" name="Imagen 70">
            <a:extLst>
              <a:ext uri="{FF2B5EF4-FFF2-40B4-BE49-F238E27FC236}">
                <a16:creationId xmlns:a16="http://schemas.microsoft.com/office/drawing/2014/main" id="{DA6EA9D5-B57C-5BA2-95B7-5AC1BE804C81}"/>
              </a:ext>
            </a:extLst>
          </p:cNvPr>
          <p:cNvPicPr>
            <a:picLocks noChangeAspect="1"/>
          </p:cNvPicPr>
          <p:nvPr/>
        </p:nvPicPr>
        <p:blipFill>
          <a:blip r:embed="rId11"/>
          <a:stretch>
            <a:fillRect/>
          </a:stretch>
        </p:blipFill>
        <p:spPr>
          <a:xfrm rot="10800000">
            <a:off x="4447929" y="1627929"/>
            <a:ext cx="482646" cy="557420"/>
          </a:xfrm>
          <a:prstGeom prst="rect">
            <a:avLst/>
          </a:prstGeom>
        </p:spPr>
      </p:pic>
      <p:pic>
        <p:nvPicPr>
          <p:cNvPr id="72" name="Imagen 71">
            <a:extLst>
              <a:ext uri="{FF2B5EF4-FFF2-40B4-BE49-F238E27FC236}">
                <a16:creationId xmlns:a16="http://schemas.microsoft.com/office/drawing/2014/main" id="{D4958011-DA89-0BB6-5FDF-CFE928161B36}"/>
              </a:ext>
            </a:extLst>
          </p:cNvPr>
          <p:cNvPicPr>
            <a:picLocks noChangeAspect="1"/>
          </p:cNvPicPr>
          <p:nvPr/>
        </p:nvPicPr>
        <p:blipFill>
          <a:blip r:embed="rId11"/>
          <a:stretch>
            <a:fillRect/>
          </a:stretch>
        </p:blipFill>
        <p:spPr>
          <a:xfrm rot="10800000">
            <a:off x="4549287" y="2014745"/>
            <a:ext cx="482646" cy="557420"/>
          </a:xfrm>
          <a:prstGeom prst="rect">
            <a:avLst/>
          </a:prstGeom>
        </p:spPr>
      </p:pic>
      <p:sp>
        <p:nvSpPr>
          <p:cNvPr id="73" name="Rectángulo 72">
            <a:extLst>
              <a:ext uri="{FF2B5EF4-FFF2-40B4-BE49-F238E27FC236}">
                <a16:creationId xmlns:a16="http://schemas.microsoft.com/office/drawing/2014/main" id="{D0CCB54F-27D9-1D10-194F-D3801BD041AB}"/>
              </a:ext>
            </a:extLst>
          </p:cNvPr>
          <p:cNvSpPr/>
          <p:nvPr/>
        </p:nvSpPr>
        <p:spPr>
          <a:xfrm>
            <a:off x="5547282" y="924223"/>
            <a:ext cx="2163669" cy="1732495"/>
          </a:xfrm>
          <a:prstGeom prst="rect">
            <a:avLst/>
          </a:prstGeom>
          <a:solidFill>
            <a:schemeClr val="bg1">
              <a:lumMod val="95000"/>
            </a:schemeClr>
          </a:solidFill>
          <a:ln w="127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75" name="Conector recto 74">
            <a:extLst>
              <a:ext uri="{FF2B5EF4-FFF2-40B4-BE49-F238E27FC236}">
                <a16:creationId xmlns:a16="http://schemas.microsoft.com/office/drawing/2014/main" id="{9CCA54C1-E9D9-30B3-1267-53F463065C5D}"/>
              </a:ext>
            </a:extLst>
          </p:cNvPr>
          <p:cNvCxnSpPr>
            <a:stCxn id="73" idx="2"/>
            <a:endCxn id="73" idx="0"/>
          </p:cNvCxnSpPr>
          <p:nvPr/>
        </p:nvCxnSpPr>
        <p:spPr>
          <a:xfrm flipV="1">
            <a:off x="6629117" y="924223"/>
            <a:ext cx="0" cy="1732495"/>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Conector recto 75">
            <a:extLst>
              <a:ext uri="{FF2B5EF4-FFF2-40B4-BE49-F238E27FC236}">
                <a16:creationId xmlns:a16="http://schemas.microsoft.com/office/drawing/2014/main" id="{A9455D58-9F60-977A-B933-A0DFB7D0E2C2}"/>
              </a:ext>
            </a:extLst>
          </p:cNvPr>
          <p:cNvCxnSpPr>
            <a:cxnSpLocks/>
            <a:stCxn id="73" idx="3"/>
            <a:endCxn id="73" idx="1"/>
          </p:cNvCxnSpPr>
          <p:nvPr/>
        </p:nvCxnSpPr>
        <p:spPr>
          <a:xfrm flipH="1">
            <a:off x="5547282" y="1790471"/>
            <a:ext cx="2163669" cy="0"/>
          </a:xfrm>
          <a:prstGeom prst="line">
            <a:avLst/>
          </a:prstGeom>
          <a:ln w="1270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Conector recto 83">
            <a:extLst>
              <a:ext uri="{FF2B5EF4-FFF2-40B4-BE49-F238E27FC236}">
                <a16:creationId xmlns:a16="http://schemas.microsoft.com/office/drawing/2014/main" id="{DEE90162-5C07-12C7-A6FC-8C95A06D06F3}"/>
              </a:ext>
            </a:extLst>
          </p:cNvPr>
          <p:cNvCxnSpPr/>
          <p:nvPr/>
        </p:nvCxnSpPr>
        <p:spPr>
          <a:xfrm>
            <a:off x="5474827" y="2743199"/>
            <a:ext cx="2212976"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Conector recto 84">
            <a:extLst>
              <a:ext uri="{FF2B5EF4-FFF2-40B4-BE49-F238E27FC236}">
                <a16:creationId xmlns:a16="http://schemas.microsoft.com/office/drawing/2014/main" id="{B91727D9-7DAE-DD35-0C3F-F2E66EAAF4FA}"/>
              </a:ext>
            </a:extLst>
          </p:cNvPr>
          <p:cNvCxnSpPr>
            <a:cxnSpLocks/>
          </p:cNvCxnSpPr>
          <p:nvPr/>
        </p:nvCxnSpPr>
        <p:spPr>
          <a:xfrm>
            <a:off x="5468968" y="947371"/>
            <a:ext cx="0" cy="1795828"/>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Title 1">
            <a:extLst>
              <a:ext uri="{FF2B5EF4-FFF2-40B4-BE49-F238E27FC236}">
                <a16:creationId xmlns:a16="http://schemas.microsoft.com/office/drawing/2014/main" id="{126156D1-2D11-7535-28FC-0421B91A2621}"/>
              </a:ext>
            </a:extLst>
          </p:cNvPr>
          <p:cNvSpPr txBox="1">
            <a:spLocks/>
          </p:cNvSpPr>
          <p:nvPr/>
        </p:nvSpPr>
        <p:spPr>
          <a:xfrm>
            <a:off x="6467146" y="274999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noProof="0" err="1"/>
              <a:t>Impact</a:t>
            </a:r>
            <a:endParaRPr lang="es-MX" sz="800" noProof="0"/>
          </a:p>
        </p:txBody>
      </p:sp>
      <p:sp>
        <p:nvSpPr>
          <p:cNvPr id="88" name="Title 1">
            <a:extLst>
              <a:ext uri="{FF2B5EF4-FFF2-40B4-BE49-F238E27FC236}">
                <a16:creationId xmlns:a16="http://schemas.microsoft.com/office/drawing/2014/main" id="{44C60547-2F6C-57A4-0E75-2C4E35A76BE4}"/>
              </a:ext>
            </a:extLst>
          </p:cNvPr>
          <p:cNvSpPr txBox="1">
            <a:spLocks/>
          </p:cNvSpPr>
          <p:nvPr/>
        </p:nvSpPr>
        <p:spPr>
          <a:xfrm>
            <a:off x="7508938" y="2749998"/>
            <a:ext cx="270169"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High</a:t>
            </a:r>
          </a:p>
        </p:txBody>
      </p:sp>
      <p:sp>
        <p:nvSpPr>
          <p:cNvPr id="89" name="Title 1">
            <a:extLst>
              <a:ext uri="{FF2B5EF4-FFF2-40B4-BE49-F238E27FC236}">
                <a16:creationId xmlns:a16="http://schemas.microsoft.com/office/drawing/2014/main" id="{37B111DA-71BE-0D76-E066-029D32768E89}"/>
              </a:ext>
            </a:extLst>
          </p:cNvPr>
          <p:cNvSpPr txBox="1">
            <a:spLocks/>
          </p:cNvSpPr>
          <p:nvPr/>
        </p:nvSpPr>
        <p:spPr>
          <a:xfrm>
            <a:off x="5492116" y="2743866"/>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Low</a:t>
            </a:r>
          </a:p>
        </p:txBody>
      </p:sp>
      <p:sp>
        <p:nvSpPr>
          <p:cNvPr id="90" name="Title 1">
            <a:extLst>
              <a:ext uri="{FF2B5EF4-FFF2-40B4-BE49-F238E27FC236}">
                <a16:creationId xmlns:a16="http://schemas.microsoft.com/office/drawing/2014/main" id="{EC730683-711D-CBCC-3331-96BD3FAF399A}"/>
              </a:ext>
            </a:extLst>
          </p:cNvPr>
          <p:cNvSpPr txBox="1">
            <a:spLocks/>
          </p:cNvSpPr>
          <p:nvPr/>
        </p:nvSpPr>
        <p:spPr>
          <a:xfrm rot="16200000">
            <a:off x="5120662" y="1657973"/>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noProof="0" err="1"/>
              <a:t>Effort</a:t>
            </a:r>
            <a:endParaRPr lang="es-MX" sz="800" noProof="0"/>
          </a:p>
        </p:txBody>
      </p:sp>
      <p:sp>
        <p:nvSpPr>
          <p:cNvPr id="91" name="Title 1">
            <a:extLst>
              <a:ext uri="{FF2B5EF4-FFF2-40B4-BE49-F238E27FC236}">
                <a16:creationId xmlns:a16="http://schemas.microsoft.com/office/drawing/2014/main" id="{1069C3A1-F70A-0B75-2B43-E0285E45F0E5}"/>
              </a:ext>
            </a:extLst>
          </p:cNvPr>
          <p:cNvSpPr txBox="1">
            <a:spLocks/>
          </p:cNvSpPr>
          <p:nvPr/>
        </p:nvSpPr>
        <p:spPr>
          <a:xfrm>
            <a:off x="5222489" y="2595162"/>
            <a:ext cx="233753"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Low</a:t>
            </a:r>
          </a:p>
        </p:txBody>
      </p:sp>
      <p:sp>
        <p:nvSpPr>
          <p:cNvPr id="92" name="Title 1">
            <a:extLst>
              <a:ext uri="{FF2B5EF4-FFF2-40B4-BE49-F238E27FC236}">
                <a16:creationId xmlns:a16="http://schemas.microsoft.com/office/drawing/2014/main" id="{8647A49E-1513-A3DE-1B26-C534370ECE7D}"/>
              </a:ext>
            </a:extLst>
          </p:cNvPr>
          <p:cNvSpPr txBox="1">
            <a:spLocks/>
          </p:cNvSpPr>
          <p:nvPr/>
        </p:nvSpPr>
        <p:spPr>
          <a:xfrm>
            <a:off x="5222489" y="913225"/>
            <a:ext cx="270169"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800" b="0" noProof="0"/>
              <a:t>High</a:t>
            </a:r>
          </a:p>
        </p:txBody>
      </p:sp>
      <p:pic>
        <p:nvPicPr>
          <p:cNvPr id="94" name="Gráfico 93" descr="Advertencia con relleno sólido">
            <a:extLst>
              <a:ext uri="{FF2B5EF4-FFF2-40B4-BE49-F238E27FC236}">
                <a16:creationId xmlns:a16="http://schemas.microsoft.com/office/drawing/2014/main" id="{D85E2BCF-3907-A613-A3D4-A463DA7EEBD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17696" y="1140300"/>
            <a:ext cx="401057" cy="401057"/>
          </a:xfrm>
          <a:prstGeom prst="rect">
            <a:avLst/>
          </a:prstGeom>
        </p:spPr>
      </p:pic>
      <p:pic>
        <p:nvPicPr>
          <p:cNvPr id="96" name="Gráfico 95" descr="Cronómetro con relleno sólido">
            <a:extLst>
              <a:ext uri="{FF2B5EF4-FFF2-40B4-BE49-F238E27FC236}">
                <a16:creationId xmlns:a16="http://schemas.microsoft.com/office/drawing/2014/main" id="{D838D498-5093-8F7A-A85B-62F1BA29AF8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51763" y="1120255"/>
            <a:ext cx="474185" cy="474185"/>
          </a:xfrm>
          <a:prstGeom prst="rect">
            <a:avLst/>
          </a:prstGeom>
        </p:spPr>
      </p:pic>
      <p:pic>
        <p:nvPicPr>
          <p:cNvPr id="98" name="Gráfico 97" descr="Prioridades contorno">
            <a:extLst>
              <a:ext uri="{FF2B5EF4-FFF2-40B4-BE49-F238E27FC236}">
                <a16:creationId xmlns:a16="http://schemas.microsoft.com/office/drawing/2014/main" id="{E0F2D7D9-4185-C261-38C5-827B8FB872E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840862" y="1964061"/>
            <a:ext cx="509763" cy="509763"/>
          </a:xfrm>
          <a:prstGeom prst="rect">
            <a:avLst/>
          </a:prstGeom>
        </p:spPr>
      </p:pic>
      <p:pic>
        <p:nvPicPr>
          <p:cNvPr id="100" name="Gráfico 99" descr="Signo de interrogación con relleno sólido">
            <a:extLst>
              <a:ext uri="{FF2B5EF4-FFF2-40B4-BE49-F238E27FC236}">
                <a16:creationId xmlns:a16="http://schemas.microsoft.com/office/drawing/2014/main" id="{9CC3AA4F-3619-3F81-050E-A2C93ADD614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866531" y="1993093"/>
            <a:ext cx="474422" cy="474422"/>
          </a:xfrm>
          <a:prstGeom prst="rect">
            <a:avLst/>
          </a:prstGeom>
        </p:spPr>
      </p:pic>
      <p:sp>
        <p:nvSpPr>
          <p:cNvPr id="101" name="Title 1">
            <a:extLst>
              <a:ext uri="{FF2B5EF4-FFF2-40B4-BE49-F238E27FC236}">
                <a16:creationId xmlns:a16="http://schemas.microsoft.com/office/drawing/2014/main" id="{CCD92D7B-A6EB-AA59-FAB9-5739267EB27B}"/>
              </a:ext>
            </a:extLst>
          </p:cNvPr>
          <p:cNvSpPr txBox="1">
            <a:spLocks/>
          </p:cNvSpPr>
          <p:nvPr/>
        </p:nvSpPr>
        <p:spPr>
          <a:xfrm>
            <a:off x="5855329" y="1538254"/>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Avoid</a:t>
            </a:r>
            <a:endParaRPr lang="es-MX" sz="800" noProof="0"/>
          </a:p>
        </p:txBody>
      </p:sp>
      <p:sp>
        <p:nvSpPr>
          <p:cNvPr id="102" name="Title 1">
            <a:extLst>
              <a:ext uri="{FF2B5EF4-FFF2-40B4-BE49-F238E27FC236}">
                <a16:creationId xmlns:a16="http://schemas.microsoft.com/office/drawing/2014/main" id="{BE9FCFDD-53FF-7A11-F33E-911999545111}"/>
              </a:ext>
            </a:extLst>
          </p:cNvPr>
          <p:cNvSpPr txBox="1">
            <a:spLocks/>
          </p:cNvSpPr>
          <p:nvPr/>
        </p:nvSpPr>
        <p:spPr>
          <a:xfrm>
            <a:off x="6921971" y="1557810"/>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a:t>Plan</a:t>
            </a:r>
          </a:p>
        </p:txBody>
      </p:sp>
      <p:sp>
        <p:nvSpPr>
          <p:cNvPr id="103" name="Title 1">
            <a:extLst>
              <a:ext uri="{FF2B5EF4-FFF2-40B4-BE49-F238E27FC236}">
                <a16:creationId xmlns:a16="http://schemas.microsoft.com/office/drawing/2014/main" id="{C57E5EAF-A0E7-E611-A27D-02C95BA85241}"/>
              </a:ext>
            </a:extLst>
          </p:cNvPr>
          <p:cNvSpPr txBox="1">
            <a:spLocks/>
          </p:cNvSpPr>
          <p:nvPr/>
        </p:nvSpPr>
        <p:spPr>
          <a:xfrm>
            <a:off x="5863459" y="243247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Optional</a:t>
            </a:r>
            <a:endParaRPr lang="es-MX" sz="800" noProof="0"/>
          </a:p>
        </p:txBody>
      </p:sp>
      <p:sp>
        <p:nvSpPr>
          <p:cNvPr id="104" name="Title 1">
            <a:extLst>
              <a:ext uri="{FF2B5EF4-FFF2-40B4-BE49-F238E27FC236}">
                <a16:creationId xmlns:a16="http://schemas.microsoft.com/office/drawing/2014/main" id="{2A47FAF7-C920-CCAC-616E-5D030134BB9C}"/>
              </a:ext>
            </a:extLst>
          </p:cNvPr>
          <p:cNvSpPr txBox="1">
            <a:spLocks/>
          </p:cNvSpPr>
          <p:nvPr/>
        </p:nvSpPr>
        <p:spPr>
          <a:xfrm>
            <a:off x="6929122" y="2434569"/>
            <a:ext cx="496826" cy="1231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800" noProof="0" err="1"/>
              <a:t>Priority</a:t>
            </a:r>
            <a:endParaRPr lang="es-MX" sz="800" noProof="0"/>
          </a:p>
        </p:txBody>
      </p:sp>
      <p:sp>
        <p:nvSpPr>
          <p:cNvPr id="105" name="Title 15">
            <a:extLst>
              <a:ext uri="{FF2B5EF4-FFF2-40B4-BE49-F238E27FC236}">
                <a16:creationId xmlns:a16="http://schemas.microsoft.com/office/drawing/2014/main" id="{70B59FFC-4850-F115-3B7C-8EFE93B765DB}"/>
              </a:ext>
            </a:extLst>
          </p:cNvPr>
          <p:cNvSpPr txBox="1">
            <a:spLocks/>
          </p:cNvSpPr>
          <p:nvPr/>
        </p:nvSpPr>
        <p:spPr>
          <a:xfrm>
            <a:off x="1292891" y="899004"/>
            <a:ext cx="2231823"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1600" noProof="0" err="1">
                <a:solidFill>
                  <a:schemeClr val="accent5"/>
                </a:solidFill>
              </a:rPr>
              <a:t>Weekly</a:t>
            </a:r>
            <a:r>
              <a:rPr lang="es-MX" sz="1600" noProof="0">
                <a:solidFill>
                  <a:schemeClr val="accent5"/>
                </a:solidFill>
              </a:rPr>
              <a:t> meeting </a:t>
            </a:r>
            <a:r>
              <a:rPr lang="es-MX" sz="1600" noProof="0" err="1">
                <a:solidFill>
                  <a:schemeClr val="accent5"/>
                </a:solidFill>
              </a:rPr>
              <a:t>board</a:t>
            </a:r>
            <a:endParaRPr lang="es-MX" sz="1600" noProof="0">
              <a:solidFill>
                <a:schemeClr val="accent5"/>
              </a:solidFill>
            </a:endParaRPr>
          </a:p>
        </p:txBody>
      </p:sp>
      <p:sp>
        <p:nvSpPr>
          <p:cNvPr id="106" name="Title 15">
            <a:extLst>
              <a:ext uri="{FF2B5EF4-FFF2-40B4-BE49-F238E27FC236}">
                <a16:creationId xmlns:a16="http://schemas.microsoft.com/office/drawing/2014/main" id="{8C8E1DE5-84B3-034D-9756-4670F8268AD3}"/>
              </a:ext>
            </a:extLst>
          </p:cNvPr>
          <p:cNvSpPr txBox="1">
            <a:spLocks/>
          </p:cNvSpPr>
          <p:nvPr/>
        </p:nvSpPr>
        <p:spPr>
          <a:xfrm>
            <a:off x="3882335" y="1079430"/>
            <a:ext cx="1089176"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r>
              <a:rPr lang="es-MX" sz="1000" b="0" noProof="0" err="1">
                <a:solidFill>
                  <a:schemeClr val="accent5"/>
                </a:solidFill>
              </a:rPr>
              <a:t>Problems</a:t>
            </a:r>
            <a:r>
              <a:rPr lang="es-MX" sz="1000" b="0" noProof="0">
                <a:solidFill>
                  <a:schemeClr val="accent5"/>
                </a:solidFill>
              </a:rPr>
              <a:t> </a:t>
            </a:r>
            <a:r>
              <a:rPr lang="es-MX" sz="1000" b="0" noProof="0" err="1">
                <a:solidFill>
                  <a:schemeClr val="accent5"/>
                </a:solidFill>
              </a:rPr>
              <a:t>identified</a:t>
            </a:r>
            <a:endParaRPr lang="es-MX" sz="1000" b="0" noProof="0">
              <a:solidFill>
                <a:schemeClr val="accent5"/>
              </a:solidFill>
            </a:endParaRPr>
          </a:p>
        </p:txBody>
      </p:sp>
      <p:pic>
        <p:nvPicPr>
          <p:cNvPr id="5" name="Imagen 4" descr="Imagen que contiene Icono&#10;&#10;El contenido generado por IA puede ser incorrecto.">
            <a:extLst>
              <a:ext uri="{FF2B5EF4-FFF2-40B4-BE49-F238E27FC236}">
                <a16:creationId xmlns:a16="http://schemas.microsoft.com/office/drawing/2014/main" id="{7199E11D-0216-06F5-4B28-C7EE429A2A8C}"/>
              </a:ext>
            </a:extLst>
          </p:cNvPr>
          <p:cNvPicPr>
            <a:picLocks noChangeAspect="1"/>
          </p:cNvPicPr>
          <p:nvPr/>
        </p:nvPicPr>
        <p:blipFill>
          <a:blip r:embed="rId16"/>
          <a:stretch>
            <a:fillRect/>
          </a:stretch>
        </p:blipFill>
        <p:spPr>
          <a:xfrm>
            <a:off x="8738529" y="130779"/>
            <a:ext cx="297258" cy="419100"/>
          </a:xfrm>
          <a:prstGeom prst="rect">
            <a:avLst/>
          </a:prstGeom>
        </p:spPr>
      </p:pic>
      <p:sp>
        <p:nvSpPr>
          <p:cNvPr id="4" name="Rectángulo 3">
            <a:extLst>
              <a:ext uri="{FF2B5EF4-FFF2-40B4-BE49-F238E27FC236}">
                <a16:creationId xmlns:a16="http://schemas.microsoft.com/office/drawing/2014/main" id="{36EE69FD-1A69-E7F0-1A60-615A7E619156}"/>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Lámina para líderes</a:t>
            </a:r>
          </a:p>
        </p:txBody>
      </p:sp>
    </p:spTree>
    <p:extLst>
      <p:ext uri="{BB962C8B-B14F-4D97-AF65-F5344CB8AC3E}">
        <p14:creationId xmlns:p14="http://schemas.microsoft.com/office/powerpoint/2010/main" val="3634969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D3258-47FA-AD19-4BD8-D70825554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FBC0B-614F-8FB0-3E75-8DC3CFB50CC3}"/>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Control diario y semanal para garantizar la mejora continua</a:t>
            </a:r>
            <a:endParaRPr lang="es-MX" noProof="0">
              <a:solidFill>
                <a:schemeClr val="accent6"/>
              </a:solidFill>
            </a:endParaRPr>
          </a:p>
        </p:txBody>
      </p:sp>
      <p:sp>
        <p:nvSpPr>
          <p:cNvPr id="21" name="Rectángulo redondeado 1">
            <a:extLst>
              <a:ext uri="{FF2B5EF4-FFF2-40B4-BE49-F238E27FC236}">
                <a16:creationId xmlns:a16="http://schemas.microsoft.com/office/drawing/2014/main" id="{72F2AE2D-7395-9288-0912-0725CE2333D8}"/>
              </a:ext>
            </a:extLst>
          </p:cNvPr>
          <p:cNvSpPr/>
          <p:nvPr/>
        </p:nvSpPr>
        <p:spPr>
          <a:xfrm>
            <a:off x="3350344" y="2002984"/>
            <a:ext cx="2138513" cy="2567168"/>
          </a:xfrm>
          <a:prstGeom prst="roundRect">
            <a:avLst>
              <a:gd name="adj" fmla="val 8096"/>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23" name="CuadroTexto 22">
            <a:extLst>
              <a:ext uri="{FF2B5EF4-FFF2-40B4-BE49-F238E27FC236}">
                <a16:creationId xmlns:a16="http://schemas.microsoft.com/office/drawing/2014/main" id="{E046098D-A559-EC31-A8AA-71A7B82E6BBD}"/>
              </a:ext>
            </a:extLst>
          </p:cNvPr>
          <p:cNvSpPr txBox="1"/>
          <p:nvPr/>
        </p:nvSpPr>
        <p:spPr>
          <a:xfrm>
            <a:off x="3404110" y="2002984"/>
            <a:ext cx="1985997" cy="261610"/>
          </a:xfrm>
          <a:prstGeom prst="rect">
            <a:avLst/>
          </a:prstGeom>
          <a:noFill/>
        </p:spPr>
        <p:txBody>
          <a:bodyPr wrap="square" rtlCol="0">
            <a:spAutoFit/>
          </a:bodyPr>
          <a:lstStyle/>
          <a:p>
            <a:pPr algn="ctr"/>
            <a:r>
              <a:rPr lang="es-MX" sz="1100" b="1" noProof="0">
                <a:solidFill>
                  <a:schemeClr val="bg1"/>
                </a:solidFill>
              </a:rPr>
              <a:t>45 min</a:t>
            </a:r>
          </a:p>
        </p:txBody>
      </p:sp>
      <p:sp>
        <p:nvSpPr>
          <p:cNvPr id="24" name="Arrow: Left 13">
            <a:extLst>
              <a:ext uri="{FF2B5EF4-FFF2-40B4-BE49-F238E27FC236}">
                <a16:creationId xmlns:a16="http://schemas.microsoft.com/office/drawing/2014/main" id="{D672C549-B747-44FF-672C-FB1A84CCD076}"/>
              </a:ext>
            </a:extLst>
          </p:cNvPr>
          <p:cNvSpPr/>
          <p:nvPr/>
        </p:nvSpPr>
        <p:spPr>
          <a:xfrm>
            <a:off x="3350344" y="4622517"/>
            <a:ext cx="969818"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Pasado</a:t>
            </a:r>
          </a:p>
        </p:txBody>
      </p:sp>
      <p:sp>
        <p:nvSpPr>
          <p:cNvPr id="25" name="Arrow: Left 13">
            <a:extLst>
              <a:ext uri="{FF2B5EF4-FFF2-40B4-BE49-F238E27FC236}">
                <a16:creationId xmlns:a16="http://schemas.microsoft.com/office/drawing/2014/main" id="{C54F18D6-B85E-932A-CE9C-799D1CE0142D}"/>
              </a:ext>
            </a:extLst>
          </p:cNvPr>
          <p:cNvSpPr/>
          <p:nvPr/>
        </p:nvSpPr>
        <p:spPr>
          <a:xfrm flipH="1">
            <a:off x="4416513" y="4622517"/>
            <a:ext cx="1024390"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Futuro</a:t>
            </a:r>
          </a:p>
        </p:txBody>
      </p:sp>
      <p:sp>
        <p:nvSpPr>
          <p:cNvPr id="26" name="Rectangle: Rounded Corners 3">
            <a:extLst>
              <a:ext uri="{FF2B5EF4-FFF2-40B4-BE49-F238E27FC236}">
                <a16:creationId xmlns:a16="http://schemas.microsoft.com/office/drawing/2014/main" id="{A0DD6357-CBA7-3BB7-1088-E5B3C5DCBE03}"/>
              </a:ext>
            </a:extLst>
          </p:cNvPr>
          <p:cNvSpPr/>
          <p:nvPr/>
        </p:nvSpPr>
        <p:spPr>
          <a:xfrm>
            <a:off x="3476193" y="2260776"/>
            <a:ext cx="1886814" cy="2199022"/>
          </a:xfrm>
          <a:prstGeom prst="roundRect">
            <a:avLst>
              <a:gd name="adj" fmla="val 5884"/>
            </a:avLst>
          </a:prstGeom>
          <a:ln>
            <a:noFill/>
          </a:ln>
        </p:spPr>
        <p:style>
          <a:lnRef idx="2">
            <a:schemeClr val="accent1"/>
          </a:lnRef>
          <a:fillRef idx="1">
            <a:schemeClr val="lt1"/>
          </a:fillRef>
          <a:effectRef idx="0">
            <a:schemeClr val="accent1"/>
          </a:effectRef>
          <a:fontRef idx="minor">
            <a:schemeClr val="dk1"/>
          </a:fontRef>
        </p:style>
        <p:txBody>
          <a:bodyPr anchor="ctr"/>
          <a:lstStyle/>
          <a:p>
            <a:endParaRPr lang="es-MX" sz="1000" noProof="0">
              <a:solidFill>
                <a:schemeClr val="bg2">
                  <a:lumMod val="10000"/>
                </a:schemeClr>
              </a:solidFill>
            </a:endParaRPr>
          </a:p>
        </p:txBody>
      </p:sp>
      <p:sp>
        <p:nvSpPr>
          <p:cNvPr id="29" name="CuadroTexto 7">
            <a:extLst>
              <a:ext uri="{FF2B5EF4-FFF2-40B4-BE49-F238E27FC236}">
                <a16:creationId xmlns:a16="http://schemas.microsoft.com/office/drawing/2014/main" id="{B9852B16-A482-6C10-0D06-533D67121231}"/>
              </a:ext>
            </a:extLst>
          </p:cNvPr>
          <p:cNvSpPr txBox="1"/>
          <p:nvPr/>
        </p:nvSpPr>
        <p:spPr>
          <a:xfrm>
            <a:off x="4014539" y="2356195"/>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Tendencias</a:t>
            </a:r>
          </a:p>
          <a:p>
            <a:pPr algn="just"/>
            <a:endParaRPr lang="es-MX" sz="1100" noProof="0">
              <a:solidFill>
                <a:schemeClr val="tx1"/>
              </a:solidFill>
            </a:endParaRPr>
          </a:p>
        </p:txBody>
      </p:sp>
      <p:sp>
        <p:nvSpPr>
          <p:cNvPr id="30" name="CuadroTexto 7">
            <a:extLst>
              <a:ext uri="{FF2B5EF4-FFF2-40B4-BE49-F238E27FC236}">
                <a16:creationId xmlns:a16="http://schemas.microsoft.com/office/drawing/2014/main" id="{2388DF69-1437-E019-919D-9AFE4D39E0E0}"/>
              </a:ext>
            </a:extLst>
          </p:cNvPr>
          <p:cNvSpPr txBox="1"/>
          <p:nvPr/>
        </p:nvSpPr>
        <p:spPr>
          <a:xfrm>
            <a:off x="4038516" y="2702771"/>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Acciones</a:t>
            </a:r>
          </a:p>
          <a:p>
            <a:pPr algn="just"/>
            <a:endParaRPr lang="es-MX" sz="1100" noProof="0">
              <a:solidFill>
                <a:schemeClr val="tx1"/>
              </a:solidFill>
            </a:endParaRPr>
          </a:p>
        </p:txBody>
      </p:sp>
      <p:sp>
        <p:nvSpPr>
          <p:cNvPr id="31" name="CuadroTexto 7">
            <a:extLst>
              <a:ext uri="{FF2B5EF4-FFF2-40B4-BE49-F238E27FC236}">
                <a16:creationId xmlns:a16="http://schemas.microsoft.com/office/drawing/2014/main" id="{D38F7A56-9B92-929E-02E3-481A5A6EC563}"/>
              </a:ext>
            </a:extLst>
          </p:cNvPr>
          <p:cNvSpPr txBox="1"/>
          <p:nvPr/>
        </p:nvSpPr>
        <p:spPr>
          <a:xfrm>
            <a:off x="4023078" y="3041345"/>
            <a:ext cx="13713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accent6"/>
                </a:solidFill>
              </a:rPr>
              <a:t>Problem</a:t>
            </a:r>
            <a:r>
              <a:rPr lang="es-MX" sz="1100" b="1" noProof="0">
                <a:solidFill>
                  <a:schemeClr val="accent6"/>
                </a:solidFill>
              </a:rPr>
              <a:t> </a:t>
            </a:r>
            <a:r>
              <a:rPr lang="es-MX" sz="1100" b="1" noProof="0" err="1">
                <a:solidFill>
                  <a:schemeClr val="accent6"/>
                </a:solidFill>
              </a:rPr>
              <a:t>Solving</a:t>
            </a:r>
            <a:endParaRPr lang="es-MX" sz="1100" b="1" noProof="0">
              <a:solidFill>
                <a:schemeClr val="accent6"/>
              </a:solidFill>
            </a:endParaRPr>
          </a:p>
          <a:p>
            <a:pPr algn="just"/>
            <a:endParaRPr lang="es-MX" sz="1100" noProof="0">
              <a:solidFill>
                <a:schemeClr val="tx1"/>
              </a:solidFill>
            </a:endParaRPr>
          </a:p>
        </p:txBody>
      </p:sp>
      <p:sp>
        <p:nvSpPr>
          <p:cNvPr id="32" name="CuadroTexto 7">
            <a:extLst>
              <a:ext uri="{FF2B5EF4-FFF2-40B4-BE49-F238E27FC236}">
                <a16:creationId xmlns:a16="http://schemas.microsoft.com/office/drawing/2014/main" id="{98824249-580F-397F-67CF-5F0BFFA6D147}"/>
              </a:ext>
            </a:extLst>
          </p:cNvPr>
          <p:cNvSpPr txBox="1"/>
          <p:nvPr/>
        </p:nvSpPr>
        <p:spPr>
          <a:xfrm>
            <a:off x="4054540" y="3437823"/>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Iniciativas</a:t>
            </a:r>
          </a:p>
        </p:txBody>
      </p:sp>
      <p:sp>
        <p:nvSpPr>
          <p:cNvPr id="33" name="CuadroTexto 7">
            <a:extLst>
              <a:ext uri="{FF2B5EF4-FFF2-40B4-BE49-F238E27FC236}">
                <a16:creationId xmlns:a16="http://schemas.microsoft.com/office/drawing/2014/main" id="{827FC442-FB2A-5E53-31B9-D64D43240201}"/>
              </a:ext>
            </a:extLst>
          </p:cNvPr>
          <p:cNvSpPr txBox="1"/>
          <p:nvPr/>
        </p:nvSpPr>
        <p:spPr>
          <a:xfrm>
            <a:off x="4069511" y="3774598"/>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Escalaciones</a:t>
            </a:r>
          </a:p>
        </p:txBody>
      </p:sp>
      <p:sp>
        <p:nvSpPr>
          <p:cNvPr id="34" name="CuadroTexto 7">
            <a:extLst>
              <a:ext uri="{FF2B5EF4-FFF2-40B4-BE49-F238E27FC236}">
                <a16:creationId xmlns:a16="http://schemas.microsoft.com/office/drawing/2014/main" id="{BA252AA8-63ED-AE10-174E-B1F19BAA232D}"/>
              </a:ext>
            </a:extLst>
          </p:cNvPr>
          <p:cNvSpPr txBox="1"/>
          <p:nvPr/>
        </p:nvSpPr>
        <p:spPr>
          <a:xfrm>
            <a:off x="4094025" y="4099687"/>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Plan 6S</a:t>
            </a:r>
          </a:p>
        </p:txBody>
      </p:sp>
      <p:sp>
        <p:nvSpPr>
          <p:cNvPr id="35" name="Flecha: a la derecha 34">
            <a:extLst>
              <a:ext uri="{FF2B5EF4-FFF2-40B4-BE49-F238E27FC236}">
                <a16:creationId xmlns:a16="http://schemas.microsoft.com/office/drawing/2014/main" id="{3522A754-4C0A-539A-0AE6-B791BE6A1E2D}"/>
              </a:ext>
            </a:extLst>
          </p:cNvPr>
          <p:cNvSpPr/>
          <p:nvPr/>
        </p:nvSpPr>
        <p:spPr>
          <a:xfrm>
            <a:off x="2874480" y="302119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Flecha: a la derecha 35">
            <a:extLst>
              <a:ext uri="{FF2B5EF4-FFF2-40B4-BE49-F238E27FC236}">
                <a16:creationId xmlns:a16="http://schemas.microsoft.com/office/drawing/2014/main" id="{6A8ACA49-F5DE-9A64-07BE-CC3934E47787}"/>
              </a:ext>
            </a:extLst>
          </p:cNvPr>
          <p:cNvSpPr/>
          <p:nvPr/>
        </p:nvSpPr>
        <p:spPr>
          <a:xfrm>
            <a:off x="5551660" y="294901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8" name="Gráfico 37" descr="Tendencia al alza con relleno sólido">
            <a:extLst>
              <a:ext uri="{FF2B5EF4-FFF2-40B4-BE49-F238E27FC236}">
                <a16:creationId xmlns:a16="http://schemas.microsoft.com/office/drawing/2014/main" id="{832F8B27-2DF4-5968-2667-B090385A802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449" y="2354786"/>
            <a:ext cx="308194" cy="308194"/>
          </a:xfrm>
          <a:prstGeom prst="rect">
            <a:avLst/>
          </a:prstGeom>
        </p:spPr>
      </p:pic>
      <p:pic>
        <p:nvPicPr>
          <p:cNvPr id="42" name="Gráfico 41" descr="Lista con relleno sólido">
            <a:extLst>
              <a:ext uri="{FF2B5EF4-FFF2-40B4-BE49-F238E27FC236}">
                <a16:creationId xmlns:a16="http://schemas.microsoft.com/office/drawing/2014/main" id="{A5F8FBA2-4042-144B-4AB9-53D190D56E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3419" y="2698204"/>
            <a:ext cx="308195" cy="308195"/>
          </a:xfrm>
          <a:prstGeom prst="rect">
            <a:avLst/>
          </a:prstGeom>
        </p:spPr>
      </p:pic>
      <p:pic>
        <p:nvPicPr>
          <p:cNvPr id="44" name="Gráfico 43" descr="Flecha arriba con relleno sólido">
            <a:extLst>
              <a:ext uri="{FF2B5EF4-FFF2-40B4-BE49-F238E27FC236}">
                <a16:creationId xmlns:a16="http://schemas.microsoft.com/office/drawing/2014/main" id="{9398D399-3C7E-1F4B-0EC9-E168818FA8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323530">
            <a:off x="3689402" y="3786370"/>
            <a:ext cx="270300" cy="270300"/>
          </a:xfrm>
          <a:prstGeom prst="rect">
            <a:avLst/>
          </a:prstGeom>
        </p:spPr>
      </p:pic>
      <p:pic>
        <p:nvPicPr>
          <p:cNvPr id="46" name="Gráfico 45" descr="Calendario con relleno sólido">
            <a:extLst>
              <a:ext uri="{FF2B5EF4-FFF2-40B4-BE49-F238E27FC236}">
                <a16:creationId xmlns:a16="http://schemas.microsoft.com/office/drawing/2014/main" id="{A414357F-42A1-A4E7-C179-F46D9F116B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66369" y="4078245"/>
            <a:ext cx="325246" cy="325246"/>
          </a:xfrm>
          <a:prstGeom prst="rect">
            <a:avLst/>
          </a:prstGeom>
        </p:spPr>
      </p:pic>
      <p:pic>
        <p:nvPicPr>
          <p:cNvPr id="48" name="Gráfico 47" descr="Plano con relleno sólido">
            <a:extLst>
              <a:ext uri="{FF2B5EF4-FFF2-40B4-BE49-F238E27FC236}">
                <a16:creationId xmlns:a16="http://schemas.microsoft.com/office/drawing/2014/main" id="{2275DE31-B4CD-4F02-51BE-FF4BCB77A7F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88285" y="3420235"/>
            <a:ext cx="291564" cy="291564"/>
          </a:xfrm>
          <a:prstGeom prst="rect">
            <a:avLst/>
          </a:prstGeom>
        </p:spPr>
      </p:pic>
      <p:pic>
        <p:nvPicPr>
          <p:cNvPr id="50" name="Gráfico 49" descr="Calendario giratorio con relleno sólido">
            <a:extLst>
              <a:ext uri="{FF2B5EF4-FFF2-40B4-BE49-F238E27FC236}">
                <a16:creationId xmlns:a16="http://schemas.microsoft.com/office/drawing/2014/main" id="{C31C55BA-6D9D-B574-946F-C37A497A30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6461" y="894906"/>
            <a:ext cx="644096" cy="644096"/>
          </a:xfrm>
          <a:prstGeom prst="rect">
            <a:avLst/>
          </a:prstGeom>
        </p:spPr>
      </p:pic>
      <p:sp>
        <p:nvSpPr>
          <p:cNvPr id="52" name="CuadroTexto 7">
            <a:extLst>
              <a:ext uri="{FF2B5EF4-FFF2-40B4-BE49-F238E27FC236}">
                <a16:creationId xmlns:a16="http://schemas.microsoft.com/office/drawing/2014/main" id="{099658CE-9C3D-FED3-B87B-C83E52D5D0D7}"/>
              </a:ext>
            </a:extLst>
          </p:cNvPr>
          <p:cNvSpPr txBox="1"/>
          <p:nvPr/>
        </p:nvSpPr>
        <p:spPr>
          <a:xfrm>
            <a:off x="886013" y="1441386"/>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Diario</a:t>
            </a:r>
          </a:p>
          <a:p>
            <a:pPr algn="ctr"/>
            <a:r>
              <a:rPr lang="es-MX" sz="1100" noProof="0">
                <a:solidFill>
                  <a:schemeClr val="accent5"/>
                </a:solidFill>
              </a:rPr>
              <a:t>Captura de problemas</a:t>
            </a: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0EAE4479-5241-CFC3-2A24-8202FD8FB0A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3827" y="1169443"/>
            <a:ext cx="238186" cy="238186"/>
          </a:xfrm>
          <a:prstGeom prst="rect">
            <a:avLst/>
          </a:prstGeom>
        </p:spPr>
      </p:pic>
      <p:pic>
        <p:nvPicPr>
          <p:cNvPr id="56" name="Gráfico 55" descr="Reloj con relleno sólido">
            <a:extLst>
              <a:ext uri="{FF2B5EF4-FFF2-40B4-BE49-F238E27FC236}">
                <a16:creationId xmlns:a16="http://schemas.microsoft.com/office/drawing/2014/main" id="{FB0538F9-FF2D-20FF-1334-CCACF7D139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0958" y="989719"/>
            <a:ext cx="551567" cy="551567"/>
          </a:xfrm>
          <a:prstGeom prst="rect">
            <a:avLst/>
          </a:prstGeom>
        </p:spPr>
      </p:pic>
      <p:sp>
        <p:nvSpPr>
          <p:cNvPr id="57" name="CuadroTexto 7">
            <a:extLst>
              <a:ext uri="{FF2B5EF4-FFF2-40B4-BE49-F238E27FC236}">
                <a16:creationId xmlns:a16="http://schemas.microsoft.com/office/drawing/2014/main" id="{D18DF646-3803-1497-C450-073572D80F39}"/>
              </a:ext>
            </a:extLst>
          </p:cNvPr>
          <p:cNvSpPr txBox="1"/>
          <p:nvPr/>
        </p:nvSpPr>
        <p:spPr>
          <a:xfrm>
            <a:off x="6497533" y="1511698"/>
            <a:ext cx="1760454"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Reunión semanal</a:t>
            </a:r>
          </a:p>
          <a:p>
            <a:pPr algn="ctr"/>
            <a:r>
              <a:rPr lang="es-MX" sz="1100" noProof="0">
                <a:solidFill>
                  <a:schemeClr val="accent5"/>
                </a:solidFill>
              </a:rPr>
              <a:t>Priorización y asignación de equipos</a:t>
            </a:r>
            <a:endParaRPr lang="es-MX" sz="1100" noProof="0">
              <a:solidFill>
                <a:schemeClr val="tx1"/>
              </a:solidFill>
            </a:endParaRPr>
          </a:p>
        </p:txBody>
      </p:sp>
      <p:sp>
        <p:nvSpPr>
          <p:cNvPr id="58" name="CuadroTexto 7">
            <a:extLst>
              <a:ext uri="{FF2B5EF4-FFF2-40B4-BE49-F238E27FC236}">
                <a16:creationId xmlns:a16="http://schemas.microsoft.com/office/drawing/2014/main" id="{DBAF8BAC-B58E-A996-FE56-105EC3F74B45}"/>
              </a:ext>
            </a:extLst>
          </p:cNvPr>
          <p:cNvSpPr txBox="1"/>
          <p:nvPr/>
        </p:nvSpPr>
        <p:spPr>
          <a:xfrm>
            <a:off x="3392791" y="1236861"/>
            <a:ext cx="200863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err="1">
                <a:solidFill>
                  <a:schemeClr val="accent5"/>
                </a:solidFill>
              </a:rPr>
              <a:t>Problem</a:t>
            </a:r>
            <a:r>
              <a:rPr lang="es-MX" sz="1100" b="1" noProof="0">
                <a:solidFill>
                  <a:schemeClr val="accent5"/>
                </a:solidFill>
              </a:rPr>
              <a:t> </a:t>
            </a:r>
            <a:r>
              <a:rPr lang="es-MX" sz="1100" b="1" noProof="0" err="1">
                <a:solidFill>
                  <a:schemeClr val="accent5"/>
                </a:solidFill>
              </a:rPr>
              <a:t>Solving</a:t>
            </a:r>
            <a:endParaRPr lang="es-MX" sz="1100" b="1" noProof="0">
              <a:solidFill>
                <a:schemeClr val="accent5"/>
              </a:solidFill>
            </a:endParaRPr>
          </a:p>
          <a:p>
            <a:pPr algn="ctr"/>
            <a:r>
              <a:rPr lang="es-MX" sz="1100" noProof="0">
                <a:solidFill>
                  <a:schemeClr val="accent5"/>
                </a:solidFill>
              </a:rPr>
              <a:t>Forma parte de la agenda de las reuniones semanales</a:t>
            </a:r>
            <a:endParaRPr lang="es-MX" sz="1100" noProof="0">
              <a:solidFill>
                <a:schemeClr val="tx1"/>
              </a:solidFill>
            </a:endParaRPr>
          </a:p>
        </p:txBody>
      </p:sp>
      <p:pic>
        <p:nvPicPr>
          <p:cNvPr id="60" name="Imagen 59" descr="Logotipo&#10;&#10;El contenido generado por IA puede ser incorrecto.">
            <a:extLst>
              <a:ext uri="{FF2B5EF4-FFF2-40B4-BE49-F238E27FC236}">
                <a16:creationId xmlns:a16="http://schemas.microsoft.com/office/drawing/2014/main" id="{5A5C36F3-A137-1F45-D960-EA4BE8FDBEF1}"/>
              </a:ext>
            </a:extLst>
          </p:cNvPr>
          <p:cNvPicPr>
            <a:picLocks noChangeAspect="1"/>
          </p:cNvPicPr>
          <p:nvPr/>
        </p:nvPicPr>
        <p:blipFill>
          <a:blip r:embed="rId10"/>
          <a:srcRect b="35471"/>
          <a:stretch>
            <a:fillRect/>
          </a:stretch>
        </p:blipFill>
        <p:spPr>
          <a:xfrm>
            <a:off x="3561131" y="3016036"/>
            <a:ext cx="493409" cy="318388"/>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C8D16244-3D11-BA9F-DD0F-F2A3665C4967}"/>
              </a:ext>
            </a:extLst>
          </p:cNvPr>
          <p:cNvPicPr>
            <a:picLocks noChangeAspect="1"/>
          </p:cNvPicPr>
          <p:nvPr/>
        </p:nvPicPr>
        <p:blipFill>
          <a:blip r:embed="rId11"/>
          <a:stretch>
            <a:fillRect/>
          </a:stretch>
        </p:blipFill>
        <p:spPr>
          <a:xfrm>
            <a:off x="8661417" y="109943"/>
            <a:ext cx="466952" cy="466952"/>
          </a:xfrm>
          <a:prstGeom prst="rect">
            <a:avLst/>
          </a:prstGeom>
        </p:spPr>
      </p:pic>
      <p:sp>
        <p:nvSpPr>
          <p:cNvPr id="13" name="Rectángulo: esquinas redondeadas 12">
            <a:extLst>
              <a:ext uri="{FF2B5EF4-FFF2-40B4-BE49-F238E27FC236}">
                <a16:creationId xmlns:a16="http://schemas.microsoft.com/office/drawing/2014/main" id="{2C911D39-6E21-F269-0AD8-C52CEE07AC1C}"/>
              </a:ext>
            </a:extLst>
          </p:cNvPr>
          <p:cNvSpPr/>
          <p:nvPr/>
        </p:nvSpPr>
        <p:spPr>
          <a:xfrm>
            <a:off x="382867" y="2138217"/>
            <a:ext cx="2296443" cy="238202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Imagen 13" descr="Código QR&#10;&#10;El contenido generado por IA puede ser incorrecto.">
            <a:extLst>
              <a:ext uri="{FF2B5EF4-FFF2-40B4-BE49-F238E27FC236}">
                <a16:creationId xmlns:a16="http://schemas.microsoft.com/office/drawing/2014/main" id="{7A058ED4-EC26-2567-62E8-0D871CDF9640}"/>
              </a:ext>
            </a:extLst>
          </p:cNvPr>
          <p:cNvPicPr>
            <a:picLocks noChangeAspect="1"/>
          </p:cNvPicPr>
          <p:nvPr/>
        </p:nvPicPr>
        <p:blipFill>
          <a:blip r:embed="rId12"/>
          <a:srcRect b="8975"/>
          <a:stretch>
            <a:fillRect/>
          </a:stretch>
        </p:blipFill>
        <p:spPr>
          <a:xfrm>
            <a:off x="647501" y="2338111"/>
            <a:ext cx="1757021" cy="1725188"/>
          </a:xfrm>
          <a:prstGeom prst="rect">
            <a:avLst/>
          </a:prstGeom>
        </p:spPr>
      </p:pic>
      <p:sp>
        <p:nvSpPr>
          <p:cNvPr id="15" name="CuadroTexto 7">
            <a:extLst>
              <a:ext uri="{FF2B5EF4-FFF2-40B4-BE49-F238E27FC236}">
                <a16:creationId xmlns:a16="http://schemas.microsoft.com/office/drawing/2014/main" id="{9C02E7A4-EBA3-91E0-904F-1C4468F7828B}"/>
              </a:ext>
            </a:extLst>
          </p:cNvPr>
          <p:cNvSpPr txBox="1"/>
          <p:nvPr/>
        </p:nvSpPr>
        <p:spPr>
          <a:xfrm>
            <a:off x="545650" y="4115501"/>
            <a:ext cx="1960722"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noProof="0">
                <a:solidFill>
                  <a:schemeClr val="bg1"/>
                </a:solidFill>
              </a:rPr>
              <a:t>FORMULARIO PARA CAPTURA DE PROBLEMAS</a:t>
            </a:r>
          </a:p>
        </p:txBody>
      </p:sp>
      <p:sp>
        <p:nvSpPr>
          <p:cNvPr id="19" name="Rectángulo: esquinas redondeadas 18">
            <a:extLst>
              <a:ext uri="{FF2B5EF4-FFF2-40B4-BE49-F238E27FC236}">
                <a16:creationId xmlns:a16="http://schemas.microsoft.com/office/drawing/2014/main" id="{161A33BD-7C91-D57C-079D-DD43D87A30FE}"/>
              </a:ext>
            </a:extLst>
          </p:cNvPr>
          <p:cNvSpPr/>
          <p:nvPr/>
        </p:nvSpPr>
        <p:spPr>
          <a:xfrm>
            <a:off x="6066769" y="2222226"/>
            <a:ext cx="2840019" cy="243652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0" name="Imagen 19" descr="Interfaz de usuario gráfica, Texto, Aplicación, Correo electrónico&#10;&#10;El contenido generado por IA puede ser incorrecto.">
            <a:extLst>
              <a:ext uri="{FF2B5EF4-FFF2-40B4-BE49-F238E27FC236}">
                <a16:creationId xmlns:a16="http://schemas.microsoft.com/office/drawing/2014/main" id="{73853346-7EF1-2908-CA81-A676343484F3}"/>
              </a:ext>
            </a:extLst>
          </p:cNvPr>
          <p:cNvPicPr>
            <a:picLocks noChangeAspect="1"/>
          </p:cNvPicPr>
          <p:nvPr/>
        </p:nvPicPr>
        <p:blipFill>
          <a:blip r:embed="rId13"/>
          <a:stretch>
            <a:fillRect/>
          </a:stretch>
        </p:blipFill>
        <p:spPr>
          <a:xfrm>
            <a:off x="6320678" y="2326260"/>
            <a:ext cx="2336842" cy="2222126"/>
          </a:xfrm>
          <a:prstGeom prst="rect">
            <a:avLst/>
          </a:prstGeom>
        </p:spPr>
      </p:pic>
      <p:sp>
        <p:nvSpPr>
          <p:cNvPr id="22" name="Rectángulo 21">
            <a:extLst>
              <a:ext uri="{FF2B5EF4-FFF2-40B4-BE49-F238E27FC236}">
                <a16:creationId xmlns:a16="http://schemas.microsoft.com/office/drawing/2014/main" id="{1F05B226-EBDC-14CC-6515-5888EE5AC5AD}"/>
              </a:ext>
            </a:extLst>
          </p:cNvPr>
          <p:cNvSpPr/>
          <p:nvPr/>
        </p:nvSpPr>
        <p:spPr>
          <a:xfrm>
            <a:off x="6346933" y="3803598"/>
            <a:ext cx="978487" cy="729647"/>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 name="Rectángulo 2">
            <a:extLst>
              <a:ext uri="{FF2B5EF4-FFF2-40B4-BE49-F238E27FC236}">
                <a16:creationId xmlns:a16="http://schemas.microsoft.com/office/drawing/2014/main" id="{A8A3A242-D803-B6EE-CA58-CE732147AD13}"/>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Lámina para líderes</a:t>
            </a:r>
          </a:p>
        </p:txBody>
      </p:sp>
    </p:spTree>
    <p:extLst>
      <p:ext uri="{BB962C8B-B14F-4D97-AF65-F5344CB8AC3E}">
        <p14:creationId xmlns:p14="http://schemas.microsoft.com/office/powerpoint/2010/main" val="1344579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7E97B-D2C0-7AE1-12D8-F5D63F99562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A2BEFD9-1273-975F-EF67-580DFE1496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EA2BEFD9-1273-975F-EF67-580DFE1496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F315FA4A-9CA0-0AB5-6DB6-AE6D03AC0926}"/>
              </a:ext>
            </a:extLst>
          </p:cNvPr>
          <p:cNvSpPr>
            <a:spLocks noGrp="1"/>
          </p:cNvSpPr>
          <p:nvPr>
            <p:ph type="title"/>
          </p:nvPr>
        </p:nvSpPr>
        <p:spPr/>
        <p:txBody>
          <a:bodyPr vert="horz"/>
          <a:lstStyle/>
          <a:p>
            <a:r>
              <a:rPr lang="es-MX" noProof="0"/>
              <a:t>Correlación con los otros sistemas</a:t>
            </a:r>
          </a:p>
        </p:txBody>
      </p:sp>
      <p:sp>
        <p:nvSpPr>
          <p:cNvPr id="3" name="Hexágono 2">
            <a:extLst>
              <a:ext uri="{FF2B5EF4-FFF2-40B4-BE49-F238E27FC236}">
                <a16:creationId xmlns:a16="http://schemas.microsoft.com/office/drawing/2014/main" id="{6B9327DC-CCD3-62C9-BD42-FBA925BDBFEE}"/>
              </a:ext>
            </a:extLst>
          </p:cNvPr>
          <p:cNvSpPr/>
          <p:nvPr/>
        </p:nvSpPr>
        <p:spPr>
          <a:xfrm>
            <a:off x="3759366" y="1044748"/>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Hexágono 3">
            <a:extLst>
              <a:ext uri="{FF2B5EF4-FFF2-40B4-BE49-F238E27FC236}">
                <a16:creationId xmlns:a16="http://schemas.microsoft.com/office/drawing/2014/main" id="{63B2ED6D-7EAC-8B27-2DA5-7408E8E77FD9}"/>
              </a:ext>
            </a:extLst>
          </p:cNvPr>
          <p:cNvSpPr/>
          <p:nvPr/>
        </p:nvSpPr>
        <p:spPr>
          <a:xfrm>
            <a:off x="3759366" y="2253155"/>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 name="Hexágono 4">
            <a:extLst>
              <a:ext uri="{FF2B5EF4-FFF2-40B4-BE49-F238E27FC236}">
                <a16:creationId xmlns:a16="http://schemas.microsoft.com/office/drawing/2014/main" id="{F1703821-BCCE-7602-6EFE-032F2799AFA5}"/>
              </a:ext>
            </a:extLst>
          </p:cNvPr>
          <p:cNvSpPr/>
          <p:nvPr/>
        </p:nvSpPr>
        <p:spPr>
          <a:xfrm>
            <a:off x="4889961" y="1642602"/>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6" name="Hexágono 5">
            <a:extLst>
              <a:ext uri="{FF2B5EF4-FFF2-40B4-BE49-F238E27FC236}">
                <a16:creationId xmlns:a16="http://schemas.microsoft.com/office/drawing/2014/main" id="{0FBAB456-B9BF-F3C8-F023-AE801D015C79}"/>
              </a:ext>
            </a:extLst>
          </p:cNvPr>
          <p:cNvSpPr/>
          <p:nvPr/>
        </p:nvSpPr>
        <p:spPr>
          <a:xfrm>
            <a:off x="4889961" y="2854864"/>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Hexágono 6">
            <a:extLst>
              <a:ext uri="{FF2B5EF4-FFF2-40B4-BE49-F238E27FC236}">
                <a16:creationId xmlns:a16="http://schemas.microsoft.com/office/drawing/2014/main" id="{D97A1638-1B9D-C4CC-7C50-8542A07E893F}"/>
              </a:ext>
            </a:extLst>
          </p:cNvPr>
          <p:cNvSpPr/>
          <p:nvPr/>
        </p:nvSpPr>
        <p:spPr>
          <a:xfrm>
            <a:off x="3753016" y="3463786"/>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Hexágono 7">
            <a:extLst>
              <a:ext uri="{FF2B5EF4-FFF2-40B4-BE49-F238E27FC236}">
                <a16:creationId xmlns:a16="http://schemas.microsoft.com/office/drawing/2014/main" id="{7DBEF8E8-8768-C85B-2C73-01D0E9D0F962}"/>
              </a:ext>
            </a:extLst>
          </p:cNvPr>
          <p:cNvSpPr/>
          <p:nvPr/>
        </p:nvSpPr>
        <p:spPr>
          <a:xfrm>
            <a:off x="2622537" y="2857388"/>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Hexágono 8">
            <a:extLst>
              <a:ext uri="{FF2B5EF4-FFF2-40B4-BE49-F238E27FC236}">
                <a16:creationId xmlns:a16="http://schemas.microsoft.com/office/drawing/2014/main" id="{D9E53BF8-85CA-4CD7-F620-D2BB8053B608}"/>
              </a:ext>
            </a:extLst>
          </p:cNvPr>
          <p:cNvSpPr/>
          <p:nvPr/>
        </p:nvSpPr>
        <p:spPr>
          <a:xfrm>
            <a:off x="2628771" y="1646221"/>
            <a:ext cx="1391478" cy="1176793"/>
          </a:xfrm>
          <a:prstGeom prst="hexagon">
            <a:avLst/>
          </a:prstGeom>
          <a:solidFill>
            <a:schemeClr val="accent1">
              <a:lumMod val="10000"/>
              <a:lumOff val="90000"/>
            </a:schemeClr>
          </a:solidFill>
          <a:ln w="19050"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CuadroTexto 9">
            <a:extLst>
              <a:ext uri="{FF2B5EF4-FFF2-40B4-BE49-F238E27FC236}">
                <a16:creationId xmlns:a16="http://schemas.microsoft.com/office/drawing/2014/main" id="{ADC558A1-3922-1E43-0610-2BD8426887F0}"/>
              </a:ext>
            </a:extLst>
          </p:cNvPr>
          <p:cNvSpPr txBox="1"/>
          <p:nvPr/>
        </p:nvSpPr>
        <p:spPr>
          <a:xfrm>
            <a:off x="3876293" y="2929755"/>
            <a:ext cx="1151391" cy="461665"/>
          </a:xfrm>
          <a:prstGeom prst="rect">
            <a:avLst/>
          </a:prstGeom>
          <a:noFill/>
        </p:spPr>
        <p:txBody>
          <a:bodyPr wrap="square" rtlCol="0">
            <a:spAutoFit/>
          </a:bodyPr>
          <a:lstStyle/>
          <a:p>
            <a:pPr algn="ctr"/>
            <a:r>
              <a:rPr lang="es-MX" sz="1200" b="1" noProof="0" err="1">
                <a:solidFill>
                  <a:schemeClr val="accent5"/>
                </a:solidFill>
              </a:rPr>
              <a:t>Problem</a:t>
            </a:r>
            <a:r>
              <a:rPr lang="es-MX" sz="1200" b="1" noProof="0">
                <a:solidFill>
                  <a:schemeClr val="accent5"/>
                </a:solidFill>
              </a:rPr>
              <a:t> </a:t>
            </a:r>
            <a:r>
              <a:rPr lang="es-MX" sz="1200" b="1" noProof="0" err="1">
                <a:solidFill>
                  <a:schemeClr val="accent5"/>
                </a:solidFill>
              </a:rPr>
              <a:t>Solving</a:t>
            </a:r>
            <a:endParaRPr lang="es-MX" sz="1200" b="1" noProof="0">
              <a:solidFill>
                <a:schemeClr val="accent5"/>
              </a:solidFill>
            </a:endParaRPr>
          </a:p>
        </p:txBody>
      </p:sp>
      <p:sp>
        <p:nvSpPr>
          <p:cNvPr id="12" name="CuadroTexto 11">
            <a:extLst>
              <a:ext uri="{FF2B5EF4-FFF2-40B4-BE49-F238E27FC236}">
                <a16:creationId xmlns:a16="http://schemas.microsoft.com/office/drawing/2014/main" id="{6FFB40F8-67EC-80E3-A3D3-DA573E3628F4}"/>
              </a:ext>
            </a:extLst>
          </p:cNvPr>
          <p:cNvSpPr txBox="1"/>
          <p:nvPr/>
        </p:nvSpPr>
        <p:spPr>
          <a:xfrm>
            <a:off x="3902873" y="1719124"/>
            <a:ext cx="1151391" cy="461665"/>
          </a:xfrm>
          <a:prstGeom prst="rect">
            <a:avLst/>
          </a:prstGeom>
          <a:noFill/>
        </p:spPr>
        <p:txBody>
          <a:bodyPr wrap="square" rtlCol="0">
            <a:spAutoFit/>
          </a:bodyPr>
          <a:lstStyle/>
          <a:p>
            <a:pPr algn="ctr"/>
            <a:r>
              <a:rPr lang="es-MX" sz="1200" b="1" noProof="0">
                <a:solidFill>
                  <a:schemeClr val="accent5"/>
                </a:solidFill>
              </a:rPr>
              <a:t>Gestión visual</a:t>
            </a:r>
          </a:p>
        </p:txBody>
      </p:sp>
      <p:sp>
        <p:nvSpPr>
          <p:cNvPr id="13" name="CuadroTexto 12">
            <a:extLst>
              <a:ext uri="{FF2B5EF4-FFF2-40B4-BE49-F238E27FC236}">
                <a16:creationId xmlns:a16="http://schemas.microsoft.com/office/drawing/2014/main" id="{C8546AED-EF40-9265-A4E7-A12DF95BBC77}"/>
              </a:ext>
            </a:extLst>
          </p:cNvPr>
          <p:cNvSpPr txBox="1"/>
          <p:nvPr/>
        </p:nvSpPr>
        <p:spPr>
          <a:xfrm>
            <a:off x="5013946" y="2512372"/>
            <a:ext cx="1151391" cy="276999"/>
          </a:xfrm>
          <a:prstGeom prst="rect">
            <a:avLst/>
          </a:prstGeom>
          <a:noFill/>
        </p:spPr>
        <p:txBody>
          <a:bodyPr wrap="square" rtlCol="0">
            <a:spAutoFit/>
          </a:bodyPr>
          <a:lstStyle/>
          <a:p>
            <a:pPr algn="ctr"/>
            <a:r>
              <a:rPr lang="es-MX" sz="1200" b="1" noProof="0">
                <a:solidFill>
                  <a:schemeClr val="accent5"/>
                </a:solidFill>
              </a:rPr>
              <a:t>Reuniones</a:t>
            </a:r>
          </a:p>
        </p:txBody>
      </p:sp>
      <p:sp>
        <p:nvSpPr>
          <p:cNvPr id="14" name="CuadroTexto 13">
            <a:extLst>
              <a:ext uri="{FF2B5EF4-FFF2-40B4-BE49-F238E27FC236}">
                <a16:creationId xmlns:a16="http://schemas.microsoft.com/office/drawing/2014/main" id="{84D38E51-03FA-0BFA-C870-8467CC70232A}"/>
              </a:ext>
            </a:extLst>
          </p:cNvPr>
          <p:cNvSpPr txBox="1"/>
          <p:nvPr/>
        </p:nvSpPr>
        <p:spPr>
          <a:xfrm>
            <a:off x="5158641" y="3578680"/>
            <a:ext cx="893626" cy="461665"/>
          </a:xfrm>
          <a:prstGeom prst="rect">
            <a:avLst/>
          </a:prstGeom>
          <a:noFill/>
        </p:spPr>
        <p:txBody>
          <a:bodyPr wrap="square" rtlCol="0">
            <a:spAutoFit/>
          </a:bodyPr>
          <a:lstStyle/>
          <a:p>
            <a:pPr algn="ctr"/>
            <a:r>
              <a:rPr lang="es-MX" sz="1200" b="1" noProof="0" err="1">
                <a:solidFill>
                  <a:schemeClr val="accent5"/>
                </a:solidFill>
              </a:rPr>
              <a:t>Genba</a:t>
            </a:r>
            <a:r>
              <a:rPr lang="es-MX" sz="1200" b="1" noProof="0">
                <a:solidFill>
                  <a:schemeClr val="accent5"/>
                </a:solidFill>
              </a:rPr>
              <a:t> </a:t>
            </a:r>
            <a:r>
              <a:rPr lang="es-MX" sz="1200" b="1" noProof="0" err="1">
                <a:solidFill>
                  <a:schemeClr val="accent5"/>
                </a:solidFill>
              </a:rPr>
              <a:t>walk</a:t>
            </a:r>
            <a:endParaRPr lang="es-MX" sz="1200" b="1" noProof="0">
              <a:solidFill>
                <a:schemeClr val="accent5"/>
              </a:solidFill>
            </a:endParaRPr>
          </a:p>
        </p:txBody>
      </p:sp>
      <p:sp>
        <p:nvSpPr>
          <p:cNvPr id="15" name="CuadroTexto 14">
            <a:extLst>
              <a:ext uri="{FF2B5EF4-FFF2-40B4-BE49-F238E27FC236}">
                <a16:creationId xmlns:a16="http://schemas.microsoft.com/office/drawing/2014/main" id="{9E9C13A0-3698-4144-8D91-D8DDB639CE93}"/>
              </a:ext>
            </a:extLst>
          </p:cNvPr>
          <p:cNvSpPr txBox="1"/>
          <p:nvPr/>
        </p:nvSpPr>
        <p:spPr>
          <a:xfrm>
            <a:off x="3892105" y="4166584"/>
            <a:ext cx="1151391" cy="461665"/>
          </a:xfrm>
          <a:prstGeom prst="rect">
            <a:avLst/>
          </a:prstGeom>
          <a:noFill/>
        </p:spPr>
        <p:txBody>
          <a:bodyPr wrap="square" rtlCol="0">
            <a:spAutoFit/>
          </a:bodyPr>
          <a:lstStyle/>
          <a:p>
            <a:pPr algn="ctr"/>
            <a:r>
              <a:rPr lang="es-MX" sz="1200" b="1" noProof="0">
                <a:solidFill>
                  <a:schemeClr val="accent5"/>
                </a:solidFill>
              </a:rPr>
              <a:t>Gestión de desempeño</a:t>
            </a:r>
          </a:p>
        </p:txBody>
      </p:sp>
      <p:sp>
        <p:nvSpPr>
          <p:cNvPr id="17" name="CuadroTexto 16">
            <a:extLst>
              <a:ext uri="{FF2B5EF4-FFF2-40B4-BE49-F238E27FC236}">
                <a16:creationId xmlns:a16="http://schemas.microsoft.com/office/drawing/2014/main" id="{A8F37E40-B9EC-4252-19F9-EF4450A43207}"/>
              </a:ext>
            </a:extLst>
          </p:cNvPr>
          <p:cNvSpPr txBox="1"/>
          <p:nvPr/>
        </p:nvSpPr>
        <p:spPr>
          <a:xfrm>
            <a:off x="2751482" y="3578681"/>
            <a:ext cx="1151391" cy="461665"/>
          </a:xfrm>
          <a:prstGeom prst="rect">
            <a:avLst/>
          </a:prstGeom>
          <a:noFill/>
        </p:spPr>
        <p:txBody>
          <a:bodyPr wrap="square" rtlCol="0">
            <a:spAutoFit/>
          </a:bodyPr>
          <a:lstStyle/>
          <a:p>
            <a:pPr algn="ctr"/>
            <a:r>
              <a:rPr lang="es-MX" sz="1200" b="1" noProof="0" err="1">
                <a:solidFill>
                  <a:schemeClr val="accent5"/>
                </a:solidFill>
              </a:rPr>
              <a:t>Hoshin</a:t>
            </a:r>
            <a:r>
              <a:rPr lang="es-MX" sz="1200" b="1" noProof="0">
                <a:solidFill>
                  <a:schemeClr val="accent5"/>
                </a:solidFill>
              </a:rPr>
              <a:t> </a:t>
            </a:r>
          </a:p>
          <a:p>
            <a:pPr algn="ctr"/>
            <a:r>
              <a:rPr lang="es-MX" sz="1200" b="1" noProof="0">
                <a:solidFill>
                  <a:schemeClr val="accent5"/>
                </a:solidFill>
              </a:rPr>
              <a:t>Kanri</a:t>
            </a:r>
          </a:p>
        </p:txBody>
      </p:sp>
      <p:sp>
        <p:nvSpPr>
          <p:cNvPr id="19" name="CuadroTexto 18">
            <a:extLst>
              <a:ext uri="{FF2B5EF4-FFF2-40B4-BE49-F238E27FC236}">
                <a16:creationId xmlns:a16="http://schemas.microsoft.com/office/drawing/2014/main" id="{34A80E60-1371-8D83-45A3-C189187B72E7}"/>
              </a:ext>
            </a:extLst>
          </p:cNvPr>
          <p:cNvSpPr txBox="1"/>
          <p:nvPr/>
        </p:nvSpPr>
        <p:spPr>
          <a:xfrm>
            <a:off x="2751482" y="2549097"/>
            <a:ext cx="1151391" cy="276999"/>
          </a:xfrm>
          <a:prstGeom prst="rect">
            <a:avLst/>
          </a:prstGeom>
          <a:noFill/>
        </p:spPr>
        <p:txBody>
          <a:bodyPr wrap="square" rtlCol="0">
            <a:spAutoFit/>
          </a:bodyPr>
          <a:lstStyle/>
          <a:p>
            <a:pPr algn="ctr"/>
            <a:r>
              <a:rPr lang="es-MX" sz="1200" b="1" noProof="0">
                <a:solidFill>
                  <a:schemeClr val="accent5"/>
                </a:solidFill>
              </a:rPr>
              <a:t>6S</a:t>
            </a:r>
          </a:p>
        </p:txBody>
      </p:sp>
      <p:pic>
        <p:nvPicPr>
          <p:cNvPr id="21" name="Imagen 20" descr="Logotipo&#10;&#10;El contenido generado por IA puede ser incorrecto.">
            <a:extLst>
              <a:ext uri="{FF2B5EF4-FFF2-40B4-BE49-F238E27FC236}">
                <a16:creationId xmlns:a16="http://schemas.microsoft.com/office/drawing/2014/main" id="{02C8EA80-4D78-5CA6-B7F1-8F1860C42501}"/>
              </a:ext>
            </a:extLst>
          </p:cNvPr>
          <p:cNvPicPr>
            <a:picLocks noChangeAspect="1"/>
          </p:cNvPicPr>
          <p:nvPr/>
        </p:nvPicPr>
        <p:blipFill>
          <a:blip r:embed="rId6"/>
          <a:srcRect b="35471"/>
          <a:stretch>
            <a:fillRect/>
          </a:stretch>
        </p:blipFill>
        <p:spPr>
          <a:xfrm>
            <a:off x="3998456" y="2347779"/>
            <a:ext cx="923139" cy="595685"/>
          </a:xfrm>
          <a:prstGeom prst="rect">
            <a:avLst/>
          </a:prstGeom>
        </p:spPr>
      </p:pic>
      <p:pic>
        <p:nvPicPr>
          <p:cNvPr id="23" name="Gráfico 22" descr="Pizarra con relleno sólido">
            <a:extLst>
              <a:ext uri="{FF2B5EF4-FFF2-40B4-BE49-F238E27FC236}">
                <a16:creationId xmlns:a16="http://schemas.microsoft.com/office/drawing/2014/main" id="{AF9A2C39-8792-7D4D-B53C-3FCBB2DE2CA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65249" y="1178561"/>
            <a:ext cx="626638" cy="626638"/>
          </a:xfrm>
          <a:prstGeom prst="rect">
            <a:avLst/>
          </a:prstGeom>
        </p:spPr>
      </p:pic>
      <p:pic>
        <p:nvPicPr>
          <p:cNvPr id="25" name="Gráfico 24" descr="Reunión con relleno sólido">
            <a:extLst>
              <a:ext uri="{FF2B5EF4-FFF2-40B4-BE49-F238E27FC236}">
                <a16:creationId xmlns:a16="http://schemas.microsoft.com/office/drawing/2014/main" id="{46B1AC12-3A3E-3CBB-EA71-0559AAD12D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67954" y="1923975"/>
            <a:ext cx="600664" cy="600664"/>
          </a:xfrm>
          <a:prstGeom prst="rect">
            <a:avLst/>
          </a:prstGeom>
        </p:spPr>
      </p:pic>
      <p:pic>
        <p:nvPicPr>
          <p:cNvPr id="27" name="Gráfico 26" descr="Huellas de zapatos con relleno sólido">
            <a:extLst>
              <a:ext uri="{FF2B5EF4-FFF2-40B4-BE49-F238E27FC236}">
                <a16:creationId xmlns:a16="http://schemas.microsoft.com/office/drawing/2014/main" id="{6AAC8BA0-240E-A430-FE03-26CF3AF3547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15861" y="2943464"/>
            <a:ext cx="687769" cy="687769"/>
          </a:xfrm>
          <a:prstGeom prst="rect">
            <a:avLst/>
          </a:prstGeom>
        </p:spPr>
      </p:pic>
      <p:pic>
        <p:nvPicPr>
          <p:cNvPr id="29" name="Gráfico 28" descr="Gráfico de barras con relleno sólido">
            <a:extLst>
              <a:ext uri="{FF2B5EF4-FFF2-40B4-BE49-F238E27FC236}">
                <a16:creationId xmlns:a16="http://schemas.microsoft.com/office/drawing/2014/main" id="{00F63829-F010-3A32-012F-A8FE45B7DA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33997" y="3578681"/>
            <a:ext cx="661613" cy="661613"/>
          </a:xfrm>
          <a:prstGeom prst="rect">
            <a:avLst/>
          </a:prstGeom>
        </p:spPr>
      </p:pic>
      <p:pic>
        <p:nvPicPr>
          <p:cNvPr id="31" name="Gráfico 30" descr="Cuaderno de estrategias con relleno sólido">
            <a:extLst>
              <a:ext uri="{FF2B5EF4-FFF2-40B4-BE49-F238E27FC236}">
                <a16:creationId xmlns:a16="http://schemas.microsoft.com/office/drawing/2014/main" id="{B1D7F90A-5C9B-89C9-D35F-ACD7FE88373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970779" y="3008759"/>
            <a:ext cx="685670" cy="685670"/>
          </a:xfrm>
          <a:prstGeom prst="rect">
            <a:avLst/>
          </a:prstGeom>
        </p:spPr>
      </p:pic>
      <p:pic>
        <p:nvPicPr>
          <p:cNvPr id="33" name="Gráfico 32" descr="Cubo y fregona con relleno sólido">
            <a:extLst>
              <a:ext uri="{FF2B5EF4-FFF2-40B4-BE49-F238E27FC236}">
                <a16:creationId xmlns:a16="http://schemas.microsoft.com/office/drawing/2014/main" id="{1CB22DCF-D7B7-60F0-6C93-4CAD42B6E2D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955154" y="1842930"/>
            <a:ext cx="630481" cy="630481"/>
          </a:xfrm>
          <a:prstGeom prst="rect">
            <a:avLst/>
          </a:prstGeom>
        </p:spPr>
      </p:pic>
      <p:pic>
        <p:nvPicPr>
          <p:cNvPr id="11" name="Imagen 10" descr="Imagen que contiene Icono&#10;&#10;El contenido generado por IA puede ser incorrecto.">
            <a:extLst>
              <a:ext uri="{FF2B5EF4-FFF2-40B4-BE49-F238E27FC236}">
                <a16:creationId xmlns:a16="http://schemas.microsoft.com/office/drawing/2014/main" id="{5412E0D4-22D8-79A7-9C79-2EB90835A27F}"/>
              </a:ext>
            </a:extLst>
          </p:cNvPr>
          <p:cNvPicPr>
            <a:picLocks noChangeAspect="1"/>
          </p:cNvPicPr>
          <p:nvPr/>
        </p:nvPicPr>
        <p:blipFill>
          <a:blip r:embed="rId13"/>
          <a:stretch>
            <a:fillRect/>
          </a:stretch>
        </p:blipFill>
        <p:spPr>
          <a:xfrm>
            <a:off x="8738529" y="130779"/>
            <a:ext cx="297258" cy="419100"/>
          </a:xfrm>
          <a:prstGeom prst="rect">
            <a:avLst/>
          </a:prstGeom>
        </p:spPr>
      </p:pic>
    </p:spTree>
    <p:extLst>
      <p:ext uri="{BB962C8B-B14F-4D97-AF65-F5344CB8AC3E}">
        <p14:creationId xmlns:p14="http://schemas.microsoft.com/office/powerpoint/2010/main" val="2365799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7" grpId="0"/>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DF77-8494-794B-BB83-EE79BD104A4B}"/>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DC1B4B33-4AE7-9181-4A69-2750F2AA1D04}"/>
              </a:ext>
            </a:extLst>
          </p:cNvPr>
          <p:cNvSpPr/>
          <p:nvPr/>
        </p:nvSpPr>
        <p:spPr>
          <a:xfrm>
            <a:off x="1364776" y="757451"/>
            <a:ext cx="6516806" cy="3745031"/>
          </a:xfrm>
          <a:prstGeom prst="roundRect">
            <a:avLst>
              <a:gd name="adj" fmla="val 4176"/>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5" name="Imagen 4" descr="Dibujo de una persona&#10;&#10;El contenido generado por IA puede ser incorrecto.">
            <a:extLst>
              <a:ext uri="{FF2B5EF4-FFF2-40B4-BE49-F238E27FC236}">
                <a16:creationId xmlns:a16="http://schemas.microsoft.com/office/drawing/2014/main" id="{124DFB62-CAAC-A4CF-580E-0DA4B4CD1429}"/>
              </a:ext>
            </a:extLst>
          </p:cNvPr>
          <p:cNvPicPr>
            <a:picLocks noChangeAspect="1"/>
          </p:cNvPicPr>
          <p:nvPr/>
        </p:nvPicPr>
        <p:blipFill>
          <a:blip r:embed="rId3"/>
          <a:stretch>
            <a:fillRect/>
          </a:stretch>
        </p:blipFill>
        <p:spPr>
          <a:xfrm>
            <a:off x="8661417" y="109943"/>
            <a:ext cx="466952" cy="466952"/>
          </a:xfrm>
          <a:prstGeom prst="rect">
            <a:avLst/>
          </a:prstGeom>
        </p:spPr>
      </p:pic>
      <p:pic>
        <p:nvPicPr>
          <p:cNvPr id="4" name="Elementos multimedia en línea 3" title="How to do Gemba Walk - A Step by Step Guide">
            <a:hlinkClick r:id="" action="ppaction://media"/>
            <a:extLst>
              <a:ext uri="{FF2B5EF4-FFF2-40B4-BE49-F238E27FC236}">
                <a16:creationId xmlns:a16="http://schemas.microsoft.com/office/drawing/2014/main" id="{10D4547F-1ED2-4844-66D1-72A3E14F3561}"/>
              </a:ext>
            </a:extLst>
          </p:cNvPr>
          <p:cNvPicPr>
            <a:picLocks noRot="1" noChangeAspect="1"/>
          </p:cNvPicPr>
          <p:nvPr>
            <a:videoFile r:link="rId1"/>
          </p:nvPr>
        </p:nvPicPr>
        <p:blipFill>
          <a:blip r:embed="rId4"/>
          <a:stretch>
            <a:fillRect/>
          </a:stretch>
        </p:blipFill>
        <p:spPr>
          <a:xfrm>
            <a:off x="1441188" y="848533"/>
            <a:ext cx="6338036" cy="3580686"/>
          </a:xfrm>
          <a:prstGeom prst="rect">
            <a:avLst/>
          </a:prstGeom>
        </p:spPr>
      </p:pic>
    </p:spTree>
    <p:extLst>
      <p:ext uri="{BB962C8B-B14F-4D97-AF65-F5344CB8AC3E}">
        <p14:creationId xmlns:p14="http://schemas.microsoft.com/office/powerpoint/2010/main" val="1911858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E451-13A2-21C6-DC93-125621483CF3}"/>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7ABEA707-AE44-1B87-5273-93D490CD28D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41ECEE84-40B7-5F83-D873-17154D02E85F}"/>
              </a:ext>
            </a:extLst>
          </p:cNvPr>
          <p:cNvSpPr/>
          <p:nvPr/>
        </p:nvSpPr>
        <p:spPr>
          <a:xfrm>
            <a:off x="3623397" y="1591464"/>
            <a:ext cx="1879473" cy="1834121"/>
          </a:xfrm>
          <a:prstGeom prst="roundRect">
            <a:avLst>
              <a:gd name="adj" fmla="val 4761"/>
            </a:avLst>
          </a:prstGeom>
          <a:solidFill>
            <a:srgbClr val="32415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9734EA5E-9A71-D9A6-7DF8-73D73A8F5C59}"/>
              </a:ext>
            </a:extLst>
          </p:cNvPr>
          <p:cNvSpPr/>
          <p:nvPr/>
        </p:nvSpPr>
        <p:spPr>
          <a:xfrm>
            <a:off x="2380019" y="3777355"/>
            <a:ext cx="4383961" cy="105272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DC191382-6671-87AF-8C47-7611B7A95D36}"/>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BBD88AE-3F4E-6E52-CB42-8A9105AE4FD4}"/>
              </a:ext>
            </a:extLst>
          </p:cNvPr>
          <p:cNvSpPr>
            <a:spLocks noGrp="1"/>
          </p:cNvSpPr>
          <p:nvPr>
            <p:ph type="title"/>
          </p:nvPr>
        </p:nvSpPr>
        <p:spPr>
          <a:xfrm>
            <a:off x="330993" y="313420"/>
            <a:ext cx="8482014" cy="307777"/>
          </a:xfrm>
        </p:spPr>
        <p:txBody>
          <a:bodyPr/>
          <a:lstStyle/>
          <a:p>
            <a:pPr algn="ctr"/>
            <a:r>
              <a:rPr lang="es-MX" noProof="0" dirty="0"/>
              <a:t>Actividad 2</a:t>
            </a:r>
          </a:p>
        </p:txBody>
      </p:sp>
      <p:sp>
        <p:nvSpPr>
          <p:cNvPr id="3" name="CuadroTexto 7">
            <a:extLst>
              <a:ext uri="{FF2B5EF4-FFF2-40B4-BE49-F238E27FC236}">
                <a16:creationId xmlns:a16="http://schemas.microsoft.com/office/drawing/2014/main" id="{0B9E03B8-4D7F-9A63-8099-F57F13FEA92F}"/>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Cazando problemas</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8" name="Title 1">
            <a:extLst>
              <a:ext uri="{FF2B5EF4-FFF2-40B4-BE49-F238E27FC236}">
                <a16:creationId xmlns:a16="http://schemas.microsoft.com/office/drawing/2014/main" id="{4FF0FC81-41D6-D125-2375-E4DD34128F3B}"/>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dúos</a:t>
            </a:r>
            <a:endParaRPr lang="es-MX" sz="1400" b="0" noProof="0">
              <a:solidFill>
                <a:schemeClr val="bg1"/>
              </a:solidFill>
            </a:endParaRPr>
          </a:p>
        </p:txBody>
      </p:sp>
      <p:sp>
        <p:nvSpPr>
          <p:cNvPr id="19" name="Title 1">
            <a:extLst>
              <a:ext uri="{FF2B5EF4-FFF2-40B4-BE49-F238E27FC236}">
                <a16:creationId xmlns:a16="http://schemas.microsoft.com/office/drawing/2014/main" id="{C716E719-80F5-F891-20A1-E6B63EB45EC9}"/>
              </a:ext>
            </a:extLst>
          </p:cNvPr>
          <p:cNvSpPr txBox="1">
            <a:spLocks/>
          </p:cNvSpPr>
          <p:nvPr/>
        </p:nvSpPr>
        <p:spPr>
          <a:xfrm>
            <a:off x="6587276" y="3010982"/>
            <a:ext cx="136515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Formulario guía</a:t>
            </a:r>
            <a:endParaRPr lang="es-MX" sz="1400" b="0" noProof="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998F5ACF-5ECD-AC89-F789-1F971DA175C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2432CFD7-45C7-69FB-5039-9B6E54245170}"/>
              </a:ext>
            </a:extLst>
          </p:cNvPr>
          <p:cNvSpPr txBox="1">
            <a:spLocks/>
          </p:cNvSpPr>
          <p:nvPr/>
        </p:nvSpPr>
        <p:spPr>
          <a:xfrm>
            <a:off x="3640472" y="3018264"/>
            <a:ext cx="196102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GENBA</a:t>
            </a:r>
          </a:p>
        </p:txBody>
      </p:sp>
      <p:pic>
        <p:nvPicPr>
          <p:cNvPr id="8" name="Gráfico 7" descr="Huellas de zapatos con relleno sólido">
            <a:extLst>
              <a:ext uri="{FF2B5EF4-FFF2-40B4-BE49-F238E27FC236}">
                <a16:creationId xmlns:a16="http://schemas.microsoft.com/office/drawing/2014/main" id="{AE533421-54EF-1165-636D-61F55EBC8B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68719" y="1683079"/>
            <a:ext cx="1236289" cy="1236289"/>
          </a:xfrm>
          <a:prstGeom prst="rect">
            <a:avLst/>
          </a:prstGeom>
        </p:spPr>
      </p:pic>
      <p:pic>
        <p:nvPicPr>
          <p:cNvPr id="12" name="Gráfico 11" descr="Perfil de hombre con relleno sólido">
            <a:extLst>
              <a:ext uri="{FF2B5EF4-FFF2-40B4-BE49-F238E27FC236}">
                <a16:creationId xmlns:a16="http://schemas.microsoft.com/office/drawing/2014/main" id="{3AF191F9-2EF5-A4B1-7B5D-57A5E21B77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436" y="1665521"/>
            <a:ext cx="1102058" cy="1102058"/>
          </a:xfrm>
          <a:prstGeom prst="rect">
            <a:avLst/>
          </a:prstGeom>
        </p:spPr>
      </p:pic>
      <p:sp>
        <p:nvSpPr>
          <p:cNvPr id="25" name="CuadroTexto 7">
            <a:extLst>
              <a:ext uri="{FF2B5EF4-FFF2-40B4-BE49-F238E27FC236}">
                <a16:creationId xmlns:a16="http://schemas.microsoft.com/office/drawing/2014/main" id="{55B77517-B1E1-01FA-3CAE-F176EEF0962B}"/>
              </a:ext>
            </a:extLst>
          </p:cNvPr>
          <p:cNvSpPr txBox="1"/>
          <p:nvPr/>
        </p:nvSpPr>
        <p:spPr>
          <a:xfrm>
            <a:off x="2435799" y="385241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Exposición de las observaciones en la próxima sesión en el formato de su preferencia (</a:t>
            </a:r>
            <a:r>
              <a:rPr lang="es-MX" sz="1100" noProof="0" err="1">
                <a:solidFill>
                  <a:schemeClr val="bg1"/>
                </a:solidFill>
              </a:rPr>
              <a:t>Power</a:t>
            </a:r>
            <a:r>
              <a:rPr lang="es-MX" sz="1100" noProof="0">
                <a:solidFill>
                  <a:schemeClr val="bg1"/>
                </a:solidFill>
              </a:rPr>
              <a:t> Point, Word, imagen, etc.), </a:t>
            </a:r>
            <a:r>
              <a:rPr lang="es-MX" sz="1100" noProof="0">
                <a:solidFill>
                  <a:schemeClr val="accent6"/>
                </a:solidFill>
              </a:rPr>
              <a:t>el problema recolectado será el primer paso del proyecto final</a:t>
            </a:r>
          </a:p>
        </p:txBody>
      </p:sp>
      <p:pic>
        <p:nvPicPr>
          <p:cNvPr id="27" name="Gráfico 26" descr="Perfil de hombre con relleno sólido">
            <a:extLst>
              <a:ext uri="{FF2B5EF4-FFF2-40B4-BE49-F238E27FC236}">
                <a16:creationId xmlns:a16="http://schemas.microsoft.com/office/drawing/2014/main" id="{A05ED4AC-05F3-97DD-93DC-9F58D891A0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8877" y="1665521"/>
            <a:ext cx="1102058" cy="1102058"/>
          </a:xfrm>
          <a:prstGeom prst="rect">
            <a:avLst/>
          </a:prstGeom>
        </p:spPr>
      </p:pic>
      <p:pic>
        <p:nvPicPr>
          <p:cNvPr id="7" name="Gráfico 6" descr="Documento con relleno sólido">
            <a:extLst>
              <a:ext uri="{FF2B5EF4-FFF2-40B4-BE49-F238E27FC236}">
                <a16:creationId xmlns:a16="http://schemas.microsoft.com/office/drawing/2014/main" id="{D9A34C50-12E6-5943-5FF6-A08390E1C6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9964" y="1795866"/>
            <a:ext cx="1139777" cy="1139777"/>
          </a:xfrm>
          <a:prstGeom prst="rect">
            <a:avLst/>
          </a:prstGeom>
        </p:spPr>
      </p:pic>
      <p:sp>
        <p:nvSpPr>
          <p:cNvPr id="9" name="CuadroTexto 8">
            <a:extLst>
              <a:ext uri="{FF2B5EF4-FFF2-40B4-BE49-F238E27FC236}">
                <a16:creationId xmlns:a16="http://schemas.microsoft.com/office/drawing/2014/main" id="{4B27A9EB-AC1A-3EDE-B360-CDA5CF8626EA}"/>
              </a:ext>
            </a:extLst>
          </p:cNvPr>
          <p:cNvSpPr txBox="1"/>
          <p:nvPr/>
        </p:nvSpPr>
        <p:spPr>
          <a:xfrm>
            <a:off x="330993" y="4136147"/>
            <a:ext cx="1622313" cy="30008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6">
                  <a:extLst>
                    <a:ext uri="{A12FA001-AC4F-418D-AE19-62706E023703}">
                      <ahyp:hlinkClr xmlns:ahyp="http://schemas.microsoft.com/office/drawing/2018/hyperlinkcolor" val="tx"/>
                    </a:ext>
                  </a:extLst>
                </a:hlinkClick>
              </a:rPr>
              <a:t>Formulario </a:t>
            </a:r>
            <a:r>
              <a:rPr lang="es-MX" noProof="0" err="1">
                <a:solidFill>
                  <a:schemeClr val="accent6"/>
                </a:solidFill>
                <a:hlinkClick r:id="rId6">
                  <a:extLst>
                    <a:ext uri="{A12FA001-AC4F-418D-AE19-62706E023703}">
                      <ahyp:hlinkClr xmlns:ahyp="http://schemas.microsoft.com/office/drawing/2018/hyperlinkcolor" val="tx"/>
                    </a:ext>
                  </a:extLst>
                </a:hlinkClick>
              </a:rPr>
              <a:t>Genba</a:t>
            </a:r>
            <a:r>
              <a:rPr lang="es-MX" noProof="0">
                <a:solidFill>
                  <a:schemeClr val="accent6"/>
                </a:solidFill>
                <a:hlinkClick r:id="rId6">
                  <a:extLst>
                    <a:ext uri="{A12FA001-AC4F-418D-AE19-62706E023703}">
                      <ahyp:hlinkClr xmlns:ahyp="http://schemas.microsoft.com/office/drawing/2018/hyperlinkcolor" val="tx"/>
                    </a:ext>
                  </a:extLst>
                </a:hlinkClick>
              </a:rPr>
              <a:t>.</a:t>
            </a:r>
            <a:endParaRPr lang="es-MX" noProof="0">
              <a:solidFill>
                <a:schemeClr val="accent6"/>
              </a:solidFill>
            </a:endParaRPr>
          </a:p>
        </p:txBody>
      </p:sp>
      <p:pic>
        <p:nvPicPr>
          <p:cNvPr id="13" name="Gráfico 12" descr="Cursor con relleno sólido">
            <a:extLst>
              <a:ext uri="{FF2B5EF4-FFF2-40B4-BE49-F238E27FC236}">
                <a16:creationId xmlns:a16="http://schemas.microsoft.com/office/drawing/2014/main" id="{EDD8EA69-D687-4605-74BB-E5E88AC22E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Tree>
    <p:extLst>
      <p:ext uri="{BB962C8B-B14F-4D97-AF65-F5344CB8AC3E}">
        <p14:creationId xmlns:p14="http://schemas.microsoft.com/office/powerpoint/2010/main" val="4060681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E52F3-4138-20BF-E668-D6D83BAC5BD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7DB91DA-F797-41D2-1780-D896BC93C9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7DB91DA-F797-41D2-1780-D896BC93C9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113A0DF-54D3-CE8C-747D-EC5446235408}"/>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86DA764D-9BCE-A7C0-E7FD-28B185D78295}"/>
              </a:ext>
            </a:extLst>
          </p:cNvPr>
          <p:cNvSpPr>
            <a:spLocks noGrp="1"/>
          </p:cNvSpPr>
          <p:nvPr>
            <p:ph type="subTitle" idx="1"/>
          </p:nvPr>
        </p:nvSpPr>
        <p:spPr>
          <a:xfrm>
            <a:off x="4500665" y="2369320"/>
            <a:ext cx="4174902" cy="292931"/>
          </a:xfrm>
        </p:spPr>
        <p:txBody>
          <a:bodyPr/>
          <a:lstStyle/>
          <a:p>
            <a:pPr>
              <a:buNone/>
            </a:pPr>
            <a:r>
              <a:rPr lang="es-MX" noProof="0" err="1"/>
              <a:t>Problem</a:t>
            </a:r>
            <a:r>
              <a:rPr lang="es-MX" noProof="0"/>
              <a:t> </a:t>
            </a:r>
            <a:r>
              <a:rPr lang="es-MX" noProof="0" err="1"/>
              <a:t>Solving</a:t>
            </a:r>
            <a:r>
              <a:rPr lang="es-MX" noProof="0"/>
              <a:t> </a:t>
            </a:r>
            <a:r>
              <a:rPr lang="es-MX" noProof="0" err="1"/>
              <a:t>System</a:t>
            </a:r>
            <a:r>
              <a:rPr lang="es-MX" noProof="0"/>
              <a:t> (</a:t>
            </a:r>
            <a:r>
              <a:rPr lang="es-MX" noProof="0">
                <a:solidFill>
                  <a:schemeClr val="accent6"/>
                </a:solidFill>
              </a:rPr>
              <a:t>P</a:t>
            </a:r>
            <a:r>
              <a:rPr lang="es-MX" noProof="0"/>
              <a:t>ORT™) </a:t>
            </a:r>
          </a:p>
          <a:p>
            <a:pPr>
              <a:buNone/>
            </a:pPr>
            <a:r>
              <a:rPr lang="es-MX" i="1" noProof="0"/>
              <a:t> </a:t>
            </a:r>
            <a:r>
              <a:rPr lang="es-MX" i="1" noProof="0" err="1"/>
              <a:t>Week</a:t>
            </a:r>
            <a:r>
              <a:rPr lang="es-MX" i="1" noProof="0"/>
              <a:t> 2: </a:t>
            </a:r>
            <a:r>
              <a:rPr lang="es-MX" b="1" i="1" noProof="0" err="1">
                <a:solidFill>
                  <a:schemeClr val="accent6"/>
                </a:solidFill>
              </a:rPr>
              <a:t>Pinpoint</a:t>
            </a:r>
            <a:r>
              <a:rPr lang="es-MX" b="1" i="1" noProof="0">
                <a:solidFill>
                  <a:schemeClr val="accent6"/>
                </a:solidFill>
              </a:rPr>
              <a:t> </a:t>
            </a:r>
            <a:r>
              <a:rPr lang="es-MX" b="1" i="1" noProof="0" err="1">
                <a:solidFill>
                  <a:schemeClr val="accent6"/>
                </a:solidFill>
              </a:rPr>
              <a:t>the</a:t>
            </a:r>
            <a:r>
              <a:rPr lang="es-MX" b="1" i="1" noProof="0">
                <a:solidFill>
                  <a:schemeClr val="accent6"/>
                </a:solidFill>
              </a:rPr>
              <a:t> </a:t>
            </a:r>
            <a:r>
              <a:rPr lang="es-MX" b="1" i="1" noProof="0" err="1">
                <a:solidFill>
                  <a:schemeClr val="accent6"/>
                </a:solidFill>
              </a:rPr>
              <a:t>problem</a:t>
            </a: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0B62D8CF-B4A8-B80E-6AD7-C34F9CD93AC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5946271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5C463-CC83-23F4-15D3-21F6539C100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D62F72B-FB3F-7829-08CB-FE02CC3FC8B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D62F72B-FB3F-7829-08CB-FE02CC3FC8B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274488ED-41C8-20E6-2FDE-59A116E77CE7}"/>
              </a:ext>
            </a:extLst>
          </p:cNvPr>
          <p:cNvSpPr>
            <a:spLocks noGrp="1"/>
          </p:cNvSpPr>
          <p:nvPr>
            <p:ph type="title"/>
          </p:nvPr>
        </p:nvSpPr>
        <p:spPr>
          <a:xfrm>
            <a:off x="135922" y="242102"/>
            <a:ext cx="8789937" cy="307777"/>
          </a:xfrm>
        </p:spPr>
        <p:txBody>
          <a:bodyPr vert="horz"/>
          <a:lstStyle/>
          <a:p>
            <a:pPr algn="ctr"/>
            <a:r>
              <a:rPr lang="es-MX" noProof="0"/>
              <a:t>Formación</a:t>
            </a:r>
          </a:p>
        </p:txBody>
      </p:sp>
      <p:sp>
        <p:nvSpPr>
          <p:cNvPr id="5" name="TextBox 4">
            <a:extLst>
              <a:ext uri="{FF2B5EF4-FFF2-40B4-BE49-F238E27FC236}">
                <a16:creationId xmlns:a16="http://schemas.microsoft.com/office/drawing/2014/main" id="{66A2A5E0-2F7C-3D6F-D8FE-9581094E5420}"/>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2: Identificar el problema con precisión.</a:t>
            </a:r>
          </a:p>
          <a:p>
            <a:pPr>
              <a:spcBef>
                <a:spcPts val="225"/>
              </a:spcBef>
              <a:spcAft>
                <a:spcPts val="225"/>
              </a:spcAft>
              <a:buClr>
                <a:srgbClr val="000000"/>
              </a:buClr>
              <a:defRPr/>
            </a:pP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p>
        </p:txBody>
      </p:sp>
      <p:sp>
        <p:nvSpPr>
          <p:cNvPr id="35" name="TextBox 4">
            <a:extLst>
              <a:ext uri="{FF2B5EF4-FFF2-40B4-BE49-F238E27FC236}">
                <a16:creationId xmlns:a16="http://schemas.microsoft.com/office/drawing/2014/main" id="{C8748139-4D78-602A-2518-19F938FEEA31}"/>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344F7455-99C9-7156-BAB4-D7BDABA3E76A}"/>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TextBox 4">
            <a:extLst>
              <a:ext uri="{FF2B5EF4-FFF2-40B4-BE49-F238E27FC236}">
                <a16:creationId xmlns:a16="http://schemas.microsoft.com/office/drawing/2014/main" id="{3D131821-ABF4-40B1-04D3-7D9F950FDF83}"/>
              </a:ext>
            </a:extLst>
          </p:cNvPr>
          <p:cNvSpPr txBox="1"/>
          <p:nvPr/>
        </p:nvSpPr>
        <p:spPr>
          <a:xfrm>
            <a:off x="212093" y="1191938"/>
            <a:ext cx="3895986" cy="486030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Presentación de la actividad </a:t>
            </a:r>
            <a:r>
              <a:rPr lang="es-MX" sz="1100" dirty="0">
                <a:solidFill>
                  <a:schemeClr val="bg1"/>
                </a:solidFill>
                <a:ea typeface="Verdana" panose="020B0604030504040204" pitchFamily="34" charset="0"/>
                <a:cs typeface="Calibri" panose="020F0502020204030204" pitchFamily="34" charset="0"/>
                <a:sym typeface="Verdana" panose="020B0604030504040204" pitchFamily="34" charset="0"/>
              </a:rPr>
              <a:t>2</a:t>
            </a: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 Cazando problemas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Importancia de definir correctamente un problema</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¿Qué es un problema?</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Síntomas, problemas y causas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Diagrama de árbol</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3: ¿Síntomas o causas?</a:t>
            </a:r>
          </a:p>
          <a:p>
            <a:pPr marL="228600" indent="-228600">
              <a:lnSpc>
                <a:spcPct val="250000"/>
              </a:lnSpc>
              <a:spcBef>
                <a:spcPts val="225"/>
              </a:spcBef>
              <a:spcAft>
                <a:spcPts val="225"/>
              </a:spcAft>
              <a:buClr>
                <a:schemeClr val="bg2"/>
              </a:buClr>
              <a:buFont typeface="+mj-lt"/>
              <a:buAutoNum type="arabicPeriod"/>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Articular la declaración de un problema</a:t>
            </a:r>
          </a:p>
          <a:p>
            <a:pPr>
              <a:lnSpc>
                <a:spcPct val="250000"/>
              </a:lnSpc>
              <a:spcBef>
                <a:spcPts val="225"/>
              </a:spcBef>
              <a:spcAft>
                <a:spcPts val="225"/>
              </a:spcAft>
              <a:buClr>
                <a:schemeClr val="bg2"/>
              </a:buClr>
              <a:buNone/>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D4007628-B794-AFDB-E7EA-552F646B88EF}"/>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442C3FDE-F97E-1A81-8968-947CADD60909}"/>
              </a:ext>
            </a:extLst>
          </p:cNvPr>
          <p:cNvSpPr txBox="1"/>
          <p:nvPr/>
        </p:nvSpPr>
        <p:spPr>
          <a:xfrm>
            <a:off x="4299678" y="1191938"/>
            <a:ext cx="3895986" cy="248786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8.  Actividad 4: Antes de resolver, aprende a definir… </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9.  Armar los equipos</a:t>
            </a:r>
          </a:p>
          <a:p>
            <a:pPr>
              <a:lnSpc>
                <a:spcPct val="250000"/>
              </a:lnSpc>
              <a:spcBef>
                <a:spcPts val="225"/>
              </a:spcBef>
              <a:spcAft>
                <a:spcPts val="225"/>
              </a:spcAft>
              <a:buClr>
                <a:schemeClr val="bg2"/>
              </a:buClr>
              <a:buNone/>
              <a:defRPr/>
            </a:pPr>
            <a:r>
              <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rPr>
              <a:t>10. Actividad 5: Equipo de solucionadores de problemas</a:t>
            </a: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1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spTree>
    <p:extLst>
      <p:ext uri="{BB962C8B-B14F-4D97-AF65-F5344CB8AC3E}">
        <p14:creationId xmlns:p14="http://schemas.microsoft.com/office/powerpoint/2010/main" val="3369425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CC08-B48E-5F9C-677A-57FE2028C6A7}"/>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034F49EC-D720-2FEA-F469-6A38C92EDB80}"/>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13D06FC2-1922-D4A6-29A5-20F7EC473044}"/>
              </a:ext>
            </a:extLst>
          </p:cNvPr>
          <p:cNvSpPr>
            <a:spLocks noGrp="1"/>
          </p:cNvSpPr>
          <p:nvPr>
            <p:ph type="title"/>
          </p:nvPr>
        </p:nvSpPr>
        <p:spPr>
          <a:xfrm>
            <a:off x="330993" y="313420"/>
            <a:ext cx="8482014" cy="307777"/>
          </a:xfrm>
        </p:spPr>
        <p:txBody>
          <a:bodyPr/>
          <a:lstStyle/>
          <a:p>
            <a:pPr algn="ctr"/>
            <a:r>
              <a:rPr lang="es-MX" noProof="0" dirty="0"/>
              <a:t>Presentación de actividad 2</a:t>
            </a:r>
          </a:p>
        </p:txBody>
      </p:sp>
      <p:sp>
        <p:nvSpPr>
          <p:cNvPr id="3" name="CuadroTexto 7">
            <a:extLst>
              <a:ext uri="{FF2B5EF4-FFF2-40B4-BE49-F238E27FC236}">
                <a16:creationId xmlns:a16="http://schemas.microsoft.com/office/drawing/2014/main" id="{973D57F7-08C5-6ED4-3C93-FDAB41DAEC94}"/>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dirty="0">
                <a:solidFill>
                  <a:schemeClr val="accent6"/>
                </a:solidFill>
              </a:rPr>
              <a:t>Cazando problemas</a:t>
            </a: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85E9791-EA5F-7AEA-6628-A975865C6381}"/>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B70F9D6B-1AB0-5CAA-07E6-037DD65C97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2066" y="1750185"/>
            <a:ext cx="1176076" cy="1176076"/>
          </a:xfrm>
          <a:prstGeom prst="rect">
            <a:avLst/>
          </a:prstGeom>
        </p:spPr>
      </p:pic>
      <p:sp>
        <p:nvSpPr>
          <p:cNvPr id="13" name="CuadroTexto 12">
            <a:extLst>
              <a:ext uri="{FF2B5EF4-FFF2-40B4-BE49-F238E27FC236}">
                <a16:creationId xmlns:a16="http://schemas.microsoft.com/office/drawing/2014/main" id="{5B859F85-B739-5F0F-1FEB-7FB6A5F2A03D}"/>
              </a:ext>
            </a:extLst>
          </p:cNvPr>
          <p:cNvSpPr txBox="1"/>
          <p:nvPr/>
        </p:nvSpPr>
        <p:spPr>
          <a:xfrm>
            <a:off x="2279073" y="1633674"/>
            <a:ext cx="4899649"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dirty="0">
                <a:solidFill>
                  <a:schemeClr val="bg1"/>
                </a:solidFill>
              </a:rPr>
              <a:t>Qué proceso observaron?</a:t>
            </a:r>
          </a:p>
          <a:p>
            <a:pPr marL="171450" indent="-171450" algn="just">
              <a:lnSpc>
                <a:spcPct val="200000"/>
              </a:lnSpc>
              <a:buFont typeface="Wingdings" panose="05000000000000000000" pitchFamily="2" charset="2"/>
              <a:buChar char="Ø"/>
            </a:pPr>
            <a:r>
              <a:rPr lang="es-MX" sz="1400" noProof="0" dirty="0">
                <a:solidFill>
                  <a:schemeClr val="bg1"/>
                </a:solidFill>
              </a:rPr>
              <a:t>¿Cuál es la condición </a:t>
            </a:r>
            <a:r>
              <a:rPr lang="es-MX" sz="1400" dirty="0">
                <a:solidFill>
                  <a:schemeClr val="bg1"/>
                </a:solidFill>
              </a:rPr>
              <a:t>actual</a:t>
            </a:r>
            <a:r>
              <a:rPr lang="es-MX" sz="1400" noProof="0" dirty="0">
                <a:solidFill>
                  <a:schemeClr val="bg1"/>
                </a:solidFill>
              </a:rPr>
              <a:t>?</a:t>
            </a:r>
          </a:p>
          <a:p>
            <a:pPr marL="171450" indent="-171450" algn="just">
              <a:lnSpc>
                <a:spcPct val="200000"/>
              </a:lnSpc>
              <a:buFont typeface="Wingdings" panose="05000000000000000000" pitchFamily="2" charset="2"/>
              <a:buChar char="Ø"/>
            </a:pPr>
            <a:r>
              <a:rPr lang="es-MX" sz="1400" noProof="0" dirty="0">
                <a:solidFill>
                  <a:schemeClr val="bg1"/>
                </a:solidFill>
              </a:rPr>
              <a:t>¿Cuál es la situación </a:t>
            </a:r>
            <a:r>
              <a:rPr lang="es-MX" sz="1400">
                <a:solidFill>
                  <a:schemeClr val="bg1"/>
                </a:solidFill>
              </a:rPr>
              <a:t>ideal</a:t>
            </a:r>
            <a:r>
              <a:rPr lang="es-MX" sz="1400" noProof="0">
                <a:solidFill>
                  <a:schemeClr val="bg1"/>
                </a:solidFill>
              </a:rPr>
              <a:t>?</a:t>
            </a:r>
            <a:endParaRPr lang="es-MX" sz="1400" noProof="0" dirty="0">
              <a:solidFill>
                <a:schemeClr val="bg1"/>
              </a:solidFill>
            </a:endParaRPr>
          </a:p>
          <a:p>
            <a:pPr marL="171450" indent="-171450" algn="just">
              <a:lnSpc>
                <a:spcPct val="200000"/>
              </a:lnSpc>
              <a:buFont typeface="Wingdings" panose="05000000000000000000" pitchFamily="2" charset="2"/>
              <a:buChar char="Ø"/>
            </a:pPr>
            <a:r>
              <a:rPr lang="es-MX" sz="1400" noProof="0" dirty="0">
                <a:solidFill>
                  <a:schemeClr val="bg1"/>
                </a:solidFill>
              </a:rPr>
              <a:t>¿Qué aprendieron del personal que ejecuta la actividad?</a:t>
            </a:r>
          </a:p>
        </p:txBody>
      </p:sp>
      <p:sp>
        <p:nvSpPr>
          <p:cNvPr id="17" name="Rectángulo: esquinas redondeadas 16">
            <a:extLst>
              <a:ext uri="{FF2B5EF4-FFF2-40B4-BE49-F238E27FC236}">
                <a16:creationId xmlns:a16="http://schemas.microsoft.com/office/drawing/2014/main" id="{4625B2B4-5265-9F3B-52EF-E617C0BC6F1F}"/>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3C17AF59-D56F-2C25-A6C9-2E24E8E75FD8}"/>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Minutos por equipo</a:t>
            </a:r>
          </a:p>
        </p:txBody>
      </p:sp>
    </p:spTree>
    <p:extLst>
      <p:ext uri="{BB962C8B-B14F-4D97-AF65-F5344CB8AC3E}">
        <p14:creationId xmlns:p14="http://schemas.microsoft.com/office/powerpoint/2010/main" val="2420104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C9D4-C5D3-A8C3-546B-7919A6C37B22}"/>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624E030-7E81-295C-ABCC-13DC51207A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624E030-7E81-295C-ABCC-13DC51207A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EFE58CF7-1D1D-4830-D50D-5055D81CFBC8}"/>
              </a:ext>
            </a:extLst>
          </p:cNvPr>
          <p:cNvSpPr>
            <a:spLocks noGrp="1"/>
          </p:cNvSpPr>
          <p:nvPr>
            <p:ph type="title"/>
          </p:nvPr>
        </p:nvSpPr>
        <p:spPr>
          <a:xfrm>
            <a:off x="139916" y="225347"/>
            <a:ext cx="8789937" cy="307777"/>
          </a:xfrm>
        </p:spPr>
        <p:txBody>
          <a:bodyPr vert="horz"/>
          <a:lstStyle/>
          <a:p>
            <a:pPr algn="ctr"/>
            <a:r>
              <a:rPr lang="es-MX" noProof="0"/>
              <a:t>Identificar el problema con precisión</a:t>
            </a:r>
          </a:p>
        </p:txBody>
      </p:sp>
      <p:sp>
        <p:nvSpPr>
          <p:cNvPr id="35" name="TextBox 4">
            <a:extLst>
              <a:ext uri="{FF2B5EF4-FFF2-40B4-BE49-F238E27FC236}">
                <a16:creationId xmlns:a16="http://schemas.microsoft.com/office/drawing/2014/main" id="{676FBCC0-56AF-E993-6F43-5F9C2F1D9AA2}"/>
              </a:ext>
            </a:extLst>
          </p:cNvPr>
          <p:cNvSpPr txBox="1"/>
          <p:nvPr/>
        </p:nvSpPr>
        <p:spPr>
          <a:xfrm>
            <a:off x="875174" y="2079442"/>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6B2972BA-6FF3-2A31-C6BD-6BF03A3DE5BF}"/>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CB6E0795-760A-8D9F-A333-B14F734C393D}"/>
              </a:ext>
            </a:extLst>
          </p:cNvPr>
          <p:cNvSpPr/>
          <p:nvPr/>
        </p:nvSpPr>
        <p:spPr>
          <a:xfrm>
            <a:off x="1136464" y="838040"/>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Gráfico 7" descr="Diana con relleno sólido">
            <a:extLst>
              <a:ext uri="{FF2B5EF4-FFF2-40B4-BE49-F238E27FC236}">
                <a16:creationId xmlns:a16="http://schemas.microsoft.com/office/drawing/2014/main" id="{F4476A0A-AD5C-F257-EBE0-E37C99A2F9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59934" y="925076"/>
            <a:ext cx="697957" cy="697957"/>
          </a:xfrm>
          <a:prstGeom prst="rect">
            <a:avLst/>
          </a:prstGeom>
        </p:spPr>
      </p:pic>
      <p:sp>
        <p:nvSpPr>
          <p:cNvPr id="19" name="Rectangle 3">
            <a:extLst>
              <a:ext uri="{FF2B5EF4-FFF2-40B4-BE49-F238E27FC236}">
                <a16:creationId xmlns:a16="http://schemas.microsoft.com/office/drawing/2014/main" id="{52B1CA33-3A58-5974-64F2-3A9E5A8D6560}"/>
              </a:ext>
            </a:extLst>
          </p:cNvPr>
          <p:cNvSpPr>
            <a:spLocks/>
          </p:cNvSpPr>
          <p:nvPr/>
        </p:nvSpPr>
        <p:spPr bwMode="gray">
          <a:xfrm>
            <a:off x="1292796" y="1644704"/>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Evita soluciones incorrectas</a:t>
            </a:r>
          </a:p>
        </p:txBody>
      </p:sp>
      <p:sp>
        <p:nvSpPr>
          <p:cNvPr id="22" name="Rectángulo: esquinas redondeadas 21">
            <a:extLst>
              <a:ext uri="{FF2B5EF4-FFF2-40B4-BE49-F238E27FC236}">
                <a16:creationId xmlns:a16="http://schemas.microsoft.com/office/drawing/2014/main" id="{3A423DD6-319B-8BF9-C40F-192AE894D754}"/>
              </a:ext>
            </a:extLst>
          </p:cNvPr>
          <p:cNvSpPr/>
          <p:nvPr/>
        </p:nvSpPr>
        <p:spPr>
          <a:xfrm>
            <a:off x="3657600" y="128154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Rectángulo: esquinas redondeadas 1">
            <a:extLst>
              <a:ext uri="{FF2B5EF4-FFF2-40B4-BE49-F238E27FC236}">
                <a16:creationId xmlns:a16="http://schemas.microsoft.com/office/drawing/2014/main" id="{C07B0EE1-90AC-1081-9442-37CEAD004668}"/>
              </a:ext>
            </a:extLst>
          </p:cNvPr>
          <p:cNvSpPr/>
          <p:nvPr/>
        </p:nvSpPr>
        <p:spPr>
          <a:xfrm>
            <a:off x="1136464" y="218112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F2DF3FC4-6236-EC0C-0D76-86067F4386FC}"/>
              </a:ext>
            </a:extLst>
          </p:cNvPr>
          <p:cNvSpPr/>
          <p:nvPr/>
        </p:nvSpPr>
        <p:spPr>
          <a:xfrm>
            <a:off x="1136464" y="3545768"/>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0" name="Gráfico 9" descr="Dinero con relleno sólido">
            <a:extLst>
              <a:ext uri="{FF2B5EF4-FFF2-40B4-BE49-F238E27FC236}">
                <a16:creationId xmlns:a16="http://schemas.microsoft.com/office/drawing/2014/main" id="{C2B11841-15D7-8CF9-A212-97B58A14CA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05057" y="2389380"/>
            <a:ext cx="684934" cy="684934"/>
          </a:xfrm>
          <a:prstGeom prst="rect">
            <a:avLst/>
          </a:prstGeom>
        </p:spPr>
      </p:pic>
      <p:pic>
        <p:nvPicPr>
          <p:cNvPr id="14" name="Gráfico 13" descr="Cronómetro 33% con relleno sólido">
            <a:extLst>
              <a:ext uri="{FF2B5EF4-FFF2-40B4-BE49-F238E27FC236}">
                <a16:creationId xmlns:a16="http://schemas.microsoft.com/office/drawing/2014/main" id="{17253AB5-F883-06E5-7B55-C94D7B619B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06816" y="2286400"/>
            <a:ext cx="664674" cy="664674"/>
          </a:xfrm>
          <a:prstGeom prst="rect">
            <a:avLst/>
          </a:prstGeom>
        </p:spPr>
      </p:pic>
      <p:sp>
        <p:nvSpPr>
          <p:cNvPr id="20" name="Rectangle 3">
            <a:extLst>
              <a:ext uri="{FF2B5EF4-FFF2-40B4-BE49-F238E27FC236}">
                <a16:creationId xmlns:a16="http://schemas.microsoft.com/office/drawing/2014/main" id="{53ED231B-CC3C-99B9-A0F4-7ED64F5F6E85}"/>
              </a:ext>
            </a:extLst>
          </p:cNvPr>
          <p:cNvSpPr>
            <a:spLocks/>
          </p:cNvSpPr>
          <p:nvPr/>
        </p:nvSpPr>
        <p:spPr bwMode="gray">
          <a:xfrm>
            <a:off x="1342380" y="3021912"/>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Ahorra tiempo y recursos</a:t>
            </a:r>
          </a:p>
        </p:txBody>
      </p:sp>
      <p:pic>
        <p:nvPicPr>
          <p:cNvPr id="17" name="Gráfico 16" descr="Planta con raíces con relleno sólido">
            <a:extLst>
              <a:ext uri="{FF2B5EF4-FFF2-40B4-BE49-F238E27FC236}">
                <a16:creationId xmlns:a16="http://schemas.microsoft.com/office/drawing/2014/main" id="{CF11B8C5-2369-D9BB-D90B-1ECF9C27644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10305" y="3584988"/>
            <a:ext cx="797212" cy="797212"/>
          </a:xfrm>
          <a:prstGeom prst="rect">
            <a:avLst/>
          </a:prstGeom>
        </p:spPr>
      </p:pic>
      <p:sp>
        <p:nvSpPr>
          <p:cNvPr id="21" name="Rectangle 3">
            <a:extLst>
              <a:ext uri="{FF2B5EF4-FFF2-40B4-BE49-F238E27FC236}">
                <a16:creationId xmlns:a16="http://schemas.microsoft.com/office/drawing/2014/main" id="{EE73C18C-EF88-73A9-FD7E-AC7816C675FC}"/>
              </a:ext>
            </a:extLst>
          </p:cNvPr>
          <p:cNvSpPr>
            <a:spLocks/>
          </p:cNvSpPr>
          <p:nvPr/>
        </p:nvSpPr>
        <p:spPr bwMode="gray">
          <a:xfrm>
            <a:off x="1292796" y="4382200"/>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Facilita encontrar la causa </a:t>
            </a:r>
          </a:p>
        </p:txBody>
      </p:sp>
      <p:pic>
        <p:nvPicPr>
          <p:cNvPr id="25" name="Picture 4">
            <a:extLst>
              <a:ext uri="{FF2B5EF4-FFF2-40B4-BE49-F238E27FC236}">
                <a16:creationId xmlns:a16="http://schemas.microsoft.com/office/drawing/2014/main" id="{D5F1E49E-F4B3-1271-1123-C3DF1480764D}"/>
              </a:ext>
            </a:extLst>
          </p:cNvPr>
          <p:cNvPicPr>
            <a:picLocks noChangeAspect="1"/>
          </p:cNvPicPr>
          <p:nvPr/>
        </p:nvPicPr>
        <p:blipFill>
          <a:blip r:embed="rId11">
            <a:duotone>
              <a:prstClr val="black"/>
              <a:schemeClr val="accent1">
                <a:tint val="45000"/>
                <a:satMod val="400000"/>
              </a:schemeClr>
            </a:duotone>
          </a:blip>
          <a:stretch>
            <a:fillRect/>
          </a:stretch>
        </p:blipFill>
        <p:spPr>
          <a:xfrm>
            <a:off x="3794794" y="1389604"/>
            <a:ext cx="4556951" cy="2364292"/>
          </a:xfrm>
          <a:prstGeom prst="rect">
            <a:avLst/>
          </a:prstGeom>
        </p:spPr>
      </p:pic>
      <p:sp>
        <p:nvSpPr>
          <p:cNvPr id="26" name="TextBox 8">
            <a:extLst>
              <a:ext uri="{FF2B5EF4-FFF2-40B4-BE49-F238E27FC236}">
                <a16:creationId xmlns:a16="http://schemas.microsoft.com/office/drawing/2014/main" id="{2E085E0B-0A53-8FA5-BC9E-7CDFE2B11C4A}"/>
              </a:ext>
            </a:extLst>
          </p:cNvPr>
          <p:cNvSpPr txBox="1"/>
          <p:nvPr/>
        </p:nvSpPr>
        <p:spPr>
          <a:xfrm>
            <a:off x="5808041" y="1856990"/>
            <a:ext cx="2460785" cy="1523494"/>
          </a:xfrm>
          <a:prstGeom prst="rect">
            <a:avLst/>
          </a:prstGeom>
          <a:noFill/>
        </p:spPr>
        <p:txBody>
          <a:bodyPr wrap="square" rtlCol="0">
            <a:spAutoFit/>
          </a:bodyPr>
          <a:lstStyle/>
          <a:p>
            <a:pPr>
              <a:defRPr/>
            </a:pPr>
            <a:r>
              <a:rPr lang="es-MX" sz="1100" b="1" i="1" noProof="0">
                <a:solidFill>
                  <a:schemeClr val="bg1"/>
                </a:solidFill>
                <a:latin typeface="Verdana" panose="020B0604030504040204" pitchFamily="34" charset="0"/>
                <a:ea typeface="Verdana" panose="020B0604030504040204" pitchFamily="34" charset="0"/>
                <a:cs typeface="Verdana" panose="020B0604030504040204" pitchFamily="34" charset="0"/>
              </a:rPr>
              <a:t>Se dice que Einstein dijo que si tuviera una hora para salvar el mundo pasaría cincuenta y cinco minutos definiendo el problema y solo cinco minutos encontrando la solución.</a:t>
            </a:r>
            <a:r>
              <a:rPr lang="es-MX" b="1" i="1" noProof="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
        <p:nvSpPr>
          <p:cNvPr id="27" name="Rectángulo: esquinas redondeadas 26">
            <a:extLst>
              <a:ext uri="{FF2B5EF4-FFF2-40B4-BE49-F238E27FC236}">
                <a16:creationId xmlns:a16="http://schemas.microsoft.com/office/drawing/2014/main" id="{54D4810C-A862-7F0A-653A-2229FE805583}"/>
              </a:ext>
            </a:extLst>
          </p:cNvPr>
          <p:cNvSpPr/>
          <p:nvPr/>
        </p:nvSpPr>
        <p:spPr>
          <a:xfrm>
            <a:off x="3657600" y="3974649"/>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8981D831-3E95-D14D-8B92-570621A5F3C9}"/>
              </a:ext>
            </a:extLst>
          </p:cNvPr>
          <p:cNvSpPr>
            <a:spLocks/>
          </p:cNvSpPr>
          <p:nvPr/>
        </p:nvSpPr>
        <p:spPr bwMode="gray">
          <a:xfrm>
            <a:off x="4011408" y="4109578"/>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Invertir más tiempo en definir el problema = menos tiempo corrigiendo errores después</a:t>
            </a:r>
          </a:p>
        </p:txBody>
      </p:sp>
    </p:spTree>
    <p:extLst>
      <p:ext uri="{BB962C8B-B14F-4D97-AF65-F5344CB8AC3E}">
        <p14:creationId xmlns:p14="http://schemas.microsoft.com/office/powerpoint/2010/main" val="1060642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F4946-CD06-78F5-6C39-35800E7F3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D60B7-A690-D284-495B-C165287122D1}"/>
              </a:ext>
            </a:extLst>
          </p:cNvPr>
          <p:cNvSpPr>
            <a:spLocks noGrp="1"/>
          </p:cNvSpPr>
          <p:nvPr>
            <p:ph type="title"/>
          </p:nvPr>
        </p:nvSpPr>
        <p:spPr>
          <a:xfrm>
            <a:off x="330993" y="313420"/>
            <a:ext cx="8482014" cy="307777"/>
          </a:xfrm>
        </p:spPr>
        <p:txBody>
          <a:bodyPr/>
          <a:lstStyle/>
          <a:p>
            <a:pPr algn="ctr"/>
            <a:r>
              <a:rPr lang="es-MX" noProof="0"/>
              <a:t>¿Qué es un problema?</a:t>
            </a:r>
          </a:p>
        </p:txBody>
      </p:sp>
      <p:pic>
        <p:nvPicPr>
          <p:cNvPr id="5" name="Imagen 4" descr="Dibujo de una persona&#10;&#10;El contenido generado por IA puede ser incorrecto.">
            <a:extLst>
              <a:ext uri="{FF2B5EF4-FFF2-40B4-BE49-F238E27FC236}">
                <a16:creationId xmlns:a16="http://schemas.microsoft.com/office/drawing/2014/main" id="{3ADAB5E8-7E4D-3A93-C307-2C7BAFD6D1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Rectángulo: esquinas redondeadas 5">
            <a:extLst>
              <a:ext uri="{FF2B5EF4-FFF2-40B4-BE49-F238E27FC236}">
                <a16:creationId xmlns:a16="http://schemas.microsoft.com/office/drawing/2014/main" id="{82AB7A7B-6C25-1B15-F134-2A646D8312C2}"/>
              </a:ext>
            </a:extLst>
          </p:cNvPr>
          <p:cNvSpPr/>
          <p:nvPr/>
        </p:nvSpPr>
        <p:spPr>
          <a:xfrm>
            <a:off x="1456575" y="2537291"/>
            <a:ext cx="2307859" cy="96470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9" name="Gráfico 8" descr="Advertencia con relleno sólido">
            <a:extLst>
              <a:ext uri="{FF2B5EF4-FFF2-40B4-BE49-F238E27FC236}">
                <a16:creationId xmlns:a16="http://schemas.microsoft.com/office/drawing/2014/main" id="{80886781-8844-548B-1482-E08914618D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039" y="1141814"/>
            <a:ext cx="964700" cy="964700"/>
          </a:xfrm>
          <a:prstGeom prst="rect">
            <a:avLst/>
          </a:prstGeom>
        </p:spPr>
      </p:pic>
      <p:sp>
        <p:nvSpPr>
          <p:cNvPr id="11" name="Rectángulo: esquinas redondeadas 10">
            <a:extLst>
              <a:ext uri="{FF2B5EF4-FFF2-40B4-BE49-F238E27FC236}">
                <a16:creationId xmlns:a16="http://schemas.microsoft.com/office/drawing/2014/main" id="{0384C9A6-A585-A70B-BA1A-E30075992FBC}"/>
              </a:ext>
            </a:extLst>
          </p:cNvPr>
          <p:cNvSpPr/>
          <p:nvPr/>
        </p:nvSpPr>
        <p:spPr>
          <a:xfrm>
            <a:off x="5134956" y="2562441"/>
            <a:ext cx="2307859" cy="96470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2" name="Gráfico 11" descr="Flecha arriba con relleno sólido">
            <a:extLst>
              <a:ext uri="{FF2B5EF4-FFF2-40B4-BE49-F238E27FC236}">
                <a16:creationId xmlns:a16="http://schemas.microsoft.com/office/drawing/2014/main" id="{6CEFA866-60C5-5ACB-C846-04B242BEAE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400000">
            <a:off x="3992495" y="2601440"/>
            <a:ext cx="914400" cy="836403"/>
          </a:xfrm>
          <a:prstGeom prst="rect">
            <a:avLst/>
          </a:prstGeom>
        </p:spPr>
      </p:pic>
      <p:sp>
        <p:nvSpPr>
          <p:cNvPr id="13" name="CuadroTexto 12">
            <a:extLst>
              <a:ext uri="{FF2B5EF4-FFF2-40B4-BE49-F238E27FC236}">
                <a16:creationId xmlns:a16="http://schemas.microsoft.com/office/drawing/2014/main" id="{D358A8B4-5DFC-5AEE-7C7D-204F948C20F8}"/>
              </a:ext>
            </a:extLst>
          </p:cNvPr>
          <p:cNvSpPr txBox="1"/>
          <p:nvPr/>
        </p:nvSpPr>
        <p:spPr>
          <a:xfrm>
            <a:off x="1456575" y="2627131"/>
            <a:ext cx="223851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bg1"/>
                </a:solidFill>
              </a:rPr>
              <a:t>Situación actual</a:t>
            </a:r>
          </a:p>
        </p:txBody>
      </p:sp>
      <p:sp>
        <p:nvSpPr>
          <p:cNvPr id="14" name="CuadroTexto 13">
            <a:extLst>
              <a:ext uri="{FF2B5EF4-FFF2-40B4-BE49-F238E27FC236}">
                <a16:creationId xmlns:a16="http://schemas.microsoft.com/office/drawing/2014/main" id="{3087975B-69D6-8263-03E4-75C2918360EA}"/>
              </a:ext>
            </a:extLst>
          </p:cNvPr>
          <p:cNvSpPr txBox="1"/>
          <p:nvPr/>
        </p:nvSpPr>
        <p:spPr>
          <a:xfrm>
            <a:off x="5252787" y="2637336"/>
            <a:ext cx="223851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bg1"/>
                </a:solidFill>
              </a:rPr>
              <a:t>Situación deseada</a:t>
            </a:r>
          </a:p>
        </p:txBody>
      </p:sp>
      <p:sp>
        <p:nvSpPr>
          <p:cNvPr id="15" name="Title 1">
            <a:extLst>
              <a:ext uri="{FF2B5EF4-FFF2-40B4-BE49-F238E27FC236}">
                <a16:creationId xmlns:a16="http://schemas.microsoft.com/office/drawing/2014/main" id="{7073CEF3-F10B-E7AD-B324-C6471ABC7EAE}"/>
              </a:ext>
            </a:extLst>
          </p:cNvPr>
          <p:cNvSpPr txBox="1">
            <a:spLocks/>
          </p:cNvSpPr>
          <p:nvPr/>
        </p:nvSpPr>
        <p:spPr>
          <a:xfrm>
            <a:off x="2055110" y="1664785"/>
            <a:ext cx="5625573"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b="0" noProof="0"/>
              <a:t>Es una brecha entre lo que es y </a:t>
            </a:r>
            <a:r>
              <a:rPr lang="es-MX" sz="1800" noProof="0"/>
              <a:t>lo que debería ser.</a:t>
            </a:r>
            <a:endParaRPr lang="es-MX" sz="1800" b="0" noProof="0"/>
          </a:p>
        </p:txBody>
      </p:sp>
      <p:pic>
        <p:nvPicPr>
          <p:cNvPr id="19" name="Gráfico 18" descr="Cono de tráfico con relleno sólido">
            <a:extLst>
              <a:ext uri="{FF2B5EF4-FFF2-40B4-BE49-F238E27FC236}">
                <a16:creationId xmlns:a16="http://schemas.microsoft.com/office/drawing/2014/main" id="{C4276CE1-0900-1634-2104-23DC014843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95094" y="4097498"/>
            <a:ext cx="914400" cy="914400"/>
          </a:xfrm>
          <a:prstGeom prst="rect">
            <a:avLst/>
          </a:prstGeom>
        </p:spPr>
      </p:pic>
      <p:pic>
        <p:nvPicPr>
          <p:cNvPr id="20" name="Gráfico 19" descr="Cono de tráfico con relleno sólido">
            <a:extLst>
              <a:ext uri="{FF2B5EF4-FFF2-40B4-BE49-F238E27FC236}">
                <a16:creationId xmlns:a16="http://schemas.microsoft.com/office/drawing/2014/main" id="{94F05D1C-5726-5094-2EC6-5229F296E4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17531" y="3540586"/>
            <a:ext cx="914400" cy="914400"/>
          </a:xfrm>
          <a:prstGeom prst="rect">
            <a:avLst/>
          </a:prstGeom>
        </p:spPr>
      </p:pic>
      <p:cxnSp>
        <p:nvCxnSpPr>
          <p:cNvPr id="24" name="Conector recto 23">
            <a:extLst>
              <a:ext uri="{FF2B5EF4-FFF2-40B4-BE49-F238E27FC236}">
                <a16:creationId xmlns:a16="http://schemas.microsoft.com/office/drawing/2014/main" id="{E469522E-1378-1CE2-BFFF-6D600281B3CA}"/>
              </a:ext>
            </a:extLst>
          </p:cNvPr>
          <p:cNvCxnSpPr>
            <a:cxnSpLocks/>
          </p:cNvCxnSpPr>
          <p:nvPr/>
        </p:nvCxnSpPr>
        <p:spPr>
          <a:xfrm>
            <a:off x="2455179" y="4593385"/>
            <a:ext cx="1309255" cy="0"/>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F566C196-022C-2DEE-8548-D746F882AF78}"/>
              </a:ext>
            </a:extLst>
          </p:cNvPr>
          <p:cNvCxnSpPr>
            <a:cxnSpLocks/>
          </p:cNvCxnSpPr>
          <p:nvPr/>
        </p:nvCxnSpPr>
        <p:spPr>
          <a:xfrm flipV="1">
            <a:off x="3764434" y="4075793"/>
            <a:ext cx="0" cy="517592"/>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F34F76F5-79AB-CE97-B616-20973A25C92C}"/>
              </a:ext>
            </a:extLst>
          </p:cNvPr>
          <p:cNvCxnSpPr>
            <a:cxnSpLocks/>
          </p:cNvCxnSpPr>
          <p:nvPr/>
        </p:nvCxnSpPr>
        <p:spPr>
          <a:xfrm>
            <a:off x="3764434" y="4070081"/>
            <a:ext cx="753097" cy="2268"/>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3450E1A0-C8B8-9B3A-D4B6-0CDE07F75A35}"/>
              </a:ext>
            </a:extLst>
          </p:cNvPr>
          <p:cNvCxnSpPr>
            <a:cxnSpLocks/>
          </p:cNvCxnSpPr>
          <p:nvPr/>
        </p:nvCxnSpPr>
        <p:spPr>
          <a:xfrm>
            <a:off x="4519008" y="4082194"/>
            <a:ext cx="0" cy="436945"/>
          </a:xfrm>
          <a:prstGeom prst="line">
            <a:avLst/>
          </a:prstGeom>
          <a:ln w="57150"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675BD394-5533-A8FF-35D2-E642D2B118F6}"/>
              </a:ext>
            </a:extLst>
          </p:cNvPr>
          <p:cNvCxnSpPr/>
          <p:nvPr/>
        </p:nvCxnSpPr>
        <p:spPr>
          <a:xfrm>
            <a:off x="4517531" y="4519139"/>
            <a:ext cx="1131121" cy="0"/>
          </a:xfrm>
          <a:prstGeom prst="straightConnector1">
            <a:avLst/>
          </a:prstGeom>
          <a:ln w="57150" cap="rnd" cmpd="sng" algn="ctr">
            <a:solidFill>
              <a:schemeClr val="accent5"/>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564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7B17-B25F-F41D-6890-AEA4FC71762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4EF419A-DA63-85D3-DC5F-B7DEBB7B343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4EF419A-DA63-85D3-DC5F-B7DEBB7B34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DCF54AC1-CC90-E675-9930-3E2D21124622}"/>
              </a:ext>
            </a:extLst>
          </p:cNvPr>
          <p:cNvSpPr>
            <a:spLocks noGrp="1"/>
          </p:cNvSpPr>
          <p:nvPr>
            <p:ph type="title"/>
          </p:nvPr>
        </p:nvSpPr>
        <p:spPr/>
        <p:txBody>
          <a:bodyPr vert="horz"/>
          <a:lstStyle/>
          <a:p>
            <a:pPr algn="ctr"/>
            <a:r>
              <a:rPr lang="es-MX" noProof="0" err="1"/>
              <a:t>Sintomas</a:t>
            </a:r>
            <a:r>
              <a:rPr lang="es-MX" noProof="0"/>
              <a:t>, problemas y causas</a:t>
            </a:r>
          </a:p>
        </p:txBody>
      </p:sp>
      <p:pic>
        <p:nvPicPr>
          <p:cNvPr id="4" name="Imagen 3" descr="Imagen que contiene Icono&#10;&#10;El contenido generado por IA puede ser incorrecto.">
            <a:extLst>
              <a:ext uri="{FF2B5EF4-FFF2-40B4-BE49-F238E27FC236}">
                <a16:creationId xmlns:a16="http://schemas.microsoft.com/office/drawing/2014/main" id="{2EB1A766-7438-3D72-B350-63EBCC95D9A4}"/>
              </a:ext>
            </a:extLst>
          </p:cNvPr>
          <p:cNvPicPr>
            <a:picLocks noChangeAspect="1"/>
          </p:cNvPicPr>
          <p:nvPr/>
        </p:nvPicPr>
        <p:blipFill>
          <a:blip r:embed="rId6"/>
          <a:stretch>
            <a:fillRect/>
          </a:stretch>
        </p:blipFill>
        <p:spPr>
          <a:xfrm>
            <a:off x="8738529" y="130779"/>
            <a:ext cx="297258" cy="419100"/>
          </a:xfrm>
          <a:prstGeom prst="rect">
            <a:avLst/>
          </a:prstGeom>
        </p:spPr>
      </p:pic>
      <p:pic>
        <p:nvPicPr>
          <p:cNvPr id="6" name="Imagen 5" descr="Árbol de problemas">
            <a:extLst>
              <a:ext uri="{FF2B5EF4-FFF2-40B4-BE49-F238E27FC236}">
                <a16:creationId xmlns:a16="http://schemas.microsoft.com/office/drawing/2014/main" id="{29BD3E7E-2CC4-CB44-2F01-A5BCC0A5142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flipH="1">
            <a:off x="6173398" y="812774"/>
            <a:ext cx="2233267" cy="281528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Gráfico 7" descr="Planta con raíces con relleno sólido">
            <a:extLst>
              <a:ext uri="{FF2B5EF4-FFF2-40B4-BE49-F238E27FC236}">
                <a16:creationId xmlns:a16="http://schemas.microsoft.com/office/drawing/2014/main" id="{844E9EC8-44F7-3741-DF5B-C55A94B8B9A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925" y="1008805"/>
            <a:ext cx="600410" cy="600410"/>
          </a:xfrm>
          <a:prstGeom prst="rect">
            <a:avLst/>
          </a:prstGeom>
        </p:spPr>
      </p:pic>
      <p:sp>
        <p:nvSpPr>
          <p:cNvPr id="9" name="CuadroTexto 7">
            <a:extLst>
              <a:ext uri="{FF2B5EF4-FFF2-40B4-BE49-F238E27FC236}">
                <a16:creationId xmlns:a16="http://schemas.microsoft.com/office/drawing/2014/main" id="{88F14FB9-259F-8E1E-0847-9DA3565BE6A1}"/>
              </a:ext>
            </a:extLst>
          </p:cNvPr>
          <p:cNvSpPr txBox="1"/>
          <p:nvPr/>
        </p:nvSpPr>
        <p:spPr>
          <a:xfrm>
            <a:off x="737335" y="1085995"/>
            <a:ext cx="3042729"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400" noProof="0">
                <a:solidFill>
                  <a:schemeClr val="bg1"/>
                </a:solidFill>
              </a:rPr>
              <a:t>Piensa en el problema como una semilla:</a:t>
            </a:r>
            <a:endParaRPr lang="es-MX" sz="1400" noProof="0">
              <a:solidFill>
                <a:schemeClr val="tx1"/>
              </a:solidFill>
            </a:endParaRPr>
          </a:p>
        </p:txBody>
      </p:sp>
      <p:sp>
        <p:nvSpPr>
          <p:cNvPr id="10" name="CuadroTexto 7">
            <a:extLst>
              <a:ext uri="{FF2B5EF4-FFF2-40B4-BE49-F238E27FC236}">
                <a16:creationId xmlns:a16="http://schemas.microsoft.com/office/drawing/2014/main" id="{9FD82BD7-D196-E3D5-ACCD-9E04BBC98ACB}"/>
              </a:ext>
            </a:extLst>
          </p:cNvPr>
          <p:cNvSpPr txBox="1"/>
          <p:nvPr/>
        </p:nvSpPr>
        <p:spPr>
          <a:xfrm>
            <a:off x="136925" y="2060808"/>
            <a:ext cx="5383407" cy="102188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gn="just">
              <a:lnSpc>
                <a:spcPct val="150000"/>
              </a:lnSpc>
              <a:buFont typeface="Arial" panose="020B0604020202020204" pitchFamily="34" charset="0"/>
              <a:buChar char="•"/>
            </a:pPr>
            <a:r>
              <a:rPr lang="es-MX" sz="1400" noProof="0">
                <a:solidFill>
                  <a:schemeClr val="bg1"/>
                </a:solidFill>
              </a:rPr>
              <a:t>Hojas = Síntomas (resultado del problema, es evidente)</a:t>
            </a:r>
          </a:p>
          <a:p>
            <a:pPr marL="285750" indent="-285750" algn="just">
              <a:lnSpc>
                <a:spcPct val="150000"/>
              </a:lnSpc>
              <a:buFont typeface="Arial" panose="020B0604020202020204" pitchFamily="34" charset="0"/>
              <a:buChar char="•"/>
            </a:pPr>
            <a:r>
              <a:rPr lang="es-MX" sz="1400" noProof="0">
                <a:solidFill>
                  <a:schemeClr val="bg1"/>
                </a:solidFill>
              </a:rPr>
              <a:t>Tallo = Problema </a:t>
            </a:r>
          </a:p>
          <a:p>
            <a:pPr marL="285750" indent="-285750" algn="just">
              <a:lnSpc>
                <a:spcPct val="150000"/>
              </a:lnSpc>
              <a:buFont typeface="Arial" panose="020B0604020202020204" pitchFamily="34" charset="0"/>
              <a:buChar char="•"/>
            </a:pPr>
            <a:r>
              <a:rPr lang="es-MX" sz="1400" noProof="0">
                <a:solidFill>
                  <a:schemeClr val="bg1"/>
                </a:solidFill>
              </a:rPr>
              <a:t>Raíz = Causa (provoca el problema, no evidente)</a:t>
            </a:r>
            <a:endParaRPr lang="es-MX" sz="1400" noProof="0">
              <a:solidFill>
                <a:schemeClr val="tx1"/>
              </a:solidFill>
            </a:endParaRPr>
          </a:p>
        </p:txBody>
      </p:sp>
      <p:cxnSp>
        <p:nvCxnSpPr>
          <p:cNvPr id="11" name="Conector recto de flecha 10">
            <a:extLst>
              <a:ext uri="{FF2B5EF4-FFF2-40B4-BE49-F238E27FC236}">
                <a16:creationId xmlns:a16="http://schemas.microsoft.com/office/drawing/2014/main" id="{51BCBE4E-3D3F-3CBD-F42E-DB3EC6A4C7EF}"/>
              </a:ext>
            </a:extLst>
          </p:cNvPr>
          <p:cNvCxnSpPr>
            <a:cxnSpLocks/>
          </p:cNvCxnSpPr>
          <p:nvPr/>
        </p:nvCxnSpPr>
        <p:spPr>
          <a:xfrm flipV="1">
            <a:off x="5276213" y="2134520"/>
            <a:ext cx="0" cy="1090373"/>
          </a:xfrm>
          <a:prstGeom prst="straightConnector1">
            <a:avLst/>
          </a:prstGeom>
          <a:ln w="57150" cap="rnd" cmpd="sng" algn="ctr">
            <a:solidFill>
              <a:schemeClr val="accent6"/>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 name="Rectángulo: esquinas redondeadas 12">
            <a:extLst>
              <a:ext uri="{FF2B5EF4-FFF2-40B4-BE49-F238E27FC236}">
                <a16:creationId xmlns:a16="http://schemas.microsoft.com/office/drawing/2014/main" id="{A8FA6F18-114A-9BD8-70CA-658EE657F1B8}"/>
              </a:ext>
            </a:extLst>
          </p:cNvPr>
          <p:cNvSpPr/>
          <p:nvPr/>
        </p:nvSpPr>
        <p:spPr>
          <a:xfrm>
            <a:off x="737335" y="3908732"/>
            <a:ext cx="1842579"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Causas</a:t>
            </a:r>
          </a:p>
        </p:txBody>
      </p:sp>
      <p:sp>
        <p:nvSpPr>
          <p:cNvPr id="14" name="Rectángulo: esquinas redondeadas 13">
            <a:extLst>
              <a:ext uri="{FF2B5EF4-FFF2-40B4-BE49-F238E27FC236}">
                <a16:creationId xmlns:a16="http://schemas.microsoft.com/office/drawing/2014/main" id="{F9F3FB12-0E46-9532-F6F6-4E413E1B5895}"/>
              </a:ext>
            </a:extLst>
          </p:cNvPr>
          <p:cNvSpPr/>
          <p:nvPr/>
        </p:nvSpPr>
        <p:spPr>
          <a:xfrm>
            <a:off x="3113781" y="3908732"/>
            <a:ext cx="1842579" cy="768692"/>
          </a:xfrm>
          <a:prstGeom prst="roundRect">
            <a:avLst/>
          </a:prstGeom>
          <a:solidFill>
            <a:schemeClr val="accent1">
              <a:lumMod val="90000"/>
              <a:lumOff val="10000"/>
            </a:schemeClr>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Problema</a:t>
            </a:r>
          </a:p>
        </p:txBody>
      </p:sp>
      <p:sp>
        <p:nvSpPr>
          <p:cNvPr id="15" name="Rectángulo: esquinas redondeadas 14">
            <a:extLst>
              <a:ext uri="{FF2B5EF4-FFF2-40B4-BE49-F238E27FC236}">
                <a16:creationId xmlns:a16="http://schemas.microsoft.com/office/drawing/2014/main" id="{44296FD2-253F-74C6-0A5D-8BE07BAF704F}"/>
              </a:ext>
            </a:extLst>
          </p:cNvPr>
          <p:cNvSpPr/>
          <p:nvPr/>
        </p:nvSpPr>
        <p:spPr>
          <a:xfrm>
            <a:off x="5520333" y="3908732"/>
            <a:ext cx="1842579" cy="768692"/>
          </a:xfrm>
          <a:prstGeom prst="roundRect">
            <a:avLst/>
          </a:prstGeom>
          <a:solidFill>
            <a:schemeClr val="accent5">
              <a:lumMod val="60000"/>
              <a:lumOff val="40000"/>
            </a:schemeClr>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noProof="0">
                <a:solidFill>
                  <a:srgbClr val="FFFFFF"/>
                </a:solidFill>
              </a:rPr>
              <a:t>Síntomas</a:t>
            </a:r>
          </a:p>
        </p:txBody>
      </p:sp>
      <p:cxnSp>
        <p:nvCxnSpPr>
          <p:cNvPr id="17" name="Conector recto de flecha 16">
            <a:extLst>
              <a:ext uri="{FF2B5EF4-FFF2-40B4-BE49-F238E27FC236}">
                <a16:creationId xmlns:a16="http://schemas.microsoft.com/office/drawing/2014/main" id="{410C9380-C5B7-19DD-6DD6-380012555F0E}"/>
              </a:ext>
            </a:extLst>
          </p:cNvPr>
          <p:cNvCxnSpPr>
            <a:cxnSpLocks/>
          </p:cNvCxnSpPr>
          <p:nvPr/>
        </p:nvCxnSpPr>
        <p:spPr>
          <a:xfrm>
            <a:off x="2562141" y="4305142"/>
            <a:ext cx="483138" cy="0"/>
          </a:xfrm>
          <a:prstGeom prst="straightConnector1">
            <a:avLst/>
          </a:prstGeom>
          <a:ln w="57150" cap="rnd" cmpd="sng" algn="ctr">
            <a:solidFill>
              <a:schemeClr val="accent1"/>
            </a:solidFill>
            <a:prstDash val="solid"/>
            <a:round/>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5C26CAD1-F369-933D-A7A6-81BFD19808DA}"/>
              </a:ext>
            </a:extLst>
          </p:cNvPr>
          <p:cNvCxnSpPr>
            <a:cxnSpLocks/>
          </p:cNvCxnSpPr>
          <p:nvPr/>
        </p:nvCxnSpPr>
        <p:spPr>
          <a:xfrm>
            <a:off x="4956360" y="4305142"/>
            <a:ext cx="483138" cy="0"/>
          </a:xfrm>
          <a:prstGeom prst="straightConnector1">
            <a:avLst/>
          </a:prstGeom>
          <a:ln w="57150" cap="rnd" cmpd="sng" algn="ctr">
            <a:solidFill>
              <a:schemeClr val="accent5"/>
            </a:solidFill>
            <a:prstDash val="solid"/>
            <a:round/>
            <a:headEnd type="none" w="med" len="med"/>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918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50445-F0D8-0714-71C8-C48EBA62984A}"/>
            </a:ext>
          </a:extLst>
        </p:cNvPr>
        <p:cNvGrpSpPr/>
        <p:nvPr/>
      </p:nvGrpSpPr>
      <p:grpSpPr>
        <a:xfrm>
          <a:off x="0" y="0"/>
          <a:ext cx="0" cy="0"/>
          <a:chOff x="0" y="0"/>
          <a:chExt cx="0" cy="0"/>
        </a:xfrm>
      </p:grpSpPr>
      <p:sp>
        <p:nvSpPr>
          <p:cNvPr id="42" name="Rectángulo: esquinas redondeadas 41">
            <a:extLst>
              <a:ext uri="{FF2B5EF4-FFF2-40B4-BE49-F238E27FC236}">
                <a16:creationId xmlns:a16="http://schemas.microsoft.com/office/drawing/2014/main" id="{B46D89CB-C703-2B87-8F0F-EC4C5AE3BDD6}"/>
              </a:ext>
            </a:extLst>
          </p:cNvPr>
          <p:cNvSpPr/>
          <p:nvPr/>
        </p:nvSpPr>
        <p:spPr>
          <a:xfrm>
            <a:off x="6970734" y="3563327"/>
            <a:ext cx="191566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1" name="Rectángulo: esquinas redondeadas 40">
            <a:extLst>
              <a:ext uri="{FF2B5EF4-FFF2-40B4-BE49-F238E27FC236}">
                <a16:creationId xmlns:a16="http://schemas.microsoft.com/office/drawing/2014/main" id="{2ECDB357-5FB9-87BB-FEFE-61BBA8D216C0}"/>
              </a:ext>
            </a:extLst>
          </p:cNvPr>
          <p:cNvSpPr/>
          <p:nvPr/>
        </p:nvSpPr>
        <p:spPr>
          <a:xfrm>
            <a:off x="6970735" y="2464787"/>
            <a:ext cx="191566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0" name="Rectángulo: esquinas redondeadas 39">
            <a:extLst>
              <a:ext uri="{FF2B5EF4-FFF2-40B4-BE49-F238E27FC236}">
                <a16:creationId xmlns:a16="http://schemas.microsoft.com/office/drawing/2014/main" id="{ACB76F37-E0F3-C0E4-6E5F-E2781B295299}"/>
              </a:ext>
            </a:extLst>
          </p:cNvPr>
          <p:cNvSpPr/>
          <p:nvPr/>
        </p:nvSpPr>
        <p:spPr>
          <a:xfrm>
            <a:off x="6970734" y="1444257"/>
            <a:ext cx="1924159"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cxnSp>
        <p:nvCxnSpPr>
          <p:cNvPr id="21" name="Conector recto 20">
            <a:extLst>
              <a:ext uri="{FF2B5EF4-FFF2-40B4-BE49-F238E27FC236}">
                <a16:creationId xmlns:a16="http://schemas.microsoft.com/office/drawing/2014/main" id="{2A229EC4-9B5D-BA79-F2B2-C9EFCE0F83CB}"/>
              </a:ext>
            </a:extLst>
          </p:cNvPr>
          <p:cNvCxnSpPr>
            <a:cxnSpLocks/>
          </p:cNvCxnSpPr>
          <p:nvPr/>
        </p:nvCxnSpPr>
        <p:spPr>
          <a:xfrm>
            <a:off x="2181613" y="3163405"/>
            <a:ext cx="4347203" cy="0"/>
          </a:xfrm>
          <a:prstGeom prst="line">
            <a:avLst/>
          </a:prstGeom>
          <a:ln w="28575" cap="rnd" cmpd="sng" algn="ctr">
            <a:solidFill>
              <a:srgbClr val="00B05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C3A1A95-7B18-B890-B672-78CF0F135961}"/>
              </a:ext>
            </a:extLst>
          </p:cNvPr>
          <p:cNvSpPr>
            <a:spLocks noGrp="1"/>
          </p:cNvSpPr>
          <p:nvPr>
            <p:ph type="title"/>
          </p:nvPr>
        </p:nvSpPr>
        <p:spPr>
          <a:xfrm>
            <a:off x="330993" y="313420"/>
            <a:ext cx="8482014" cy="307777"/>
          </a:xfrm>
        </p:spPr>
        <p:txBody>
          <a:bodyPr/>
          <a:lstStyle/>
          <a:p>
            <a:pPr algn="ctr"/>
            <a:r>
              <a:rPr lang="es-MX" noProof="0"/>
              <a:t>Diagrama de árbol</a:t>
            </a:r>
          </a:p>
        </p:txBody>
      </p:sp>
      <p:sp>
        <p:nvSpPr>
          <p:cNvPr id="3" name="CuadroTexto 7">
            <a:extLst>
              <a:ext uri="{FF2B5EF4-FFF2-40B4-BE49-F238E27FC236}">
                <a16:creationId xmlns:a16="http://schemas.microsoft.com/office/drawing/2014/main" id="{34E7ABF3-A174-BEF2-DA69-8016BA06CBFA}"/>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Herramienta para definir un problema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135EE903-A58A-DA69-FC5F-54C2AA12153B}"/>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4" name="Imagen 3" descr="Árbol de problemas">
            <a:extLst>
              <a:ext uri="{FF2B5EF4-FFF2-40B4-BE49-F238E27FC236}">
                <a16:creationId xmlns:a16="http://schemas.microsoft.com/office/drawing/2014/main" id="{AC0743D1-28A6-4C28-A855-90625DF2AC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2950775" y="981425"/>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065D2362-9740-424D-1920-923A9D1458AA}"/>
              </a:ext>
            </a:extLst>
          </p:cNvPr>
          <p:cNvSpPr/>
          <p:nvPr/>
        </p:nvSpPr>
        <p:spPr>
          <a:xfrm>
            <a:off x="4065603" y="1506518"/>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Síntomas</a:t>
            </a:r>
          </a:p>
        </p:txBody>
      </p:sp>
      <p:sp>
        <p:nvSpPr>
          <p:cNvPr id="10" name="Rectángulo: esquinas redondeadas 9">
            <a:extLst>
              <a:ext uri="{FF2B5EF4-FFF2-40B4-BE49-F238E27FC236}">
                <a16:creationId xmlns:a16="http://schemas.microsoft.com/office/drawing/2014/main" id="{EB0B350F-5B97-0F38-C98B-BFB2236F5933}"/>
              </a:ext>
            </a:extLst>
          </p:cNvPr>
          <p:cNvSpPr/>
          <p:nvPr/>
        </p:nvSpPr>
        <p:spPr>
          <a:xfrm>
            <a:off x="4065603" y="2675430"/>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a:t>
            </a:r>
          </a:p>
        </p:txBody>
      </p:sp>
      <p:sp>
        <p:nvSpPr>
          <p:cNvPr id="11" name="Rectángulo: esquinas redondeadas 10">
            <a:extLst>
              <a:ext uri="{FF2B5EF4-FFF2-40B4-BE49-F238E27FC236}">
                <a16:creationId xmlns:a16="http://schemas.microsoft.com/office/drawing/2014/main" id="{5EA5261C-F893-D502-555E-EFDB1BBE2F41}"/>
              </a:ext>
            </a:extLst>
          </p:cNvPr>
          <p:cNvSpPr/>
          <p:nvPr/>
        </p:nvSpPr>
        <p:spPr>
          <a:xfrm>
            <a:off x="4065605" y="3806031"/>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Causas</a:t>
            </a:r>
          </a:p>
        </p:txBody>
      </p:sp>
      <p:pic>
        <p:nvPicPr>
          <p:cNvPr id="15" name="Gráfico 14" descr="Flecha abajo con relleno sólido">
            <a:extLst>
              <a:ext uri="{FF2B5EF4-FFF2-40B4-BE49-F238E27FC236}">
                <a16:creationId xmlns:a16="http://schemas.microsoft.com/office/drawing/2014/main" id="{9538076B-0684-1549-CC97-5DE6F41917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178887" y="1086919"/>
            <a:ext cx="923993" cy="1871796"/>
          </a:xfrm>
          <a:prstGeom prst="rect">
            <a:avLst/>
          </a:prstGeom>
          <a:effectLst>
            <a:outerShdw blurRad="50800" dist="38100" dir="2700000" algn="tl" rotWithShape="0">
              <a:prstClr val="black">
                <a:alpha val="40000"/>
              </a:prstClr>
            </a:outerShdw>
          </a:effectLst>
        </p:spPr>
      </p:pic>
      <p:pic>
        <p:nvPicPr>
          <p:cNvPr id="16" name="Gráfico 15" descr="Flecha abajo con relleno sólido">
            <a:extLst>
              <a:ext uri="{FF2B5EF4-FFF2-40B4-BE49-F238E27FC236}">
                <a16:creationId xmlns:a16="http://schemas.microsoft.com/office/drawing/2014/main" id="{CC2E51EF-18CE-7659-4B8B-D8F4689661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8889" y="2675430"/>
            <a:ext cx="923993" cy="1993115"/>
          </a:xfrm>
          <a:prstGeom prst="rect">
            <a:avLst/>
          </a:prstGeom>
          <a:effectLst>
            <a:outerShdw blurRad="50800" dist="38100" dir="2700000" algn="tl" rotWithShape="0">
              <a:prstClr val="black">
                <a:alpha val="40000"/>
              </a:prstClr>
            </a:outerShdw>
          </a:effectLst>
        </p:spPr>
      </p:pic>
      <p:sp>
        <p:nvSpPr>
          <p:cNvPr id="27" name="Arc 1">
            <a:extLst>
              <a:ext uri="{FF2B5EF4-FFF2-40B4-BE49-F238E27FC236}">
                <a16:creationId xmlns:a16="http://schemas.microsoft.com/office/drawing/2014/main" id="{EEC83966-CC30-39E7-5B8C-8236DBF2E8F2}"/>
              </a:ext>
            </a:extLst>
          </p:cNvPr>
          <p:cNvSpPr>
            <a:spLocks/>
          </p:cNvSpPr>
          <p:nvPr/>
        </p:nvSpPr>
        <p:spPr bwMode="auto">
          <a:xfrm rot="10800000" flipV="1">
            <a:off x="2327428" y="3347522"/>
            <a:ext cx="1030288" cy="1463675"/>
          </a:xfrm>
          <a:custGeom>
            <a:avLst/>
            <a:gdLst>
              <a:gd name="T0" fmla="*/ 515144 w 1030288"/>
              <a:gd name="T1" fmla="*/ 0 h 1463675"/>
              <a:gd name="T2" fmla="*/ 1030288 w 1030288"/>
              <a:gd name="T3" fmla="*/ 731838 h 1463675"/>
              <a:gd name="T4" fmla="*/ 0 60000 65536"/>
              <a:gd name="T5" fmla="*/ 0 60000 65536"/>
            </a:gdLst>
            <a:ahLst/>
            <a:cxnLst>
              <a:cxn ang="T4">
                <a:pos x="T0" y="T1"/>
              </a:cxn>
              <a:cxn ang="T5">
                <a:pos x="T2" y="T3"/>
              </a:cxn>
            </a:cxnLst>
            <a:rect l="0" t="0" r="r" b="b"/>
            <a:pathLst>
              <a:path w="1030288" h="1463675" stroke="0">
                <a:moveTo>
                  <a:pt x="515144" y="0"/>
                </a:moveTo>
                <a:cubicBezTo>
                  <a:pt x="799650" y="0"/>
                  <a:pt x="1030288" y="327655"/>
                  <a:pt x="1030288" y="731838"/>
                </a:cubicBezTo>
                <a:lnTo>
                  <a:pt x="515144" y="731838"/>
                </a:lnTo>
                <a:lnTo>
                  <a:pt x="515144" y="0"/>
                </a:lnTo>
                <a:close/>
              </a:path>
              <a:path w="1030288" h="1463675" fill="none">
                <a:moveTo>
                  <a:pt x="515144" y="0"/>
                </a:moveTo>
                <a:cubicBezTo>
                  <a:pt x="799650" y="0"/>
                  <a:pt x="1030288" y="327655"/>
                  <a:pt x="1030288" y="731838"/>
                </a:cubicBezTo>
              </a:path>
            </a:pathLst>
          </a:custGeom>
          <a:noFill/>
          <a:ln w="50800" cap="flat" cmpd="sng">
            <a:solidFill>
              <a:schemeClr val="tx2"/>
            </a:solidFill>
            <a:prstDash val="solid"/>
            <a:round/>
            <a:headEnd/>
            <a:tailEnd type="triangle" w="med" len="med"/>
          </a:ln>
          <a:effectLst>
            <a:outerShdw blurRad="40000" dist="20000" dir="5400000" rotWithShape="0">
              <a:srgbClr val="000000">
                <a:alpha val="37999"/>
              </a:srgbClr>
            </a:outerShdw>
          </a:effectLst>
          <a:extLst>
            <a:ext uri="{909E8E84-426E-40dd-AFC4-6F175D3DCCD1}">
              <a14:hiddenFill xmlns="" xmlns:a14="http://schemas.microsoft.com/office/drawing/2010/main">
                <a:solidFill>
                  <a:srgbClr val="FFFFFF"/>
                </a:solidFill>
              </a14:hiddenFill>
            </a:ext>
          </a:extLst>
        </p:spPr>
        <p:txBody>
          <a:bodyPr lIns="91384" tIns="45692" rIns="91384" bIns="45692" anchor="ctr"/>
          <a:lstStyle/>
          <a:p>
            <a:pPr eaLnBrk="1" hangingPunct="1">
              <a:defRPr/>
            </a:pPr>
            <a:endParaRPr lang="es-MX" noProof="0">
              <a:ea typeface="ＭＳ Ｐゴシック" pitchFamily="34" charset="-128"/>
            </a:endParaRPr>
          </a:p>
        </p:txBody>
      </p:sp>
      <p:sp>
        <p:nvSpPr>
          <p:cNvPr id="28" name="Arc 1">
            <a:extLst>
              <a:ext uri="{FF2B5EF4-FFF2-40B4-BE49-F238E27FC236}">
                <a16:creationId xmlns:a16="http://schemas.microsoft.com/office/drawing/2014/main" id="{D0A42508-D365-8C95-CFB7-754FFC540574}"/>
              </a:ext>
            </a:extLst>
          </p:cNvPr>
          <p:cNvSpPr>
            <a:spLocks/>
          </p:cNvSpPr>
          <p:nvPr/>
        </p:nvSpPr>
        <p:spPr bwMode="auto">
          <a:xfrm rot="10800000">
            <a:off x="2300980" y="1491580"/>
            <a:ext cx="1030288" cy="1463675"/>
          </a:xfrm>
          <a:custGeom>
            <a:avLst/>
            <a:gdLst>
              <a:gd name="T0" fmla="*/ 515144 w 1030288"/>
              <a:gd name="T1" fmla="*/ 0 h 1463675"/>
              <a:gd name="T2" fmla="*/ 1030288 w 1030288"/>
              <a:gd name="T3" fmla="*/ 731838 h 1463675"/>
              <a:gd name="T4" fmla="*/ 0 60000 65536"/>
              <a:gd name="T5" fmla="*/ 0 60000 65536"/>
            </a:gdLst>
            <a:ahLst/>
            <a:cxnLst>
              <a:cxn ang="T4">
                <a:pos x="T0" y="T1"/>
              </a:cxn>
              <a:cxn ang="T5">
                <a:pos x="T2" y="T3"/>
              </a:cxn>
            </a:cxnLst>
            <a:rect l="0" t="0" r="r" b="b"/>
            <a:pathLst>
              <a:path w="1030288" h="1463675" stroke="0">
                <a:moveTo>
                  <a:pt x="515144" y="0"/>
                </a:moveTo>
                <a:cubicBezTo>
                  <a:pt x="799650" y="0"/>
                  <a:pt x="1030288" y="327655"/>
                  <a:pt x="1030288" y="731838"/>
                </a:cubicBezTo>
                <a:lnTo>
                  <a:pt x="515144" y="731838"/>
                </a:lnTo>
                <a:lnTo>
                  <a:pt x="515144" y="0"/>
                </a:lnTo>
                <a:close/>
              </a:path>
              <a:path w="1030288" h="1463675" fill="none">
                <a:moveTo>
                  <a:pt x="515144" y="0"/>
                </a:moveTo>
                <a:cubicBezTo>
                  <a:pt x="799650" y="0"/>
                  <a:pt x="1030288" y="327655"/>
                  <a:pt x="1030288" y="731838"/>
                </a:cubicBezTo>
              </a:path>
            </a:pathLst>
          </a:custGeom>
          <a:noFill/>
          <a:ln w="50800" cap="flat" cmpd="sng">
            <a:solidFill>
              <a:schemeClr val="tx2"/>
            </a:solidFill>
            <a:prstDash val="solid"/>
            <a:round/>
            <a:headEnd/>
            <a:tailEnd type="triangle" w="med" len="med"/>
          </a:ln>
          <a:effectLst>
            <a:outerShdw blurRad="40000" dist="20000" dir="5400000" rotWithShape="0">
              <a:srgbClr val="000000">
                <a:alpha val="37999"/>
              </a:srgbClr>
            </a:outerShdw>
          </a:effectLst>
          <a:extLst>
            <a:ext uri="{909E8E84-426E-40dd-AFC4-6F175D3DCCD1}">
              <a14:hiddenFill xmlns="" xmlns:a14="http://schemas.microsoft.com/office/drawing/2010/main">
                <a:solidFill>
                  <a:srgbClr val="FFFFFF"/>
                </a:solidFill>
              </a14:hiddenFill>
            </a:ext>
          </a:extLst>
        </p:spPr>
        <p:txBody>
          <a:bodyPr lIns="91384" tIns="45692" rIns="91384" bIns="45692" anchor="ctr"/>
          <a:lstStyle/>
          <a:p>
            <a:pPr eaLnBrk="1" hangingPunct="1">
              <a:defRPr/>
            </a:pPr>
            <a:endParaRPr lang="es-MX" noProof="0">
              <a:ea typeface="ＭＳ Ｐゴシック" pitchFamily="34" charset="-128"/>
            </a:endParaRPr>
          </a:p>
        </p:txBody>
      </p:sp>
      <p:sp>
        <p:nvSpPr>
          <p:cNvPr id="30" name="Title 1">
            <a:extLst>
              <a:ext uri="{FF2B5EF4-FFF2-40B4-BE49-F238E27FC236}">
                <a16:creationId xmlns:a16="http://schemas.microsoft.com/office/drawing/2014/main" id="{ABF8D33D-A4C9-A998-E10C-3E8E6EEBF52D}"/>
              </a:ext>
            </a:extLst>
          </p:cNvPr>
          <p:cNvSpPr txBox="1">
            <a:spLocks/>
          </p:cNvSpPr>
          <p:nvPr/>
        </p:nvSpPr>
        <p:spPr>
          <a:xfrm rot="16200000">
            <a:off x="8158" y="2816757"/>
            <a:ext cx="2678084"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t>Tiempo</a:t>
            </a:r>
          </a:p>
        </p:txBody>
      </p:sp>
      <p:sp>
        <p:nvSpPr>
          <p:cNvPr id="31" name="Title 1">
            <a:extLst>
              <a:ext uri="{FF2B5EF4-FFF2-40B4-BE49-F238E27FC236}">
                <a16:creationId xmlns:a16="http://schemas.microsoft.com/office/drawing/2014/main" id="{9CEC6197-158A-D364-54B0-0F4E670CA00E}"/>
              </a:ext>
            </a:extLst>
          </p:cNvPr>
          <p:cNvSpPr txBox="1">
            <a:spLocks/>
          </p:cNvSpPr>
          <p:nvPr/>
        </p:nvSpPr>
        <p:spPr>
          <a:xfrm>
            <a:off x="1973966" y="1726374"/>
            <a:ext cx="1111793"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200" b="0" noProof="0"/>
              <a:t>Como resultado…</a:t>
            </a:r>
          </a:p>
        </p:txBody>
      </p:sp>
      <p:sp>
        <p:nvSpPr>
          <p:cNvPr id="32" name="Title 1">
            <a:extLst>
              <a:ext uri="{FF2B5EF4-FFF2-40B4-BE49-F238E27FC236}">
                <a16:creationId xmlns:a16="http://schemas.microsoft.com/office/drawing/2014/main" id="{DCD1F6BA-2967-E8BB-3CB1-A8AFBF2CC342}"/>
              </a:ext>
            </a:extLst>
          </p:cNvPr>
          <p:cNvSpPr txBox="1">
            <a:spLocks/>
          </p:cNvSpPr>
          <p:nvPr/>
        </p:nvSpPr>
        <p:spPr>
          <a:xfrm>
            <a:off x="1717071" y="4144192"/>
            <a:ext cx="1479511" cy="18466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t>Porque…</a:t>
            </a:r>
          </a:p>
        </p:txBody>
      </p:sp>
      <p:sp>
        <p:nvSpPr>
          <p:cNvPr id="33" name="Abrir llave 32">
            <a:extLst>
              <a:ext uri="{FF2B5EF4-FFF2-40B4-BE49-F238E27FC236}">
                <a16:creationId xmlns:a16="http://schemas.microsoft.com/office/drawing/2014/main" id="{3B738766-0B43-B423-3012-03950386DCD2}"/>
              </a:ext>
            </a:extLst>
          </p:cNvPr>
          <p:cNvSpPr/>
          <p:nvPr/>
        </p:nvSpPr>
        <p:spPr>
          <a:xfrm flipH="1">
            <a:off x="6606458" y="1153483"/>
            <a:ext cx="309284" cy="127264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4" name="Abrir llave 33">
            <a:extLst>
              <a:ext uri="{FF2B5EF4-FFF2-40B4-BE49-F238E27FC236}">
                <a16:creationId xmlns:a16="http://schemas.microsoft.com/office/drawing/2014/main" id="{A65A463F-3226-7EDC-A4B5-7845B95A3B94}"/>
              </a:ext>
            </a:extLst>
          </p:cNvPr>
          <p:cNvSpPr/>
          <p:nvPr/>
        </p:nvSpPr>
        <p:spPr>
          <a:xfrm flipH="1">
            <a:off x="6606458" y="2495467"/>
            <a:ext cx="223799" cy="660538"/>
          </a:xfrm>
          <a:prstGeom prst="leftBrace">
            <a:avLst>
              <a:gd name="adj1" fmla="val 8333"/>
              <a:gd name="adj2" fmla="val 48616"/>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5" name="Abrir llave 34">
            <a:extLst>
              <a:ext uri="{FF2B5EF4-FFF2-40B4-BE49-F238E27FC236}">
                <a16:creationId xmlns:a16="http://schemas.microsoft.com/office/drawing/2014/main" id="{1C731DCC-DE3D-CB72-E11F-0E0777109F6B}"/>
              </a:ext>
            </a:extLst>
          </p:cNvPr>
          <p:cNvSpPr/>
          <p:nvPr/>
        </p:nvSpPr>
        <p:spPr>
          <a:xfrm flipH="1">
            <a:off x="6599750" y="3275968"/>
            <a:ext cx="223799" cy="134341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7" name="Title 1">
            <a:extLst>
              <a:ext uri="{FF2B5EF4-FFF2-40B4-BE49-F238E27FC236}">
                <a16:creationId xmlns:a16="http://schemas.microsoft.com/office/drawing/2014/main" id="{BDBBC11C-577E-130F-04B7-76AAAE59180D}"/>
              </a:ext>
            </a:extLst>
          </p:cNvPr>
          <p:cNvSpPr txBox="1">
            <a:spLocks/>
          </p:cNvSpPr>
          <p:nvPr/>
        </p:nvSpPr>
        <p:spPr>
          <a:xfrm>
            <a:off x="7027647" y="1551604"/>
            <a:ext cx="1800230"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Resultado obvio del problema, te indica que algo esta mal</a:t>
            </a:r>
          </a:p>
        </p:txBody>
      </p:sp>
      <p:sp>
        <p:nvSpPr>
          <p:cNvPr id="38" name="Title 1">
            <a:extLst>
              <a:ext uri="{FF2B5EF4-FFF2-40B4-BE49-F238E27FC236}">
                <a16:creationId xmlns:a16="http://schemas.microsoft.com/office/drawing/2014/main" id="{6A981150-3D91-630D-9D8A-1750B16A28B0}"/>
              </a:ext>
            </a:extLst>
          </p:cNvPr>
          <p:cNvSpPr txBox="1">
            <a:spLocks/>
          </p:cNvSpPr>
          <p:nvPr/>
        </p:nvSpPr>
        <p:spPr>
          <a:xfrm>
            <a:off x="7035185" y="2675430"/>
            <a:ext cx="180023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Brecha con respecto a la meta o estándar</a:t>
            </a:r>
          </a:p>
        </p:txBody>
      </p:sp>
      <p:sp>
        <p:nvSpPr>
          <p:cNvPr id="39" name="Title 1">
            <a:extLst>
              <a:ext uri="{FF2B5EF4-FFF2-40B4-BE49-F238E27FC236}">
                <a16:creationId xmlns:a16="http://schemas.microsoft.com/office/drawing/2014/main" id="{D21F1723-340A-BD96-11B2-21605CABEBE4}"/>
              </a:ext>
            </a:extLst>
          </p:cNvPr>
          <p:cNvSpPr txBox="1">
            <a:spLocks/>
          </p:cNvSpPr>
          <p:nvPr/>
        </p:nvSpPr>
        <p:spPr>
          <a:xfrm>
            <a:off x="7035185" y="3774860"/>
            <a:ext cx="1800230"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Provoca el problema (no es  evidente</a:t>
            </a:r>
            <a:r>
              <a:rPr lang="es-MX" sz="1200" b="0" noProof="0"/>
              <a:t>)</a:t>
            </a:r>
          </a:p>
        </p:txBody>
      </p:sp>
    </p:spTree>
    <p:extLst>
      <p:ext uri="{BB962C8B-B14F-4D97-AF65-F5344CB8AC3E}">
        <p14:creationId xmlns:p14="http://schemas.microsoft.com/office/powerpoint/2010/main" val="2019437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A405-7196-625B-679B-C9DFB145A8D8}"/>
            </a:ext>
          </a:extLst>
        </p:cNvPr>
        <p:cNvGrpSpPr/>
        <p:nvPr/>
      </p:nvGrpSpPr>
      <p:grpSpPr>
        <a:xfrm>
          <a:off x="0" y="0"/>
          <a:ext cx="0" cy="0"/>
          <a:chOff x="0" y="0"/>
          <a:chExt cx="0" cy="0"/>
        </a:xfrm>
      </p:grpSpPr>
      <p:sp>
        <p:nvSpPr>
          <p:cNvPr id="42" name="Rectángulo: esquinas redondeadas 41">
            <a:extLst>
              <a:ext uri="{FF2B5EF4-FFF2-40B4-BE49-F238E27FC236}">
                <a16:creationId xmlns:a16="http://schemas.microsoft.com/office/drawing/2014/main" id="{FF03D8F9-4436-CFAE-BA8F-ACF4538CDCA1}"/>
              </a:ext>
            </a:extLst>
          </p:cNvPr>
          <p:cNvSpPr/>
          <p:nvPr/>
        </p:nvSpPr>
        <p:spPr>
          <a:xfrm>
            <a:off x="3770334" y="3599903"/>
            <a:ext cx="2657896"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1" name="Rectángulo: esquinas redondeadas 40">
            <a:extLst>
              <a:ext uri="{FF2B5EF4-FFF2-40B4-BE49-F238E27FC236}">
                <a16:creationId xmlns:a16="http://schemas.microsoft.com/office/drawing/2014/main" id="{B0C1D3FB-C965-7B4F-74D8-0C051589E4E7}"/>
              </a:ext>
            </a:extLst>
          </p:cNvPr>
          <p:cNvSpPr/>
          <p:nvPr/>
        </p:nvSpPr>
        <p:spPr>
          <a:xfrm>
            <a:off x="3770333" y="2501363"/>
            <a:ext cx="2880091"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40" name="Rectángulo: esquinas redondeadas 39">
            <a:extLst>
              <a:ext uri="{FF2B5EF4-FFF2-40B4-BE49-F238E27FC236}">
                <a16:creationId xmlns:a16="http://schemas.microsoft.com/office/drawing/2014/main" id="{6682B355-86D4-8D0C-25D9-54A1F03267E5}"/>
              </a:ext>
            </a:extLst>
          </p:cNvPr>
          <p:cNvSpPr/>
          <p:nvPr/>
        </p:nvSpPr>
        <p:spPr>
          <a:xfrm>
            <a:off x="3770334" y="1480833"/>
            <a:ext cx="2657897" cy="768692"/>
          </a:xfrm>
          <a:prstGeom prst="roundRect">
            <a:avLst/>
          </a:prstGeom>
          <a:solidFill>
            <a:schemeClr val="accent1"/>
          </a:solidFill>
          <a:ln w="9525" cap="rnd" cmpd="sng" algn="ctr">
            <a:solidFill>
              <a:schemeClr val="tx1">
                <a:lumMod val="65000"/>
                <a:lumOff val="3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2000" noProof="0">
              <a:solidFill>
                <a:srgbClr val="FFFFFF"/>
              </a:solidFill>
            </a:endParaRPr>
          </a:p>
        </p:txBody>
      </p:sp>
      <p:sp>
        <p:nvSpPr>
          <p:cNvPr id="2" name="Title 1">
            <a:extLst>
              <a:ext uri="{FF2B5EF4-FFF2-40B4-BE49-F238E27FC236}">
                <a16:creationId xmlns:a16="http://schemas.microsoft.com/office/drawing/2014/main" id="{0A80955A-EFDF-7AFF-22DD-E96033215033}"/>
              </a:ext>
            </a:extLst>
          </p:cNvPr>
          <p:cNvSpPr>
            <a:spLocks noGrp="1"/>
          </p:cNvSpPr>
          <p:nvPr>
            <p:ph type="title"/>
          </p:nvPr>
        </p:nvSpPr>
        <p:spPr>
          <a:xfrm>
            <a:off x="330993" y="313420"/>
            <a:ext cx="8482014" cy="307777"/>
          </a:xfrm>
        </p:spPr>
        <p:txBody>
          <a:bodyPr/>
          <a:lstStyle/>
          <a:p>
            <a:pPr algn="ctr"/>
            <a:r>
              <a:rPr lang="es-MX" noProof="0"/>
              <a:t>Diagrama de árbol</a:t>
            </a:r>
          </a:p>
        </p:txBody>
      </p:sp>
      <p:sp>
        <p:nvSpPr>
          <p:cNvPr id="3" name="CuadroTexto 7">
            <a:extLst>
              <a:ext uri="{FF2B5EF4-FFF2-40B4-BE49-F238E27FC236}">
                <a16:creationId xmlns:a16="http://schemas.microsoft.com/office/drawing/2014/main" id="{D1F61B87-B05B-AD46-EC1F-D257A64E9F0B}"/>
              </a:ext>
            </a:extLst>
          </p:cNvPr>
          <p:cNvSpPr txBox="1"/>
          <p:nvPr/>
        </p:nvSpPr>
        <p:spPr>
          <a:xfrm>
            <a:off x="2950775" y="596705"/>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Herramienta para definir un problema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C1E4D65-58C0-0704-32AA-5C3B7C1A0510}"/>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4" name="Imagen 3" descr="Árbol de problemas">
            <a:extLst>
              <a:ext uri="{FF2B5EF4-FFF2-40B4-BE49-F238E27FC236}">
                <a16:creationId xmlns:a16="http://schemas.microsoft.com/office/drawing/2014/main" id="{6D5B4361-743F-626B-BB3D-92FE8A0CD4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16135" y="1027145"/>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6948EE87-A721-0602-9916-FAA672DB113A}"/>
              </a:ext>
            </a:extLst>
          </p:cNvPr>
          <p:cNvSpPr/>
          <p:nvPr/>
        </p:nvSpPr>
        <p:spPr>
          <a:xfrm>
            <a:off x="1230963" y="1552238"/>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Síntomas</a:t>
            </a:r>
          </a:p>
        </p:txBody>
      </p:sp>
      <p:sp>
        <p:nvSpPr>
          <p:cNvPr id="10" name="Rectángulo: esquinas redondeadas 9">
            <a:extLst>
              <a:ext uri="{FF2B5EF4-FFF2-40B4-BE49-F238E27FC236}">
                <a16:creationId xmlns:a16="http://schemas.microsoft.com/office/drawing/2014/main" id="{355C21E1-4C47-02E5-A6AA-46D4F0241D5F}"/>
              </a:ext>
            </a:extLst>
          </p:cNvPr>
          <p:cNvSpPr/>
          <p:nvPr/>
        </p:nvSpPr>
        <p:spPr>
          <a:xfrm>
            <a:off x="1230963" y="2721150"/>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a:t>
            </a:r>
          </a:p>
        </p:txBody>
      </p:sp>
      <p:sp>
        <p:nvSpPr>
          <p:cNvPr id="11" name="Rectángulo: esquinas redondeadas 10">
            <a:extLst>
              <a:ext uri="{FF2B5EF4-FFF2-40B4-BE49-F238E27FC236}">
                <a16:creationId xmlns:a16="http://schemas.microsoft.com/office/drawing/2014/main" id="{80484C60-137B-9FE8-98FC-8BBA583E0DB1}"/>
              </a:ext>
            </a:extLst>
          </p:cNvPr>
          <p:cNvSpPr/>
          <p:nvPr/>
        </p:nvSpPr>
        <p:spPr>
          <a:xfrm>
            <a:off x="1230965" y="3851751"/>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Causas</a:t>
            </a:r>
          </a:p>
        </p:txBody>
      </p:sp>
      <p:sp>
        <p:nvSpPr>
          <p:cNvPr id="33" name="Abrir llave 32">
            <a:extLst>
              <a:ext uri="{FF2B5EF4-FFF2-40B4-BE49-F238E27FC236}">
                <a16:creationId xmlns:a16="http://schemas.microsoft.com/office/drawing/2014/main" id="{B79D8F59-285E-9CC6-5166-3951D7AA7256}"/>
              </a:ext>
            </a:extLst>
          </p:cNvPr>
          <p:cNvSpPr/>
          <p:nvPr/>
        </p:nvSpPr>
        <p:spPr>
          <a:xfrm flipH="1">
            <a:off x="3406058" y="1190059"/>
            <a:ext cx="309284" cy="127264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4" name="Abrir llave 33">
            <a:extLst>
              <a:ext uri="{FF2B5EF4-FFF2-40B4-BE49-F238E27FC236}">
                <a16:creationId xmlns:a16="http://schemas.microsoft.com/office/drawing/2014/main" id="{EA1A6B3C-FEF4-0869-5F0B-7F261C4FAC2F}"/>
              </a:ext>
            </a:extLst>
          </p:cNvPr>
          <p:cNvSpPr/>
          <p:nvPr/>
        </p:nvSpPr>
        <p:spPr>
          <a:xfrm flipH="1">
            <a:off x="3406058" y="2532043"/>
            <a:ext cx="223799" cy="660538"/>
          </a:xfrm>
          <a:prstGeom prst="leftBrace">
            <a:avLst>
              <a:gd name="adj1" fmla="val 8333"/>
              <a:gd name="adj2" fmla="val 48616"/>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5" name="Abrir llave 34">
            <a:extLst>
              <a:ext uri="{FF2B5EF4-FFF2-40B4-BE49-F238E27FC236}">
                <a16:creationId xmlns:a16="http://schemas.microsoft.com/office/drawing/2014/main" id="{5E4ACC44-874A-D363-5A77-9BF50F7DD12C}"/>
              </a:ext>
            </a:extLst>
          </p:cNvPr>
          <p:cNvSpPr/>
          <p:nvPr/>
        </p:nvSpPr>
        <p:spPr>
          <a:xfrm flipH="1">
            <a:off x="3399350" y="3312544"/>
            <a:ext cx="223799" cy="1343410"/>
          </a:xfrm>
          <a:prstGeom prst="leftBrace">
            <a:avLst/>
          </a:prstGeom>
          <a:ln w="381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noProof="0"/>
          </a:p>
        </p:txBody>
      </p:sp>
      <p:sp>
        <p:nvSpPr>
          <p:cNvPr id="37" name="Title 1">
            <a:extLst>
              <a:ext uri="{FF2B5EF4-FFF2-40B4-BE49-F238E27FC236}">
                <a16:creationId xmlns:a16="http://schemas.microsoft.com/office/drawing/2014/main" id="{4196F18C-FB9F-7C9B-D5BE-E671DBBA38FA}"/>
              </a:ext>
            </a:extLst>
          </p:cNvPr>
          <p:cNvSpPr txBox="1">
            <a:spLocks/>
          </p:cNvSpPr>
          <p:nvPr/>
        </p:nvSpPr>
        <p:spPr>
          <a:xfrm>
            <a:off x="4027389" y="1564600"/>
            <a:ext cx="214378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171450" indent="-171450">
              <a:buFont typeface="Arial" panose="020B0604020202020204" pitchFamily="34" charset="0"/>
              <a:buChar char="•"/>
            </a:pPr>
            <a:r>
              <a:rPr lang="es-MX" sz="1200" b="0" noProof="0">
                <a:solidFill>
                  <a:schemeClr val="bg1"/>
                </a:solidFill>
              </a:rPr>
              <a:t>Reclamo de la naviera</a:t>
            </a:r>
          </a:p>
          <a:p>
            <a:pPr marL="171450" indent="-171450">
              <a:buFont typeface="Arial" panose="020B0604020202020204" pitchFamily="34" charset="0"/>
              <a:buChar char="•"/>
            </a:pPr>
            <a:r>
              <a:rPr lang="es-MX" sz="1200" b="0" noProof="0">
                <a:solidFill>
                  <a:schemeClr val="bg1"/>
                </a:solidFill>
              </a:rPr>
              <a:t>Cuadrillas adicionales</a:t>
            </a:r>
          </a:p>
          <a:p>
            <a:pPr marL="171450" indent="-171450">
              <a:buFont typeface="Arial" panose="020B0604020202020204" pitchFamily="34" charset="0"/>
              <a:buChar char="•"/>
            </a:pPr>
            <a:r>
              <a:rPr lang="es-MX" sz="1200" b="0" noProof="0">
                <a:solidFill>
                  <a:schemeClr val="bg1"/>
                </a:solidFill>
              </a:rPr>
              <a:t>Buques esperando atracar</a:t>
            </a:r>
          </a:p>
        </p:txBody>
      </p:sp>
      <p:sp>
        <p:nvSpPr>
          <p:cNvPr id="38" name="Title 1">
            <a:extLst>
              <a:ext uri="{FF2B5EF4-FFF2-40B4-BE49-F238E27FC236}">
                <a16:creationId xmlns:a16="http://schemas.microsoft.com/office/drawing/2014/main" id="{CFC304D3-A3C4-D10E-1255-C4ADB3AC4664}"/>
              </a:ext>
            </a:extLst>
          </p:cNvPr>
          <p:cNvSpPr txBox="1">
            <a:spLocks/>
          </p:cNvSpPr>
          <p:nvPr/>
        </p:nvSpPr>
        <p:spPr>
          <a:xfrm>
            <a:off x="3881430" y="2605195"/>
            <a:ext cx="265789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b="0" noProof="0">
                <a:solidFill>
                  <a:schemeClr val="bg1"/>
                </a:solidFill>
              </a:rPr>
              <a:t>Desde junio hasta agosto el GMPH se encuentra en 12 box, cuando el rendimiento establecido es de 15 box </a:t>
            </a:r>
          </a:p>
        </p:txBody>
      </p:sp>
      <p:sp>
        <p:nvSpPr>
          <p:cNvPr id="39" name="Title 1">
            <a:extLst>
              <a:ext uri="{FF2B5EF4-FFF2-40B4-BE49-F238E27FC236}">
                <a16:creationId xmlns:a16="http://schemas.microsoft.com/office/drawing/2014/main" id="{CA758AD3-6525-EF90-236A-A99378024621}"/>
              </a:ext>
            </a:extLst>
          </p:cNvPr>
          <p:cNvSpPr txBox="1">
            <a:spLocks/>
          </p:cNvSpPr>
          <p:nvPr/>
        </p:nvSpPr>
        <p:spPr>
          <a:xfrm>
            <a:off x="3992530" y="3707250"/>
            <a:ext cx="2657895"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171450" indent="-171450" algn="just">
              <a:buFont typeface="Arial" panose="020B0604020202020204" pitchFamily="34" charset="0"/>
              <a:buChar char="•"/>
            </a:pPr>
            <a:r>
              <a:rPr lang="es-MX" sz="1200" b="0" noProof="0" dirty="0">
                <a:solidFill>
                  <a:schemeClr val="bg1"/>
                </a:solidFill>
              </a:rPr>
              <a:t>Fallas de spreader</a:t>
            </a:r>
          </a:p>
          <a:p>
            <a:pPr marL="171450" indent="-171450" algn="just">
              <a:buFont typeface="Arial" panose="020B0604020202020204" pitchFamily="34" charset="0"/>
              <a:buChar char="•"/>
            </a:pPr>
            <a:r>
              <a:rPr lang="es-MX" sz="1200" b="0" noProof="0" dirty="0">
                <a:solidFill>
                  <a:schemeClr val="bg1"/>
                </a:solidFill>
              </a:rPr>
              <a:t>Planificación en patio ineficiente</a:t>
            </a:r>
          </a:p>
          <a:p>
            <a:pPr marL="171450" indent="-171450" algn="just">
              <a:buFont typeface="Arial" panose="020B0604020202020204" pitchFamily="34" charset="0"/>
              <a:buChar char="•"/>
            </a:pPr>
            <a:r>
              <a:rPr lang="es-MX" sz="1200" b="0" noProof="0" dirty="0">
                <a:solidFill>
                  <a:schemeClr val="bg1"/>
                </a:solidFill>
              </a:rPr>
              <a:t>Poca visibilidad en las estibas</a:t>
            </a:r>
            <a:r>
              <a:rPr lang="es-MX" sz="1200" b="0" noProof="0" dirty="0"/>
              <a:t>)</a:t>
            </a:r>
          </a:p>
        </p:txBody>
      </p:sp>
      <p:sp>
        <p:nvSpPr>
          <p:cNvPr id="8" name="Rectángulo: esquinas redondeadas 7">
            <a:extLst>
              <a:ext uri="{FF2B5EF4-FFF2-40B4-BE49-F238E27FC236}">
                <a16:creationId xmlns:a16="http://schemas.microsoft.com/office/drawing/2014/main" id="{8FD34BC0-9D0B-608E-8AE5-910AD97EDBC8}"/>
              </a:ext>
            </a:extLst>
          </p:cNvPr>
          <p:cNvSpPr/>
          <p:nvPr/>
        </p:nvSpPr>
        <p:spPr>
          <a:xfrm>
            <a:off x="7263530" y="760195"/>
            <a:ext cx="1199786" cy="466952"/>
          </a:xfrm>
          <a:prstGeom prst="round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Ejemplo</a:t>
            </a:r>
          </a:p>
        </p:txBody>
      </p:sp>
      <p:pic>
        <p:nvPicPr>
          <p:cNvPr id="14" name="Imagen 13">
            <a:extLst>
              <a:ext uri="{FF2B5EF4-FFF2-40B4-BE49-F238E27FC236}">
                <a16:creationId xmlns:a16="http://schemas.microsoft.com/office/drawing/2014/main" id="{3FDAD3F7-C69E-AA10-F370-B43FBACAD3F4}"/>
              </a:ext>
            </a:extLst>
          </p:cNvPr>
          <p:cNvPicPr>
            <a:picLocks noChangeAspect="1"/>
          </p:cNvPicPr>
          <p:nvPr/>
        </p:nvPicPr>
        <p:blipFill>
          <a:blip r:embed="rId4"/>
          <a:stretch>
            <a:fillRect/>
          </a:stretch>
        </p:blipFill>
        <p:spPr>
          <a:xfrm>
            <a:off x="6837642" y="1717815"/>
            <a:ext cx="2051561" cy="205156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04548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0255-2A48-FFFF-5CF5-24326B47EBF8}"/>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514B7684-57A7-E118-3546-A2F6F81A0AB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10DA2AF2-F881-A9CF-E2EF-88BD0655D6CF}"/>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7095B88A-5866-165D-E207-13EAA2AFA721}"/>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CAE963A3-42E2-4301-D791-D035E1A3CC0D}"/>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096720CE-A5C1-DD56-C214-9786654C6888}"/>
              </a:ext>
            </a:extLst>
          </p:cNvPr>
          <p:cNvSpPr>
            <a:spLocks noGrp="1"/>
          </p:cNvSpPr>
          <p:nvPr>
            <p:ph type="title"/>
          </p:nvPr>
        </p:nvSpPr>
        <p:spPr>
          <a:xfrm>
            <a:off x="330993" y="313420"/>
            <a:ext cx="8482014" cy="307777"/>
          </a:xfrm>
        </p:spPr>
        <p:txBody>
          <a:bodyPr/>
          <a:lstStyle/>
          <a:p>
            <a:pPr algn="ctr"/>
            <a:r>
              <a:rPr lang="es-MX" noProof="0" dirty="0"/>
              <a:t>Actividad 3</a:t>
            </a:r>
          </a:p>
        </p:txBody>
      </p:sp>
      <p:sp>
        <p:nvSpPr>
          <p:cNvPr id="3" name="CuadroTexto 7">
            <a:extLst>
              <a:ext uri="{FF2B5EF4-FFF2-40B4-BE49-F238E27FC236}">
                <a16:creationId xmlns:a16="http://schemas.microsoft.com/office/drawing/2014/main" id="{3BDE19DD-E17A-EC95-BC91-7E4103CF29B0}"/>
              </a:ext>
            </a:extLst>
          </p:cNvPr>
          <p:cNvSpPr txBox="1"/>
          <p:nvPr/>
        </p:nvSpPr>
        <p:spPr>
          <a:xfrm>
            <a:off x="2927044" y="584959"/>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¿Síntomas o causas?</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8" name="Title 1">
            <a:extLst>
              <a:ext uri="{FF2B5EF4-FFF2-40B4-BE49-F238E27FC236}">
                <a16:creationId xmlns:a16="http://schemas.microsoft.com/office/drawing/2014/main" id="{11646186-309C-E3B8-F314-B6F74C39A7EB}"/>
              </a:ext>
            </a:extLst>
          </p:cNvPr>
          <p:cNvSpPr txBox="1">
            <a:spLocks/>
          </p:cNvSpPr>
          <p:nvPr/>
        </p:nvSpPr>
        <p:spPr>
          <a:xfrm>
            <a:off x="1012299" y="3045010"/>
            <a:ext cx="1689362"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3</a:t>
            </a:r>
            <a:r>
              <a:rPr lang="es-MX" sz="1400" noProof="0" dirty="0">
                <a:solidFill>
                  <a:schemeClr val="bg1"/>
                </a:solidFill>
              </a:rPr>
              <a:t> </a:t>
            </a:r>
            <a:r>
              <a:rPr lang="es-MX" sz="1400" dirty="0">
                <a:solidFill>
                  <a:schemeClr val="bg1"/>
                </a:solidFill>
              </a:rPr>
              <a:t>e</a:t>
            </a:r>
            <a:r>
              <a:rPr lang="es-MX" sz="1400" noProof="0" dirty="0">
                <a:solidFill>
                  <a:schemeClr val="bg1"/>
                </a:solidFill>
              </a:rPr>
              <a:t>quipos</a:t>
            </a:r>
            <a:endParaRPr lang="es-MX" sz="1400" b="0" noProof="0" dirty="0">
              <a:solidFill>
                <a:schemeClr val="bg1"/>
              </a:solidFill>
            </a:endParaRPr>
          </a:p>
        </p:txBody>
      </p:sp>
      <p:sp>
        <p:nvSpPr>
          <p:cNvPr id="19" name="Title 1">
            <a:extLst>
              <a:ext uri="{FF2B5EF4-FFF2-40B4-BE49-F238E27FC236}">
                <a16:creationId xmlns:a16="http://schemas.microsoft.com/office/drawing/2014/main" id="{B2CAAE3E-EDDF-60DD-133D-75B9C70ED4CE}"/>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Reflexión entre los miembros</a:t>
            </a:r>
          </a:p>
        </p:txBody>
      </p:sp>
      <p:pic>
        <p:nvPicPr>
          <p:cNvPr id="5" name="Imagen 4" descr="Dibujo de una persona&#10;&#10;El contenido generado por IA puede ser incorrecto.">
            <a:extLst>
              <a:ext uri="{FF2B5EF4-FFF2-40B4-BE49-F238E27FC236}">
                <a16:creationId xmlns:a16="http://schemas.microsoft.com/office/drawing/2014/main" id="{1B2EC800-EE55-8FC5-F55A-8CC2F6AFE589}"/>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03ECDFDE-D5CD-AA37-8627-D99E0DFD9369}"/>
              </a:ext>
            </a:extLst>
          </p:cNvPr>
          <p:cNvSpPr txBox="1">
            <a:spLocks/>
          </p:cNvSpPr>
          <p:nvPr/>
        </p:nvSpPr>
        <p:spPr>
          <a:xfrm>
            <a:off x="3582621" y="2933619"/>
            <a:ext cx="196102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Tarjetas, cinta y rotafolio o pizarra</a:t>
            </a:r>
          </a:p>
        </p:txBody>
      </p:sp>
      <p:sp>
        <p:nvSpPr>
          <p:cNvPr id="25" name="CuadroTexto 7">
            <a:extLst>
              <a:ext uri="{FF2B5EF4-FFF2-40B4-BE49-F238E27FC236}">
                <a16:creationId xmlns:a16="http://schemas.microsoft.com/office/drawing/2014/main" id="{716C69AE-1CFA-600C-6D12-BAE9C5FD1FE9}"/>
              </a:ext>
            </a:extLst>
          </p:cNvPr>
          <p:cNvSpPr txBox="1"/>
          <p:nvPr/>
        </p:nvSpPr>
        <p:spPr>
          <a:xfrm>
            <a:off x="2498729" y="3947303"/>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Segregación de tarjetas en el rotafolio/pizarra en las categorías correspondientes </a:t>
            </a:r>
          </a:p>
        </p:txBody>
      </p:sp>
      <p:pic>
        <p:nvPicPr>
          <p:cNvPr id="10" name="Gráfico 9" descr="Perfil de hombre con relleno sólido">
            <a:extLst>
              <a:ext uri="{FF2B5EF4-FFF2-40B4-BE49-F238E27FC236}">
                <a16:creationId xmlns:a16="http://schemas.microsoft.com/office/drawing/2014/main" id="{2B0832DE-8F30-5C7E-EA65-D221A140EF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299" y="1718095"/>
            <a:ext cx="480203" cy="480203"/>
          </a:xfrm>
          <a:prstGeom prst="rect">
            <a:avLst/>
          </a:prstGeom>
        </p:spPr>
      </p:pic>
      <p:sp>
        <p:nvSpPr>
          <p:cNvPr id="11" name="Rectángulo 10">
            <a:extLst>
              <a:ext uri="{FF2B5EF4-FFF2-40B4-BE49-F238E27FC236}">
                <a16:creationId xmlns:a16="http://schemas.microsoft.com/office/drawing/2014/main" id="{3BA47CFA-ED9E-B12A-0E53-0FAA3224ADD6}"/>
              </a:ext>
            </a:extLst>
          </p:cNvPr>
          <p:cNvSpPr/>
          <p:nvPr/>
        </p:nvSpPr>
        <p:spPr>
          <a:xfrm rot="20480612">
            <a:off x="3874967" y="1827195"/>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12">
            <a:extLst>
              <a:ext uri="{FF2B5EF4-FFF2-40B4-BE49-F238E27FC236}">
                <a16:creationId xmlns:a16="http://schemas.microsoft.com/office/drawing/2014/main" id="{29023C35-413F-908B-44F7-75F6B5144590}"/>
              </a:ext>
            </a:extLst>
          </p:cNvPr>
          <p:cNvSpPr/>
          <p:nvPr/>
        </p:nvSpPr>
        <p:spPr>
          <a:xfrm rot="21090428">
            <a:off x="4042440" y="1763653"/>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13">
            <a:extLst>
              <a:ext uri="{FF2B5EF4-FFF2-40B4-BE49-F238E27FC236}">
                <a16:creationId xmlns:a16="http://schemas.microsoft.com/office/drawing/2014/main" id="{AC40EF53-62ED-B529-1835-3B973BAEEA3B}"/>
              </a:ext>
            </a:extLst>
          </p:cNvPr>
          <p:cNvSpPr/>
          <p:nvPr/>
        </p:nvSpPr>
        <p:spPr>
          <a:xfrm rot="378520">
            <a:off x="4250371" y="1753643"/>
            <a:ext cx="274320" cy="430887"/>
          </a:xfrm>
          <a:prstGeom prst="rect">
            <a:avLst/>
          </a:prstGeom>
          <a:solidFill>
            <a:schemeClr val="bg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2" name="Imagen 21">
            <a:extLst>
              <a:ext uri="{FF2B5EF4-FFF2-40B4-BE49-F238E27FC236}">
                <a16:creationId xmlns:a16="http://schemas.microsoft.com/office/drawing/2014/main" id="{B836DCE1-7DBD-DD66-6E66-1E6095EF97B3}"/>
              </a:ext>
            </a:extLst>
          </p:cNvPr>
          <p:cNvPicPr>
            <a:picLocks noChangeAspect="1"/>
          </p:cNvPicPr>
          <p:nvPr/>
        </p:nvPicPr>
        <p:blipFill>
          <a:blip r:embed="rId4"/>
          <a:stretch>
            <a:fillRect/>
          </a:stretch>
        </p:blipFill>
        <p:spPr>
          <a:xfrm>
            <a:off x="4772502" y="1771839"/>
            <a:ext cx="544863" cy="544863"/>
          </a:xfrm>
          <a:prstGeom prst="rect">
            <a:avLst/>
          </a:prstGeom>
        </p:spPr>
      </p:pic>
      <p:pic>
        <p:nvPicPr>
          <p:cNvPr id="26" name="Gráfico 25" descr="Maestro con relleno sólido">
            <a:extLst>
              <a:ext uri="{FF2B5EF4-FFF2-40B4-BE49-F238E27FC236}">
                <a16:creationId xmlns:a16="http://schemas.microsoft.com/office/drawing/2014/main" id="{C555C8E0-7449-56C9-C3BD-1F0B94076B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37529" y="2267321"/>
            <a:ext cx="695474" cy="695474"/>
          </a:xfrm>
          <a:prstGeom prst="rect">
            <a:avLst/>
          </a:prstGeom>
        </p:spPr>
      </p:pic>
      <p:pic>
        <p:nvPicPr>
          <p:cNvPr id="30" name="Gráfico 29" descr="Lluvia de ideas de grupo con relleno sólido">
            <a:extLst>
              <a:ext uri="{FF2B5EF4-FFF2-40B4-BE49-F238E27FC236}">
                <a16:creationId xmlns:a16="http://schemas.microsoft.com/office/drawing/2014/main" id="{BE6E496E-A9F6-09BD-6A2B-4FDF1C5682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43239" y="1747596"/>
            <a:ext cx="1112454" cy="1112454"/>
          </a:xfrm>
          <a:prstGeom prst="rect">
            <a:avLst/>
          </a:prstGeom>
        </p:spPr>
      </p:pic>
      <p:sp>
        <p:nvSpPr>
          <p:cNvPr id="15" name="CuadroTexto 14">
            <a:extLst>
              <a:ext uri="{FF2B5EF4-FFF2-40B4-BE49-F238E27FC236}">
                <a16:creationId xmlns:a16="http://schemas.microsoft.com/office/drawing/2014/main" id="{B99A217C-FCE5-2970-4459-4571F351086E}"/>
              </a:ext>
            </a:extLst>
          </p:cNvPr>
          <p:cNvSpPr txBox="1"/>
          <p:nvPr/>
        </p:nvSpPr>
        <p:spPr>
          <a:xfrm>
            <a:off x="315569" y="3903468"/>
            <a:ext cx="2127380"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Tarjetas </a:t>
            </a:r>
            <a:r>
              <a:rPr lang="es-MX" noProof="0" err="1">
                <a:solidFill>
                  <a:schemeClr val="accent6"/>
                </a:solidFill>
                <a:hlinkClick r:id="rId7">
                  <a:extLst>
                    <a:ext uri="{A12FA001-AC4F-418D-AE19-62706E023703}">
                      <ahyp:hlinkClr xmlns:ahyp="http://schemas.microsoft.com/office/drawing/2018/hyperlinkcolor" val="tx"/>
                    </a:ext>
                  </a:extLst>
                </a:hlinkClick>
              </a:rPr>
              <a:t>sintomas</a:t>
            </a:r>
            <a:r>
              <a:rPr lang="es-MX" noProof="0">
                <a:solidFill>
                  <a:schemeClr val="accent6"/>
                </a:solidFill>
                <a:hlinkClick r:id="rId7">
                  <a:extLst>
                    <a:ext uri="{A12FA001-AC4F-418D-AE19-62706E023703}">
                      <ahyp:hlinkClr xmlns:ahyp="http://schemas.microsoft.com/office/drawing/2018/hyperlinkcolor" val="tx"/>
                    </a:ext>
                  </a:extLst>
                </a:hlinkClick>
              </a:rPr>
              <a:t>-causas.</a:t>
            </a:r>
            <a:endParaRPr lang="es-MX" noProof="0">
              <a:solidFill>
                <a:schemeClr val="accent6"/>
              </a:solidFill>
            </a:endParaRPr>
          </a:p>
        </p:txBody>
      </p:sp>
      <p:pic>
        <p:nvPicPr>
          <p:cNvPr id="16" name="Gráfico 15" descr="Cursor con relleno sólido">
            <a:extLst>
              <a:ext uri="{FF2B5EF4-FFF2-40B4-BE49-F238E27FC236}">
                <a16:creationId xmlns:a16="http://schemas.microsoft.com/office/drawing/2014/main" id="{E2F53D1B-7A1B-EBBA-7632-938E5499AD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4764" y="4364163"/>
            <a:ext cx="515394" cy="515394"/>
          </a:xfrm>
          <a:prstGeom prst="rect">
            <a:avLst/>
          </a:prstGeom>
        </p:spPr>
      </p:pic>
      <p:pic>
        <p:nvPicPr>
          <p:cNvPr id="17" name="Gráfico 16" descr="Perfil de hombre con relleno sólido">
            <a:extLst>
              <a:ext uri="{FF2B5EF4-FFF2-40B4-BE49-F238E27FC236}">
                <a16:creationId xmlns:a16="http://schemas.microsoft.com/office/drawing/2014/main" id="{61B8BE9A-30E6-CC94-7D9D-32952F4C1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1028" y="1703426"/>
            <a:ext cx="480203" cy="480203"/>
          </a:xfrm>
          <a:prstGeom prst="rect">
            <a:avLst/>
          </a:prstGeom>
        </p:spPr>
      </p:pic>
      <p:pic>
        <p:nvPicPr>
          <p:cNvPr id="20" name="Gráfico 19" descr="Perfil de hombre con relleno sólido">
            <a:extLst>
              <a:ext uri="{FF2B5EF4-FFF2-40B4-BE49-F238E27FC236}">
                <a16:creationId xmlns:a16="http://schemas.microsoft.com/office/drawing/2014/main" id="{EA1B4420-9250-F817-D50B-D0CEE7F2F9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9757" y="1699026"/>
            <a:ext cx="480203" cy="480203"/>
          </a:xfrm>
          <a:prstGeom prst="rect">
            <a:avLst/>
          </a:prstGeom>
        </p:spPr>
      </p:pic>
      <p:pic>
        <p:nvPicPr>
          <p:cNvPr id="21" name="Gráfico 20" descr="Perfil de hombre con relleno sólido">
            <a:extLst>
              <a:ext uri="{FF2B5EF4-FFF2-40B4-BE49-F238E27FC236}">
                <a16:creationId xmlns:a16="http://schemas.microsoft.com/office/drawing/2014/main" id="{FB367E61-289B-1090-EBC8-E96DCB4220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5599" y="1693054"/>
            <a:ext cx="480203" cy="480203"/>
          </a:xfrm>
          <a:prstGeom prst="rect">
            <a:avLst/>
          </a:prstGeom>
        </p:spPr>
      </p:pic>
      <p:pic>
        <p:nvPicPr>
          <p:cNvPr id="23" name="Gráfico 22" descr="Perfil de hombre con relleno sólido">
            <a:extLst>
              <a:ext uri="{FF2B5EF4-FFF2-40B4-BE49-F238E27FC236}">
                <a16:creationId xmlns:a16="http://schemas.microsoft.com/office/drawing/2014/main" id="{A4DAD623-DB99-407C-3736-4B6A043B75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299" y="2125892"/>
            <a:ext cx="480203" cy="480203"/>
          </a:xfrm>
          <a:prstGeom prst="rect">
            <a:avLst/>
          </a:prstGeom>
        </p:spPr>
      </p:pic>
      <p:pic>
        <p:nvPicPr>
          <p:cNvPr id="24" name="Gráfico 23" descr="Perfil de hombre con relleno sólido">
            <a:extLst>
              <a:ext uri="{FF2B5EF4-FFF2-40B4-BE49-F238E27FC236}">
                <a16:creationId xmlns:a16="http://schemas.microsoft.com/office/drawing/2014/main" id="{2543DB30-37F0-07D1-12AA-F12977C7E3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1028" y="2111223"/>
            <a:ext cx="480203" cy="480203"/>
          </a:xfrm>
          <a:prstGeom prst="rect">
            <a:avLst/>
          </a:prstGeom>
        </p:spPr>
      </p:pic>
      <p:pic>
        <p:nvPicPr>
          <p:cNvPr id="27" name="Gráfico 26" descr="Perfil de hombre con relleno sólido">
            <a:extLst>
              <a:ext uri="{FF2B5EF4-FFF2-40B4-BE49-F238E27FC236}">
                <a16:creationId xmlns:a16="http://schemas.microsoft.com/office/drawing/2014/main" id="{DCE80CD2-B0BE-377C-7A6F-D3113359BC7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9757" y="2106823"/>
            <a:ext cx="480203" cy="480203"/>
          </a:xfrm>
          <a:prstGeom prst="rect">
            <a:avLst/>
          </a:prstGeom>
        </p:spPr>
      </p:pic>
      <p:pic>
        <p:nvPicPr>
          <p:cNvPr id="29" name="Gráfico 28" descr="Perfil de hombre con relleno sólido">
            <a:extLst>
              <a:ext uri="{FF2B5EF4-FFF2-40B4-BE49-F238E27FC236}">
                <a16:creationId xmlns:a16="http://schemas.microsoft.com/office/drawing/2014/main" id="{90916C11-8B0D-3F01-5CC0-30AEDAED26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95599" y="2100851"/>
            <a:ext cx="480203" cy="480203"/>
          </a:xfrm>
          <a:prstGeom prst="rect">
            <a:avLst/>
          </a:prstGeom>
        </p:spPr>
      </p:pic>
      <p:pic>
        <p:nvPicPr>
          <p:cNvPr id="34" name="Gráfico 33" descr="Perfil de hombre con relleno sólido">
            <a:extLst>
              <a:ext uri="{FF2B5EF4-FFF2-40B4-BE49-F238E27FC236}">
                <a16:creationId xmlns:a16="http://schemas.microsoft.com/office/drawing/2014/main" id="{7FD2B866-7088-BBFC-A442-20F0029AFD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2741" y="2541000"/>
            <a:ext cx="480203" cy="480203"/>
          </a:xfrm>
          <a:prstGeom prst="rect">
            <a:avLst/>
          </a:prstGeom>
        </p:spPr>
      </p:pic>
      <p:pic>
        <p:nvPicPr>
          <p:cNvPr id="35" name="Gráfico 34" descr="Perfil de hombre con relleno sólido">
            <a:extLst>
              <a:ext uri="{FF2B5EF4-FFF2-40B4-BE49-F238E27FC236}">
                <a16:creationId xmlns:a16="http://schemas.microsoft.com/office/drawing/2014/main" id="{E25BB4DA-1265-A3F9-B54C-6693F056AD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1470" y="2526331"/>
            <a:ext cx="480203" cy="480203"/>
          </a:xfrm>
          <a:prstGeom prst="rect">
            <a:avLst/>
          </a:prstGeom>
        </p:spPr>
      </p:pic>
      <p:pic>
        <p:nvPicPr>
          <p:cNvPr id="36" name="Gráfico 35" descr="Perfil de hombre con relleno sólido">
            <a:extLst>
              <a:ext uri="{FF2B5EF4-FFF2-40B4-BE49-F238E27FC236}">
                <a16:creationId xmlns:a16="http://schemas.microsoft.com/office/drawing/2014/main" id="{B18DF4E7-5C74-CEF6-5D05-F341E84993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70199" y="2521931"/>
            <a:ext cx="480203" cy="480203"/>
          </a:xfrm>
          <a:prstGeom prst="rect">
            <a:avLst/>
          </a:prstGeom>
        </p:spPr>
      </p:pic>
      <p:pic>
        <p:nvPicPr>
          <p:cNvPr id="37" name="Gráfico 36" descr="Perfil de hombre con relleno sólido">
            <a:extLst>
              <a:ext uri="{FF2B5EF4-FFF2-40B4-BE49-F238E27FC236}">
                <a16:creationId xmlns:a16="http://schemas.microsoft.com/office/drawing/2014/main" id="{4442C48C-8AEE-E4EB-CBB9-54E0DE8DFB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76041" y="2515959"/>
            <a:ext cx="480203" cy="480203"/>
          </a:xfrm>
          <a:prstGeom prst="rect">
            <a:avLst/>
          </a:prstGeom>
        </p:spPr>
      </p:pic>
      <p:sp>
        <p:nvSpPr>
          <p:cNvPr id="4" name="Rectángulo: esquinas redondeadas 3">
            <a:extLst>
              <a:ext uri="{FF2B5EF4-FFF2-40B4-BE49-F238E27FC236}">
                <a16:creationId xmlns:a16="http://schemas.microsoft.com/office/drawing/2014/main" id="{1D84D509-2688-4D21-5E63-D04AC53660EA}"/>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3165385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E48CB-68DE-FEBA-486A-7C3E19751327}"/>
            </a:ext>
          </a:extLst>
        </p:cNvPr>
        <p:cNvGrpSpPr/>
        <p:nvPr/>
      </p:nvGrpSpPr>
      <p:grpSpPr>
        <a:xfrm>
          <a:off x="0" y="0"/>
          <a:ext cx="0" cy="0"/>
          <a:chOff x="0" y="0"/>
          <a:chExt cx="0" cy="0"/>
        </a:xfrm>
      </p:grpSpPr>
      <p:sp>
        <p:nvSpPr>
          <p:cNvPr id="39" name="Rectángulo: esquinas redondeadas 38">
            <a:extLst>
              <a:ext uri="{FF2B5EF4-FFF2-40B4-BE49-F238E27FC236}">
                <a16:creationId xmlns:a16="http://schemas.microsoft.com/office/drawing/2014/main" id="{E21E161A-0D93-5A56-1AD9-E999300255FE}"/>
              </a:ext>
            </a:extLst>
          </p:cNvPr>
          <p:cNvSpPr/>
          <p:nvPr/>
        </p:nvSpPr>
        <p:spPr>
          <a:xfrm>
            <a:off x="7127748" y="2511183"/>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8" name="Rectángulo: esquinas redondeadas 37">
            <a:extLst>
              <a:ext uri="{FF2B5EF4-FFF2-40B4-BE49-F238E27FC236}">
                <a16:creationId xmlns:a16="http://schemas.microsoft.com/office/drawing/2014/main" id="{4D8710DC-3E7F-AC9D-47CE-7452A556600F}"/>
              </a:ext>
            </a:extLst>
          </p:cNvPr>
          <p:cNvSpPr/>
          <p:nvPr/>
        </p:nvSpPr>
        <p:spPr>
          <a:xfrm>
            <a:off x="6271285" y="1141306"/>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4" name="Rectángulo: esquinas redondeadas 33">
            <a:extLst>
              <a:ext uri="{FF2B5EF4-FFF2-40B4-BE49-F238E27FC236}">
                <a16:creationId xmlns:a16="http://schemas.microsoft.com/office/drawing/2014/main" id="{6C489E51-DB54-EDCE-AD67-C25A4DB6ACF2}"/>
              </a:ext>
            </a:extLst>
          </p:cNvPr>
          <p:cNvSpPr/>
          <p:nvPr/>
        </p:nvSpPr>
        <p:spPr>
          <a:xfrm>
            <a:off x="2380715" y="390667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1" name="Rectángulo: esquinas redondeadas 30">
            <a:extLst>
              <a:ext uri="{FF2B5EF4-FFF2-40B4-BE49-F238E27FC236}">
                <a16:creationId xmlns:a16="http://schemas.microsoft.com/office/drawing/2014/main" id="{B6BF6D63-8288-01C1-247D-B5C8237B6179}"/>
              </a:ext>
            </a:extLst>
          </p:cNvPr>
          <p:cNvSpPr/>
          <p:nvPr/>
        </p:nvSpPr>
        <p:spPr>
          <a:xfrm>
            <a:off x="1343422" y="2462455"/>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5" name="Rectángulo: esquinas redondeadas 14">
            <a:extLst>
              <a:ext uri="{FF2B5EF4-FFF2-40B4-BE49-F238E27FC236}">
                <a16:creationId xmlns:a16="http://schemas.microsoft.com/office/drawing/2014/main" id="{B3D29722-A8E5-1B19-F4B7-7FC73FA23D59}"/>
              </a:ext>
            </a:extLst>
          </p:cNvPr>
          <p:cNvSpPr/>
          <p:nvPr/>
        </p:nvSpPr>
        <p:spPr>
          <a:xfrm>
            <a:off x="2468233" y="1169455"/>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graphicFrame>
        <p:nvGraphicFramePr>
          <p:cNvPr id="18" name="think-cell data - do not delete" hidden="1">
            <a:extLst>
              <a:ext uri="{FF2B5EF4-FFF2-40B4-BE49-F238E27FC236}">
                <a16:creationId xmlns:a16="http://schemas.microsoft.com/office/drawing/2014/main" id="{8D9F0CC9-8FDC-FC08-B588-7FA14C616D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D9F0CC9-8FDC-FC08-B588-7FA14C616D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4AB8427-D626-2798-D555-3608952F9752}"/>
              </a:ext>
            </a:extLst>
          </p:cNvPr>
          <p:cNvSpPr>
            <a:spLocks noGrp="1"/>
          </p:cNvSpPr>
          <p:nvPr>
            <p:ph type="title"/>
          </p:nvPr>
        </p:nvSpPr>
        <p:spPr>
          <a:xfrm>
            <a:off x="1600200" y="242102"/>
            <a:ext cx="6172200" cy="307777"/>
          </a:xfrm>
        </p:spPr>
        <p:txBody>
          <a:bodyPr vert="horz"/>
          <a:lstStyle/>
          <a:p>
            <a:pPr algn="ctr"/>
            <a:r>
              <a:rPr lang="es-MX" noProof="0"/>
              <a:t>Articular la declaración de un problema</a:t>
            </a:r>
          </a:p>
        </p:txBody>
      </p:sp>
      <p:pic>
        <p:nvPicPr>
          <p:cNvPr id="4" name="Imagen 3" descr="Imagen que contiene Icono&#10;&#10;El contenido generado por IA puede ser incorrecto.">
            <a:extLst>
              <a:ext uri="{FF2B5EF4-FFF2-40B4-BE49-F238E27FC236}">
                <a16:creationId xmlns:a16="http://schemas.microsoft.com/office/drawing/2014/main" id="{7C3F1971-5A14-0B79-FE5C-EFB4837862C7}"/>
              </a:ext>
            </a:extLst>
          </p:cNvPr>
          <p:cNvPicPr>
            <a:picLocks noChangeAspect="1"/>
          </p:cNvPicPr>
          <p:nvPr/>
        </p:nvPicPr>
        <p:blipFill>
          <a:blip r:embed="rId6"/>
          <a:stretch>
            <a:fillRect/>
          </a:stretch>
        </p:blipFill>
        <p:spPr>
          <a:xfrm>
            <a:off x="8738529" y="130779"/>
            <a:ext cx="297258" cy="419100"/>
          </a:xfrm>
          <a:prstGeom prst="rect">
            <a:avLst/>
          </a:prstGeom>
        </p:spPr>
      </p:pic>
      <p:sp>
        <p:nvSpPr>
          <p:cNvPr id="5" name="Title 1">
            <a:extLst>
              <a:ext uri="{FF2B5EF4-FFF2-40B4-BE49-F238E27FC236}">
                <a16:creationId xmlns:a16="http://schemas.microsoft.com/office/drawing/2014/main" id="{9C9C4866-F157-7B28-D840-7E3BBD675B11}"/>
              </a:ext>
            </a:extLst>
          </p:cNvPr>
          <p:cNvSpPr txBox="1">
            <a:spLocks/>
          </p:cNvSpPr>
          <p:nvPr/>
        </p:nvSpPr>
        <p:spPr>
          <a:xfrm>
            <a:off x="2138313" y="1905288"/>
            <a:ext cx="1358756"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Tendencia</a:t>
            </a:r>
          </a:p>
          <a:p>
            <a:pPr algn="ctr"/>
            <a:r>
              <a:rPr lang="es-MX" sz="1200" b="0" noProof="0">
                <a:solidFill>
                  <a:schemeClr val="bg1"/>
                </a:solidFill>
              </a:rPr>
              <a:t>Comportamiento en el tiempo</a:t>
            </a:r>
          </a:p>
        </p:txBody>
      </p:sp>
      <p:sp>
        <p:nvSpPr>
          <p:cNvPr id="6" name="Title 1">
            <a:extLst>
              <a:ext uri="{FF2B5EF4-FFF2-40B4-BE49-F238E27FC236}">
                <a16:creationId xmlns:a16="http://schemas.microsoft.com/office/drawing/2014/main" id="{12C3447F-897E-7599-0728-4E99A90C5300}"/>
              </a:ext>
            </a:extLst>
          </p:cNvPr>
          <p:cNvSpPr txBox="1">
            <a:spLocks/>
          </p:cNvSpPr>
          <p:nvPr/>
        </p:nvSpPr>
        <p:spPr>
          <a:xfrm>
            <a:off x="2039112" y="627429"/>
            <a:ext cx="5431536"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solidFill>
                  <a:schemeClr val="bg1"/>
                </a:solidFill>
              </a:rPr>
              <a:t>Una declaración del problema incluye 6 elementos esenciales</a:t>
            </a:r>
          </a:p>
          <a:p>
            <a:endParaRPr lang="es-MX" sz="1200" b="0" noProof="0">
              <a:solidFill>
                <a:schemeClr val="bg1"/>
              </a:solidFill>
            </a:endParaRPr>
          </a:p>
        </p:txBody>
      </p:sp>
      <p:sp>
        <p:nvSpPr>
          <p:cNvPr id="11" name="Flecha: curvada hacia la derecha 10">
            <a:extLst>
              <a:ext uri="{FF2B5EF4-FFF2-40B4-BE49-F238E27FC236}">
                <a16:creationId xmlns:a16="http://schemas.microsoft.com/office/drawing/2014/main" id="{2FE7A78F-73A0-F35A-72C9-536D2C750EE3}"/>
              </a:ext>
            </a:extLst>
          </p:cNvPr>
          <p:cNvSpPr/>
          <p:nvPr/>
        </p:nvSpPr>
        <p:spPr>
          <a:xfrm rot="16200000">
            <a:off x="4182471" y="2344141"/>
            <a:ext cx="1352473" cy="2605662"/>
          </a:xfrm>
          <a:prstGeom prst="curvedRightArrow">
            <a:avLst/>
          </a:prstGeom>
          <a:solidFill>
            <a:schemeClr val="accent6"/>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Gráfico 13" descr="Gráfico de barras con tendencia bajista con relleno sólido">
            <a:extLst>
              <a:ext uri="{FF2B5EF4-FFF2-40B4-BE49-F238E27FC236}">
                <a16:creationId xmlns:a16="http://schemas.microsoft.com/office/drawing/2014/main" id="{D59AC644-2B35-16EC-924A-502EC0AADA9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67961" y="1151007"/>
            <a:ext cx="686072" cy="686072"/>
          </a:xfrm>
          <a:prstGeom prst="rect">
            <a:avLst/>
          </a:prstGeom>
        </p:spPr>
      </p:pic>
      <p:pic>
        <p:nvPicPr>
          <p:cNvPr id="19" name="Gráfico 18" descr="Objetivo con relleno sólido">
            <a:extLst>
              <a:ext uri="{FF2B5EF4-FFF2-40B4-BE49-F238E27FC236}">
                <a16:creationId xmlns:a16="http://schemas.microsoft.com/office/drawing/2014/main" id="{78D07F4A-E11A-F50C-2456-93590C3939E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02133" y="1158174"/>
            <a:ext cx="624103" cy="624103"/>
          </a:xfrm>
          <a:prstGeom prst="rect">
            <a:avLst/>
          </a:prstGeom>
        </p:spPr>
      </p:pic>
      <p:sp>
        <p:nvSpPr>
          <p:cNvPr id="21" name="Title 1">
            <a:extLst>
              <a:ext uri="{FF2B5EF4-FFF2-40B4-BE49-F238E27FC236}">
                <a16:creationId xmlns:a16="http://schemas.microsoft.com/office/drawing/2014/main" id="{B94BB259-FE05-0A85-C072-FB6A82F86BED}"/>
              </a:ext>
            </a:extLst>
          </p:cNvPr>
          <p:cNvSpPr txBox="1">
            <a:spLocks/>
          </p:cNvSpPr>
          <p:nvPr/>
        </p:nvSpPr>
        <p:spPr>
          <a:xfrm>
            <a:off x="5869088" y="1855310"/>
            <a:ext cx="1557200"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Situación deseada</a:t>
            </a:r>
          </a:p>
          <a:p>
            <a:pPr algn="ctr"/>
            <a:r>
              <a:rPr lang="es-MX" sz="1200" b="0" noProof="0">
                <a:solidFill>
                  <a:schemeClr val="bg1"/>
                </a:solidFill>
              </a:rPr>
              <a:t>A donde queremos llegar</a:t>
            </a:r>
          </a:p>
        </p:txBody>
      </p:sp>
      <p:pic>
        <p:nvPicPr>
          <p:cNvPr id="23" name="Gráfico 22" descr="Marcador con relleno sólido">
            <a:extLst>
              <a:ext uri="{FF2B5EF4-FFF2-40B4-BE49-F238E27FC236}">
                <a16:creationId xmlns:a16="http://schemas.microsoft.com/office/drawing/2014/main" id="{661D453C-1565-2A12-FD0D-56D09AA22C2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314980" y="2410771"/>
            <a:ext cx="739700" cy="739700"/>
          </a:xfrm>
          <a:prstGeom prst="rect">
            <a:avLst/>
          </a:prstGeom>
        </p:spPr>
      </p:pic>
      <p:sp>
        <p:nvSpPr>
          <p:cNvPr id="25" name="Title 1">
            <a:extLst>
              <a:ext uri="{FF2B5EF4-FFF2-40B4-BE49-F238E27FC236}">
                <a16:creationId xmlns:a16="http://schemas.microsoft.com/office/drawing/2014/main" id="{92A654A1-530D-1C32-99EF-2BDFD75338E7}"/>
              </a:ext>
            </a:extLst>
          </p:cNvPr>
          <p:cNvSpPr txBox="1">
            <a:spLocks/>
          </p:cNvSpPr>
          <p:nvPr/>
        </p:nvSpPr>
        <p:spPr>
          <a:xfrm>
            <a:off x="1036185" y="3174850"/>
            <a:ext cx="1358756"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Situación actual</a:t>
            </a:r>
          </a:p>
          <a:p>
            <a:pPr algn="ctr"/>
            <a:r>
              <a:rPr lang="es-MX" sz="1200" b="0" noProof="0">
                <a:solidFill>
                  <a:schemeClr val="bg1"/>
                </a:solidFill>
              </a:rPr>
              <a:t>Como estamos ahora</a:t>
            </a:r>
          </a:p>
        </p:txBody>
      </p:sp>
      <p:cxnSp>
        <p:nvCxnSpPr>
          <p:cNvPr id="28" name="Conector recto 27">
            <a:extLst>
              <a:ext uri="{FF2B5EF4-FFF2-40B4-BE49-F238E27FC236}">
                <a16:creationId xmlns:a16="http://schemas.microsoft.com/office/drawing/2014/main" id="{B3B01E8E-EAB4-A8CA-FEF1-EC51AAD005B7}"/>
              </a:ext>
            </a:extLst>
          </p:cNvPr>
          <p:cNvCxnSpPr>
            <a:cxnSpLocks/>
          </p:cNvCxnSpPr>
          <p:nvPr/>
        </p:nvCxnSpPr>
        <p:spPr>
          <a:xfrm>
            <a:off x="7269534" y="2829349"/>
            <a:ext cx="433197" cy="0"/>
          </a:xfrm>
          <a:prstGeom prst="line">
            <a:avLst/>
          </a:prstGeom>
          <a:ln w="571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itle 1">
            <a:extLst>
              <a:ext uri="{FF2B5EF4-FFF2-40B4-BE49-F238E27FC236}">
                <a16:creationId xmlns:a16="http://schemas.microsoft.com/office/drawing/2014/main" id="{CFEA5A1A-B12E-E8F5-3A3F-8C4A97C1D25E}"/>
              </a:ext>
            </a:extLst>
          </p:cNvPr>
          <p:cNvSpPr txBox="1">
            <a:spLocks/>
          </p:cNvSpPr>
          <p:nvPr/>
        </p:nvSpPr>
        <p:spPr>
          <a:xfrm>
            <a:off x="6418122" y="3218613"/>
            <a:ext cx="2105052" cy="58477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Brecha</a:t>
            </a:r>
          </a:p>
          <a:p>
            <a:pPr algn="ctr"/>
            <a:r>
              <a:rPr lang="es-MX" sz="1200" b="0" noProof="0">
                <a:solidFill>
                  <a:schemeClr val="bg1"/>
                </a:solidFill>
              </a:rPr>
              <a:t>Diferencia entre la situación actual y deseada</a:t>
            </a:r>
          </a:p>
        </p:txBody>
      </p:sp>
      <p:sp>
        <p:nvSpPr>
          <p:cNvPr id="30" name="Flecha: curvada hacia la derecha 29">
            <a:extLst>
              <a:ext uri="{FF2B5EF4-FFF2-40B4-BE49-F238E27FC236}">
                <a16:creationId xmlns:a16="http://schemas.microsoft.com/office/drawing/2014/main" id="{6CE9F733-CD69-2102-081E-BD98EBFCE292}"/>
              </a:ext>
            </a:extLst>
          </p:cNvPr>
          <p:cNvSpPr/>
          <p:nvPr/>
        </p:nvSpPr>
        <p:spPr>
          <a:xfrm rot="5400000">
            <a:off x="4006842" y="894844"/>
            <a:ext cx="1352473" cy="2605661"/>
          </a:xfrm>
          <a:prstGeom prst="curvedRightArrow">
            <a:avLst/>
          </a:prstGeom>
          <a:solidFill>
            <a:schemeClr val="accent6"/>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3" name="Gráfico 32" descr="Flujo de trabajo con relleno sólido">
            <a:extLst>
              <a:ext uri="{FF2B5EF4-FFF2-40B4-BE49-F238E27FC236}">
                <a16:creationId xmlns:a16="http://schemas.microsoft.com/office/drawing/2014/main" id="{939CC56C-75DB-41AA-04E7-18A63238FA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338894" y="3823794"/>
            <a:ext cx="769442" cy="769442"/>
          </a:xfrm>
          <a:prstGeom prst="rect">
            <a:avLst/>
          </a:prstGeom>
        </p:spPr>
      </p:pic>
      <p:sp>
        <p:nvSpPr>
          <p:cNvPr id="35" name="Title 1">
            <a:extLst>
              <a:ext uri="{FF2B5EF4-FFF2-40B4-BE49-F238E27FC236}">
                <a16:creationId xmlns:a16="http://schemas.microsoft.com/office/drawing/2014/main" id="{162705F1-F41A-9699-F3E3-6D6698C1E5E8}"/>
              </a:ext>
            </a:extLst>
          </p:cNvPr>
          <p:cNvSpPr txBox="1">
            <a:spLocks/>
          </p:cNvSpPr>
          <p:nvPr/>
        </p:nvSpPr>
        <p:spPr>
          <a:xfrm>
            <a:off x="1846393" y="4593236"/>
            <a:ext cx="1818238"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Proceso</a:t>
            </a:r>
          </a:p>
          <a:p>
            <a:pPr algn="ctr"/>
            <a:r>
              <a:rPr lang="es-MX" sz="1200" b="0" noProof="0">
                <a:solidFill>
                  <a:schemeClr val="bg1"/>
                </a:solidFill>
              </a:rPr>
              <a:t>Donde ocurre el problema</a:t>
            </a:r>
          </a:p>
        </p:txBody>
      </p:sp>
      <p:sp>
        <p:nvSpPr>
          <p:cNvPr id="41" name="Rectángulo: esquinas redondeadas 40">
            <a:extLst>
              <a:ext uri="{FF2B5EF4-FFF2-40B4-BE49-F238E27FC236}">
                <a16:creationId xmlns:a16="http://schemas.microsoft.com/office/drawing/2014/main" id="{81479EBF-2656-B6C3-83E2-4CB05E3C21B4}"/>
              </a:ext>
            </a:extLst>
          </p:cNvPr>
          <p:cNvSpPr/>
          <p:nvPr/>
        </p:nvSpPr>
        <p:spPr>
          <a:xfrm>
            <a:off x="6271285" y="390667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7" name="Gráfico 36" descr="Fiebre con relleno sólido">
            <a:extLst>
              <a:ext uri="{FF2B5EF4-FFF2-40B4-BE49-F238E27FC236}">
                <a16:creationId xmlns:a16="http://schemas.microsoft.com/office/drawing/2014/main" id="{5C8F75A9-73B2-EDD1-DBC1-00C1D3837E4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29522" y="3945584"/>
            <a:ext cx="636332" cy="636332"/>
          </a:xfrm>
          <a:prstGeom prst="rect">
            <a:avLst/>
          </a:prstGeom>
        </p:spPr>
      </p:pic>
      <p:sp>
        <p:nvSpPr>
          <p:cNvPr id="42" name="Title 1">
            <a:extLst>
              <a:ext uri="{FF2B5EF4-FFF2-40B4-BE49-F238E27FC236}">
                <a16:creationId xmlns:a16="http://schemas.microsoft.com/office/drawing/2014/main" id="{076EC934-911A-48ED-EC48-3B9D18A8706D}"/>
              </a:ext>
            </a:extLst>
          </p:cNvPr>
          <p:cNvSpPr txBox="1">
            <a:spLocks/>
          </p:cNvSpPr>
          <p:nvPr/>
        </p:nvSpPr>
        <p:spPr>
          <a:xfrm>
            <a:off x="5738569" y="4593236"/>
            <a:ext cx="1818238" cy="40011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Síntomas</a:t>
            </a:r>
          </a:p>
          <a:p>
            <a:pPr algn="ctr"/>
            <a:r>
              <a:rPr lang="es-MX" sz="1200" b="0" noProof="0">
                <a:solidFill>
                  <a:schemeClr val="bg1"/>
                </a:solidFill>
              </a:rPr>
              <a:t>Resultado del problema</a:t>
            </a:r>
          </a:p>
        </p:txBody>
      </p:sp>
    </p:spTree>
    <p:extLst>
      <p:ext uri="{BB962C8B-B14F-4D97-AF65-F5344CB8AC3E}">
        <p14:creationId xmlns:p14="http://schemas.microsoft.com/office/powerpoint/2010/main" val="230235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9A52-C1DA-DE2C-FE6A-37BF0B1B3471}"/>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53A5C285-48F0-B4E5-056F-A89740ABF46B}"/>
              </a:ext>
            </a:extLst>
          </p:cNvPr>
          <p:cNvSpPr/>
          <p:nvPr/>
        </p:nvSpPr>
        <p:spPr>
          <a:xfrm>
            <a:off x="235579" y="1432690"/>
            <a:ext cx="8672841" cy="1771650"/>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6540804A-DB00-1ACC-D862-F2EBC916DEE3}"/>
              </a:ext>
            </a:extLst>
          </p:cNvPr>
          <p:cNvSpPr>
            <a:spLocks noGrp="1"/>
          </p:cNvSpPr>
          <p:nvPr>
            <p:ph type="title"/>
          </p:nvPr>
        </p:nvSpPr>
        <p:spPr>
          <a:xfrm>
            <a:off x="330993" y="313420"/>
            <a:ext cx="8482014" cy="307777"/>
          </a:xfrm>
        </p:spPr>
        <p:txBody>
          <a:bodyPr/>
          <a:lstStyle/>
          <a:p>
            <a:pPr algn="ctr"/>
            <a:r>
              <a:rPr lang="es-MX" noProof="0"/>
              <a:t>Articular la declaración de un problema</a:t>
            </a:r>
          </a:p>
        </p:txBody>
      </p:sp>
      <p:pic>
        <p:nvPicPr>
          <p:cNvPr id="5" name="Imagen 4" descr="Dibujo de una persona&#10;&#10;El contenido generado por IA puede ser incorrecto.">
            <a:extLst>
              <a:ext uri="{FF2B5EF4-FFF2-40B4-BE49-F238E27FC236}">
                <a16:creationId xmlns:a16="http://schemas.microsoft.com/office/drawing/2014/main" id="{B1EC839C-3BDD-C46E-A4A6-653086547AF9}"/>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Title 1">
            <a:extLst>
              <a:ext uri="{FF2B5EF4-FFF2-40B4-BE49-F238E27FC236}">
                <a16:creationId xmlns:a16="http://schemas.microsoft.com/office/drawing/2014/main" id="{A19B03CE-7E6F-873F-C97D-D2C1206E2621}"/>
              </a:ext>
            </a:extLst>
          </p:cNvPr>
          <p:cNvSpPr txBox="1">
            <a:spLocks/>
          </p:cNvSpPr>
          <p:nvPr/>
        </p:nvSpPr>
        <p:spPr>
          <a:xfrm>
            <a:off x="544237" y="1697468"/>
            <a:ext cx="8132323" cy="138499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b="0" noProof="0" dirty="0">
                <a:solidFill>
                  <a:schemeClr val="accent6"/>
                </a:solidFill>
              </a:rPr>
              <a:t>Desde el mes de junio hasta agosto</a:t>
            </a:r>
            <a:r>
              <a:rPr lang="es-MX" sz="1800" b="0" noProof="0" dirty="0">
                <a:solidFill>
                  <a:schemeClr val="bg1"/>
                </a:solidFill>
              </a:rPr>
              <a:t> en </a:t>
            </a:r>
            <a:r>
              <a:rPr lang="es-MX" sz="1800" b="0" noProof="0" dirty="0">
                <a:solidFill>
                  <a:srgbClr val="FF00FF"/>
                </a:solidFill>
              </a:rPr>
              <a:t>el embarque de contenedores </a:t>
            </a:r>
            <a:r>
              <a:rPr lang="es-MX" sz="1800" b="0" noProof="0" dirty="0">
                <a:solidFill>
                  <a:schemeClr val="bg1"/>
                </a:solidFill>
              </a:rPr>
              <a:t>el GMPH se encuentra en </a:t>
            </a:r>
            <a:r>
              <a:rPr lang="es-MX" sz="1800" b="0" noProof="0" dirty="0">
                <a:solidFill>
                  <a:srgbClr val="00B050"/>
                </a:solidFill>
              </a:rPr>
              <a:t>12 box</a:t>
            </a:r>
            <a:r>
              <a:rPr lang="es-MX" sz="1800" b="0" noProof="0" dirty="0">
                <a:solidFill>
                  <a:schemeClr val="bg1"/>
                </a:solidFill>
              </a:rPr>
              <a:t>, cuando el rendimiento establecido es de </a:t>
            </a:r>
            <a:r>
              <a:rPr lang="es-MX" sz="1800" b="0" noProof="0" dirty="0">
                <a:solidFill>
                  <a:srgbClr val="3333FF"/>
                </a:solidFill>
              </a:rPr>
              <a:t>15 box </a:t>
            </a:r>
            <a:r>
              <a:rPr lang="es-MX" sz="1800" b="0" noProof="0" dirty="0">
                <a:solidFill>
                  <a:schemeClr val="bg1"/>
                </a:solidFill>
              </a:rPr>
              <a:t>esta brecha de </a:t>
            </a:r>
            <a:r>
              <a:rPr lang="es-MX" sz="1800" b="0" noProof="0" dirty="0">
                <a:solidFill>
                  <a:srgbClr val="FF3300"/>
                </a:solidFill>
              </a:rPr>
              <a:t>3 movimientos </a:t>
            </a:r>
            <a:r>
              <a:rPr lang="es-MX" sz="1800" b="0" noProof="0" dirty="0">
                <a:solidFill>
                  <a:schemeClr val="bg1"/>
                </a:solidFill>
              </a:rPr>
              <a:t>por hora tiene como consecuencia </a:t>
            </a:r>
            <a:r>
              <a:rPr lang="es-MX" sz="1800" b="0" noProof="0" dirty="0">
                <a:solidFill>
                  <a:schemeClr val="accent5">
                    <a:lumMod val="60000"/>
                    <a:lumOff val="40000"/>
                  </a:schemeClr>
                </a:solidFill>
              </a:rPr>
              <a:t>reclamos de la naviera, costos extra por cuadrillas adicionales y buques esperando atracar</a:t>
            </a:r>
            <a:r>
              <a:rPr lang="es-MX" sz="1800" b="0" noProof="0" dirty="0">
                <a:solidFill>
                  <a:schemeClr val="bg1"/>
                </a:solidFill>
              </a:rPr>
              <a:t>.</a:t>
            </a:r>
          </a:p>
          <a:p>
            <a:pPr algn="just"/>
            <a:r>
              <a:rPr lang="es-MX" sz="1800" b="0" noProof="0" dirty="0">
                <a:solidFill>
                  <a:schemeClr val="accent6"/>
                </a:solidFill>
              </a:rPr>
              <a:t>  </a:t>
            </a:r>
          </a:p>
        </p:txBody>
      </p:sp>
      <p:sp>
        <p:nvSpPr>
          <p:cNvPr id="3" name="Rectángulo: esquinas redondeadas 2">
            <a:extLst>
              <a:ext uri="{FF2B5EF4-FFF2-40B4-BE49-F238E27FC236}">
                <a16:creationId xmlns:a16="http://schemas.microsoft.com/office/drawing/2014/main" id="{E960F356-8A6C-1323-FB4B-655715331E93}"/>
              </a:ext>
            </a:extLst>
          </p:cNvPr>
          <p:cNvSpPr/>
          <p:nvPr/>
        </p:nvSpPr>
        <p:spPr>
          <a:xfrm>
            <a:off x="7263530" y="850000"/>
            <a:ext cx="1199786" cy="466952"/>
          </a:xfrm>
          <a:prstGeom prst="roundRect">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Ejemplo</a:t>
            </a:r>
          </a:p>
        </p:txBody>
      </p:sp>
      <p:sp>
        <p:nvSpPr>
          <p:cNvPr id="7" name="Rectángulo: esquinas redondeadas 6">
            <a:extLst>
              <a:ext uri="{FF2B5EF4-FFF2-40B4-BE49-F238E27FC236}">
                <a16:creationId xmlns:a16="http://schemas.microsoft.com/office/drawing/2014/main" id="{D8ACE822-FA0A-7DD7-32C1-3716F36F389F}"/>
              </a:ext>
            </a:extLst>
          </p:cNvPr>
          <p:cNvSpPr/>
          <p:nvPr/>
        </p:nvSpPr>
        <p:spPr>
          <a:xfrm>
            <a:off x="1300739" y="359543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Title 1">
            <a:extLst>
              <a:ext uri="{FF2B5EF4-FFF2-40B4-BE49-F238E27FC236}">
                <a16:creationId xmlns:a16="http://schemas.microsoft.com/office/drawing/2014/main" id="{3A0032F1-BAAF-FD37-2EBB-259A55CE056B}"/>
              </a:ext>
            </a:extLst>
          </p:cNvPr>
          <p:cNvSpPr txBox="1">
            <a:spLocks/>
          </p:cNvSpPr>
          <p:nvPr/>
        </p:nvSpPr>
        <p:spPr>
          <a:xfrm>
            <a:off x="970819" y="4331263"/>
            <a:ext cx="1358756"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accent6"/>
                </a:solidFill>
              </a:rPr>
              <a:t>Tendencia</a:t>
            </a:r>
          </a:p>
        </p:txBody>
      </p:sp>
      <p:pic>
        <p:nvPicPr>
          <p:cNvPr id="17" name="Gráfico 16" descr="Gráfico de barras con tendencia bajista con relleno sólido">
            <a:extLst>
              <a:ext uri="{FF2B5EF4-FFF2-40B4-BE49-F238E27FC236}">
                <a16:creationId xmlns:a16="http://schemas.microsoft.com/office/drawing/2014/main" id="{E052AE35-9683-F193-0043-491163C11D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7161" y="3570560"/>
            <a:ext cx="686072" cy="686072"/>
          </a:xfrm>
          <a:prstGeom prst="rect">
            <a:avLst/>
          </a:prstGeom>
        </p:spPr>
      </p:pic>
      <p:sp>
        <p:nvSpPr>
          <p:cNvPr id="18" name="Rectángulo: esquinas redondeadas 17">
            <a:extLst>
              <a:ext uri="{FF2B5EF4-FFF2-40B4-BE49-F238E27FC236}">
                <a16:creationId xmlns:a16="http://schemas.microsoft.com/office/drawing/2014/main" id="{E16A3EEF-BBFA-E6C0-56C6-AC44DABF5C11}"/>
              </a:ext>
            </a:extLst>
          </p:cNvPr>
          <p:cNvSpPr/>
          <p:nvPr/>
        </p:nvSpPr>
        <p:spPr>
          <a:xfrm>
            <a:off x="2437864" y="362030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1" name="Gráfico 20" descr="Flujo de trabajo con relleno sólido">
            <a:extLst>
              <a:ext uri="{FF2B5EF4-FFF2-40B4-BE49-F238E27FC236}">
                <a16:creationId xmlns:a16="http://schemas.microsoft.com/office/drawing/2014/main" id="{4883C430-756D-E546-9881-5C91351E4B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96043" y="3537417"/>
            <a:ext cx="769442" cy="769442"/>
          </a:xfrm>
          <a:prstGeom prst="rect">
            <a:avLst/>
          </a:prstGeom>
        </p:spPr>
      </p:pic>
      <p:sp>
        <p:nvSpPr>
          <p:cNvPr id="22" name="Title 1">
            <a:extLst>
              <a:ext uri="{FF2B5EF4-FFF2-40B4-BE49-F238E27FC236}">
                <a16:creationId xmlns:a16="http://schemas.microsoft.com/office/drawing/2014/main" id="{849D49CD-FE1C-CD29-51BE-61495DF6E50D}"/>
              </a:ext>
            </a:extLst>
          </p:cNvPr>
          <p:cNvSpPr txBox="1">
            <a:spLocks/>
          </p:cNvSpPr>
          <p:nvPr/>
        </p:nvSpPr>
        <p:spPr>
          <a:xfrm>
            <a:off x="1871645" y="4339515"/>
            <a:ext cx="181823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rgbClr val="FF00FF"/>
                </a:solidFill>
              </a:rPr>
              <a:t>Proceso</a:t>
            </a:r>
          </a:p>
        </p:txBody>
      </p:sp>
      <p:sp>
        <p:nvSpPr>
          <p:cNvPr id="23" name="Rectángulo: esquinas redondeadas 22">
            <a:extLst>
              <a:ext uri="{FF2B5EF4-FFF2-40B4-BE49-F238E27FC236}">
                <a16:creationId xmlns:a16="http://schemas.microsoft.com/office/drawing/2014/main" id="{229C11FD-5BAA-F96D-9908-D746FA9CCF41}"/>
              </a:ext>
            </a:extLst>
          </p:cNvPr>
          <p:cNvSpPr/>
          <p:nvPr/>
        </p:nvSpPr>
        <p:spPr>
          <a:xfrm>
            <a:off x="3518431" y="3620300"/>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5" name="Gráfico 24" descr="Marcador con relleno sólido">
            <a:extLst>
              <a:ext uri="{FF2B5EF4-FFF2-40B4-BE49-F238E27FC236}">
                <a16:creationId xmlns:a16="http://schemas.microsoft.com/office/drawing/2014/main" id="{2DF1E3C3-6C35-9BB9-4D96-08DB000565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9989" y="3595430"/>
            <a:ext cx="739700" cy="739700"/>
          </a:xfrm>
          <a:prstGeom prst="rect">
            <a:avLst/>
          </a:prstGeom>
        </p:spPr>
      </p:pic>
      <p:sp>
        <p:nvSpPr>
          <p:cNvPr id="27" name="Title 1">
            <a:extLst>
              <a:ext uri="{FF2B5EF4-FFF2-40B4-BE49-F238E27FC236}">
                <a16:creationId xmlns:a16="http://schemas.microsoft.com/office/drawing/2014/main" id="{8C8C6C4C-4138-12B3-1B20-F1AC7992C32F}"/>
              </a:ext>
            </a:extLst>
          </p:cNvPr>
          <p:cNvSpPr txBox="1">
            <a:spLocks/>
          </p:cNvSpPr>
          <p:nvPr/>
        </p:nvSpPr>
        <p:spPr>
          <a:xfrm>
            <a:off x="3270029" y="4331263"/>
            <a:ext cx="1208063"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rgbClr val="00B050"/>
                </a:solidFill>
              </a:rPr>
              <a:t>Situación actual</a:t>
            </a:r>
          </a:p>
        </p:txBody>
      </p:sp>
      <p:sp>
        <p:nvSpPr>
          <p:cNvPr id="28" name="Rectángulo: esquinas redondeadas 27">
            <a:extLst>
              <a:ext uri="{FF2B5EF4-FFF2-40B4-BE49-F238E27FC236}">
                <a16:creationId xmlns:a16="http://schemas.microsoft.com/office/drawing/2014/main" id="{751F97D6-EF31-725B-4E29-0B313E4D4FCD}"/>
              </a:ext>
            </a:extLst>
          </p:cNvPr>
          <p:cNvSpPr/>
          <p:nvPr/>
        </p:nvSpPr>
        <p:spPr>
          <a:xfrm>
            <a:off x="4610874" y="3612136"/>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0" name="Gráfico 29" descr="Objetivo con relleno sólido">
            <a:extLst>
              <a:ext uri="{FF2B5EF4-FFF2-40B4-BE49-F238E27FC236}">
                <a16:creationId xmlns:a16="http://schemas.microsoft.com/office/drawing/2014/main" id="{1401243A-2B7F-02BA-84AE-49E6E38D51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1722" y="3629004"/>
            <a:ext cx="624103" cy="624103"/>
          </a:xfrm>
          <a:prstGeom prst="rect">
            <a:avLst/>
          </a:prstGeom>
        </p:spPr>
      </p:pic>
      <p:sp>
        <p:nvSpPr>
          <p:cNvPr id="32" name="Title 1">
            <a:extLst>
              <a:ext uri="{FF2B5EF4-FFF2-40B4-BE49-F238E27FC236}">
                <a16:creationId xmlns:a16="http://schemas.microsoft.com/office/drawing/2014/main" id="{C11C9EE3-EFF2-8BB0-4D79-7171542EA22A}"/>
              </a:ext>
            </a:extLst>
          </p:cNvPr>
          <p:cNvSpPr txBox="1">
            <a:spLocks/>
          </p:cNvSpPr>
          <p:nvPr/>
        </p:nvSpPr>
        <p:spPr>
          <a:xfrm>
            <a:off x="4287840" y="4331263"/>
            <a:ext cx="1331866" cy="615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rgbClr val="3333FF"/>
                </a:solidFill>
              </a:rPr>
              <a:t>Situación deseada</a:t>
            </a:r>
          </a:p>
          <a:p>
            <a:pPr algn="ctr"/>
            <a:r>
              <a:rPr lang="es-MX" sz="1200" b="0" noProof="0" dirty="0">
                <a:solidFill>
                  <a:schemeClr val="bg1"/>
                </a:solidFill>
              </a:rPr>
              <a:t>A</a:t>
            </a:r>
          </a:p>
        </p:txBody>
      </p:sp>
      <p:sp>
        <p:nvSpPr>
          <p:cNvPr id="33" name="Rectángulo: esquinas redondeadas 32">
            <a:extLst>
              <a:ext uri="{FF2B5EF4-FFF2-40B4-BE49-F238E27FC236}">
                <a16:creationId xmlns:a16="http://schemas.microsoft.com/office/drawing/2014/main" id="{900E4428-DC7E-24FA-19E3-DAE9BCAEE80F}"/>
              </a:ext>
            </a:extLst>
          </p:cNvPr>
          <p:cNvSpPr/>
          <p:nvPr/>
        </p:nvSpPr>
        <p:spPr>
          <a:xfrm>
            <a:off x="5674506" y="3637168"/>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cxnSp>
        <p:nvCxnSpPr>
          <p:cNvPr id="34" name="Conector recto 33">
            <a:extLst>
              <a:ext uri="{FF2B5EF4-FFF2-40B4-BE49-F238E27FC236}">
                <a16:creationId xmlns:a16="http://schemas.microsoft.com/office/drawing/2014/main" id="{28DCEEC6-09D8-93BB-000D-18216264EC7D}"/>
              </a:ext>
            </a:extLst>
          </p:cNvPr>
          <p:cNvCxnSpPr>
            <a:cxnSpLocks/>
          </p:cNvCxnSpPr>
          <p:nvPr/>
        </p:nvCxnSpPr>
        <p:spPr>
          <a:xfrm>
            <a:off x="5816292" y="3955334"/>
            <a:ext cx="433197" cy="0"/>
          </a:xfrm>
          <a:prstGeom prst="line">
            <a:avLst/>
          </a:prstGeom>
          <a:ln w="57150"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78A05491-4F1A-6B85-4C78-A6B29F7BA86C}"/>
              </a:ext>
            </a:extLst>
          </p:cNvPr>
          <p:cNvSpPr txBox="1">
            <a:spLocks/>
          </p:cNvSpPr>
          <p:nvPr/>
        </p:nvSpPr>
        <p:spPr>
          <a:xfrm>
            <a:off x="4984109" y="4370404"/>
            <a:ext cx="2105052"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a:solidFill>
                  <a:srgbClr val="FF3300"/>
                </a:solidFill>
              </a:rPr>
              <a:t>Brecha</a:t>
            </a:r>
          </a:p>
        </p:txBody>
      </p:sp>
      <p:sp>
        <p:nvSpPr>
          <p:cNvPr id="37" name="Rectángulo: esquinas redondeadas 36">
            <a:extLst>
              <a:ext uri="{FF2B5EF4-FFF2-40B4-BE49-F238E27FC236}">
                <a16:creationId xmlns:a16="http://schemas.microsoft.com/office/drawing/2014/main" id="{329C8E3D-33FD-7362-91E0-B8E24E060D38}"/>
              </a:ext>
            </a:extLst>
          </p:cNvPr>
          <p:cNvSpPr/>
          <p:nvPr/>
        </p:nvSpPr>
        <p:spPr>
          <a:xfrm>
            <a:off x="6753252" y="3621461"/>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38" name="Gráfico 37" descr="Fiebre con relleno sólido">
            <a:extLst>
              <a:ext uri="{FF2B5EF4-FFF2-40B4-BE49-F238E27FC236}">
                <a16:creationId xmlns:a16="http://schemas.microsoft.com/office/drawing/2014/main" id="{C0FB43EC-C506-FDA9-5F63-2122432E0D6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11489" y="3660368"/>
            <a:ext cx="636332" cy="636332"/>
          </a:xfrm>
          <a:prstGeom prst="rect">
            <a:avLst/>
          </a:prstGeom>
        </p:spPr>
      </p:pic>
      <p:sp>
        <p:nvSpPr>
          <p:cNvPr id="39" name="Title 1">
            <a:extLst>
              <a:ext uri="{FF2B5EF4-FFF2-40B4-BE49-F238E27FC236}">
                <a16:creationId xmlns:a16="http://schemas.microsoft.com/office/drawing/2014/main" id="{651E8627-C538-D360-10B9-9EA6EC23DA74}"/>
              </a:ext>
            </a:extLst>
          </p:cNvPr>
          <p:cNvSpPr txBox="1">
            <a:spLocks/>
          </p:cNvSpPr>
          <p:nvPr/>
        </p:nvSpPr>
        <p:spPr>
          <a:xfrm>
            <a:off x="6193171" y="4339515"/>
            <a:ext cx="1818238"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dirty="0" err="1">
                <a:solidFill>
                  <a:schemeClr val="accent5">
                    <a:lumMod val="60000"/>
                    <a:lumOff val="40000"/>
                  </a:schemeClr>
                </a:solidFill>
              </a:rPr>
              <a:t>Sintomas</a:t>
            </a:r>
            <a:endParaRPr lang="es-MX" sz="1400" noProof="0" dirty="0">
              <a:solidFill>
                <a:schemeClr val="accent5">
                  <a:lumMod val="60000"/>
                  <a:lumOff val="40000"/>
                </a:schemeClr>
              </a:solidFill>
            </a:endParaRPr>
          </a:p>
        </p:txBody>
      </p:sp>
    </p:spTree>
    <p:extLst>
      <p:ext uri="{BB962C8B-B14F-4D97-AF65-F5344CB8AC3E}">
        <p14:creationId xmlns:p14="http://schemas.microsoft.com/office/powerpoint/2010/main" val="1349113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1AA9B-1EE4-CD0B-905E-BEB532A1E814}"/>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F8A3181E-C4BE-8AE5-6420-BF245F78AD46}"/>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BC4B033-CA03-E7A9-82F9-88F158EB07E8}"/>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58D386FD-AD5F-D115-0BD8-ADB57E5AD3AE}"/>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9256A2CC-0B3F-0B13-AD7C-4154A222A576}"/>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A5801F0F-6FB8-2B59-90A7-5F5D1C4FAA9D}"/>
              </a:ext>
            </a:extLst>
          </p:cNvPr>
          <p:cNvSpPr>
            <a:spLocks noGrp="1"/>
          </p:cNvSpPr>
          <p:nvPr>
            <p:ph type="title"/>
          </p:nvPr>
        </p:nvSpPr>
        <p:spPr>
          <a:xfrm>
            <a:off x="330993" y="313420"/>
            <a:ext cx="8482014" cy="307777"/>
          </a:xfrm>
        </p:spPr>
        <p:txBody>
          <a:bodyPr/>
          <a:lstStyle/>
          <a:p>
            <a:pPr algn="ctr"/>
            <a:r>
              <a:rPr lang="es-MX" noProof="0" dirty="0"/>
              <a:t>Actividad 4</a:t>
            </a:r>
          </a:p>
        </p:txBody>
      </p:sp>
      <p:sp>
        <p:nvSpPr>
          <p:cNvPr id="3" name="CuadroTexto 7">
            <a:extLst>
              <a:ext uri="{FF2B5EF4-FFF2-40B4-BE49-F238E27FC236}">
                <a16:creationId xmlns:a16="http://schemas.microsoft.com/office/drawing/2014/main" id="{4F8685F9-B74E-1F5B-B244-0B14B474EFB6}"/>
              </a:ext>
            </a:extLst>
          </p:cNvPr>
          <p:cNvSpPr txBox="1"/>
          <p:nvPr/>
        </p:nvSpPr>
        <p:spPr>
          <a:xfrm>
            <a:off x="2927044" y="584959"/>
            <a:ext cx="3272178"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Antes de resolver, aprende a definir…</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DEAF1BB1-5F4F-F703-2847-911F06104B2B}"/>
              </a:ext>
            </a:extLst>
          </p:cNvPr>
          <p:cNvSpPr txBox="1">
            <a:spLocks/>
          </p:cNvSpPr>
          <p:nvPr/>
        </p:nvSpPr>
        <p:spPr>
          <a:xfrm>
            <a:off x="6259774" y="3083397"/>
            <a:ext cx="207938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Evaluación grupal</a:t>
            </a:r>
          </a:p>
        </p:txBody>
      </p:sp>
      <p:pic>
        <p:nvPicPr>
          <p:cNvPr id="5" name="Imagen 4" descr="Dibujo de una persona&#10;&#10;El contenido generado por IA puede ser incorrecto.">
            <a:extLst>
              <a:ext uri="{FF2B5EF4-FFF2-40B4-BE49-F238E27FC236}">
                <a16:creationId xmlns:a16="http://schemas.microsoft.com/office/drawing/2014/main" id="{8B7EAFF0-26C5-CFEF-1FAF-3163DBCEFC47}"/>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DFD9F3C2-3087-02A2-B559-D053561D815E}"/>
              </a:ext>
            </a:extLst>
          </p:cNvPr>
          <p:cNvSpPr txBox="1">
            <a:spLocks/>
          </p:cNvSpPr>
          <p:nvPr/>
        </p:nvSpPr>
        <p:spPr>
          <a:xfrm>
            <a:off x="3582621" y="3080580"/>
            <a:ext cx="196102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a:t>
            </a:r>
          </a:p>
        </p:txBody>
      </p:sp>
      <p:sp>
        <p:nvSpPr>
          <p:cNvPr id="25" name="CuadroTexto 7">
            <a:extLst>
              <a:ext uri="{FF2B5EF4-FFF2-40B4-BE49-F238E27FC236}">
                <a16:creationId xmlns:a16="http://schemas.microsoft.com/office/drawing/2014/main" id="{5C002105-44EE-3B8B-8D8E-8A696724A18F}"/>
              </a:ext>
            </a:extLst>
          </p:cNvPr>
          <p:cNvSpPr txBox="1"/>
          <p:nvPr/>
        </p:nvSpPr>
        <p:spPr>
          <a:xfrm>
            <a:off x="2498729" y="3947303"/>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Definición clara del problema recolectado en la actividad 1 que cuente con los elementos esenciales</a:t>
            </a:r>
          </a:p>
        </p:txBody>
      </p:sp>
      <p:sp>
        <p:nvSpPr>
          <p:cNvPr id="11" name="Rectángulo 10">
            <a:extLst>
              <a:ext uri="{FF2B5EF4-FFF2-40B4-BE49-F238E27FC236}">
                <a16:creationId xmlns:a16="http://schemas.microsoft.com/office/drawing/2014/main" id="{7A3817C5-A48C-3F40-2C38-A902DD9EAD9B}"/>
              </a:ext>
            </a:extLst>
          </p:cNvPr>
          <p:cNvSpPr/>
          <p:nvPr/>
        </p:nvSpPr>
        <p:spPr>
          <a:xfrm rot="16200000">
            <a:off x="4213045" y="1839737"/>
            <a:ext cx="648467" cy="1189619"/>
          </a:xfrm>
          <a:prstGeom prst="rect">
            <a:avLst/>
          </a:prstGeom>
          <a:solidFill>
            <a:schemeClr val="bg1"/>
          </a:solidFill>
          <a:ln w="9525"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5" name="Gráfico 14" descr="Lápiz con relleno sólido">
            <a:extLst>
              <a:ext uri="{FF2B5EF4-FFF2-40B4-BE49-F238E27FC236}">
                <a16:creationId xmlns:a16="http://schemas.microsoft.com/office/drawing/2014/main" id="{9B20510B-B04E-C80F-1F1E-6C20BE664C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6847" y="1847003"/>
            <a:ext cx="724747" cy="724747"/>
          </a:xfrm>
          <a:prstGeom prst="rect">
            <a:avLst/>
          </a:prstGeom>
        </p:spPr>
      </p:pic>
      <p:pic>
        <p:nvPicPr>
          <p:cNvPr id="17" name="Gráfico 16" descr="Marca de verificación con relleno sólido">
            <a:extLst>
              <a:ext uri="{FF2B5EF4-FFF2-40B4-BE49-F238E27FC236}">
                <a16:creationId xmlns:a16="http://schemas.microsoft.com/office/drawing/2014/main" id="{499F277B-8674-7FF6-7E3F-0D41742E42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97205" y="2253095"/>
            <a:ext cx="172716" cy="172716"/>
          </a:xfrm>
          <a:prstGeom prst="rect">
            <a:avLst/>
          </a:prstGeom>
        </p:spPr>
      </p:pic>
      <p:pic>
        <p:nvPicPr>
          <p:cNvPr id="21" name="Gráfico 20" descr="Brindis con relleno sólido">
            <a:extLst>
              <a:ext uri="{FF2B5EF4-FFF2-40B4-BE49-F238E27FC236}">
                <a16:creationId xmlns:a16="http://schemas.microsoft.com/office/drawing/2014/main" id="{594D1ED0-2400-C370-8EA3-860ECFB798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50918" y="1778998"/>
            <a:ext cx="1206064" cy="1206064"/>
          </a:xfrm>
          <a:prstGeom prst="rect">
            <a:avLst/>
          </a:prstGeom>
        </p:spPr>
      </p:pic>
      <p:sp>
        <p:nvSpPr>
          <p:cNvPr id="23" name="Title 1">
            <a:extLst>
              <a:ext uri="{FF2B5EF4-FFF2-40B4-BE49-F238E27FC236}">
                <a16:creationId xmlns:a16="http://schemas.microsoft.com/office/drawing/2014/main" id="{631514CD-8F96-BBCA-A8A5-DF36B88D89AB}"/>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dúos</a:t>
            </a:r>
            <a:endParaRPr lang="es-MX" sz="1400" b="0" noProof="0">
              <a:solidFill>
                <a:schemeClr val="bg1"/>
              </a:solidFill>
            </a:endParaRPr>
          </a:p>
        </p:txBody>
      </p:sp>
      <p:pic>
        <p:nvPicPr>
          <p:cNvPr id="24" name="Gráfico 23" descr="Perfil de hombre con relleno sólido">
            <a:extLst>
              <a:ext uri="{FF2B5EF4-FFF2-40B4-BE49-F238E27FC236}">
                <a16:creationId xmlns:a16="http://schemas.microsoft.com/office/drawing/2014/main" id="{7BEC6369-389C-1275-3FA0-17B8BF064F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9436" y="1665521"/>
            <a:ext cx="1102058" cy="1102058"/>
          </a:xfrm>
          <a:prstGeom prst="rect">
            <a:avLst/>
          </a:prstGeom>
        </p:spPr>
      </p:pic>
      <p:pic>
        <p:nvPicPr>
          <p:cNvPr id="27" name="Gráfico 26" descr="Perfil de hombre con relleno sólido">
            <a:extLst>
              <a:ext uri="{FF2B5EF4-FFF2-40B4-BE49-F238E27FC236}">
                <a16:creationId xmlns:a16="http://schemas.microsoft.com/office/drawing/2014/main" id="{CBBAB12F-2BB0-BED3-3B4C-468220BBA8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668877" y="1665521"/>
            <a:ext cx="1102058" cy="1102058"/>
          </a:xfrm>
          <a:prstGeom prst="rect">
            <a:avLst/>
          </a:prstGeom>
        </p:spPr>
      </p:pic>
      <p:pic>
        <p:nvPicPr>
          <p:cNvPr id="4" name="Gráfico 3" descr="Cursor con relleno sólido">
            <a:extLst>
              <a:ext uri="{FF2B5EF4-FFF2-40B4-BE49-F238E27FC236}">
                <a16:creationId xmlns:a16="http://schemas.microsoft.com/office/drawing/2014/main" id="{E64F74D0-CB2F-BDCA-B0DD-7DA190BA1B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
        <p:nvSpPr>
          <p:cNvPr id="10" name="CuadroTexto 9">
            <a:extLst>
              <a:ext uri="{FF2B5EF4-FFF2-40B4-BE49-F238E27FC236}">
                <a16:creationId xmlns:a16="http://schemas.microsoft.com/office/drawing/2014/main" id="{9575DA48-DC9F-3DB5-594A-65E882638CDB}"/>
              </a:ext>
            </a:extLst>
          </p:cNvPr>
          <p:cNvSpPr txBox="1"/>
          <p:nvPr/>
        </p:nvSpPr>
        <p:spPr>
          <a:xfrm>
            <a:off x="232355" y="3967832"/>
            <a:ext cx="2320211"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8">
                  <a:extLst>
                    <a:ext uri="{A12FA001-AC4F-418D-AE19-62706E023703}">
                      <ahyp:hlinkClr xmlns:ahyp="http://schemas.microsoft.com/office/drawing/2018/hyperlinkcolor" val="tx"/>
                    </a:ext>
                  </a:extLst>
                </a:hlinkClick>
              </a:rPr>
              <a:t>Plantilla para definir un problema</a:t>
            </a:r>
            <a:endParaRPr lang="es-MX" noProof="0">
              <a:solidFill>
                <a:schemeClr val="accent6"/>
              </a:solidFill>
            </a:endParaRPr>
          </a:p>
        </p:txBody>
      </p:sp>
      <p:sp>
        <p:nvSpPr>
          <p:cNvPr id="7" name="Rectángulo: esquinas redondeadas 6">
            <a:extLst>
              <a:ext uri="{FF2B5EF4-FFF2-40B4-BE49-F238E27FC236}">
                <a16:creationId xmlns:a16="http://schemas.microsoft.com/office/drawing/2014/main" id="{B09491F0-25EC-00B4-6BA9-1DFBEA7818F5}"/>
              </a:ext>
            </a:extLst>
          </p:cNvPr>
          <p:cNvSpPr/>
          <p:nvPr/>
        </p:nvSpPr>
        <p:spPr>
          <a:xfrm>
            <a:off x="6931479" y="844975"/>
            <a:ext cx="1075076" cy="4023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dirty="0">
                <a:solidFill>
                  <a:schemeClr val="accent6"/>
                </a:solidFill>
              </a:rPr>
              <a:t>45</a:t>
            </a:r>
            <a:r>
              <a:rPr lang="es-MX" sz="1200" b="1" noProof="0" dirty="0">
                <a:solidFill>
                  <a:schemeClr val="accent6"/>
                </a:solidFill>
              </a:rPr>
              <a:t> min</a:t>
            </a:r>
          </a:p>
        </p:txBody>
      </p:sp>
    </p:spTree>
    <p:extLst>
      <p:ext uri="{BB962C8B-B14F-4D97-AF65-F5344CB8AC3E}">
        <p14:creationId xmlns:p14="http://schemas.microsoft.com/office/powerpoint/2010/main" val="125045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81D07-5788-4E95-14D6-57DFF4285912}"/>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60E1D2F-1D8E-060D-E07E-05047E3098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60E1D2F-1D8E-060D-E07E-05047E3098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A6CAFEC-833C-0142-1574-4508971CE79B}"/>
              </a:ext>
            </a:extLst>
          </p:cNvPr>
          <p:cNvSpPr>
            <a:spLocks noGrp="1"/>
          </p:cNvSpPr>
          <p:nvPr>
            <p:ph type="title"/>
          </p:nvPr>
        </p:nvSpPr>
        <p:spPr>
          <a:xfrm>
            <a:off x="3937397" y="242102"/>
            <a:ext cx="1708118" cy="307777"/>
          </a:xfrm>
        </p:spPr>
        <p:txBody>
          <a:bodyPr vert="horz"/>
          <a:lstStyle/>
          <a:p>
            <a:r>
              <a:rPr lang="es-MX" noProof="0"/>
              <a:t>Reflexión</a:t>
            </a:r>
          </a:p>
        </p:txBody>
      </p:sp>
      <p:pic>
        <p:nvPicPr>
          <p:cNvPr id="4" name="Imagen 3" descr="Imagen que contiene Icono&#10;&#10;El contenido generado por IA puede ser incorrecto.">
            <a:extLst>
              <a:ext uri="{FF2B5EF4-FFF2-40B4-BE49-F238E27FC236}">
                <a16:creationId xmlns:a16="http://schemas.microsoft.com/office/drawing/2014/main" id="{1691EAAE-18E3-06C0-C8D5-E872D568D127}"/>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DB198D39-85EC-F8C5-85B1-F95BEA338D7B}"/>
              </a:ext>
            </a:extLst>
          </p:cNvPr>
          <p:cNvSpPr/>
          <p:nvPr/>
        </p:nvSpPr>
        <p:spPr>
          <a:xfrm>
            <a:off x="836676" y="1417517"/>
            <a:ext cx="7470648" cy="252036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¿Por qué es importante saber la diferencia entre síntomas y causas?</a:t>
            </a:r>
          </a:p>
          <a:p>
            <a:pPr algn="ctr">
              <a:lnSpc>
                <a:spcPct val="250000"/>
              </a:lnSpc>
            </a:pPr>
            <a:r>
              <a:rPr lang="es-MX" sz="1600" b="1" noProof="0">
                <a:solidFill>
                  <a:srgbClr val="FFFFFF"/>
                </a:solidFill>
              </a:rPr>
              <a:t>¿En que nos beneficia definir claramente el problema?</a:t>
            </a:r>
          </a:p>
          <a:p>
            <a:pPr algn="ctr">
              <a:lnSpc>
                <a:spcPct val="250000"/>
              </a:lnSpc>
            </a:pPr>
            <a:r>
              <a:rPr lang="es-MX" sz="1600" b="1" noProof="0">
                <a:solidFill>
                  <a:srgbClr val="FFFFFF"/>
                </a:solidFill>
              </a:rPr>
              <a:t>¿Cuáles son las consecuencias de no hacerlo correctamente?</a:t>
            </a:r>
          </a:p>
        </p:txBody>
      </p:sp>
    </p:spTree>
    <p:extLst>
      <p:ext uri="{BB962C8B-B14F-4D97-AF65-F5344CB8AC3E}">
        <p14:creationId xmlns:p14="http://schemas.microsoft.com/office/powerpoint/2010/main" val="1460557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7F6FE-0F47-DD88-A74A-E15C8BAB8E4A}"/>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7A3B78C-A001-892D-5D02-9DDEF3DD29B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7A3B78C-A001-892D-5D02-9DDEF3DD29B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6E6107D-B6C4-9868-DC32-3A7ED8FAEBD8}"/>
              </a:ext>
            </a:extLst>
          </p:cNvPr>
          <p:cNvSpPr>
            <a:spLocks noGrp="1"/>
          </p:cNvSpPr>
          <p:nvPr>
            <p:ph type="title"/>
          </p:nvPr>
        </p:nvSpPr>
        <p:spPr>
          <a:xfrm>
            <a:off x="1134836" y="186411"/>
            <a:ext cx="7082429" cy="307777"/>
          </a:xfrm>
        </p:spPr>
        <p:txBody>
          <a:bodyPr vert="horz"/>
          <a:lstStyle/>
          <a:p>
            <a:r>
              <a:rPr lang="es-MX" noProof="0"/>
              <a:t>Identificar el problema con </a:t>
            </a:r>
            <a:r>
              <a:rPr lang="es-MX" noProof="0" err="1"/>
              <a:t>precision</a:t>
            </a:r>
            <a:r>
              <a:rPr lang="es-MX" noProof="0"/>
              <a:t>: errores comunes </a:t>
            </a:r>
          </a:p>
        </p:txBody>
      </p:sp>
      <p:pic>
        <p:nvPicPr>
          <p:cNvPr id="4" name="Imagen 3" descr="Imagen que contiene Icono&#10;&#10;El contenido generado por IA puede ser incorrecto.">
            <a:extLst>
              <a:ext uri="{FF2B5EF4-FFF2-40B4-BE49-F238E27FC236}">
                <a16:creationId xmlns:a16="http://schemas.microsoft.com/office/drawing/2014/main" id="{B9B0151D-0336-A1DE-4CA9-8862E0237FE3}"/>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755440F0-1A11-3465-0DD5-CE2043D69E39}"/>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B9FC0945-ED1E-1620-27E1-034B9202EF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5021" y="1155309"/>
            <a:ext cx="964700" cy="964700"/>
          </a:xfrm>
          <a:prstGeom prst="rect">
            <a:avLst/>
          </a:prstGeom>
          <a:effectLst>
            <a:outerShdw blurRad="50800" dist="38100" dir="2700000" algn="tl" rotWithShape="0">
              <a:prstClr val="black">
                <a:alpha val="40000"/>
              </a:prstClr>
            </a:outerShdw>
          </a:effectLst>
        </p:spPr>
      </p:pic>
      <p:sp>
        <p:nvSpPr>
          <p:cNvPr id="5" name="Title 1">
            <a:extLst>
              <a:ext uri="{FF2B5EF4-FFF2-40B4-BE49-F238E27FC236}">
                <a16:creationId xmlns:a16="http://schemas.microsoft.com/office/drawing/2014/main" id="{74A7AD5D-D1D8-394D-6AE2-BA69E691F198}"/>
              </a:ext>
            </a:extLst>
          </p:cNvPr>
          <p:cNvSpPr txBox="1">
            <a:spLocks/>
          </p:cNvSpPr>
          <p:nvPr/>
        </p:nvSpPr>
        <p:spPr>
          <a:xfrm>
            <a:off x="2130775" y="1360660"/>
            <a:ext cx="8132323" cy="2769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800" noProof="0">
                <a:solidFill>
                  <a:schemeClr val="bg1"/>
                </a:solidFill>
              </a:rPr>
              <a:t>Algunos errores comunes al definir el problema: </a:t>
            </a:r>
          </a:p>
        </p:txBody>
      </p:sp>
      <p:sp>
        <p:nvSpPr>
          <p:cNvPr id="6" name="Title 1">
            <a:extLst>
              <a:ext uri="{FF2B5EF4-FFF2-40B4-BE49-F238E27FC236}">
                <a16:creationId xmlns:a16="http://schemas.microsoft.com/office/drawing/2014/main" id="{4103D1B6-2487-9C76-8307-05B4F06F001E}"/>
              </a:ext>
            </a:extLst>
          </p:cNvPr>
          <p:cNvSpPr txBox="1">
            <a:spLocks/>
          </p:cNvSpPr>
          <p:nvPr/>
        </p:nvSpPr>
        <p:spPr>
          <a:xfrm>
            <a:off x="2130774" y="1843160"/>
            <a:ext cx="8132323" cy="244169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800" b="0" noProof="0">
                <a:solidFill>
                  <a:schemeClr val="bg1"/>
                </a:solidFill>
              </a:rPr>
              <a:t>Abordar mas de 1 problema</a:t>
            </a:r>
          </a:p>
          <a:p>
            <a:pPr marL="285750" indent="-285750" algn="just">
              <a:lnSpc>
                <a:spcPct val="150000"/>
              </a:lnSpc>
              <a:buFont typeface="Arial" panose="020B0604020202020204" pitchFamily="34" charset="0"/>
              <a:buChar char="•"/>
            </a:pPr>
            <a:r>
              <a:rPr lang="es-MX" sz="1800" b="0" noProof="0">
                <a:solidFill>
                  <a:schemeClr val="bg1"/>
                </a:solidFill>
              </a:rPr>
              <a:t>Mencionar causas</a:t>
            </a:r>
          </a:p>
          <a:p>
            <a:pPr marL="285750" indent="-285750" algn="just">
              <a:lnSpc>
                <a:spcPct val="150000"/>
              </a:lnSpc>
              <a:buFont typeface="Arial" panose="020B0604020202020204" pitchFamily="34" charset="0"/>
              <a:buChar char="•"/>
            </a:pPr>
            <a:r>
              <a:rPr lang="es-MX" sz="1800" b="0" noProof="0">
                <a:solidFill>
                  <a:schemeClr val="bg1"/>
                </a:solidFill>
              </a:rPr>
              <a:t>Culpar a las personas</a:t>
            </a:r>
          </a:p>
          <a:p>
            <a:pPr marL="285750" indent="-285750" algn="just">
              <a:lnSpc>
                <a:spcPct val="150000"/>
              </a:lnSpc>
              <a:buFont typeface="Arial" panose="020B0604020202020204" pitchFamily="34" charset="0"/>
              <a:buChar char="•"/>
            </a:pPr>
            <a:r>
              <a:rPr lang="es-MX" sz="1800" b="0" noProof="0">
                <a:solidFill>
                  <a:schemeClr val="bg1"/>
                </a:solidFill>
              </a:rPr>
              <a:t>Mencionar soluciones</a:t>
            </a:r>
          </a:p>
          <a:p>
            <a:pPr marL="285750" indent="-285750" algn="just">
              <a:lnSpc>
                <a:spcPct val="150000"/>
              </a:lnSpc>
              <a:buFont typeface="Arial" panose="020B0604020202020204" pitchFamily="34" charset="0"/>
              <a:buChar char="•"/>
            </a:pPr>
            <a:r>
              <a:rPr lang="es-MX" sz="1800" b="0" noProof="0">
                <a:solidFill>
                  <a:schemeClr val="bg1"/>
                </a:solidFill>
              </a:rPr>
              <a:t>Basarse en suposiciones</a:t>
            </a:r>
          </a:p>
          <a:p>
            <a:pPr marL="285750" indent="-285750" algn="just">
              <a:lnSpc>
                <a:spcPct val="150000"/>
              </a:lnSpc>
              <a:buFont typeface="Arial" panose="020B0604020202020204" pitchFamily="34" charset="0"/>
              <a:buChar char="•"/>
            </a:pPr>
            <a:r>
              <a:rPr lang="es-MX" sz="1800" b="0" noProof="0">
                <a:solidFill>
                  <a:schemeClr val="bg1"/>
                </a:solidFill>
              </a:rPr>
              <a:t>No considerar los 6 elementos esenciales </a:t>
            </a:r>
          </a:p>
        </p:txBody>
      </p:sp>
    </p:spTree>
    <p:extLst>
      <p:ext uri="{BB962C8B-B14F-4D97-AF65-F5344CB8AC3E}">
        <p14:creationId xmlns:p14="http://schemas.microsoft.com/office/powerpoint/2010/main" val="555348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BAC16-005A-81D9-7A9A-695959DD124B}"/>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7D0A6CD-78A3-2A5B-A3D8-57F6A6EC5A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7D0A6CD-78A3-2A5B-A3D8-57F6A6EC5A4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9AA3D58F-3D48-2057-1F38-2EA55E66837B}"/>
              </a:ext>
            </a:extLst>
          </p:cNvPr>
          <p:cNvSpPr>
            <a:spLocks noGrp="1"/>
          </p:cNvSpPr>
          <p:nvPr>
            <p:ph type="title"/>
          </p:nvPr>
        </p:nvSpPr>
        <p:spPr>
          <a:xfrm>
            <a:off x="1176121" y="252375"/>
            <a:ext cx="7082429" cy="469359"/>
          </a:xfrm>
        </p:spPr>
        <p:txBody>
          <a:bodyPr vert="horz"/>
          <a:lstStyle/>
          <a:p>
            <a:pPr algn="ctr"/>
            <a:r>
              <a:rPr lang="es-MX" noProof="0" err="1"/>
              <a:t>Tips</a:t>
            </a:r>
            <a:r>
              <a:rPr lang="es-MX" noProof="0"/>
              <a:t> para lideres</a:t>
            </a:r>
            <a:br>
              <a:rPr lang="es-MX" noProof="0"/>
            </a:br>
            <a:r>
              <a:rPr lang="es-MX" sz="1050" noProof="0">
                <a:solidFill>
                  <a:schemeClr val="bg1"/>
                </a:solidFill>
              </a:rPr>
              <a:t>Fase: Identificar el problema con precisión</a:t>
            </a:r>
            <a:endParaRPr lang="es-MX" noProof="0">
              <a:solidFill>
                <a:schemeClr val="bg1"/>
              </a:solidFill>
            </a:endParaRPr>
          </a:p>
        </p:txBody>
      </p:sp>
      <p:pic>
        <p:nvPicPr>
          <p:cNvPr id="4" name="Imagen 3" descr="Imagen que contiene Icono&#10;&#10;El contenido generado por IA puede ser incorrecto.">
            <a:extLst>
              <a:ext uri="{FF2B5EF4-FFF2-40B4-BE49-F238E27FC236}">
                <a16:creationId xmlns:a16="http://schemas.microsoft.com/office/drawing/2014/main" id="{4EE7E6A1-F8F6-E054-7A7F-F7260AB96AF5}"/>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CA09863-DD97-D6AA-E3B1-66CE66CFF6E0}"/>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2FDC5824-CC55-0A85-D6E4-C9C4A8EFFED2}"/>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29B04FFD-1D47-7120-CCFB-43FC2D04492D}"/>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B67CA604-DC92-2360-CD54-8BE3575B0276}"/>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Hacer…</a:t>
            </a:r>
          </a:p>
        </p:txBody>
      </p:sp>
      <p:pic>
        <p:nvPicPr>
          <p:cNvPr id="12" name="Gráfico 11" descr="Señal de pulgar hacia arriba  con relleno sólido">
            <a:extLst>
              <a:ext uri="{FF2B5EF4-FFF2-40B4-BE49-F238E27FC236}">
                <a16:creationId xmlns:a16="http://schemas.microsoft.com/office/drawing/2014/main" id="{D41DCFCD-6CA7-FD91-40D4-2E0A19EA90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5EDD35A6-9F34-A7D2-A0B2-9947562EB9A4}"/>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58E20DBE-8333-C059-03A3-CD47544C28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2CA09370-4E06-E4DE-5C11-800A0DED1E90}"/>
              </a:ext>
            </a:extLst>
          </p:cNvPr>
          <p:cNvSpPr txBox="1">
            <a:spLocks/>
          </p:cNvSpPr>
          <p:nvPr/>
        </p:nvSpPr>
        <p:spPr>
          <a:xfrm>
            <a:off x="712095" y="1713783"/>
            <a:ext cx="7299141" cy="123822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100" b="0" noProof="0">
                <a:solidFill>
                  <a:schemeClr val="bg1"/>
                </a:solidFill>
              </a:rPr>
              <a:t>Asesorar, entrenar y aprovechar los momentos de </a:t>
            </a:r>
            <a:r>
              <a:rPr lang="es-MX" sz="1100" noProof="0">
                <a:solidFill>
                  <a:schemeClr val="accent6"/>
                </a:solidFill>
              </a:rPr>
              <a:t>enseñanza</a:t>
            </a:r>
          </a:p>
          <a:p>
            <a:pPr marL="285750" indent="-285750" algn="just">
              <a:lnSpc>
                <a:spcPct val="150000"/>
              </a:lnSpc>
              <a:buFont typeface="Arial" panose="020B0604020202020204" pitchFamily="34" charset="0"/>
              <a:buChar char="•"/>
            </a:pPr>
            <a:r>
              <a:rPr lang="es-MX" sz="1100" b="0" noProof="0">
                <a:solidFill>
                  <a:schemeClr val="bg1"/>
                </a:solidFill>
              </a:rPr>
              <a:t>Advierta a los miembros del equipo sobre apresurarse apasionadamente a tener “razón” sobre la solución antes de definir adecuadamente el problema</a:t>
            </a:r>
          </a:p>
          <a:p>
            <a:pPr marL="285750" indent="-285750" algn="just">
              <a:lnSpc>
                <a:spcPct val="150000"/>
              </a:lnSpc>
              <a:buFont typeface="Arial" panose="020B0604020202020204" pitchFamily="34" charset="0"/>
              <a:buChar char="•"/>
            </a:pPr>
            <a:r>
              <a:rPr lang="es-MX" sz="1100" b="0" noProof="0">
                <a:solidFill>
                  <a:schemeClr val="bg1"/>
                </a:solidFill>
              </a:rPr>
              <a:t>Permitir que los miembros del equipo resuelvan sus propios problemas</a:t>
            </a:r>
          </a:p>
          <a:p>
            <a:pPr marL="285750" indent="-285750" algn="just">
              <a:lnSpc>
                <a:spcPct val="150000"/>
              </a:lnSpc>
              <a:buFont typeface="Arial" panose="020B0604020202020204" pitchFamily="34" charset="0"/>
              <a:buChar char="•"/>
            </a:pPr>
            <a:r>
              <a:rPr lang="es-MX" sz="1100" b="0" noProof="0">
                <a:solidFill>
                  <a:schemeClr val="bg1"/>
                </a:solidFill>
              </a:rPr>
              <a:t>Fomentar una mente abierta y apertura a muchas posibilidades</a:t>
            </a:r>
          </a:p>
        </p:txBody>
      </p:sp>
      <p:sp>
        <p:nvSpPr>
          <p:cNvPr id="17" name="Title 1">
            <a:extLst>
              <a:ext uri="{FF2B5EF4-FFF2-40B4-BE49-F238E27FC236}">
                <a16:creationId xmlns:a16="http://schemas.microsoft.com/office/drawing/2014/main" id="{ACD428F9-2178-0CBE-8708-E1196F18646E}"/>
              </a:ext>
            </a:extLst>
          </p:cNvPr>
          <p:cNvSpPr txBox="1">
            <a:spLocks/>
          </p:cNvSpPr>
          <p:nvPr/>
        </p:nvSpPr>
        <p:spPr>
          <a:xfrm>
            <a:off x="712095" y="3655236"/>
            <a:ext cx="7299141" cy="45480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dirty="0">
                <a:solidFill>
                  <a:schemeClr val="bg1"/>
                </a:solidFill>
              </a:rPr>
              <a:t>Permitir que los miembros del equipo finjan que saben algo sobre la situación sin ir al </a:t>
            </a:r>
            <a:r>
              <a:rPr lang="es-MX" sz="1050" noProof="0" dirty="0" err="1">
                <a:solidFill>
                  <a:schemeClr val="accent6"/>
                </a:solidFill>
              </a:rPr>
              <a:t>Genba</a:t>
            </a:r>
            <a:r>
              <a:rPr lang="es-MX" sz="1050" b="0" noProof="0" dirty="0">
                <a:solidFill>
                  <a:schemeClr val="bg1"/>
                </a:solidFill>
              </a:rPr>
              <a:t> para obtener un conocimiento preciso y directo</a:t>
            </a:r>
          </a:p>
        </p:txBody>
      </p:sp>
      <p:sp>
        <p:nvSpPr>
          <p:cNvPr id="2" name="Rectángulo 1">
            <a:extLst>
              <a:ext uri="{FF2B5EF4-FFF2-40B4-BE49-F238E27FC236}">
                <a16:creationId xmlns:a16="http://schemas.microsoft.com/office/drawing/2014/main" id="{841EA221-B30F-FCEE-C6C8-D47345DE1140}"/>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Lamina para lideres</a:t>
            </a:r>
          </a:p>
        </p:txBody>
      </p:sp>
    </p:spTree>
    <p:extLst>
      <p:ext uri="{BB962C8B-B14F-4D97-AF65-F5344CB8AC3E}">
        <p14:creationId xmlns:p14="http://schemas.microsoft.com/office/powerpoint/2010/main" val="441287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3726-D4EC-FE49-A60A-761E55246D51}"/>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C8958F6C-9CA6-151F-9FB7-1C46F6E0D1E1}"/>
              </a:ext>
            </a:extLst>
          </p:cNvPr>
          <p:cNvSpPr/>
          <p:nvPr/>
        </p:nvSpPr>
        <p:spPr>
          <a:xfrm>
            <a:off x="706073" y="1289125"/>
            <a:ext cx="1879473" cy="78067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Ellipse 32">
            <a:extLst>
              <a:ext uri="{FF2B5EF4-FFF2-40B4-BE49-F238E27FC236}">
                <a16:creationId xmlns:a16="http://schemas.microsoft.com/office/drawing/2014/main" id="{1018C119-B399-021B-7034-62C129278258}"/>
              </a:ext>
            </a:extLst>
          </p:cNvPr>
          <p:cNvSpPr>
            <a:spLocks/>
          </p:cNvSpPr>
          <p:nvPr/>
        </p:nvSpPr>
        <p:spPr bwMode="gray">
          <a:xfrm flipH="1">
            <a:off x="1396126" y="2945327"/>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sp>
        <p:nvSpPr>
          <p:cNvPr id="2" name="Title 1">
            <a:extLst>
              <a:ext uri="{FF2B5EF4-FFF2-40B4-BE49-F238E27FC236}">
                <a16:creationId xmlns:a16="http://schemas.microsoft.com/office/drawing/2014/main" id="{A36A9BFD-A1B6-E678-B7E7-F52B88126E97}"/>
              </a:ext>
            </a:extLst>
          </p:cNvPr>
          <p:cNvSpPr>
            <a:spLocks noGrp="1"/>
          </p:cNvSpPr>
          <p:nvPr>
            <p:ph type="title"/>
          </p:nvPr>
        </p:nvSpPr>
        <p:spPr>
          <a:xfrm>
            <a:off x="330993" y="313420"/>
            <a:ext cx="8482014" cy="307777"/>
          </a:xfrm>
        </p:spPr>
        <p:txBody>
          <a:bodyPr/>
          <a:lstStyle/>
          <a:p>
            <a:pPr algn="ctr"/>
            <a:r>
              <a:rPr lang="es-MX" noProof="0"/>
              <a:t>Armar los equipos</a:t>
            </a:r>
          </a:p>
        </p:txBody>
      </p:sp>
      <p:sp>
        <p:nvSpPr>
          <p:cNvPr id="3" name="CuadroTexto 7">
            <a:extLst>
              <a:ext uri="{FF2B5EF4-FFF2-40B4-BE49-F238E27FC236}">
                <a16:creationId xmlns:a16="http://schemas.microsoft.com/office/drawing/2014/main" id="{C965502B-CD2B-9656-39C6-940001FED05F}"/>
              </a:ext>
            </a:extLst>
          </p:cNvPr>
          <p:cNvSpPr txBox="1"/>
          <p:nvPr/>
        </p:nvSpPr>
        <p:spPr>
          <a:xfrm>
            <a:off x="2888725" y="534406"/>
            <a:ext cx="384539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s-MX" sz="1100" b="1" noProof="0">
                <a:solidFill>
                  <a:schemeClr val="accent6"/>
                </a:solidFill>
              </a:rPr>
              <a:t>Colaboración efectiva para resolver problemas</a:t>
            </a:r>
          </a:p>
          <a:p>
            <a:pPr marL="171450" indent="-171450" algn="just">
              <a:lnSpc>
                <a:spcPct val="150000"/>
              </a:lnSpc>
              <a:buFont typeface="Arial" panose="020B0604020202020204" pitchFamily="34" charset="0"/>
              <a:buChar char="•"/>
            </a:pPr>
            <a:endParaRPr lang="es-MX" sz="1100" noProof="0">
              <a:solidFill>
                <a:schemeClr val="accent6"/>
              </a:solidFill>
            </a:endParaRPr>
          </a:p>
          <a:p>
            <a:pPr algn="just"/>
            <a:endParaRPr lang="es-MX" sz="1100" noProof="0">
              <a:solidFill>
                <a:schemeClr val="tx1"/>
              </a:solidFill>
            </a:endParaRPr>
          </a:p>
        </p:txBody>
      </p:sp>
      <p:sp>
        <p:nvSpPr>
          <p:cNvPr id="15" name="Ellipse 32">
            <a:extLst>
              <a:ext uri="{FF2B5EF4-FFF2-40B4-BE49-F238E27FC236}">
                <a16:creationId xmlns:a16="http://schemas.microsoft.com/office/drawing/2014/main" id="{5415C7CC-C833-7F32-0F9F-21F79580CC5A}"/>
              </a:ext>
            </a:extLst>
          </p:cNvPr>
          <p:cNvSpPr>
            <a:spLocks/>
          </p:cNvSpPr>
          <p:nvPr/>
        </p:nvSpPr>
        <p:spPr bwMode="gray">
          <a:xfrm flipH="1">
            <a:off x="3958440" y="1190198"/>
            <a:ext cx="922804" cy="894327"/>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6" name="Gráfico 15" descr="Usuario con relleno sólido">
            <a:extLst>
              <a:ext uri="{FF2B5EF4-FFF2-40B4-BE49-F238E27FC236}">
                <a16:creationId xmlns:a16="http://schemas.microsoft.com/office/drawing/2014/main" id="{069D4F0E-4291-CD3E-190F-06E3FB9D52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40092" y="1233189"/>
            <a:ext cx="796726" cy="796726"/>
          </a:xfrm>
          <a:prstGeom prst="rect">
            <a:avLst/>
          </a:prstGeom>
        </p:spPr>
      </p:pic>
      <p:pic>
        <p:nvPicPr>
          <p:cNvPr id="17" name="Gráfico 16" descr="Excelente con relleno sólido">
            <a:extLst>
              <a:ext uri="{FF2B5EF4-FFF2-40B4-BE49-F238E27FC236}">
                <a16:creationId xmlns:a16="http://schemas.microsoft.com/office/drawing/2014/main" id="{AF6E5264-708B-AB9F-0EAC-2075B8291F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78994" y="1577519"/>
            <a:ext cx="341495" cy="341495"/>
          </a:xfrm>
          <a:prstGeom prst="rect">
            <a:avLst/>
          </a:prstGeom>
        </p:spPr>
      </p:pic>
      <p:sp>
        <p:nvSpPr>
          <p:cNvPr id="18" name="Title 1">
            <a:extLst>
              <a:ext uri="{FF2B5EF4-FFF2-40B4-BE49-F238E27FC236}">
                <a16:creationId xmlns:a16="http://schemas.microsoft.com/office/drawing/2014/main" id="{D8642FE2-AFAC-D93D-B4A0-B567DC710C67}"/>
              </a:ext>
            </a:extLst>
          </p:cNvPr>
          <p:cNvSpPr txBox="1">
            <a:spLocks/>
          </p:cNvSpPr>
          <p:nvPr/>
        </p:nvSpPr>
        <p:spPr>
          <a:xfrm>
            <a:off x="3434946" y="2198023"/>
            <a:ext cx="2088096"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200" noProof="0"/>
              <a:t>El dueño del proceso </a:t>
            </a:r>
            <a:r>
              <a:rPr lang="es-MX" sz="1200" b="0" noProof="0"/>
              <a:t>es el líder del </a:t>
            </a:r>
            <a:r>
              <a:rPr lang="es-MX" sz="1200" b="0" noProof="0" err="1"/>
              <a:t>problem</a:t>
            </a:r>
            <a:r>
              <a:rPr lang="es-MX" sz="1200" b="0" noProof="0"/>
              <a:t> </a:t>
            </a:r>
            <a:r>
              <a:rPr lang="es-MX" sz="1200" b="0" noProof="0" err="1"/>
              <a:t>solving</a:t>
            </a:r>
            <a:r>
              <a:rPr lang="es-MX" sz="1200" b="0" noProof="0"/>
              <a:t> </a:t>
            </a:r>
          </a:p>
        </p:txBody>
      </p:sp>
      <p:sp>
        <p:nvSpPr>
          <p:cNvPr id="20" name="Ellipse 32">
            <a:extLst>
              <a:ext uri="{FF2B5EF4-FFF2-40B4-BE49-F238E27FC236}">
                <a16:creationId xmlns:a16="http://schemas.microsoft.com/office/drawing/2014/main" id="{5E32735C-A903-048D-E0D0-451951462834}"/>
              </a:ext>
            </a:extLst>
          </p:cNvPr>
          <p:cNvSpPr>
            <a:spLocks/>
          </p:cNvSpPr>
          <p:nvPr/>
        </p:nvSpPr>
        <p:spPr bwMode="gray">
          <a:xfrm flipH="1">
            <a:off x="6847857" y="1272391"/>
            <a:ext cx="650333" cy="646622"/>
          </a:xfrm>
          <a:prstGeom prst="ellipse">
            <a:avLst/>
          </a:prstGeom>
          <a:solidFill>
            <a:srgbClr val="FF6600"/>
          </a:solidFill>
          <a:ln w="38100" cap="rnd">
            <a:solidFill>
              <a:schemeClr val="accent6"/>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s-MX" sz="1349" noProof="0">
              <a:solidFill>
                <a:schemeClr val="accent5"/>
              </a:solidFill>
            </a:endParaRPr>
          </a:p>
        </p:txBody>
      </p:sp>
      <p:sp>
        <p:nvSpPr>
          <p:cNvPr id="21" name="Title 1">
            <a:extLst>
              <a:ext uri="{FF2B5EF4-FFF2-40B4-BE49-F238E27FC236}">
                <a16:creationId xmlns:a16="http://schemas.microsoft.com/office/drawing/2014/main" id="{6E6A3AC0-75D4-E446-D6A0-DAB92A05B134}"/>
              </a:ext>
            </a:extLst>
          </p:cNvPr>
          <p:cNvSpPr txBox="1">
            <a:spLocks/>
          </p:cNvSpPr>
          <p:nvPr/>
        </p:nvSpPr>
        <p:spPr>
          <a:xfrm>
            <a:off x="6347284" y="1315607"/>
            <a:ext cx="1651478"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3600" noProof="0"/>
              <a:t>4</a:t>
            </a:r>
          </a:p>
        </p:txBody>
      </p:sp>
      <p:sp>
        <p:nvSpPr>
          <p:cNvPr id="22" name="Title 1">
            <a:extLst>
              <a:ext uri="{FF2B5EF4-FFF2-40B4-BE49-F238E27FC236}">
                <a16:creationId xmlns:a16="http://schemas.microsoft.com/office/drawing/2014/main" id="{4A22CEE0-56FD-6BD6-31D9-59BBFE5B7202}"/>
              </a:ext>
            </a:extLst>
          </p:cNvPr>
          <p:cNvSpPr txBox="1">
            <a:spLocks/>
          </p:cNvSpPr>
          <p:nvPr/>
        </p:nvSpPr>
        <p:spPr>
          <a:xfrm>
            <a:off x="7724335" y="1377163"/>
            <a:ext cx="1651478"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1400" noProof="0"/>
              <a:t>Máximo </a:t>
            </a:r>
            <a:endParaRPr lang="es-MX" sz="1400" b="0" noProof="0"/>
          </a:p>
          <a:p>
            <a:r>
              <a:rPr lang="es-MX" sz="1400" b="0" noProof="0"/>
              <a:t>4 integrantes </a:t>
            </a:r>
          </a:p>
        </p:txBody>
      </p:sp>
      <p:pic>
        <p:nvPicPr>
          <p:cNvPr id="5" name="Imagen 4" descr="Dibujo de una persona&#10;&#10;El contenido generado por IA puede ser incorrecto.">
            <a:extLst>
              <a:ext uri="{FF2B5EF4-FFF2-40B4-BE49-F238E27FC236}">
                <a16:creationId xmlns:a16="http://schemas.microsoft.com/office/drawing/2014/main" id="{7A22BFC9-6FA5-AC88-F26E-60FC1B7694BF}"/>
              </a:ext>
            </a:extLst>
          </p:cNvPr>
          <p:cNvPicPr>
            <a:picLocks noChangeAspect="1"/>
          </p:cNvPicPr>
          <p:nvPr/>
        </p:nvPicPr>
        <p:blipFill>
          <a:blip r:embed="rId4"/>
          <a:stretch>
            <a:fillRect/>
          </a:stretch>
        </p:blipFill>
        <p:spPr>
          <a:xfrm>
            <a:off x="8661417" y="109943"/>
            <a:ext cx="466952" cy="466952"/>
          </a:xfrm>
          <a:prstGeom prst="rect">
            <a:avLst/>
          </a:prstGeom>
        </p:spPr>
      </p:pic>
      <p:pic>
        <p:nvPicPr>
          <p:cNvPr id="6" name="Gráfico 5" descr="Usuario con relleno sólido">
            <a:extLst>
              <a:ext uri="{FF2B5EF4-FFF2-40B4-BE49-F238E27FC236}">
                <a16:creationId xmlns:a16="http://schemas.microsoft.com/office/drawing/2014/main" id="{90D792BB-130C-7A22-74E5-F6E53AC7C9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76916" y="2973277"/>
            <a:ext cx="796726" cy="796726"/>
          </a:xfrm>
          <a:prstGeom prst="rect">
            <a:avLst/>
          </a:prstGeom>
        </p:spPr>
      </p:pic>
      <p:sp>
        <p:nvSpPr>
          <p:cNvPr id="12" name="Ellipse 32">
            <a:extLst>
              <a:ext uri="{FF2B5EF4-FFF2-40B4-BE49-F238E27FC236}">
                <a16:creationId xmlns:a16="http://schemas.microsoft.com/office/drawing/2014/main" id="{82586AAA-10FF-58A5-EA43-C009CF152CFC}"/>
              </a:ext>
            </a:extLst>
          </p:cNvPr>
          <p:cNvSpPr>
            <a:spLocks/>
          </p:cNvSpPr>
          <p:nvPr/>
        </p:nvSpPr>
        <p:spPr bwMode="gray">
          <a:xfrm flipH="1">
            <a:off x="3977053" y="2945327"/>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13" name="Gráfico 12" descr="Usuario con relleno sólido">
            <a:extLst>
              <a:ext uri="{FF2B5EF4-FFF2-40B4-BE49-F238E27FC236}">
                <a16:creationId xmlns:a16="http://schemas.microsoft.com/office/drawing/2014/main" id="{56F7E58C-C9B7-4EFD-7391-424E042DD7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57843" y="2973277"/>
            <a:ext cx="796726" cy="796726"/>
          </a:xfrm>
          <a:prstGeom prst="rect">
            <a:avLst/>
          </a:prstGeom>
        </p:spPr>
      </p:pic>
      <p:sp>
        <p:nvSpPr>
          <p:cNvPr id="24" name="Ellipse 32">
            <a:extLst>
              <a:ext uri="{FF2B5EF4-FFF2-40B4-BE49-F238E27FC236}">
                <a16:creationId xmlns:a16="http://schemas.microsoft.com/office/drawing/2014/main" id="{24015706-ABFC-725E-F8AF-7519529A9BCF}"/>
              </a:ext>
            </a:extLst>
          </p:cNvPr>
          <p:cNvSpPr>
            <a:spLocks/>
          </p:cNvSpPr>
          <p:nvPr/>
        </p:nvSpPr>
        <p:spPr bwMode="gray">
          <a:xfrm flipH="1">
            <a:off x="6557980" y="2943011"/>
            <a:ext cx="922804" cy="894327"/>
          </a:xfrm>
          <a:prstGeom prst="ellipse">
            <a:avLst/>
          </a:prstGeom>
          <a:solidFill>
            <a:schemeClr val="accent5"/>
          </a:solidFill>
          <a:ln w="38100" cap="rnd">
            <a:solidFill>
              <a:schemeClr val="accent5"/>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t"/>
          <a:lstStyle/>
          <a:p>
            <a:pPr algn="ctr">
              <a:defRPr/>
            </a:pPr>
            <a:endParaRPr lang="es-MX" sz="1349" noProof="0">
              <a:solidFill>
                <a:schemeClr val="accent5"/>
              </a:solidFill>
            </a:endParaRPr>
          </a:p>
        </p:txBody>
      </p:sp>
      <p:pic>
        <p:nvPicPr>
          <p:cNvPr id="25" name="Gráfico 24" descr="Usuario con relleno sólido">
            <a:extLst>
              <a:ext uri="{FF2B5EF4-FFF2-40B4-BE49-F238E27FC236}">
                <a16:creationId xmlns:a16="http://schemas.microsoft.com/office/drawing/2014/main" id="{71297A10-8B3B-C6BA-6989-D8B3AF1BD88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38770" y="2970961"/>
            <a:ext cx="796726" cy="796726"/>
          </a:xfrm>
          <a:prstGeom prst="rect">
            <a:avLst/>
          </a:prstGeom>
        </p:spPr>
      </p:pic>
      <p:sp>
        <p:nvSpPr>
          <p:cNvPr id="26" name="Title 1">
            <a:extLst>
              <a:ext uri="{FF2B5EF4-FFF2-40B4-BE49-F238E27FC236}">
                <a16:creationId xmlns:a16="http://schemas.microsoft.com/office/drawing/2014/main" id="{637DA40D-FB78-B66A-05ED-9CF6ED320908}"/>
              </a:ext>
            </a:extLst>
          </p:cNvPr>
          <p:cNvSpPr txBox="1">
            <a:spLocks/>
          </p:cNvSpPr>
          <p:nvPr/>
        </p:nvSpPr>
        <p:spPr>
          <a:xfrm>
            <a:off x="1037222"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Primera línea, </a:t>
            </a:r>
            <a:r>
              <a:rPr lang="es-MX" sz="1400" b="0" noProof="0"/>
              <a:t>Integrante 1</a:t>
            </a:r>
          </a:p>
        </p:txBody>
      </p:sp>
      <p:sp>
        <p:nvSpPr>
          <p:cNvPr id="28" name="Title 1">
            <a:extLst>
              <a:ext uri="{FF2B5EF4-FFF2-40B4-BE49-F238E27FC236}">
                <a16:creationId xmlns:a16="http://schemas.microsoft.com/office/drawing/2014/main" id="{D01E3A49-C8B4-9737-D8FC-5B3CF64FA3E6}"/>
              </a:ext>
            </a:extLst>
          </p:cNvPr>
          <p:cNvSpPr txBox="1">
            <a:spLocks/>
          </p:cNvSpPr>
          <p:nvPr/>
        </p:nvSpPr>
        <p:spPr>
          <a:xfrm>
            <a:off x="491160" y="1464020"/>
            <a:ext cx="2309298"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Equipos pequeños</a:t>
            </a:r>
            <a:r>
              <a:rPr lang="es-MX" sz="1400" noProof="0"/>
              <a:t>, </a:t>
            </a:r>
            <a:r>
              <a:rPr lang="es-MX" sz="1400" noProof="0">
                <a:solidFill>
                  <a:schemeClr val="accent6"/>
                </a:solidFill>
              </a:rPr>
              <a:t>impacto grande</a:t>
            </a:r>
            <a:endParaRPr lang="es-MX" sz="1400" b="0" noProof="0">
              <a:solidFill>
                <a:schemeClr val="accent6"/>
              </a:solidFill>
            </a:endParaRPr>
          </a:p>
        </p:txBody>
      </p:sp>
      <p:sp>
        <p:nvSpPr>
          <p:cNvPr id="4" name="Title 1">
            <a:extLst>
              <a:ext uri="{FF2B5EF4-FFF2-40B4-BE49-F238E27FC236}">
                <a16:creationId xmlns:a16="http://schemas.microsoft.com/office/drawing/2014/main" id="{F28B270C-F5BC-0A1F-C49B-EF337D032A95}"/>
              </a:ext>
            </a:extLst>
          </p:cNvPr>
          <p:cNvSpPr txBox="1">
            <a:spLocks/>
          </p:cNvSpPr>
          <p:nvPr/>
        </p:nvSpPr>
        <p:spPr>
          <a:xfrm>
            <a:off x="3635900"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Primera línea, </a:t>
            </a:r>
            <a:r>
              <a:rPr lang="es-MX" sz="1400" b="0" noProof="0"/>
              <a:t>Integrante 2</a:t>
            </a:r>
          </a:p>
        </p:txBody>
      </p:sp>
      <p:sp>
        <p:nvSpPr>
          <p:cNvPr id="7" name="Title 1">
            <a:extLst>
              <a:ext uri="{FF2B5EF4-FFF2-40B4-BE49-F238E27FC236}">
                <a16:creationId xmlns:a16="http://schemas.microsoft.com/office/drawing/2014/main" id="{C4293AC5-D446-8897-695A-EC007417DC33}"/>
              </a:ext>
            </a:extLst>
          </p:cNvPr>
          <p:cNvSpPr txBox="1">
            <a:spLocks/>
          </p:cNvSpPr>
          <p:nvPr/>
        </p:nvSpPr>
        <p:spPr>
          <a:xfrm>
            <a:off x="6216827" y="3957106"/>
            <a:ext cx="164061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t>Primera línea, </a:t>
            </a:r>
            <a:r>
              <a:rPr lang="es-MX" sz="1400" b="0" noProof="0"/>
              <a:t>Integrante 3</a:t>
            </a:r>
          </a:p>
        </p:txBody>
      </p:sp>
    </p:spTree>
    <p:extLst>
      <p:ext uri="{BB962C8B-B14F-4D97-AF65-F5344CB8AC3E}">
        <p14:creationId xmlns:p14="http://schemas.microsoft.com/office/powerpoint/2010/main" val="2529051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4F42-3A1A-8B25-559D-8061B0A48D9A}"/>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B6DB3A6A-3086-C52D-2284-AE9011D6E4F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806A655A-2504-C466-8A9D-D28CB8F8796E}"/>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6CFE50A1-75CA-9C23-49D4-E6F3E6AB2801}"/>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A6164A7A-11C9-E06F-96B7-30C2A23A083F}"/>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9CB40453-4C42-79B7-6AC4-0B7CF59BC7BD}"/>
              </a:ext>
            </a:extLst>
          </p:cNvPr>
          <p:cNvSpPr>
            <a:spLocks noGrp="1"/>
          </p:cNvSpPr>
          <p:nvPr>
            <p:ph type="title"/>
          </p:nvPr>
        </p:nvSpPr>
        <p:spPr>
          <a:xfrm>
            <a:off x="330993" y="313420"/>
            <a:ext cx="8482014" cy="307777"/>
          </a:xfrm>
        </p:spPr>
        <p:txBody>
          <a:bodyPr/>
          <a:lstStyle/>
          <a:p>
            <a:pPr algn="ctr"/>
            <a:r>
              <a:rPr lang="es-MX" noProof="0" dirty="0"/>
              <a:t>Actividad 5</a:t>
            </a:r>
          </a:p>
        </p:txBody>
      </p:sp>
      <p:sp>
        <p:nvSpPr>
          <p:cNvPr id="3" name="CuadroTexto 7">
            <a:extLst>
              <a:ext uri="{FF2B5EF4-FFF2-40B4-BE49-F238E27FC236}">
                <a16:creationId xmlns:a16="http://schemas.microsoft.com/office/drawing/2014/main" id="{0FACDADF-1B50-8219-60BE-C834A4EEC201}"/>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Equipo de solucionadores de problemas</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4F405EEF-267A-3F50-5028-EFDD02331E7D}"/>
              </a:ext>
            </a:extLst>
          </p:cNvPr>
          <p:cNvSpPr txBox="1">
            <a:spLocks/>
          </p:cNvSpPr>
          <p:nvPr/>
        </p:nvSpPr>
        <p:spPr>
          <a:xfrm>
            <a:off x="6440965" y="2802820"/>
            <a:ext cx="1657776"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Presentación de propuesta</a:t>
            </a:r>
          </a:p>
        </p:txBody>
      </p:sp>
      <p:pic>
        <p:nvPicPr>
          <p:cNvPr id="5" name="Imagen 4" descr="Dibujo de una persona&#10;&#10;El contenido generado por IA puede ser incorrecto.">
            <a:extLst>
              <a:ext uri="{FF2B5EF4-FFF2-40B4-BE49-F238E27FC236}">
                <a16:creationId xmlns:a16="http://schemas.microsoft.com/office/drawing/2014/main" id="{61E40D93-EA10-3B26-7584-8D734BE964FE}"/>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FA80A672-20E2-8200-E102-1B9C671ED69F}"/>
              </a:ext>
            </a:extLst>
          </p:cNvPr>
          <p:cNvSpPr txBox="1">
            <a:spLocks/>
          </p:cNvSpPr>
          <p:nvPr/>
        </p:nvSpPr>
        <p:spPr>
          <a:xfrm>
            <a:off x="3861306" y="2802820"/>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Propuesta de equipo</a:t>
            </a:r>
          </a:p>
        </p:txBody>
      </p:sp>
      <p:sp>
        <p:nvSpPr>
          <p:cNvPr id="25" name="CuadroTexto 7">
            <a:extLst>
              <a:ext uri="{FF2B5EF4-FFF2-40B4-BE49-F238E27FC236}">
                <a16:creationId xmlns:a16="http://schemas.microsoft.com/office/drawing/2014/main" id="{2811FE8E-CEBC-9CFC-FD45-CDE76460ACDC}"/>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r>
              <a:rPr lang="es-MX" sz="1100" noProof="0">
                <a:solidFill>
                  <a:schemeClr val="bg1"/>
                </a:solidFill>
              </a:rPr>
              <a:t>Presentación en la próxima sesión la propuesta del equipo que formará parte del </a:t>
            </a:r>
            <a:r>
              <a:rPr lang="es-MX" sz="1100" noProof="0" err="1">
                <a:solidFill>
                  <a:schemeClr val="bg1"/>
                </a:solidFill>
              </a:rPr>
              <a:t>Problem</a:t>
            </a:r>
            <a:r>
              <a:rPr lang="es-MX" sz="1100" noProof="0">
                <a:solidFill>
                  <a:schemeClr val="bg1"/>
                </a:solidFill>
              </a:rPr>
              <a:t> </a:t>
            </a:r>
            <a:r>
              <a:rPr lang="es-MX" sz="1100" noProof="0" err="1">
                <a:solidFill>
                  <a:schemeClr val="bg1"/>
                </a:solidFill>
              </a:rPr>
              <a:t>Solving</a:t>
            </a:r>
            <a:r>
              <a:rPr lang="es-MX" sz="1100" noProof="0">
                <a:solidFill>
                  <a:schemeClr val="bg1"/>
                </a:solidFill>
              </a:rPr>
              <a:t> en el formato de su preferencia (</a:t>
            </a:r>
            <a:r>
              <a:rPr lang="es-MX" sz="1100" noProof="0" err="1">
                <a:solidFill>
                  <a:schemeClr val="bg1"/>
                </a:solidFill>
              </a:rPr>
              <a:t>Power</a:t>
            </a:r>
            <a:r>
              <a:rPr lang="es-MX" sz="1100" noProof="0">
                <a:solidFill>
                  <a:schemeClr val="bg1"/>
                </a:solidFill>
              </a:rPr>
              <a:t> Point, Word, imagen, etc.) </a:t>
            </a:r>
          </a:p>
        </p:txBody>
      </p:sp>
      <p:sp>
        <p:nvSpPr>
          <p:cNvPr id="8" name="Title 1">
            <a:extLst>
              <a:ext uri="{FF2B5EF4-FFF2-40B4-BE49-F238E27FC236}">
                <a16:creationId xmlns:a16="http://schemas.microsoft.com/office/drawing/2014/main" id="{06779C57-FBD1-5207-0D73-E850E6548A91}"/>
              </a:ext>
            </a:extLst>
          </p:cNvPr>
          <p:cNvSpPr txBox="1">
            <a:spLocks/>
          </p:cNvSpPr>
          <p:nvPr/>
        </p:nvSpPr>
        <p:spPr>
          <a:xfrm>
            <a:off x="1392461" y="2802821"/>
            <a:ext cx="968602"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dúos</a:t>
            </a:r>
            <a:endParaRPr lang="es-MX" sz="1400" b="0" noProof="0">
              <a:solidFill>
                <a:schemeClr val="bg1"/>
              </a:solidFill>
            </a:endParaRPr>
          </a:p>
        </p:txBody>
      </p:sp>
      <p:pic>
        <p:nvPicPr>
          <p:cNvPr id="9" name="Gráfico 8" descr="Perfil de hombre con relleno sólido">
            <a:extLst>
              <a:ext uri="{FF2B5EF4-FFF2-40B4-BE49-F238E27FC236}">
                <a16:creationId xmlns:a16="http://schemas.microsoft.com/office/drawing/2014/main" id="{4BB79EE4-2FBF-3088-4443-C8FEDFF9A6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665521"/>
            <a:ext cx="1102058" cy="1102058"/>
          </a:xfrm>
          <a:prstGeom prst="rect">
            <a:avLst/>
          </a:prstGeom>
        </p:spPr>
      </p:pic>
      <p:pic>
        <p:nvPicPr>
          <p:cNvPr id="10" name="Gráfico 9" descr="Perfil de hombre con relleno sólido">
            <a:extLst>
              <a:ext uri="{FF2B5EF4-FFF2-40B4-BE49-F238E27FC236}">
                <a16:creationId xmlns:a16="http://schemas.microsoft.com/office/drawing/2014/main" id="{6F4D96C7-B86F-D8FA-1F73-7D12A5BCF4B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665521"/>
            <a:ext cx="1102058" cy="1102058"/>
          </a:xfrm>
          <a:prstGeom prst="rect">
            <a:avLst/>
          </a:prstGeom>
        </p:spPr>
      </p:pic>
      <p:pic>
        <p:nvPicPr>
          <p:cNvPr id="12" name="Gráfico 11" descr="Pensamiento con relleno sólido">
            <a:extLst>
              <a:ext uri="{FF2B5EF4-FFF2-40B4-BE49-F238E27FC236}">
                <a16:creationId xmlns:a16="http://schemas.microsoft.com/office/drawing/2014/main" id="{B3700D8B-8A74-E297-2348-FD03EB6077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3170" y="1645384"/>
            <a:ext cx="1103517" cy="1103517"/>
          </a:xfrm>
          <a:prstGeom prst="rect">
            <a:avLst/>
          </a:prstGeom>
        </p:spPr>
      </p:pic>
      <p:pic>
        <p:nvPicPr>
          <p:cNvPr id="14" name="Gráfico 13" descr="Maestro con relleno sólido">
            <a:extLst>
              <a:ext uri="{FF2B5EF4-FFF2-40B4-BE49-F238E27FC236}">
                <a16:creationId xmlns:a16="http://schemas.microsoft.com/office/drawing/2014/main" id="{506637EA-DBD7-4EFF-E6BC-CFDC50EA1D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81815" y="1544483"/>
            <a:ext cx="1176076" cy="1176076"/>
          </a:xfrm>
          <a:prstGeom prst="rect">
            <a:avLst/>
          </a:prstGeom>
        </p:spPr>
      </p:pic>
      <p:pic>
        <p:nvPicPr>
          <p:cNvPr id="4" name="Gráfico 3" descr="Cursor con relleno sólido">
            <a:extLst>
              <a:ext uri="{FF2B5EF4-FFF2-40B4-BE49-F238E27FC236}">
                <a16:creationId xmlns:a16="http://schemas.microsoft.com/office/drawing/2014/main" id="{E1AA3F77-8DBA-514C-45A2-9B450C785D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4764" y="4364163"/>
            <a:ext cx="515394" cy="515394"/>
          </a:xfrm>
          <a:prstGeom prst="rect">
            <a:avLst/>
          </a:prstGeom>
        </p:spPr>
      </p:pic>
      <p:sp>
        <p:nvSpPr>
          <p:cNvPr id="7" name="CuadroTexto 6">
            <a:extLst>
              <a:ext uri="{FF2B5EF4-FFF2-40B4-BE49-F238E27FC236}">
                <a16:creationId xmlns:a16="http://schemas.microsoft.com/office/drawing/2014/main" id="{99B00DA1-8A1F-9D0C-324E-6A37025241D8}"/>
              </a:ext>
            </a:extLst>
          </p:cNvPr>
          <p:cNvSpPr txBox="1"/>
          <p:nvPr/>
        </p:nvSpPr>
        <p:spPr>
          <a:xfrm>
            <a:off x="531437" y="3918405"/>
            <a:ext cx="1736278"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Plantilla definición de equipos.</a:t>
            </a:r>
            <a:endParaRPr lang="es-MX" noProof="0">
              <a:solidFill>
                <a:schemeClr val="accent6"/>
              </a:solidFill>
            </a:endParaRPr>
          </a:p>
        </p:txBody>
      </p:sp>
    </p:spTree>
    <p:extLst>
      <p:ext uri="{BB962C8B-B14F-4D97-AF65-F5344CB8AC3E}">
        <p14:creationId xmlns:p14="http://schemas.microsoft.com/office/powerpoint/2010/main" val="985015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9CBD-4FB0-5EFF-79FB-6F72575F189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DD4F6D8-647C-4C9D-89C9-267DA5A234B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4DD4F6D8-647C-4C9D-89C9-267DA5A234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F39EFA7-E7DC-D268-265B-DA1AB9D55D2E}"/>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9BE91294-8949-0F95-D239-E463B7151A55}"/>
              </a:ext>
            </a:extLst>
          </p:cNvPr>
          <p:cNvSpPr>
            <a:spLocks noGrp="1"/>
          </p:cNvSpPr>
          <p:nvPr>
            <p:ph type="subTitle" idx="1"/>
          </p:nvPr>
        </p:nvSpPr>
        <p:spPr>
          <a:xfrm>
            <a:off x="4500665" y="2369320"/>
            <a:ext cx="4174902" cy="292931"/>
          </a:xfrm>
        </p:spPr>
        <p:txBody>
          <a:bodyPr/>
          <a:lstStyle/>
          <a:p>
            <a:pPr>
              <a:buNone/>
            </a:pPr>
            <a:r>
              <a:rPr lang="es-MX" noProof="0" err="1"/>
              <a:t>Problem</a:t>
            </a:r>
            <a:r>
              <a:rPr lang="es-MX" noProof="0"/>
              <a:t> </a:t>
            </a:r>
            <a:r>
              <a:rPr lang="es-MX" noProof="0" err="1"/>
              <a:t>Solving</a:t>
            </a:r>
            <a:r>
              <a:rPr lang="es-MX" noProof="0"/>
              <a:t> </a:t>
            </a:r>
            <a:r>
              <a:rPr lang="es-MX" noProof="0" err="1"/>
              <a:t>System</a:t>
            </a:r>
            <a:r>
              <a:rPr lang="es-MX" noProof="0"/>
              <a:t> (P</a:t>
            </a:r>
            <a:r>
              <a:rPr lang="es-MX" noProof="0">
                <a:solidFill>
                  <a:schemeClr val="accent6"/>
                </a:solidFill>
              </a:rPr>
              <a:t>O</a:t>
            </a:r>
            <a:r>
              <a:rPr lang="es-MX" noProof="0"/>
              <a:t>RT™) </a:t>
            </a:r>
          </a:p>
          <a:p>
            <a:pPr>
              <a:buNone/>
            </a:pPr>
            <a:r>
              <a:rPr lang="es-MX" i="1" noProof="0"/>
              <a:t> </a:t>
            </a:r>
            <a:r>
              <a:rPr lang="es-MX" i="1" noProof="0" err="1"/>
              <a:t>Week</a:t>
            </a:r>
            <a:r>
              <a:rPr lang="es-MX" i="1" noProof="0"/>
              <a:t> 3: </a:t>
            </a:r>
            <a:r>
              <a:rPr lang="es-MX" b="1" i="1" noProof="0">
                <a:solidFill>
                  <a:schemeClr val="accent6"/>
                </a:solidFill>
              </a:rPr>
              <a:t>Observe and </a:t>
            </a:r>
            <a:r>
              <a:rPr lang="es-MX" b="1" i="1" noProof="0" err="1">
                <a:solidFill>
                  <a:schemeClr val="accent6"/>
                </a:solidFill>
              </a:rPr>
              <a:t>analyze</a:t>
            </a:r>
            <a:r>
              <a:rPr lang="es-MX" b="1" i="1" noProof="0">
                <a:solidFill>
                  <a:schemeClr val="accent6"/>
                </a:solidFill>
              </a:rPr>
              <a:t> pt.1</a:t>
            </a: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89AFD712-B1A2-FBD7-5A97-22B460D6B50B}"/>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23025074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84B66-5D76-518F-0710-787C9468D144}"/>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C53B658-429C-9640-3C46-542F2DE4CA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8C53B658-429C-9640-3C46-542F2DE4CA1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E03DAEC-C173-0923-7B3E-69C93A64F28C}"/>
              </a:ext>
            </a:extLst>
          </p:cNvPr>
          <p:cNvSpPr>
            <a:spLocks noGrp="1"/>
          </p:cNvSpPr>
          <p:nvPr>
            <p:ph type="title"/>
          </p:nvPr>
        </p:nvSpPr>
        <p:spPr>
          <a:xfrm>
            <a:off x="135922" y="242102"/>
            <a:ext cx="8789937" cy="307777"/>
          </a:xfrm>
        </p:spPr>
        <p:txBody>
          <a:bodyPr vert="horz"/>
          <a:lstStyle/>
          <a:p>
            <a:pPr algn="ctr"/>
            <a:r>
              <a:rPr lang="es-MX" noProof="0"/>
              <a:t>Formación</a:t>
            </a:r>
          </a:p>
        </p:txBody>
      </p:sp>
      <p:sp>
        <p:nvSpPr>
          <p:cNvPr id="5" name="TextBox 4">
            <a:extLst>
              <a:ext uri="{FF2B5EF4-FFF2-40B4-BE49-F238E27FC236}">
                <a16:creationId xmlns:a16="http://schemas.microsoft.com/office/drawing/2014/main" id="{C1A21B90-09B7-4BF3-10D2-7680BDD32118}"/>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3: Observa y analiza pt.1</a:t>
            </a:r>
          </a:p>
          <a:p>
            <a:pPr>
              <a:spcBef>
                <a:spcPts val="225"/>
              </a:spcBef>
              <a:spcAft>
                <a:spcPts val="225"/>
              </a:spcAft>
              <a:buClr>
                <a:srgbClr val="000000"/>
              </a:buClr>
              <a:defRPr/>
            </a:pP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p>
        </p:txBody>
      </p:sp>
      <p:sp>
        <p:nvSpPr>
          <p:cNvPr id="35" name="TextBox 4">
            <a:extLst>
              <a:ext uri="{FF2B5EF4-FFF2-40B4-BE49-F238E27FC236}">
                <a16:creationId xmlns:a16="http://schemas.microsoft.com/office/drawing/2014/main" id="{0AB310A0-F00A-B522-8608-BA1CA68F0305}"/>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533DF466-1BC8-8146-C8E0-ED86E81000EF}"/>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33EE5A0F-DE32-E574-BE90-DAFC9BF7140E}"/>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TextBox 4">
            <a:extLst>
              <a:ext uri="{FF2B5EF4-FFF2-40B4-BE49-F238E27FC236}">
                <a16:creationId xmlns:a16="http://schemas.microsoft.com/office/drawing/2014/main" id="{19A96254-2D08-2770-925C-64648BB67486}"/>
              </a:ext>
            </a:extLst>
          </p:cNvPr>
          <p:cNvSpPr txBox="1"/>
          <p:nvPr/>
        </p:nvSpPr>
        <p:spPr>
          <a:xfrm>
            <a:off x="289260" y="1238363"/>
            <a:ext cx="4282740"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Presentación de actividad 5: Equipo de solucionadores de problemas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Identificando causas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Diagrama de Ishikawa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6: Ninguna idea es mala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Matriz </a:t>
            </a:r>
            <a:r>
              <a:rPr lang="es-MX" sz="10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multivotación</a:t>
            </a: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7: Avanzando en la búsqueda de la causa raíz</a:t>
            </a:r>
          </a:p>
        </p:txBody>
      </p:sp>
    </p:spTree>
    <p:extLst>
      <p:ext uri="{BB962C8B-B14F-4D97-AF65-F5344CB8AC3E}">
        <p14:creationId xmlns:p14="http://schemas.microsoft.com/office/powerpoint/2010/main" val="2922270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C2A8B-644A-E025-C1D1-FC4F5086C72C}"/>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325C3FAF-68C1-F567-8C3C-DA20EBDDA1EA}"/>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9650B875-3B90-6D7F-4987-E9D56A1E96C7}"/>
              </a:ext>
            </a:extLst>
          </p:cNvPr>
          <p:cNvSpPr>
            <a:spLocks noGrp="1"/>
          </p:cNvSpPr>
          <p:nvPr>
            <p:ph type="title"/>
          </p:nvPr>
        </p:nvSpPr>
        <p:spPr>
          <a:xfrm>
            <a:off x="330993" y="313420"/>
            <a:ext cx="8482014" cy="307777"/>
          </a:xfrm>
        </p:spPr>
        <p:txBody>
          <a:bodyPr/>
          <a:lstStyle/>
          <a:p>
            <a:pPr algn="ctr"/>
            <a:r>
              <a:rPr lang="es-MX" noProof="0" dirty="0"/>
              <a:t>Presentación de actividad 5</a:t>
            </a:r>
          </a:p>
        </p:txBody>
      </p:sp>
      <p:sp>
        <p:nvSpPr>
          <p:cNvPr id="3" name="CuadroTexto 7">
            <a:extLst>
              <a:ext uri="{FF2B5EF4-FFF2-40B4-BE49-F238E27FC236}">
                <a16:creationId xmlns:a16="http://schemas.microsoft.com/office/drawing/2014/main" id="{DAD6B9CB-2CC8-FE01-420A-5EFC98E615F2}"/>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Equipo de solucionadores de problemas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85A4F4D-21A6-3A5F-52D4-79CE3FB3AE39}"/>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0B894DC9-D021-BE26-85BA-4E12306392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2024" y="1738012"/>
            <a:ext cx="1176076" cy="1176076"/>
          </a:xfrm>
          <a:prstGeom prst="rect">
            <a:avLst/>
          </a:prstGeom>
        </p:spPr>
      </p:pic>
      <p:sp>
        <p:nvSpPr>
          <p:cNvPr id="13" name="CuadroTexto 12">
            <a:extLst>
              <a:ext uri="{FF2B5EF4-FFF2-40B4-BE49-F238E27FC236}">
                <a16:creationId xmlns:a16="http://schemas.microsoft.com/office/drawing/2014/main" id="{8A891E44-E244-FF0D-EC8E-8CBBD5DF9565}"/>
              </a:ext>
            </a:extLst>
          </p:cNvPr>
          <p:cNvSpPr txBox="1"/>
          <p:nvPr/>
        </p:nvSpPr>
        <p:spPr>
          <a:xfrm>
            <a:off x="2094104" y="1790162"/>
            <a:ext cx="4696310"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dirty="0">
                <a:solidFill>
                  <a:schemeClr val="bg1"/>
                </a:solidFill>
              </a:rPr>
              <a:t>¿Cuáles son los miembros del equipo?</a:t>
            </a:r>
          </a:p>
          <a:p>
            <a:pPr marL="171450" indent="-171450" algn="just">
              <a:lnSpc>
                <a:spcPct val="200000"/>
              </a:lnSpc>
              <a:buFont typeface="Wingdings" panose="05000000000000000000" pitchFamily="2" charset="2"/>
              <a:buChar char="Ø"/>
            </a:pPr>
            <a:r>
              <a:rPr lang="es-MX" sz="1400" noProof="0" dirty="0">
                <a:solidFill>
                  <a:schemeClr val="bg1"/>
                </a:solidFill>
              </a:rPr>
              <a:t>¿Qué función tienen en la organización?</a:t>
            </a:r>
          </a:p>
          <a:p>
            <a:pPr marL="171450" indent="-171450" algn="just">
              <a:lnSpc>
                <a:spcPct val="200000"/>
              </a:lnSpc>
              <a:buFont typeface="Wingdings" panose="05000000000000000000" pitchFamily="2" charset="2"/>
              <a:buChar char="Ø"/>
            </a:pPr>
            <a:r>
              <a:rPr lang="es-MX" sz="1400" noProof="0" dirty="0">
                <a:solidFill>
                  <a:schemeClr val="bg1"/>
                </a:solidFill>
              </a:rPr>
              <a:t>¿Por qué consideran que son las personas adecuadas para participar en la resolución del problema?</a:t>
            </a:r>
          </a:p>
        </p:txBody>
      </p:sp>
      <p:sp>
        <p:nvSpPr>
          <p:cNvPr id="17" name="Rectángulo: esquinas redondeadas 16">
            <a:extLst>
              <a:ext uri="{FF2B5EF4-FFF2-40B4-BE49-F238E27FC236}">
                <a16:creationId xmlns:a16="http://schemas.microsoft.com/office/drawing/2014/main" id="{4F248893-64B5-A239-3C4D-37F81CAB6139}"/>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C2A828AC-C48D-F402-FCEC-E70DECBCF43F}"/>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Minutos por equipo</a:t>
            </a:r>
          </a:p>
        </p:txBody>
      </p:sp>
    </p:spTree>
    <p:extLst>
      <p:ext uri="{BB962C8B-B14F-4D97-AF65-F5344CB8AC3E}">
        <p14:creationId xmlns:p14="http://schemas.microsoft.com/office/powerpoint/2010/main" val="30149199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159E-71BE-2DB2-25AA-38AF5106E0C0}"/>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33C54F7-DD69-6FC1-27B6-394096E0BB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33C54F7-DD69-6FC1-27B6-394096E0BB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870C52F8-C6A6-EC64-44F5-F30DDF7AC7FA}"/>
              </a:ext>
            </a:extLst>
          </p:cNvPr>
          <p:cNvSpPr>
            <a:spLocks noGrp="1"/>
          </p:cNvSpPr>
          <p:nvPr>
            <p:ph type="title"/>
          </p:nvPr>
        </p:nvSpPr>
        <p:spPr>
          <a:xfrm>
            <a:off x="139916" y="225347"/>
            <a:ext cx="8789937" cy="307777"/>
          </a:xfrm>
        </p:spPr>
        <p:txBody>
          <a:bodyPr vert="horz"/>
          <a:lstStyle/>
          <a:p>
            <a:pPr algn="ctr"/>
            <a:r>
              <a:rPr lang="es-MX" noProof="0"/>
              <a:t>Observa y analiza</a:t>
            </a:r>
          </a:p>
        </p:txBody>
      </p:sp>
      <p:sp>
        <p:nvSpPr>
          <p:cNvPr id="35" name="TextBox 4">
            <a:extLst>
              <a:ext uri="{FF2B5EF4-FFF2-40B4-BE49-F238E27FC236}">
                <a16:creationId xmlns:a16="http://schemas.microsoft.com/office/drawing/2014/main" id="{BEDF0DAB-F687-B4E3-B2DF-621D7EE87B5F}"/>
              </a:ext>
            </a:extLst>
          </p:cNvPr>
          <p:cNvSpPr txBox="1"/>
          <p:nvPr/>
        </p:nvSpPr>
        <p:spPr>
          <a:xfrm>
            <a:off x="875174" y="2079442"/>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C98A68C1-4531-88DE-16FF-1AD6AF35CE71}"/>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40E67C27-FB45-8307-D85D-F1C6229BBFFF}"/>
              </a:ext>
            </a:extLst>
          </p:cNvPr>
          <p:cNvSpPr/>
          <p:nvPr/>
        </p:nvSpPr>
        <p:spPr>
          <a:xfrm>
            <a:off x="139916" y="139380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9" name="Rectangle 3">
            <a:extLst>
              <a:ext uri="{FF2B5EF4-FFF2-40B4-BE49-F238E27FC236}">
                <a16:creationId xmlns:a16="http://schemas.microsoft.com/office/drawing/2014/main" id="{774362EA-962F-D9C3-8991-342026368E02}"/>
              </a:ext>
            </a:extLst>
          </p:cNvPr>
          <p:cNvSpPr>
            <a:spLocks/>
          </p:cNvSpPr>
          <p:nvPr/>
        </p:nvSpPr>
        <p:spPr bwMode="gray">
          <a:xfrm>
            <a:off x="296248" y="2200465"/>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Identifica patrones</a:t>
            </a:r>
          </a:p>
        </p:txBody>
      </p:sp>
      <p:sp>
        <p:nvSpPr>
          <p:cNvPr id="22" name="Rectángulo: esquinas redondeadas 21">
            <a:extLst>
              <a:ext uri="{FF2B5EF4-FFF2-40B4-BE49-F238E27FC236}">
                <a16:creationId xmlns:a16="http://schemas.microsoft.com/office/drawing/2014/main" id="{D183B132-BE00-2584-B90C-9ED6C3B1DFA4}"/>
              </a:ext>
            </a:extLst>
          </p:cNvPr>
          <p:cNvSpPr/>
          <p:nvPr/>
        </p:nvSpPr>
        <p:spPr>
          <a:xfrm>
            <a:off x="3657600" y="128154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Rectángulo: esquinas redondeadas 1">
            <a:extLst>
              <a:ext uri="{FF2B5EF4-FFF2-40B4-BE49-F238E27FC236}">
                <a16:creationId xmlns:a16="http://schemas.microsoft.com/office/drawing/2014/main" id="{2A2EB8F9-5EFB-495B-AF1D-35C743D04691}"/>
              </a:ext>
            </a:extLst>
          </p:cNvPr>
          <p:cNvSpPr/>
          <p:nvPr/>
        </p:nvSpPr>
        <p:spPr>
          <a:xfrm>
            <a:off x="1918563" y="139732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3A139818-01CB-1CB6-A75E-3B679B5A4521}"/>
              </a:ext>
            </a:extLst>
          </p:cNvPr>
          <p:cNvSpPr/>
          <p:nvPr/>
        </p:nvSpPr>
        <p:spPr>
          <a:xfrm>
            <a:off x="987474" y="2807679"/>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angle 3">
            <a:extLst>
              <a:ext uri="{FF2B5EF4-FFF2-40B4-BE49-F238E27FC236}">
                <a16:creationId xmlns:a16="http://schemas.microsoft.com/office/drawing/2014/main" id="{41D337B5-2024-3038-F2C8-D4E3B2C26ADD}"/>
              </a:ext>
            </a:extLst>
          </p:cNvPr>
          <p:cNvSpPr>
            <a:spLocks/>
          </p:cNvSpPr>
          <p:nvPr/>
        </p:nvSpPr>
        <p:spPr bwMode="gray">
          <a:xfrm>
            <a:off x="2124479" y="2238107"/>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Valida hechos, no opiniones</a:t>
            </a:r>
          </a:p>
        </p:txBody>
      </p:sp>
      <p:sp>
        <p:nvSpPr>
          <p:cNvPr id="21" name="Rectangle 3">
            <a:extLst>
              <a:ext uri="{FF2B5EF4-FFF2-40B4-BE49-F238E27FC236}">
                <a16:creationId xmlns:a16="http://schemas.microsoft.com/office/drawing/2014/main" id="{54C76240-121E-D831-A71A-FEB28E43FB30}"/>
              </a:ext>
            </a:extLst>
          </p:cNvPr>
          <p:cNvSpPr>
            <a:spLocks/>
          </p:cNvSpPr>
          <p:nvPr/>
        </p:nvSpPr>
        <p:spPr bwMode="gray">
          <a:xfrm>
            <a:off x="1143806" y="3644111"/>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Usa herramientas de análisis</a:t>
            </a:r>
          </a:p>
        </p:txBody>
      </p:sp>
      <p:sp>
        <p:nvSpPr>
          <p:cNvPr id="27" name="Rectángulo: esquinas redondeadas 26">
            <a:extLst>
              <a:ext uri="{FF2B5EF4-FFF2-40B4-BE49-F238E27FC236}">
                <a16:creationId xmlns:a16="http://schemas.microsoft.com/office/drawing/2014/main" id="{3F60C7D0-D734-3263-0E6B-1A30DBE19BB2}"/>
              </a:ext>
            </a:extLst>
          </p:cNvPr>
          <p:cNvSpPr/>
          <p:nvPr/>
        </p:nvSpPr>
        <p:spPr>
          <a:xfrm>
            <a:off x="3657600" y="3974649"/>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Antes de proponer soluciones, observa las causas y analízalas para entender la realidad y evitar suposiciones.</a:t>
            </a:r>
          </a:p>
        </p:txBody>
      </p:sp>
      <p:pic>
        <p:nvPicPr>
          <p:cNvPr id="6" name="Gráfico 5" descr="Lupa con relleno sólido">
            <a:extLst>
              <a:ext uri="{FF2B5EF4-FFF2-40B4-BE49-F238E27FC236}">
                <a16:creationId xmlns:a16="http://schemas.microsoft.com/office/drawing/2014/main" id="{6E3F22D2-0AAA-4672-2AA9-B185C8ECD02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297" y="1397321"/>
            <a:ext cx="791294" cy="791294"/>
          </a:xfrm>
          <a:prstGeom prst="rect">
            <a:avLst/>
          </a:prstGeom>
        </p:spPr>
      </p:pic>
      <p:pic>
        <p:nvPicPr>
          <p:cNvPr id="9" name="Gráfico 8" descr="Documento con relleno sólido">
            <a:extLst>
              <a:ext uri="{FF2B5EF4-FFF2-40B4-BE49-F238E27FC236}">
                <a16:creationId xmlns:a16="http://schemas.microsoft.com/office/drawing/2014/main" id="{00DE3049-3277-7D2B-D6A4-520ACCE68BF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17450" y="1445044"/>
            <a:ext cx="781773" cy="781773"/>
          </a:xfrm>
          <a:prstGeom prst="rect">
            <a:avLst/>
          </a:prstGeom>
        </p:spPr>
      </p:pic>
      <p:sp>
        <p:nvSpPr>
          <p:cNvPr id="15" name="Rectángulo 14">
            <a:extLst>
              <a:ext uri="{FF2B5EF4-FFF2-40B4-BE49-F238E27FC236}">
                <a16:creationId xmlns:a16="http://schemas.microsoft.com/office/drawing/2014/main" id="{254EF575-9BFE-8C99-9E61-DF1C1AB1DC6D}"/>
              </a:ext>
            </a:extLst>
          </p:cNvPr>
          <p:cNvSpPr/>
          <p:nvPr/>
        </p:nvSpPr>
        <p:spPr>
          <a:xfrm flipV="1">
            <a:off x="1419174" y="2878386"/>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3" name="Rectángulo 22">
            <a:extLst>
              <a:ext uri="{FF2B5EF4-FFF2-40B4-BE49-F238E27FC236}">
                <a16:creationId xmlns:a16="http://schemas.microsoft.com/office/drawing/2014/main" id="{E950A9D9-1FAC-C755-6172-2F44467B337D}"/>
              </a:ext>
            </a:extLst>
          </p:cNvPr>
          <p:cNvSpPr/>
          <p:nvPr/>
        </p:nvSpPr>
        <p:spPr>
          <a:xfrm flipV="1">
            <a:off x="1421690" y="3034975"/>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9" name="Rectángulo 28">
            <a:extLst>
              <a:ext uri="{FF2B5EF4-FFF2-40B4-BE49-F238E27FC236}">
                <a16:creationId xmlns:a16="http://schemas.microsoft.com/office/drawing/2014/main" id="{ACEFA241-F0DD-94F1-B707-23FD5747A493}"/>
              </a:ext>
            </a:extLst>
          </p:cNvPr>
          <p:cNvSpPr/>
          <p:nvPr/>
        </p:nvSpPr>
        <p:spPr>
          <a:xfrm flipV="1">
            <a:off x="1421689" y="3194859"/>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0" name="Rectángulo 29">
            <a:extLst>
              <a:ext uri="{FF2B5EF4-FFF2-40B4-BE49-F238E27FC236}">
                <a16:creationId xmlns:a16="http://schemas.microsoft.com/office/drawing/2014/main" id="{3C8A6B66-35DA-B387-7127-9E143956476A}"/>
              </a:ext>
            </a:extLst>
          </p:cNvPr>
          <p:cNvSpPr/>
          <p:nvPr/>
        </p:nvSpPr>
        <p:spPr>
          <a:xfrm flipV="1">
            <a:off x="1421688" y="3348521"/>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1" name="Rectángulo 30">
            <a:extLst>
              <a:ext uri="{FF2B5EF4-FFF2-40B4-BE49-F238E27FC236}">
                <a16:creationId xmlns:a16="http://schemas.microsoft.com/office/drawing/2014/main" id="{8D7BC58A-A494-B67C-0BDC-18E30C9E7895}"/>
              </a:ext>
            </a:extLst>
          </p:cNvPr>
          <p:cNvSpPr/>
          <p:nvPr/>
        </p:nvSpPr>
        <p:spPr>
          <a:xfrm flipV="1">
            <a:off x="1421688" y="3505372"/>
            <a:ext cx="611220" cy="115117"/>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32" name="Gráfico 31" descr="Flecha lineal: curva con sentido de las agujas del reloj con relleno sólido">
            <a:extLst>
              <a:ext uri="{FF2B5EF4-FFF2-40B4-BE49-F238E27FC236}">
                <a16:creationId xmlns:a16="http://schemas.microsoft.com/office/drawing/2014/main" id="{7B39B037-8055-91ED-F802-7840AC04B8B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9416" y="2912079"/>
            <a:ext cx="183350" cy="161424"/>
          </a:xfrm>
          <a:prstGeom prst="rect">
            <a:avLst/>
          </a:prstGeom>
          <a:effectLst>
            <a:outerShdw blurRad="50800" dist="38100" dir="2700000" algn="tl" rotWithShape="0">
              <a:prstClr val="black">
                <a:alpha val="40000"/>
              </a:prstClr>
            </a:outerShdw>
          </a:effectLst>
        </p:spPr>
      </p:pic>
      <p:pic>
        <p:nvPicPr>
          <p:cNvPr id="33" name="Gráfico 32" descr="Flecha lineal: curva con sentido de las agujas del reloj con relleno sólido">
            <a:extLst>
              <a:ext uri="{FF2B5EF4-FFF2-40B4-BE49-F238E27FC236}">
                <a16:creationId xmlns:a16="http://schemas.microsoft.com/office/drawing/2014/main" id="{4BF43DA1-0745-35B5-8DD9-83856EACA7B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2755" y="2900258"/>
            <a:ext cx="186332" cy="164049"/>
          </a:xfrm>
          <a:prstGeom prst="rect">
            <a:avLst/>
          </a:prstGeom>
          <a:effectLst>
            <a:outerShdw blurRad="50800" dist="38100" dir="2700000" algn="tl" rotWithShape="0">
              <a:prstClr val="black">
                <a:alpha val="40000"/>
              </a:prstClr>
            </a:outerShdw>
          </a:effectLst>
        </p:spPr>
      </p:pic>
      <p:pic>
        <p:nvPicPr>
          <p:cNvPr id="36" name="Gráfico 35" descr="Flecha lineal: curva con sentido de las agujas del reloj con relleno sólido">
            <a:extLst>
              <a:ext uri="{FF2B5EF4-FFF2-40B4-BE49-F238E27FC236}">
                <a16:creationId xmlns:a16="http://schemas.microsoft.com/office/drawing/2014/main" id="{15DFE635-77A6-DAC7-C4D0-86229867FF4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6762" y="3084357"/>
            <a:ext cx="183350" cy="161424"/>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363C6E54-5235-FD11-7266-3BB567C8048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8080" y="3244709"/>
            <a:ext cx="183350" cy="161424"/>
          </a:xfrm>
          <a:prstGeom prst="rect">
            <a:avLst/>
          </a:prstGeom>
          <a:effectLst>
            <a:outerShdw blurRad="50800" dist="38100" dir="2700000" algn="tl" rotWithShape="0">
              <a:prstClr val="black">
                <a:alpha val="40000"/>
              </a:prstClr>
            </a:outerShdw>
          </a:effectLst>
        </p:spPr>
      </p:pic>
      <p:pic>
        <p:nvPicPr>
          <p:cNvPr id="38" name="Gráfico 37" descr="Flecha lineal: curva con sentido de las agujas del reloj con relleno sólido">
            <a:extLst>
              <a:ext uri="{FF2B5EF4-FFF2-40B4-BE49-F238E27FC236}">
                <a16:creationId xmlns:a16="http://schemas.microsoft.com/office/drawing/2014/main" id="{8CA49FFA-B3E2-745B-99F3-D72D2177D9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954590" flipH="1">
            <a:off x="1299398" y="3409037"/>
            <a:ext cx="183350" cy="161424"/>
          </a:xfrm>
          <a:prstGeom prst="rect">
            <a:avLst/>
          </a:prstGeom>
          <a:effectLst>
            <a:outerShdw blurRad="50800" dist="38100" dir="2700000" algn="tl" rotWithShape="0">
              <a:prstClr val="black">
                <a:alpha val="40000"/>
              </a:prstClr>
            </a:outerShdw>
          </a:effectLst>
        </p:spPr>
      </p:pic>
      <p:pic>
        <p:nvPicPr>
          <p:cNvPr id="39" name="Gráfico 38" descr="Flecha lineal: curva con sentido de las agujas del reloj con relleno sólido">
            <a:extLst>
              <a:ext uri="{FF2B5EF4-FFF2-40B4-BE49-F238E27FC236}">
                <a16:creationId xmlns:a16="http://schemas.microsoft.com/office/drawing/2014/main" id="{6220A9D7-B566-166C-12B8-9D2F4EF891F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8048" y="3072538"/>
            <a:ext cx="186332" cy="164049"/>
          </a:xfrm>
          <a:prstGeom prst="rect">
            <a:avLst/>
          </a:prstGeom>
          <a:effectLst>
            <a:outerShdw blurRad="50800" dist="38100" dir="2700000" algn="tl" rotWithShape="0">
              <a:prstClr val="black">
                <a:alpha val="40000"/>
              </a:prstClr>
            </a:outerShdw>
          </a:effectLst>
        </p:spPr>
      </p:pic>
      <p:pic>
        <p:nvPicPr>
          <p:cNvPr id="40" name="Gráfico 39" descr="Flecha lineal: curva con sentido de las agujas del reloj con relleno sólido">
            <a:extLst>
              <a:ext uri="{FF2B5EF4-FFF2-40B4-BE49-F238E27FC236}">
                <a16:creationId xmlns:a16="http://schemas.microsoft.com/office/drawing/2014/main" id="{6CBD72B4-EB40-F8B1-AE9B-7DAB4AA48E8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69366" y="3248794"/>
            <a:ext cx="186332" cy="164049"/>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186BA418-FFDF-C4C9-8471-22CF4D454B3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656065" flipH="1">
            <a:off x="1970685" y="3425050"/>
            <a:ext cx="186332" cy="164049"/>
          </a:xfrm>
          <a:prstGeom prst="rect">
            <a:avLst/>
          </a:prstGeom>
          <a:effectLst>
            <a:outerShdw blurRad="50800" dist="38100" dir="2700000" algn="tl" rotWithShape="0">
              <a:prstClr val="black">
                <a:alpha val="40000"/>
              </a:prstClr>
            </a:outerShdw>
          </a:effectLst>
        </p:spPr>
      </p:pic>
      <p:sp>
        <p:nvSpPr>
          <p:cNvPr id="42" name="Rectángulo 41">
            <a:extLst>
              <a:ext uri="{FF2B5EF4-FFF2-40B4-BE49-F238E27FC236}">
                <a16:creationId xmlns:a16="http://schemas.microsoft.com/office/drawing/2014/main" id="{12F080DA-595F-8B02-B6DA-D3967FA0A938}"/>
              </a:ext>
            </a:extLst>
          </p:cNvPr>
          <p:cNvSpPr/>
          <p:nvPr/>
        </p:nvSpPr>
        <p:spPr>
          <a:xfrm>
            <a:off x="3814642" y="1393801"/>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43" name="Imagen 42" descr="Imagen en blanco y negro de un hombre con traje y sombrero&#10;&#10;El contenido generado por IA puede ser incorrecto.">
            <a:extLst>
              <a:ext uri="{FF2B5EF4-FFF2-40B4-BE49-F238E27FC236}">
                <a16:creationId xmlns:a16="http://schemas.microsoft.com/office/drawing/2014/main" id="{F4885AFD-0C79-4E45-316F-B01F68EE6ABD}"/>
              </a:ext>
            </a:extLst>
          </p:cNvPr>
          <p:cNvPicPr>
            <a:picLocks noChangeAspect="1"/>
          </p:cNvPicPr>
          <p:nvPr/>
        </p:nvPicPr>
        <p:blipFill>
          <a:blip r:embed="rId10">
            <a:duotone>
              <a:schemeClr val="accent5">
                <a:shade val="45000"/>
                <a:satMod val="135000"/>
              </a:schemeClr>
              <a:prstClr val="white"/>
            </a:duotone>
          </a:blip>
          <a:srcRect t="1" r="1120" b="6768"/>
          <a:stretch>
            <a:fillRect/>
          </a:stretch>
        </p:blipFill>
        <p:spPr>
          <a:xfrm>
            <a:off x="6833758" y="1563319"/>
            <a:ext cx="1550481" cy="2192893"/>
          </a:xfrm>
          <a:prstGeom prst="rect">
            <a:avLst/>
          </a:prstGeom>
        </p:spPr>
      </p:pic>
      <p:sp>
        <p:nvSpPr>
          <p:cNvPr id="44" name="TextBox 8">
            <a:extLst>
              <a:ext uri="{FF2B5EF4-FFF2-40B4-BE49-F238E27FC236}">
                <a16:creationId xmlns:a16="http://schemas.microsoft.com/office/drawing/2014/main" id="{28D91DF0-7852-DF95-0F6C-58EB911678A2}"/>
              </a:ext>
            </a:extLst>
          </p:cNvPr>
          <p:cNvSpPr txBox="1"/>
          <p:nvPr/>
        </p:nvSpPr>
        <p:spPr>
          <a:xfrm>
            <a:off x="4103292" y="1644085"/>
            <a:ext cx="2460785" cy="1431161"/>
          </a:xfrm>
          <a:prstGeom prst="rect">
            <a:avLst/>
          </a:prstGeom>
          <a:noFill/>
        </p:spPr>
        <p:txBody>
          <a:bodyPr wrap="square" rtlCol="0">
            <a:spAutoFit/>
          </a:bodyPr>
          <a:lstStyle/>
          <a:p>
            <a:pPr>
              <a:defRPr/>
            </a:pPr>
            <a:r>
              <a:rPr lang="es-MX" sz="1200" b="1" noProof="0">
                <a:solidFill>
                  <a:schemeClr val="accent5"/>
                </a:solidFill>
              </a:rPr>
              <a:t>“Preguntar ‘por qué’ cinco veces te llevará más cerca de la verdad que aceptar la primera respuesta.”</a:t>
            </a: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r>
              <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rPr>
              <a:t>- Taiichi Ohno</a:t>
            </a:r>
            <a:r>
              <a:rPr lang="es-MX" b="1" i="1" noProof="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1573431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FFE2-58D9-DCE7-2988-09FC53021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9CA2C-1FA7-B719-1760-F44CD7E4B620}"/>
              </a:ext>
            </a:extLst>
          </p:cNvPr>
          <p:cNvSpPr>
            <a:spLocks noGrp="1"/>
          </p:cNvSpPr>
          <p:nvPr>
            <p:ph type="title"/>
          </p:nvPr>
        </p:nvSpPr>
        <p:spPr>
          <a:xfrm>
            <a:off x="330993" y="313420"/>
            <a:ext cx="8482014" cy="307777"/>
          </a:xfrm>
        </p:spPr>
        <p:txBody>
          <a:bodyPr/>
          <a:lstStyle/>
          <a:p>
            <a:pPr algn="ctr"/>
            <a:r>
              <a:rPr lang="es-MX" noProof="0"/>
              <a:t>Identificando las causas</a:t>
            </a:r>
          </a:p>
        </p:txBody>
      </p:sp>
      <p:pic>
        <p:nvPicPr>
          <p:cNvPr id="5" name="Imagen 4" descr="Dibujo de una persona&#10;&#10;El contenido generado por IA puede ser incorrecto.">
            <a:extLst>
              <a:ext uri="{FF2B5EF4-FFF2-40B4-BE49-F238E27FC236}">
                <a16:creationId xmlns:a16="http://schemas.microsoft.com/office/drawing/2014/main" id="{49E24A0A-A5FC-0FC7-5053-5AF292BB5349}"/>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9698A687-9000-0B30-896C-65E9C487E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7531" y="1769818"/>
            <a:ext cx="1176076" cy="1176076"/>
          </a:xfrm>
          <a:prstGeom prst="rect">
            <a:avLst/>
          </a:prstGeom>
        </p:spPr>
      </p:pic>
      <p:sp>
        <p:nvSpPr>
          <p:cNvPr id="13" name="CuadroTexto 12">
            <a:extLst>
              <a:ext uri="{FF2B5EF4-FFF2-40B4-BE49-F238E27FC236}">
                <a16:creationId xmlns:a16="http://schemas.microsoft.com/office/drawing/2014/main" id="{4F4F2799-C58D-A42E-2593-0C4FD703C19F}"/>
              </a:ext>
            </a:extLst>
          </p:cNvPr>
          <p:cNvSpPr txBox="1"/>
          <p:nvPr/>
        </p:nvSpPr>
        <p:spPr>
          <a:xfrm>
            <a:off x="1932918" y="1750406"/>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¿Cuáles son los miembros del equipo?¿Qué función tienen en la organización?</a:t>
            </a:r>
          </a:p>
          <a:p>
            <a:pPr marL="171450" indent="-171450" algn="just">
              <a:lnSpc>
                <a:spcPct val="200000"/>
              </a:lnSpc>
              <a:buFont typeface="Wingdings" panose="05000000000000000000" pitchFamily="2" charset="2"/>
              <a:buChar char="Ø"/>
            </a:pPr>
            <a:r>
              <a:rPr lang="es-MX" sz="1400" noProof="0">
                <a:solidFill>
                  <a:schemeClr val="bg1"/>
                </a:solidFill>
              </a:rPr>
              <a:t>¿Por qué consideran que son las personas adecuadas para participar en resolución del problema?</a:t>
            </a:r>
          </a:p>
        </p:txBody>
      </p:sp>
      <p:pic>
        <p:nvPicPr>
          <p:cNvPr id="6" name="Imagen 5" descr="Árbol de problemas">
            <a:extLst>
              <a:ext uri="{FF2B5EF4-FFF2-40B4-BE49-F238E27FC236}">
                <a16:creationId xmlns:a16="http://schemas.microsoft.com/office/drawing/2014/main" id="{3F24669A-D6FD-235A-EEB5-30C17BBC24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003236" y="968290"/>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D91E1827-E24F-E5F7-295F-7082D69BB27B}"/>
              </a:ext>
            </a:extLst>
          </p:cNvPr>
          <p:cNvSpPr/>
          <p:nvPr/>
        </p:nvSpPr>
        <p:spPr>
          <a:xfrm>
            <a:off x="4118064" y="1493383"/>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Síntomas</a:t>
            </a:r>
          </a:p>
        </p:txBody>
      </p:sp>
      <p:sp>
        <p:nvSpPr>
          <p:cNvPr id="9" name="Rectángulo: esquinas redondeadas 8">
            <a:extLst>
              <a:ext uri="{FF2B5EF4-FFF2-40B4-BE49-F238E27FC236}">
                <a16:creationId xmlns:a16="http://schemas.microsoft.com/office/drawing/2014/main" id="{2801E758-25DE-CD16-440F-5F17D86DE031}"/>
              </a:ext>
            </a:extLst>
          </p:cNvPr>
          <p:cNvSpPr/>
          <p:nvPr/>
        </p:nvSpPr>
        <p:spPr>
          <a:xfrm>
            <a:off x="4118064" y="2662295"/>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a:t>
            </a:r>
          </a:p>
        </p:txBody>
      </p:sp>
      <p:sp>
        <p:nvSpPr>
          <p:cNvPr id="10" name="Rectángulo: esquinas redondeadas 9">
            <a:extLst>
              <a:ext uri="{FF2B5EF4-FFF2-40B4-BE49-F238E27FC236}">
                <a16:creationId xmlns:a16="http://schemas.microsoft.com/office/drawing/2014/main" id="{F672B1E6-1673-1AB8-1308-451E1DDEF100}"/>
              </a:ext>
            </a:extLst>
          </p:cNvPr>
          <p:cNvSpPr/>
          <p:nvPr/>
        </p:nvSpPr>
        <p:spPr>
          <a:xfrm>
            <a:off x="4118066" y="3792896"/>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Causas</a:t>
            </a:r>
          </a:p>
        </p:txBody>
      </p:sp>
      <p:pic>
        <p:nvPicPr>
          <p:cNvPr id="29" name="Gráfico 28" descr="Flecha lineal: curva con sentido de las agujas del reloj con relleno sólido">
            <a:extLst>
              <a:ext uri="{FF2B5EF4-FFF2-40B4-BE49-F238E27FC236}">
                <a16:creationId xmlns:a16="http://schemas.microsoft.com/office/drawing/2014/main" id="{130967DD-2F25-F8F7-3464-47E10C4EF9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5213858">
            <a:off x="5092784" y="2420110"/>
            <a:ext cx="1422312" cy="2013573"/>
          </a:xfrm>
          <a:prstGeom prst="rect">
            <a:avLst/>
          </a:prstGeom>
        </p:spPr>
      </p:pic>
      <p:pic>
        <p:nvPicPr>
          <p:cNvPr id="31" name="Gráfico 30" descr="Ayuda con relleno sólido">
            <a:extLst>
              <a:ext uri="{FF2B5EF4-FFF2-40B4-BE49-F238E27FC236}">
                <a16:creationId xmlns:a16="http://schemas.microsoft.com/office/drawing/2014/main" id="{AD6592EE-4C8A-0EF6-77FE-EED42D617F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87073" y="2731754"/>
            <a:ext cx="914400" cy="914400"/>
          </a:xfrm>
          <a:prstGeom prst="rect">
            <a:avLst/>
          </a:prstGeom>
          <a:effectLst>
            <a:outerShdw blurRad="50800" dist="38100" dir="2700000" algn="tl" rotWithShape="0">
              <a:prstClr val="black">
                <a:alpha val="40000"/>
              </a:prstClr>
            </a:outerShdw>
          </a:effectLst>
        </p:spPr>
      </p:pic>
      <p:pic>
        <p:nvPicPr>
          <p:cNvPr id="33" name="Gráfico 32" descr="bolas de harvey 100% con relleno sólido">
            <a:extLst>
              <a:ext uri="{FF2B5EF4-FFF2-40B4-BE49-F238E27FC236}">
                <a16:creationId xmlns:a16="http://schemas.microsoft.com/office/drawing/2014/main" id="{D823FE36-C224-446E-62F1-B9EEEB99702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72003" y="1177299"/>
            <a:ext cx="622303" cy="622303"/>
          </a:xfrm>
          <a:prstGeom prst="rect">
            <a:avLst/>
          </a:prstGeom>
          <a:effectLst>
            <a:outerShdw blurRad="50800" dist="38100" dir="2700000" algn="tl" rotWithShape="0">
              <a:prstClr val="black">
                <a:alpha val="40000"/>
              </a:prstClr>
            </a:outerShdw>
          </a:effectLst>
        </p:spPr>
      </p:pic>
      <p:pic>
        <p:nvPicPr>
          <p:cNvPr id="21" name="Gráfico 20" descr="Marca de verificación con relleno sólido">
            <a:extLst>
              <a:ext uri="{FF2B5EF4-FFF2-40B4-BE49-F238E27FC236}">
                <a16:creationId xmlns:a16="http://schemas.microsoft.com/office/drawing/2014/main" id="{8ECC402E-9217-7D2D-BA81-6B41B1E9C0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94104" y="1314714"/>
            <a:ext cx="378103" cy="378103"/>
          </a:xfrm>
          <a:prstGeom prst="rect">
            <a:avLst/>
          </a:prstGeom>
        </p:spPr>
      </p:pic>
      <p:pic>
        <p:nvPicPr>
          <p:cNvPr id="35" name="Gráfico 34" descr="bolas de harvey 100% con relleno sólido">
            <a:extLst>
              <a:ext uri="{FF2B5EF4-FFF2-40B4-BE49-F238E27FC236}">
                <a16:creationId xmlns:a16="http://schemas.microsoft.com/office/drawing/2014/main" id="{C1235030-D3B0-67DC-05B8-77E8903606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95382" y="2441029"/>
            <a:ext cx="622303" cy="622303"/>
          </a:xfrm>
          <a:prstGeom prst="rect">
            <a:avLst/>
          </a:prstGeom>
          <a:effectLst>
            <a:outerShdw blurRad="50800" dist="38100" dir="2700000" algn="tl" rotWithShape="0">
              <a:prstClr val="black">
                <a:alpha val="40000"/>
              </a:prstClr>
            </a:outerShdw>
          </a:effectLst>
        </p:spPr>
      </p:pic>
      <p:pic>
        <p:nvPicPr>
          <p:cNvPr id="36" name="Gráfico 35" descr="Marca de verificación con relleno sólido">
            <a:extLst>
              <a:ext uri="{FF2B5EF4-FFF2-40B4-BE49-F238E27FC236}">
                <a16:creationId xmlns:a16="http://schemas.microsoft.com/office/drawing/2014/main" id="{9E4D1186-830F-2C0A-310F-8C15E8357D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17483" y="2578444"/>
            <a:ext cx="378103" cy="378103"/>
          </a:xfrm>
          <a:prstGeom prst="rect">
            <a:avLst/>
          </a:prstGeom>
        </p:spPr>
      </p:pic>
    </p:spTree>
    <p:extLst>
      <p:ext uri="{BB962C8B-B14F-4D97-AF65-F5344CB8AC3E}">
        <p14:creationId xmlns:p14="http://schemas.microsoft.com/office/powerpoint/2010/main" val="3181342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496D9-D363-7FD3-CED1-F1B8CC3C0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62E4D-574A-6AF0-01C2-EFE03AC42C99}"/>
              </a:ext>
            </a:extLst>
          </p:cNvPr>
          <p:cNvSpPr>
            <a:spLocks noGrp="1"/>
          </p:cNvSpPr>
          <p:nvPr>
            <p:ph type="title"/>
          </p:nvPr>
        </p:nvSpPr>
        <p:spPr>
          <a:xfrm>
            <a:off x="330993" y="313420"/>
            <a:ext cx="8482014" cy="307777"/>
          </a:xfrm>
        </p:spPr>
        <p:txBody>
          <a:bodyPr/>
          <a:lstStyle/>
          <a:p>
            <a:pPr algn="ctr"/>
            <a:r>
              <a:rPr lang="es-MX" noProof="0"/>
              <a:t>Diagrama de Ishikawa (causa y efecto)</a:t>
            </a:r>
          </a:p>
        </p:txBody>
      </p:sp>
      <p:sp>
        <p:nvSpPr>
          <p:cNvPr id="3" name="CuadroTexto 7">
            <a:extLst>
              <a:ext uri="{FF2B5EF4-FFF2-40B4-BE49-F238E27FC236}">
                <a16:creationId xmlns:a16="http://schemas.microsoft.com/office/drawing/2014/main" id="{9654136E-B5E6-71C4-9F17-7A774EF1E553}"/>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Relación con el diagrama de árbol</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84BC0632-E928-DD71-9A37-4728BD0A22F6}"/>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5E879E1F-E2F6-8924-4307-FD315EF9CD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7531" y="1769818"/>
            <a:ext cx="1176076" cy="1176076"/>
          </a:xfrm>
          <a:prstGeom prst="rect">
            <a:avLst/>
          </a:prstGeom>
        </p:spPr>
      </p:pic>
      <p:sp>
        <p:nvSpPr>
          <p:cNvPr id="13" name="CuadroTexto 12">
            <a:extLst>
              <a:ext uri="{FF2B5EF4-FFF2-40B4-BE49-F238E27FC236}">
                <a16:creationId xmlns:a16="http://schemas.microsoft.com/office/drawing/2014/main" id="{D6BBCF40-0814-1640-0FAC-CE8CF5DC97F4}"/>
              </a:ext>
            </a:extLst>
          </p:cNvPr>
          <p:cNvSpPr txBox="1"/>
          <p:nvPr/>
        </p:nvSpPr>
        <p:spPr>
          <a:xfrm>
            <a:off x="1932918" y="1750406"/>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¿Cuáles son los miembros del equipo?¿Qué función tienen en la organización?</a:t>
            </a:r>
          </a:p>
          <a:p>
            <a:pPr marL="171450" indent="-171450" algn="just">
              <a:lnSpc>
                <a:spcPct val="200000"/>
              </a:lnSpc>
              <a:buFont typeface="Wingdings" panose="05000000000000000000" pitchFamily="2" charset="2"/>
              <a:buChar char="Ø"/>
            </a:pPr>
            <a:r>
              <a:rPr lang="es-MX" sz="1400" noProof="0">
                <a:solidFill>
                  <a:schemeClr val="bg1"/>
                </a:solidFill>
              </a:rPr>
              <a:t>¿Por qué consideran que son las personas adecuadas para participar en resolución del problema?</a:t>
            </a:r>
          </a:p>
        </p:txBody>
      </p:sp>
      <p:pic>
        <p:nvPicPr>
          <p:cNvPr id="6" name="Imagen 5" descr="Árbol de problemas">
            <a:extLst>
              <a:ext uri="{FF2B5EF4-FFF2-40B4-BE49-F238E27FC236}">
                <a16:creationId xmlns:a16="http://schemas.microsoft.com/office/drawing/2014/main" id="{11393A44-3314-8823-F445-F330F7154D3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648562" y="968290"/>
            <a:ext cx="3137527" cy="395520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B95AF594-4B05-8AB6-19D1-4E5BF0AD6433}"/>
              </a:ext>
            </a:extLst>
          </p:cNvPr>
          <p:cNvSpPr/>
          <p:nvPr/>
        </p:nvSpPr>
        <p:spPr>
          <a:xfrm>
            <a:off x="1763390" y="1493383"/>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Síntomas</a:t>
            </a:r>
          </a:p>
        </p:txBody>
      </p:sp>
      <p:sp>
        <p:nvSpPr>
          <p:cNvPr id="9" name="Rectángulo: esquinas redondeadas 8">
            <a:extLst>
              <a:ext uri="{FF2B5EF4-FFF2-40B4-BE49-F238E27FC236}">
                <a16:creationId xmlns:a16="http://schemas.microsoft.com/office/drawing/2014/main" id="{ACDA8D18-62A3-3F3D-0B7E-1F044432F00C}"/>
              </a:ext>
            </a:extLst>
          </p:cNvPr>
          <p:cNvSpPr/>
          <p:nvPr/>
        </p:nvSpPr>
        <p:spPr>
          <a:xfrm>
            <a:off x="1763390" y="2662295"/>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Problema</a:t>
            </a:r>
          </a:p>
        </p:txBody>
      </p:sp>
      <p:sp>
        <p:nvSpPr>
          <p:cNvPr id="10" name="Rectángulo: esquinas redondeadas 9">
            <a:extLst>
              <a:ext uri="{FF2B5EF4-FFF2-40B4-BE49-F238E27FC236}">
                <a16:creationId xmlns:a16="http://schemas.microsoft.com/office/drawing/2014/main" id="{DC323741-3551-9B45-1D11-C577F27AC266}"/>
              </a:ext>
            </a:extLst>
          </p:cNvPr>
          <p:cNvSpPr/>
          <p:nvPr/>
        </p:nvSpPr>
        <p:spPr>
          <a:xfrm>
            <a:off x="1763392" y="3792896"/>
            <a:ext cx="791937" cy="283285"/>
          </a:xfrm>
          <a:prstGeom prst="roundRect">
            <a:avLst>
              <a:gd name="adj" fmla="val 4761"/>
            </a:avLst>
          </a:prstGeom>
          <a:solidFill>
            <a:srgbClr val="405569">
              <a:alpha val="52157"/>
            </a:srgbClr>
          </a:solidFill>
          <a:ln w="9525" cap="rnd" cmpd="sng" algn="ctr">
            <a:solidFill>
              <a:srgbClr val="405569">
                <a:alpha val="30196"/>
              </a:srgb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noProof="0">
                <a:solidFill>
                  <a:srgbClr val="FFFFFF"/>
                </a:solidFill>
              </a:rPr>
              <a:t>Causas</a:t>
            </a:r>
          </a:p>
        </p:txBody>
      </p:sp>
      <p:sp>
        <p:nvSpPr>
          <p:cNvPr id="18" name="Rectángulo: esquinas redondeadas 17">
            <a:extLst>
              <a:ext uri="{FF2B5EF4-FFF2-40B4-BE49-F238E27FC236}">
                <a16:creationId xmlns:a16="http://schemas.microsoft.com/office/drawing/2014/main" id="{F9A0967B-96D3-2FB7-4F10-0846B9C7F121}"/>
              </a:ext>
            </a:extLst>
          </p:cNvPr>
          <p:cNvSpPr/>
          <p:nvPr/>
        </p:nvSpPr>
        <p:spPr>
          <a:xfrm>
            <a:off x="4380937" y="1564578"/>
            <a:ext cx="4280480" cy="271498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9" name="Picture 2" descr="Qué es el Diagrama de Ishikawa o Diagrama de Espina de Pescado">
            <a:extLst>
              <a:ext uri="{FF2B5EF4-FFF2-40B4-BE49-F238E27FC236}">
                <a16:creationId xmlns:a16="http://schemas.microsoft.com/office/drawing/2014/main" id="{282AA949-B1B3-E015-DF8C-D9E577EB3C8D}"/>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4576770" y="1674013"/>
            <a:ext cx="3888813" cy="2304776"/>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Flecha lineal: curva con sentido de las agujas del reloj con relleno sólido">
            <a:extLst>
              <a:ext uri="{FF2B5EF4-FFF2-40B4-BE49-F238E27FC236}">
                <a16:creationId xmlns:a16="http://schemas.microsoft.com/office/drawing/2014/main" id="{4D8871EA-C1A8-78E9-3281-7D37F9863A3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5213858">
            <a:off x="2765234" y="2286201"/>
            <a:ext cx="1422312" cy="2013573"/>
          </a:xfrm>
          <a:prstGeom prst="rect">
            <a:avLst/>
          </a:prstGeom>
        </p:spPr>
      </p:pic>
    </p:spTree>
    <p:extLst>
      <p:ext uri="{BB962C8B-B14F-4D97-AF65-F5344CB8AC3E}">
        <p14:creationId xmlns:p14="http://schemas.microsoft.com/office/powerpoint/2010/main" val="3847177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9FA7A-C5B3-FB54-032B-03BDA2EB3D6F}"/>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3D6351D6-4DD9-667D-EE00-BE221A1EE151}"/>
              </a:ext>
            </a:extLst>
          </p:cNvPr>
          <p:cNvSpPr/>
          <p:nvPr/>
        </p:nvSpPr>
        <p:spPr>
          <a:xfrm>
            <a:off x="476671" y="969689"/>
            <a:ext cx="2974195" cy="370591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51144BCB-E96C-CB6E-0ED2-A63949723F16}"/>
              </a:ext>
            </a:extLst>
          </p:cNvPr>
          <p:cNvSpPr>
            <a:spLocks noGrp="1"/>
          </p:cNvSpPr>
          <p:nvPr>
            <p:ph type="title"/>
          </p:nvPr>
        </p:nvSpPr>
        <p:spPr>
          <a:xfrm>
            <a:off x="330993" y="313420"/>
            <a:ext cx="8482014" cy="307777"/>
          </a:xfrm>
        </p:spPr>
        <p:txBody>
          <a:bodyPr/>
          <a:lstStyle/>
          <a:p>
            <a:pPr algn="ctr"/>
            <a:r>
              <a:rPr lang="es-MX" noProof="0"/>
              <a:t>Diagrama de Ishikawa (causa y efecto)</a:t>
            </a:r>
          </a:p>
        </p:txBody>
      </p:sp>
      <p:pic>
        <p:nvPicPr>
          <p:cNvPr id="5" name="Imagen 4" descr="Dibujo de una persona&#10;&#10;El contenido generado por IA puede ser incorrecto.">
            <a:extLst>
              <a:ext uri="{FF2B5EF4-FFF2-40B4-BE49-F238E27FC236}">
                <a16:creationId xmlns:a16="http://schemas.microsoft.com/office/drawing/2014/main" id="{66812CED-5938-1C54-1B85-376B3DAEB0FD}"/>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C38D6076-FBCA-038A-97F5-AC07834CD26E}"/>
              </a:ext>
            </a:extLst>
          </p:cNvPr>
          <p:cNvSpPr/>
          <p:nvPr/>
        </p:nvSpPr>
        <p:spPr>
          <a:xfrm>
            <a:off x="3919993" y="1654157"/>
            <a:ext cx="4682816"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2" name="Picture 2" descr="Qué es el Diagrama de Ishikawa o Diagrama de Espina de Pescado">
            <a:extLst>
              <a:ext uri="{FF2B5EF4-FFF2-40B4-BE49-F238E27FC236}">
                <a16:creationId xmlns:a16="http://schemas.microsoft.com/office/drawing/2014/main" id="{AF8F5CF6-4FB8-067E-CA76-9A134C413717}"/>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063253" y="1862105"/>
            <a:ext cx="4396296" cy="2605545"/>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esquinas redondeadas 13">
            <a:extLst>
              <a:ext uri="{FF2B5EF4-FFF2-40B4-BE49-F238E27FC236}">
                <a16:creationId xmlns:a16="http://schemas.microsoft.com/office/drawing/2014/main" id="{26744D63-768B-4CBB-6D87-141BC84C256B}"/>
              </a:ext>
            </a:extLst>
          </p:cNvPr>
          <p:cNvSpPr/>
          <p:nvPr/>
        </p:nvSpPr>
        <p:spPr>
          <a:xfrm>
            <a:off x="3919993" y="969689"/>
            <a:ext cx="4643562"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Es una herramienta de lluvia de ideas que ayuda a identificar potenciales causas agrupadas por categorías.</a:t>
            </a:r>
          </a:p>
        </p:txBody>
      </p:sp>
      <p:pic>
        <p:nvPicPr>
          <p:cNvPr id="2050" name="Picture 2" descr="Ishikawa Diagram: How to Use It in Root Cause Analysis">
            <a:extLst>
              <a:ext uri="{FF2B5EF4-FFF2-40B4-BE49-F238E27FC236}">
                <a16:creationId xmlns:a16="http://schemas.microsoft.com/office/drawing/2014/main" id="{085F4DED-BEDD-7D56-B604-0B86A7A3EDA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698"/>
          <a:stretch>
            <a:fillRect/>
          </a:stretch>
        </p:blipFill>
        <p:spPr bwMode="auto">
          <a:xfrm>
            <a:off x="1077177" y="1279813"/>
            <a:ext cx="1630213" cy="1788995"/>
          </a:xfrm>
          <a:prstGeom prst="rect">
            <a:avLst/>
          </a:prstGeom>
          <a:noFill/>
          <a:extLst>
            <a:ext uri="{909E8E84-426E-40DD-AFC4-6F175D3DCCD1}">
              <a14:hiddenFill xmlns:a14="http://schemas.microsoft.com/office/drawing/2010/main">
                <a:solidFill>
                  <a:srgbClr val="FFFFFF"/>
                </a:solidFill>
              </a14:hiddenFill>
            </a:ext>
          </a:extLst>
        </p:spPr>
      </p:pic>
      <p:sp>
        <p:nvSpPr>
          <p:cNvPr id="17" name="Title 1">
            <a:extLst>
              <a:ext uri="{FF2B5EF4-FFF2-40B4-BE49-F238E27FC236}">
                <a16:creationId xmlns:a16="http://schemas.microsoft.com/office/drawing/2014/main" id="{16316CCB-A338-734B-B7A7-ADC2D73614D3}"/>
              </a:ext>
            </a:extLst>
          </p:cNvPr>
          <p:cNvSpPr txBox="1">
            <a:spLocks/>
          </p:cNvSpPr>
          <p:nvPr/>
        </p:nvSpPr>
        <p:spPr>
          <a:xfrm>
            <a:off x="710214" y="3435147"/>
            <a:ext cx="2507107" cy="73866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Fue desarrollado por Kaoru </a:t>
            </a:r>
            <a:r>
              <a:rPr lang="es-MX" sz="1200" b="0" noProof="0" err="1">
                <a:solidFill>
                  <a:schemeClr val="bg1"/>
                </a:solidFill>
              </a:rPr>
              <a:t>Ishiwaka</a:t>
            </a:r>
            <a:r>
              <a:rPr lang="es-MX" sz="1200" b="0" noProof="0">
                <a:solidFill>
                  <a:schemeClr val="bg1"/>
                </a:solidFill>
              </a:rPr>
              <a:t> en la década de 1960 y se utiliza ampliamente en la gestión de calidad y la mejora continua.</a:t>
            </a:r>
          </a:p>
        </p:txBody>
      </p:sp>
    </p:spTree>
    <p:extLst>
      <p:ext uri="{BB962C8B-B14F-4D97-AF65-F5344CB8AC3E}">
        <p14:creationId xmlns:p14="http://schemas.microsoft.com/office/powerpoint/2010/main" val="3835749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E79B2-F88B-37F0-0B07-9421B6371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A2CCC-EB9C-B575-AF5B-325D3345695F}"/>
              </a:ext>
            </a:extLst>
          </p:cNvPr>
          <p:cNvSpPr>
            <a:spLocks noGrp="1"/>
          </p:cNvSpPr>
          <p:nvPr>
            <p:ph type="title"/>
          </p:nvPr>
        </p:nvSpPr>
        <p:spPr>
          <a:xfrm>
            <a:off x="330993" y="313420"/>
            <a:ext cx="8482014" cy="307777"/>
          </a:xfrm>
        </p:spPr>
        <p:txBody>
          <a:bodyPr/>
          <a:lstStyle/>
          <a:p>
            <a:pPr algn="ctr"/>
            <a:r>
              <a:rPr lang="es-MX" noProof="0"/>
              <a:t>Diagrama de Ishikawa (causa y efecto)</a:t>
            </a:r>
          </a:p>
        </p:txBody>
      </p:sp>
      <p:sp>
        <p:nvSpPr>
          <p:cNvPr id="3" name="CuadroTexto 7">
            <a:extLst>
              <a:ext uri="{FF2B5EF4-FFF2-40B4-BE49-F238E27FC236}">
                <a16:creationId xmlns:a16="http://schemas.microsoft.com/office/drawing/2014/main" id="{A61375BF-15A1-3C87-1954-FBDD352FDE86}"/>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Elementos del diagrama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DF6823C5-6E17-E6BD-1FCE-C6EC08495A6A}"/>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F329361B-16AB-1E01-6420-467E6CC5C9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4996" y="1459717"/>
            <a:ext cx="1176076" cy="1176076"/>
          </a:xfrm>
          <a:prstGeom prst="rect">
            <a:avLst/>
          </a:prstGeom>
        </p:spPr>
      </p:pic>
      <p:sp>
        <p:nvSpPr>
          <p:cNvPr id="13" name="CuadroTexto 12">
            <a:extLst>
              <a:ext uri="{FF2B5EF4-FFF2-40B4-BE49-F238E27FC236}">
                <a16:creationId xmlns:a16="http://schemas.microsoft.com/office/drawing/2014/main" id="{D56B5ED0-E2CE-9877-BC2E-922ED3780422}"/>
              </a:ext>
            </a:extLst>
          </p:cNvPr>
          <p:cNvSpPr txBox="1"/>
          <p:nvPr/>
        </p:nvSpPr>
        <p:spPr>
          <a:xfrm>
            <a:off x="2020383" y="1440305"/>
            <a:ext cx="5084618" cy="174900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¿Cuáles son los miembros del equipo?¿Qué función tienen en la organización?</a:t>
            </a:r>
          </a:p>
          <a:p>
            <a:pPr marL="171450" indent="-171450" algn="just">
              <a:lnSpc>
                <a:spcPct val="200000"/>
              </a:lnSpc>
              <a:buFont typeface="Wingdings" panose="05000000000000000000" pitchFamily="2" charset="2"/>
              <a:buChar char="Ø"/>
            </a:pPr>
            <a:r>
              <a:rPr lang="es-MX" sz="1400" noProof="0">
                <a:solidFill>
                  <a:schemeClr val="bg1"/>
                </a:solidFill>
              </a:rPr>
              <a:t>¿Por qué consideran que son las personas adecuadas para participar en resolución del problema?</a:t>
            </a:r>
          </a:p>
        </p:txBody>
      </p:sp>
      <p:sp>
        <p:nvSpPr>
          <p:cNvPr id="18" name="Rectángulo: esquinas redondeadas 17">
            <a:extLst>
              <a:ext uri="{FF2B5EF4-FFF2-40B4-BE49-F238E27FC236}">
                <a16:creationId xmlns:a16="http://schemas.microsoft.com/office/drawing/2014/main" id="{AA129A67-43B5-DF2A-EFC3-04DE596929E9}"/>
              </a:ext>
            </a:extLst>
          </p:cNvPr>
          <p:cNvSpPr/>
          <p:nvPr/>
        </p:nvSpPr>
        <p:spPr>
          <a:xfrm>
            <a:off x="2722066" y="1459717"/>
            <a:ext cx="3420213" cy="2095827"/>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1" name="Picture 2" descr="Qué es el Diagrama de Ishikawa o Diagrama de Espina de Pescado">
            <a:extLst>
              <a:ext uri="{FF2B5EF4-FFF2-40B4-BE49-F238E27FC236}">
                <a16:creationId xmlns:a16="http://schemas.microsoft.com/office/drawing/2014/main" id="{8CA3B350-1877-6704-8275-53BC65ED844E}"/>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2808923" y="1519843"/>
            <a:ext cx="3333356" cy="1975574"/>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esquinas redondeadas 11">
            <a:extLst>
              <a:ext uri="{FF2B5EF4-FFF2-40B4-BE49-F238E27FC236}">
                <a16:creationId xmlns:a16="http://schemas.microsoft.com/office/drawing/2014/main" id="{5092E0FA-29DD-E127-7FC7-57223C4842CF}"/>
              </a:ext>
            </a:extLst>
          </p:cNvPr>
          <p:cNvSpPr/>
          <p:nvPr/>
        </p:nvSpPr>
        <p:spPr>
          <a:xfrm>
            <a:off x="7058575" y="1197336"/>
            <a:ext cx="1534978" cy="140393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Cabeza del pescado:</a:t>
            </a:r>
            <a:r>
              <a:rPr lang="es-MX" sz="1050" noProof="0">
                <a:solidFill>
                  <a:schemeClr val="bg1"/>
                </a:solidFill>
              </a:rPr>
              <a:t> Es el problema que se quiere analizar (se </a:t>
            </a:r>
            <a:r>
              <a:rPr lang="es-MX" sz="1050" b="1" noProof="0">
                <a:solidFill>
                  <a:schemeClr val="accent6"/>
                </a:solidFill>
              </a:rPr>
              <a:t>considera la definición del problema</a:t>
            </a:r>
            <a:r>
              <a:rPr lang="es-MX" sz="1050" noProof="0">
                <a:solidFill>
                  <a:schemeClr val="bg1"/>
                </a:solidFill>
              </a:rPr>
              <a:t> de la fase anterior) </a:t>
            </a:r>
          </a:p>
        </p:txBody>
      </p:sp>
      <p:pic>
        <p:nvPicPr>
          <p:cNvPr id="14" name="Gráfico 13" descr="Flecha lineal: curva con sentido de las agujas del reloj con relleno sólido">
            <a:extLst>
              <a:ext uri="{FF2B5EF4-FFF2-40B4-BE49-F238E27FC236}">
                <a16:creationId xmlns:a16="http://schemas.microsoft.com/office/drawing/2014/main" id="{D06F1637-D9C0-73C0-ADD9-DA66CBD1A3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373982" flipH="1" flipV="1">
            <a:off x="5762826" y="1288262"/>
            <a:ext cx="1137453" cy="1386447"/>
          </a:xfrm>
          <a:prstGeom prst="rect">
            <a:avLst/>
          </a:prstGeom>
        </p:spPr>
      </p:pic>
      <p:sp>
        <p:nvSpPr>
          <p:cNvPr id="16" name="Rectángulo: esquinas redondeadas 15">
            <a:extLst>
              <a:ext uri="{FF2B5EF4-FFF2-40B4-BE49-F238E27FC236}">
                <a16:creationId xmlns:a16="http://schemas.microsoft.com/office/drawing/2014/main" id="{875FDD33-D4C7-73C0-2233-30AFF0089FCB}"/>
              </a:ext>
            </a:extLst>
          </p:cNvPr>
          <p:cNvSpPr/>
          <p:nvPr/>
        </p:nvSpPr>
        <p:spPr>
          <a:xfrm>
            <a:off x="6424369" y="2907379"/>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Espina central: </a:t>
            </a:r>
            <a:r>
              <a:rPr lang="es-MX" sz="1050" noProof="0">
                <a:solidFill>
                  <a:schemeClr val="bg1"/>
                </a:solidFill>
              </a:rPr>
              <a:t>Conecta el problema con las causas principales</a:t>
            </a:r>
          </a:p>
        </p:txBody>
      </p:sp>
      <p:pic>
        <p:nvPicPr>
          <p:cNvPr id="17" name="Gráfico 16" descr="Flecha lineal: curva con sentido de las agujas del reloj con relleno sólido">
            <a:extLst>
              <a:ext uri="{FF2B5EF4-FFF2-40B4-BE49-F238E27FC236}">
                <a16:creationId xmlns:a16="http://schemas.microsoft.com/office/drawing/2014/main" id="{B95DB2F9-AFF4-E690-F030-DF2B2D1EB5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6373982" flipV="1">
            <a:off x="5107314" y="2238981"/>
            <a:ext cx="1006263" cy="1624445"/>
          </a:xfrm>
          <a:prstGeom prst="rect">
            <a:avLst/>
          </a:prstGeom>
        </p:spPr>
      </p:pic>
      <p:sp>
        <p:nvSpPr>
          <p:cNvPr id="20" name="Rectángulo: esquinas redondeadas 19">
            <a:extLst>
              <a:ext uri="{FF2B5EF4-FFF2-40B4-BE49-F238E27FC236}">
                <a16:creationId xmlns:a16="http://schemas.microsoft.com/office/drawing/2014/main" id="{3074BAC9-A0D9-50CE-2CF2-F669B3170BB8}"/>
              </a:ext>
            </a:extLst>
          </p:cNvPr>
          <p:cNvSpPr/>
          <p:nvPr/>
        </p:nvSpPr>
        <p:spPr>
          <a:xfrm>
            <a:off x="448666" y="1785375"/>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Espinas: </a:t>
            </a:r>
            <a:r>
              <a:rPr lang="es-MX" sz="1050" noProof="0">
                <a:solidFill>
                  <a:schemeClr val="bg1"/>
                </a:solidFill>
              </a:rPr>
              <a:t>Categorías de las causas principales (Normalmente las que están en la imagen)</a:t>
            </a:r>
          </a:p>
        </p:txBody>
      </p:sp>
      <p:pic>
        <p:nvPicPr>
          <p:cNvPr id="21" name="Gráfico 20" descr="Flecha lineal: curva con sentido de las agujas del reloj con relleno sólido">
            <a:extLst>
              <a:ext uri="{FF2B5EF4-FFF2-40B4-BE49-F238E27FC236}">
                <a16:creationId xmlns:a16="http://schemas.microsoft.com/office/drawing/2014/main" id="{26C55671-00F3-4D12-502E-4C7CE90AD6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436290" flipH="1">
            <a:off x="2025963" y="1344310"/>
            <a:ext cx="1139830" cy="1232154"/>
          </a:xfrm>
          <a:prstGeom prst="rect">
            <a:avLst/>
          </a:prstGeom>
        </p:spPr>
      </p:pic>
      <p:sp>
        <p:nvSpPr>
          <p:cNvPr id="22" name="Rectángulo: esquinas redondeadas 21">
            <a:extLst>
              <a:ext uri="{FF2B5EF4-FFF2-40B4-BE49-F238E27FC236}">
                <a16:creationId xmlns:a16="http://schemas.microsoft.com/office/drawing/2014/main" id="{7896C8F1-CCC0-7057-AEC9-05B1E45406B7}"/>
              </a:ext>
            </a:extLst>
          </p:cNvPr>
          <p:cNvSpPr/>
          <p:nvPr/>
        </p:nvSpPr>
        <p:spPr>
          <a:xfrm>
            <a:off x="1060900" y="3516433"/>
            <a:ext cx="1534978" cy="11760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noProof="0">
                <a:solidFill>
                  <a:schemeClr val="bg1"/>
                </a:solidFill>
              </a:rPr>
              <a:t>Espinas pequeñas: </a:t>
            </a:r>
            <a:r>
              <a:rPr lang="es-MX" sz="1050" noProof="0">
                <a:solidFill>
                  <a:schemeClr val="bg1"/>
                </a:solidFill>
              </a:rPr>
              <a:t>Factores específicos que contribuyen al problema</a:t>
            </a:r>
          </a:p>
        </p:txBody>
      </p:sp>
      <p:pic>
        <p:nvPicPr>
          <p:cNvPr id="23" name="Gráfico 22" descr="Flecha lineal: curva con sentido de las agujas del reloj con relleno sólido">
            <a:extLst>
              <a:ext uri="{FF2B5EF4-FFF2-40B4-BE49-F238E27FC236}">
                <a16:creationId xmlns:a16="http://schemas.microsoft.com/office/drawing/2014/main" id="{C5134808-88DD-854E-1421-FA8FC800A0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436290">
            <a:off x="2715912" y="2948875"/>
            <a:ext cx="966023" cy="1490005"/>
          </a:xfrm>
          <a:prstGeom prst="rect">
            <a:avLst/>
          </a:prstGeom>
        </p:spPr>
      </p:pic>
    </p:spTree>
    <p:extLst>
      <p:ext uri="{BB962C8B-B14F-4D97-AF65-F5344CB8AC3E}">
        <p14:creationId xmlns:p14="http://schemas.microsoft.com/office/powerpoint/2010/main" val="377644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7D1D-C806-A9DB-C0CD-D3F6430C552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1EC577D-2730-C42F-C0FC-E3BE86CD3DE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1EC577D-2730-C42F-C0FC-E3BE86CD3D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65EABD5-8AF7-F3FE-6E01-3497380AE3C3}"/>
              </a:ext>
            </a:extLst>
          </p:cNvPr>
          <p:cNvPicPr>
            <a:picLocks noChangeAspect="1"/>
          </p:cNvPicPr>
          <p:nvPr/>
        </p:nvPicPr>
        <p:blipFill>
          <a:blip r:embed="rId6"/>
          <a:stretch>
            <a:fillRect/>
          </a:stretch>
        </p:blipFill>
        <p:spPr>
          <a:xfrm>
            <a:off x="8738529" y="130779"/>
            <a:ext cx="297258" cy="419100"/>
          </a:xfrm>
          <a:prstGeom prst="rect">
            <a:avLst/>
          </a:prstGeom>
        </p:spPr>
      </p:pic>
      <p:sp>
        <p:nvSpPr>
          <p:cNvPr id="9" name="Title 1">
            <a:extLst>
              <a:ext uri="{FF2B5EF4-FFF2-40B4-BE49-F238E27FC236}">
                <a16:creationId xmlns:a16="http://schemas.microsoft.com/office/drawing/2014/main" id="{5246B6D0-613E-880E-E647-A4B5A869255A}"/>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Diagrama de Ishikawa (causa y efecto)</a:t>
            </a:r>
          </a:p>
        </p:txBody>
      </p:sp>
      <p:sp>
        <p:nvSpPr>
          <p:cNvPr id="10" name="CuadroTexto 7">
            <a:extLst>
              <a:ext uri="{FF2B5EF4-FFF2-40B4-BE49-F238E27FC236}">
                <a16:creationId xmlns:a16="http://schemas.microsoft.com/office/drawing/2014/main" id="{D2FC61F0-BB16-C774-2BE0-00FD8BB69130}"/>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Como hacer una lluvia de ideas efectiva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Rectángulo: esquinas redondeadas 18">
            <a:extLst>
              <a:ext uri="{FF2B5EF4-FFF2-40B4-BE49-F238E27FC236}">
                <a16:creationId xmlns:a16="http://schemas.microsoft.com/office/drawing/2014/main" id="{A9F51C1D-EDC9-A139-7A12-E84BE195B0F9}"/>
              </a:ext>
            </a:extLst>
          </p:cNvPr>
          <p:cNvSpPr/>
          <p:nvPr/>
        </p:nvSpPr>
        <p:spPr>
          <a:xfrm>
            <a:off x="493359" y="1151731"/>
            <a:ext cx="3102671" cy="2632351"/>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esquinas redondeadas 19">
            <a:extLst>
              <a:ext uri="{FF2B5EF4-FFF2-40B4-BE49-F238E27FC236}">
                <a16:creationId xmlns:a16="http://schemas.microsoft.com/office/drawing/2014/main" id="{13C25E2F-F46A-D6AC-CADA-41C0C7432475}"/>
              </a:ext>
            </a:extLst>
          </p:cNvPr>
          <p:cNvSpPr/>
          <p:nvPr/>
        </p:nvSpPr>
        <p:spPr>
          <a:xfrm>
            <a:off x="5263954" y="1111176"/>
            <a:ext cx="3102671" cy="267290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1" name="Gráfico 20" descr="Flecha abajo con relleno sólido">
            <a:extLst>
              <a:ext uri="{FF2B5EF4-FFF2-40B4-BE49-F238E27FC236}">
                <a16:creationId xmlns:a16="http://schemas.microsoft.com/office/drawing/2014/main" id="{29A0700D-78E9-7C5A-A6CD-8F846AE2792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3944859" y="2089200"/>
            <a:ext cx="1023356" cy="843517"/>
          </a:xfrm>
          <a:prstGeom prst="rect">
            <a:avLst/>
          </a:prstGeom>
          <a:effectLst>
            <a:outerShdw blurRad="50800" dist="38100" dir="2700000" algn="tl" rotWithShape="0">
              <a:prstClr val="black">
                <a:alpha val="40000"/>
              </a:prstClr>
            </a:outerShdw>
          </a:effectLst>
        </p:spPr>
      </p:pic>
      <p:pic>
        <p:nvPicPr>
          <p:cNvPr id="23" name="Gráfico 22" descr="Luces encendidas con relleno sólido">
            <a:extLst>
              <a:ext uri="{FF2B5EF4-FFF2-40B4-BE49-F238E27FC236}">
                <a16:creationId xmlns:a16="http://schemas.microsoft.com/office/drawing/2014/main" id="{91E13896-D7E6-F111-A979-D32C633DB4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7375" y="1870545"/>
            <a:ext cx="1127827" cy="1127827"/>
          </a:xfrm>
          <a:prstGeom prst="rect">
            <a:avLst/>
          </a:prstGeom>
        </p:spPr>
      </p:pic>
      <p:pic>
        <p:nvPicPr>
          <p:cNvPr id="25" name="Gráfico 24" descr="bolas de harvey 100% con relleno sólido">
            <a:extLst>
              <a:ext uri="{FF2B5EF4-FFF2-40B4-BE49-F238E27FC236}">
                <a16:creationId xmlns:a16="http://schemas.microsoft.com/office/drawing/2014/main" id="{B55966A0-4DC6-3038-F58C-FA576AF15F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547670" y="2009674"/>
            <a:ext cx="271463" cy="271463"/>
          </a:xfrm>
          <a:prstGeom prst="rect">
            <a:avLst/>
          </a:prstGeom>
        </p:spPr>
      </p:pic>
      <p:pic>
        <p:nvPicPr>
          <p:cNvPr id="27" name="Gráfico 26" descr="bolas de harvey 100% contorno">
            <a:extLst>
              <a:ext uri="{FF2B5EF4-FFF2-40B4-BE49-F238E27FC236}">
                <a16:creationId xmlns:a16="http://schemas.microsoft.com/office/drawing/2014/main" id="{F57B24B7-5490-D93D-B54D-3DD9F6DA8BA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35531" y="1857344"/>
            <a:ext cx="416054" cy="416054"/>
          </a:xfrm>
          <a:prstGeom prst="rect">
            <a:avLst/>
          </a:prstGeom>
        </p:spPr>
      </p:pic>
      <p:pic>
        <p:nvPicPr>
          <p:cNvPr id="28" name="Gráfico 27" descr="bolas de harvey 100% contorno">
            <a:extLst>
              <a:ext uri="{FF2B5EF4-FFF2-40B4-BE49-F238E27FC236}">
                <a16:creationId xmlns:a16="http://schemas.microsoft.com/office/drawing/2014/main" id="{5B20E2C4-16A3-4612-E771-040B4A04AB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200477" y="2273398"/>
            <a:ext cx="416054" cy="416054"/>
          </a:xfrm>
          <a:prstGeom prst="rect">
            <a:avLst/>
          </a:prstGeom>
        </p:spPr>
      </p:pic>
      <p:pic>
        <p:nvPicPr>
          <p:cNvPr id="29" name="Gráfico 28" descr="bolas de harvey 100% contorno">
            <a:extLst>
              <a:ext uri="{FF2B5EF4-FFF2-40B4-BE49-F238E27FC236}">
                <a16:creationId xmlns:a16="http://schemas.microsoft.com/office/drawing/2014/main" id="{86C3DB71-938F-3FB4-C868-DC640AF5258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050051" y="2728245"/>
            <a:ext cx="416054" cy="416054"/>
          </a:xfrm>
          <a:prstGeom prst="rect">
            <a:avLst/>
          </a:prstGeom>
        </p:spPr>
      </p:pic>
      <p:pic>
        <p:nvPicPr>
          <p:cNvPr id="30" name="Gráfico 29" descr="bolas de harvey 100% con relleno sólido">
            <a:extLst>
              <a:ext uri="{FF2B5EF4-FFF2-40B4-BE49-F238E27FC236}">
                <a16:creationId xmlns:a16="http://schemas.microsoft.com/office/drawing/2014/main" id="{BFD09D3D-5987-A065-6268-BB85D09FF0E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99601" y="2376753"/>
            <a:ext cx="271463" cy="271463"/>
          </a:xfrm>
          <a:prstGeom prst="rect">
            <a:avLst/>
          </a:prstGeom>
        </p:spPr>
      </p:pic>
      <p:pic>
        <p:nvPicPr>
          <p:cNvPr id="31" name="Gráfico 30" descr="bolas de harvey 100% con relleno sólido">
            <a:extLst>
              <a:ext uri="{FF2B5EF4-FFF2-40B4-BE49-F238E27FC236}">
                <a16:creationId xmlns:a16="http://schemas.microsoft.com/office/drawing/2014/main" id="{190F3003-3A0C-AB61-666C-E188557C94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10586" y="2804094"/>
            <a:ext cx="271463" cy="271463"/>
          </a:xfrm>
          <a:prstGeom prst="rect">
            <a:avLst/>
          </a:prstGeom>
        </p:spPr>
      </p:pic>
      <p:sp>
        <p:nvSpPr>
          <p:cNvPr id="32" name="CuadroTexto 31">
            <a:extLst>
              <a:ext uri="{FF2B5EF4-FFF2-40B4-BE49-F238E27FC236}">
                <a16:creationId xmlns:a16="http://schemas.microsoft.com/office/drawing/2014/main" id="{066AC1AB-4AE5-846E-8CB9-1F7D6E4195B2}"/>
              </a:ext>
            </a:extLst>
          </p:cNvPr>
          <p:cNvSpPr txBox="1"/>
          <p:nvPr/>
        </p:nvSpPr>
        <p:spPr>
          <a:xfrm>
            <a:off x="1150174" y="129034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Divergente</a:t>
            </a:r>
          </a:p>
          <a:p>
            <a:pPr algn="ctr"/>
            <a:r>
              <a:rPr lang="es-MX" sz="1200" noProof="0">
                <a:solidFill>
                  <a:schemeClr val="bg1"/>
                </a:solidFill>
              </a:rPr>
              <a:t>(Individual)</a:t>
            </a:r>
          </a:p>
        </p:txBody>
      </p:sp>
      <p:sp>
        <p:nvSpPr>
          <p:cNvPr id="33" name="CuadroTexto 32">
            <a:extLst>
              <a:ext uri="{FF2B5EF4-FFF2-40B4-BE49-F238E27FC236}">
                <a16:creationId xmlns:a16="http://schemas.microsoft.com/office/drawing/2014/main" id="{258090DD-EAC3-1E68-6834-FFF41367D0F9}"/>
              </a:ext>
            </a:extLst>
          </p:cNvPr>
          <p:cNvSpPr txBox="1"/>
          <p:nvPr/>
        </p:nvSpPr>
        <p:spPr>
          <a:xfrm>
            <a:off x="502442" y="3285047"/>
            <a:ext cx="310267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Cada persona genera ideas por separado</a:t>
            </a:r>
          </a:p>
        </p:txBody>
      </p:sp>
      <p:pic>
        <p:nvPicPr>
          <p:cNvPr id="37" name="Gráfico 36" descr="Filtro con relleno sólido">
            <a:extLst>
              <a:ext uri="{FF2B5EF4-FFF2-40B4-BE49-F238E27FC236}">
                <a16:creationId xmlns:a16="http://schemas.microsoft.com/office/drawing/2014/main" id="{A418103E-81A2-89B8-81BA-4D6B524B0C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42051" y="2042419"/>
            <a:ext cx="1250358" cy="1250358"/>
          </a:xfrm>
          <a:prstGeom prst="rect">
            <a:avLst/>
          </a:prstGeom>
        </p:spPr>
      </p:pic>
      <p:pic>
        <p:nvPicPr>
          <p:cNvPr id="38" name="Gráfico 37" descr="bolas de harvey 100% con relleno sólido">
            <a:extLst>
              <a:ext uri="{FF2B5EF4-FFF2-40B4-BE49-F238E27FC236}">
                <a16:creationId xmlns:a16="http://schemas.microsoft.com/office/drawing/2014/main" id="{D552ED84-8DDC-51C8-205E-072DC07848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62558" y="1870545"/>
            <a:ext cx="271463" cy="271463"/>
          </a:xfrm>
          <a:prstGeom prst="rect">
            <a:avLst/>
          </a:prstGeom>
        </p:spPr>
      </p:pic>
      <p:pic>
        <p:nvPicPr>
          <p:cNvPr id="39" name="Gráfico 38" descr="bolas de harvey 100% con relleno sólido">
            <a:extLst>
              <a:ext uri="{FF2B5EF4-FFF2-40B4-BE49-F238E27FC236}">
                <a16:creationId xmlns:a16="http://schemas.microsoft.com/office/drawing/2014/main" id="{51A4A438-7F60-6EE9-1887-A09E05B1F56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78206" y="1870545"/>
            <a:ext cx="271463" cy="271463"/>
          </a:xfrm>
          <a:prstGeom prst="rect">
            <a:avLst/>
          </a:prstGeom>
        </p:spPr>
      </p:pic>
      <p:pic>
        <p:nvPicPr>
          <p:cNvPr id="40" name="Gráfico 39" descr="bolas de harvey 100% con relleno sólido">
            <a:extLst>
              <a:ext uri="{FF2B5EF4-FFF2-40B4-BE49-F238E27FC236}">
                <a16:creationId xmlns:a16="http://schemas.microsoft.com/office/drawing/2014/main" id="{C6D43EFE-ED93-D837-912D-E108EE04476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03424" y="1870545"/>
            <a:ext cx="271463" cy="271463"/>
          </a:xfrm>
          <a:prstGeom prst="rect">
            <a:avLst/>
          </a:prstGeom>
        </p:spPr>
      </p:pic>
      <p:sp>
        <p:nvSpPr>
          <p:cNvPr id="41" name="CuadroTexto 40">
            <a:extLst>
              <a:ext uri="{FF2B5EF4-FFF2-40B4-BE49-F238E27FC236}">
                <a16:creationId xmlns:a16="http://schemas.microsoft.com/office/drawing/2014/main" id="{3423EEC5-1724-FF67-C39B-05AE793FBE5E}"/>
              </a:ext>
            </a:extLst>
          </p:cNvPr>
          <p:cNvSpPr txBox="1"/>
          <p:nvPr/>
        </p:nvSpPr>
        <p:spPr>
          <a:xfrm>
            <a:off x="5262599" y="3310762"/>
            <a:ext cx="3102671"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Se comparten, agrupan y priorizan ideas en conjunto</a:t>
            </a:r>
          </a:p>
        </p:txBody>
      </p:sp>
      <p:sp>
        <p:nvSpPr>
          <p:cNvPr id="42" name="CuadroTexto 41">
            <a:extLst>
              <a:ext uri="{FF2B5EF4-FFF2-40B4-BE49-F238E27FC236}">
                <a16:creationId xmlns:a16="http://schemas.microsoft.com/office/drawing/2014/main" id="{133A6790-4936-35F9-2A43-9E953A961AD1}"/>
              </a:ext>
            </a:extLst>
          </p:cNvPr>
          <p:cNvSpPr txBox="1"/>
          <p:nvPr/>
        </p:nvSpPr>
        <p:spPr>
          <a:xfrm>
            <a:off x="5919414" y="126495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Convergente</a:t>
            </a:r>
          </a:p>
          <a:p>
            <a:pPr algn="ctr"/>
            <a:r>
              <a:rPr lang="es-MX" sz="1200" noProof="0">
                <a:solidFill>
                  <a:schemeClr val="bg1"/>
                </a:solidFill>
              </a:rPr>
              <a:t>(grupal)</a:t>
            </a:r>
          </a:p>
        </p:txBody>
      </p:sp>
      <p:sp>
        <p:nvSpPr>
          <p:cNvPr id="43" name="Rectángulo: esquinas redondeadas 42">
            <a:extLst>
              <a:ext uri="{FF2B5EF4-FFF2-40B4-BE49-F238E27FC236}">
                <a16:creationId xmlns:a16="http://schemas.microsoft.com/office/drawing/2014/main" id="{904FE400-B3E0-B628-3F9C-5D944DD9E512}"/>
              </a:ext>
            </a:extLst>
          </p:cNvPr>
          <p:cNvSpPr/>
          <p:nvPr/>
        </p:nvSpPr>
        <p:spPr>
          <a:xfrm>
            <a:off x="516752" y="4098176"/>
            <a:ext cx="2264322" cy="520775"/>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4" name="CuadroTexto 43">
            <a:extLst>
              <a:ext uri="{FF2B5EF4-FFF2-40B4-BE49-F238E27FC236}">
                <a16:creationId xmlns:a16="http://schemas.microsoft.com/office/drawing/2014/main" id="{2A3919C1-5422-7F58-2A3C-7EB20EB47863}"/>
              </a:ext>
            </a:extLst>
          </p:cNvPr>
          <p:cNvSpPr txBox="1"/>
          <p:nvPr/>
        </p:nvSpPr>
        <p:spPr>
          <a:xfrm>
            <a:off x="862012" y="4175900"/>
            <a:ext cx="1685658"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Evita sesgos</a:t>
            </a:r>
          </a:p>
        </p:txBody>
      </p:sp>
      <p:sp>
        <p:nvSpPr>
          <p:cNvPr id="45" name="Rectángulo: esquinas redondeadas 44">
            <a:extLst>
              <a:ext uri="{FF2B5EF4-FFF2-40B4-BE49-F238E27FC236}">
                <a16:creationId xmlns:a16="http://schemas.microsoft.com/office/drawing/2014/main" id="{FD2CCE27-2915-DF87-7CD5-C53E0F13A92D}"/>
              </a:ext>
            </a:extLst>
          </p:cNvPr>
          <p:cNvSpPr/>
          <p:nvPr/>
        </p:nvSpPr>
        <p:spPr>
          <a:xfrm>
            <a:off x="3232728" y="4098176"/>
            <a:ext cx="2449968" cy="52781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7" name="CuadroTexto 46">
            <a:extLst>
              <a:ext uri="{FF2B5EF4-FFF2-40B4-BE49-F238E27FC236}">
                <a16:creationId xmlns:a16="http://schemas.microsoft.com/office/drawing/2014/main" id="{2C94A79C-CDE3-FC36-7B58-C63B7C59760C}"/>
              </a:ext>
            </a:extLst>
          </p:cNvPr>
          <p:cNvSpPr txBox="1"/>
          <p:nvPr/>
        </p:nvSpPr>
        <p:spPr>
          <a:xfrm>
            <a:off x="3393942" y="4171099"/>
            <a:ext cx="2288754"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Aumenta la participación</a:t>
            </a:r>
          </a:p>
        </p:txBody>
      </p:sp>
      <p:sp>
        <p:nvSpPr>
          <p:cNvPr id="48" name="Rectángulo: esquinas redondeadas 47">
            <a:extLst>
              <a:ext uri="{FF2B5EF4-FFF2-40B4-BE49-F238E27FC236}">
                <a16:creationId xmlns:a16="http://schemas.microsoft.com/office/drawing/2014/main" id="{336DEB5C-A3BD-DD21-37B2-AF4AA40D3254}"/>
              </a:ext>
            </a:extLst>
          </p:cNvPr>
          <p:cNvSpPr/>
          <p:nvPr/>
        </p:nvSpPr>
        <p:spPr>
          <a:xfrm>
            <a:off x="6134351" y="4091141"/>
            <a:ext cx="2264322" cy="52781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a:solidFill>
                <a:srgbClr val="FFFFFF"/>
              </a:solidFill>
            </a:endParaRPr>
          </a:p>
        </p:txBody>
      </p:sp>
      <p:sp>
        <p:nvSpPr>
          <p:cNvPr id="49" name="CuadroTexto 48">
            <a:extLst>
              <a:ext uri="{FF2B5EF4-FFF2-40B4-BE49-F238E27FC236}">
                <a16:creationId xmlns:a16="http://schemas.microsoft.com/office/drawing/2014/main" id="{28B18821-0002-84C7-F284-930DB585BFEA}"/>
              </a:ext>
            </a:extLst>
          </p:cNvPr>
          <p:cNvSpPr txBox="1"/>
          <p:nvPr/>
        </p:nvSpPr>
        <p:spPr>
          <a:xfrm>
            <a:off x="6478777" y="4177615"/>
            <a:ext cx="1674254" cy="35829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chemeClr val="bg1"/>
                </a:solidFill>
              </a:rPr>
              <a:t>Mejora la calidad de ideas</a:t>
            </a:r>
          </a:p>
        </p:txBody>
      </p:sp>
      <p:pic>
        <p:nvPicPr>
          <p:cNvPr id="50" name="Gráfico 49" descr="Marca de verificación con relleno sólido">
            <a:extLst>
              <a:ext uri="{FF2B5EF4-FFF2-40B4-BE49-F238E27FC236}">
                <a16:creationId xmlns:a16="http://schemas.microsoft.com/office/drawing/2014/main" id="{D94F977C-D050-E4B2-7A61-0F1B79B896F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39989" y="4188419"/>
            <a:ext cx="340972" cy="340972"/>
          </a:xfrm>
          <a:prstGeom prst="rect">
            <a:avLst/>
          </a:prstGeom>
        </p:spPr>
      </p:pic>
      <p:pic>
        <p:nvPicPr>
          <p:cNvPr id="51" name="Gráfico 50" descr="Marca de verificación con relleno sólido">
            <a:extLst>
              <a:ext uri="{FF2B5EF4-FFF2-40B4-BE49-F238E27FC236}">
                <a16:creationId xmlns:a16="http://schemas.microsoft.com/office/drawing/2014/main" id="{0FC2087C-BC3B-A4B9-8E2D-736CD10102B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93942" y="4209191"/>
            <a:ext cx="340972" cy="340972"/>
          </a:xfrm>
          <a:prstGeom prst="rect">
            <a:avLst/>
          </a:prstGeom>
        </p:spPr>
      </p:pic>
      <p:pic>
        <p:nvPicPr>
          <p:cNvPr id="52" name="Gráfico 51" descr="Marca de verificación con relleno sólido">
            <a:extLst>
              <a:ext uri="{FF2B5EF4-FFF2-40B4-BE49-F238E27FC236}">
                <a16:creationId xmlns:a16="http://schemas.microsoft.com/office/drawing/2014/main" id="{D1B9EB3C-6853-DC13-5B2E-98D6C69FD2E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01435" y="4194935"/>
            <a:ext cx="340972" cy="340972"/>
          </a:xfrm>
          <a:prstGeom prst="rect">
            <a:avLst/>
          </a:prstGeom>
        </p:spPr>
      </p:pic>
    </p:spTree>
    <p:extLst>
      <p:ext uri="{BB962C8B-B14F-4D97-AF65-F5344CB8AC3E}">
        <p14:creationId xmlns:p14="http://schemas.microsoft.com/office/powerpoint/2010/main" val="2636744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C8483-0B02-3A5A-3001-404FA2FFD118}"/>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195A4248-931F-1B73-BAEB-DB26BCE8AB84}"/>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2E9CEFD0-4E7F-6DB5-064F-80E72DA36EF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E9CEFD0-4E7F-6DB5-064F-80E72DA36EF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32BAF7E7-53DB-C983-47DD-3F296AF75CC9}"/>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FD13A800-2636-92B1-EEF7-702036B55B78}"/>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2F7AB476-F3B5-72DE-E872-45F30C4D13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2478CFC7-E0D9-FE2C-C56C-0FFC1AAD4660}"/>
              </a:ext>
            </a:extLst>
          </p:cNvPr>
          <p:cNvSpPr txBox="1">
            <a:spLocks/>
          </p:cNvSpPr>
          <p:nvPr/>
        </p:nvSpPr>
        <p:spPr>
          <a:xfrm>
            <a:off x="653586" y="2680100"/>
            <a:ext cx="3751435" cy="157588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Definir el problema con claridad</a:t>
            </a:r>
          </a:p>
          <a:p>
            <a:pPr marL="285750" indent="-285750" algn="just">
              <a:lnSpc>
                <a:spcPct val="150000"/>
              </a:lnSpc>
              <a:buFont typeface="Arial" panose="020B0604020202020204" pitchFamily="34" charset="0"/>
              <a:buChar char="•"/>
            </a:pPr>
            <a:r>
              <a:rPr lang="es-MX" sz="1400" b="0" noProof="0">
                <a:solidFill>
                  <a:schemeClr val="bg1"/>
                </a:solidFill>
              </a:rPr>
              <a:t>Involucrar al equipo</a:t>
            </a:r>
          </a:p>
          <a:p>
            <a:pPr marL="285750" indent="-285750" algn="just">
              <a:lnSpc>
                <a:spcPct val="150000"/>
              </a:lnSpc>
              <a:buFont typeface="Arial" panose="020B0604020202020204" pitchFamily="34" charset="0"/>
              <a:buChar char="•"/>
            </a:pPr>
            <a:r>
              <a:rPr lang="es-MX" sz="1400" b="0" noProof="0">
                <a:solidFill>
                  <a:schemeClr val="bg1"/>
                </a:solidFill>
              </a:rPr>
              <a:t>Pensar fuera de la caja</a:t>
            </a:r>
          </a:p>
          <a:p>
            <a:pPr marL="285750" indent="-285750" algn="just">
              <a:lnSpc>
                <a:spcPct val="150000"/>
              </a:lnSpc>
              <a:buFont typeface="Arial" panose="020B0604020202020204" pitchFamily="34" charset="0"/>
              <a:buChar char="•"/>
            </a:pPr>
            <a:r>
              <a:rPr lang="es-MX" sz="1400" b="0" noProof="0">
                <a:solidFill>
                  <a:schemeClr val="bg1"/>
                </a:solidFill>
              </a:rPr>
              <a:t>Prioriza las causas que tienen impacto directo en el problema</a:t>
            </a:r>
          </a:p>
        </p:txBody>
      </p:sp>
      <p:sp>
        <p:nvSpPr>
          <p:cNvPr id="9" name="Title 1">
            <a:extLst>
              <a:ext uri="{FF2B5EF4-FFF2-40B4-BE49-F238E27FC236}">
                <a16:creationId xmlns:a16="http://schemas.microsoft.com/office/drawing/2014/main" id="{7D4660AD-06E3-A793-E004-30D03A225F0B}"/>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Diagrama de Ishikawa (causa y efecto)</a:t>
            </a:r>
          </a:p>
        </p:txBody>
      </p:sp>
      <p:sp>
        <p:nvSpPr>
          <p:cNvPr id="10" name="CuadroTexto 7">
            <a:extLst>
              <a:ext uri="{FF2B5EF4-FFF2-40B4-BE49-F238E27FC236}">
                <a16:creationId xmlns:a16="http://schemas.microsoft.com/office/drawing/2014/main" id="{611828EA-75A2-E44F-EA2A-566F611FEB93}"/>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err="1">
                <a:solidFill>
                  <a:schemeClr val="bg1"/>
                </a:solidFill>
              </a:rPr>
              <a:t>Tips</a:t>
            </a:r>
            <a:r>
              <a:rPr lang="es-MX" sz="1100" b="1" noProof="0">
                <a:solidFill>
                  <a:schemeClr val="bg1"/>
                </a:solidFill>
              </a:rPr>
              <a:t> y errores comunes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2" name="Title 1">
            <a:extLst>
              <a:ext uri="{FF2B5EF4-FFF2-40B4-BE49-F238E27FC236}">
                <a16:creationId xmlns:a16="http://schemas.microsoft.com/office/drawing/2014/main" id="{245FF2D5-3148-7CA7-57B3-A686FBFCE6AD}"/>
              </a:ext>
            </a:extLst>
          </p:cNvPr>
          <p:cNvSpPr txBox="1">
            <a:spLocks/>
          </p:cNvSpPr>
          <p:nvPr/>
        </p:nvSpPr>
        <p:spPr>
          <a:xfrm>
            <a:off x="4951951" y="2685843"/>
            <a:ext cx="3751435" cy="189904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Confundir síntomas con causas</a:t>
            </a:r>
          </a:p>
          <a:p>
            <a:pPr marL="285750" indent="-285750" algn="just">
              <a:lnSpc>
                <a:spcPct val="150000"/>
              </a:lnSpc>
              <a:buFont typeface="Arial" panose="020B0604020202020204" pitchFamily="34" charset="0"/>
              <a:buChar char="•"/>
            </a:pPr>
            <a:r>
              <a:rPr lang="es-MX" sz="1400" b="0" noProof="0">
                <a:solidFill>
                  <a:schemeClr val="bg1"/>
                </a:solidFill>
              </a:rPr>
              <a:t>Ser demasiado general</a:t>
            </a:r>
          </a:p>
          <a:p>
            <a:pPr marL="285750" indent="-285750" algn="just">
              <a:lnSpc>
                <a:spcPct val="150000"/>
              </a:lnSpc>
              <a:buFont typeface="Arial" panose="020B0604020202020204" pitchFamily="34" charset="0"/>
              <a:buChar char="•"/>
            </a:pPr>
            <a:r>
              <a:rPr lang="es-MX" sz="1400" b="0" noProof="0">
                <a:solidFill>
                  <a:schemeClr val="bg1"/>
                </a:solidFill>
              </a:rPr>
              <a:t>No validar con datos las causas planteadas</a:t>
            </a:r>
          </a:p>
          <a:p>
            <a:pPr marL="285750" indent="-285750" algn="just">
              <a:lnSpc>
                <a:spcPct val="150000"/>
              </a:lnSpc>
              <a:buFont typeface="Arial" panose="020B0604020202020204" pitchFamily="34" charset="0"/>
              <a:buChar char="•"/>
            </a:pPr>
            <a:r>
              <a:rPr lang="es-MX" sz="1400" b="0" noProof="0">
                <a:solidFill>
                  <a:schemeClr val="bg1"/>
                </a:solidFill>
              </a:rPr>
              <a:t>Limitar la creatividad del equipo de trabajo</a:t>
            </a: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03DD139D-93AC-73A3-CDB0-0D201971C8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388DB170-C4C5-164A-775B-A8CC68F0065D}"/>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Evita</a:t>
            </a:r>
          </a:p>
        </p:txBody>
      </p:sp>
      <p:sp>
        <p:nvSpPr>
          <p:cNvPr id="17" name="CuadroTexto 16">
            <a:extLst>
              <a:ext uri="{FF2B5EF4-FFF2-40B4-BE49-F238E27FC236}">
                <a16:creationId xmlns:a16="http://schemas.microsoft.com/office/drawing/2014/main" id="{2B542C56-9573-CBC4-1516-6A2F468CD686}"/>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a:t>
            </a:r>
          </a:p>
        </p:txBody>
      </p:sp>
    </p:spTree>
    <p:extLst>
      <p:ext uri="{BB962C8B-B14F-4D97-AF65-F5344CB8AC3E}">
        <p14:creationId xmlns:p14="http://schemas.microsoft.com/office/powerpoint/2010/main" val="36872997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CFD3C-DD39-A608-F39C-6AA7747935B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39E6AAF-56EA-AEC7-F5DA-57078008770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39E6AAF-56EA-AEC7-F5DA-5707800877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917F57F-1E4B-9284-43EB-6BEAF1134DBE}"/>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73306F6-F15E-F375-C068-3FB48405E01F}"/>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1FA7A3CB-E53C-5827-7BDD-C90261CFED67}"/>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38066612-D99E-D6F5-9D9C-35AB3BD77E6B}"/>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B7F120E2-7B6F-5BC4-318F-40894B4A0F70}"/>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Hacer…</a:t>
            </a:r>
          </a:p>
        </p:txBody>
      </p:sp>
      <p:pic>
        <p:nvPicPr>
          <p:cNvPr id="12" name="Gráfico 11" descr="Señal de pulgar hacia arriba  con relleno sólido">
            <a:extLst>
              <a:ext uri="{FF2B5EF4-FFF2-40B4-BE49-F238E27FC236}">
                <a16:creationId xmlns:a16="http://schemas.microsoft.com/office/drawing/2014/main" id="{04345FE8-9F66-27DD-2AB8-67470202A1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8B5EFB45-F85A-7393-DAF1-7F90850C9F76}"/>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C783E982-7CA3-737D-D605-3F651A0D56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54680BBD-C94C-4C08-01F1-78268F026B9B}"/>
              </a:ext>
            </a:extLst>
          </p:cNvPr>
          <p:cNvSpPr txBox="1">
            <a:spLocks/>
          </p:cNvSpPr>
          <p:nvPr/>
        </p:nvSpPr>
        <p:spPr>
          <a:xfrm>
            <a:off x="712094" y="1756481"/>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Guía la sesión sin imponer ideas (fomenta la participación)</a:t>
            </a:r>
          </a:p>
          <a:p>
            <a:pPr marL="285750" indent="-285750" algn="just">
              <a:lnSpc>
                <a:spcPct val="150000"/>
              </a:lnSpc>
              <a:buFont typeface="Arial" panose="020B0604020202020204" pitchFamily="34" charset="0"/>
              <a:buChar char="•"/>
            </a:pPr>
            <a:r>
              <a:rPr lang="es-MX" sz="1050" b="0" noProof="0">
                <a:solidFill>
                  <a:schemeClr val="bg1"/>
                </a:solidFill>
              </a:rPr>
              <a:t>Motiva a considerar causas en todas las categorías del Ishikawa</a:t>
            </a:r>
          </a:p>
          <a:p>
            <a:pPr marL="285750" indent="-285750" algn="just">
              <a:lnSpc>
                <a:spcPct val="150000"/>
              </a:lnSpc>
              <a:buFont typeface="Arial" panose="020B0604020202020204" pitchFamily="34" charset="0"/>
              <a:buChar char="•"/>
            </a:pPr>
            <a:r>
              <a:rPr lang="es-MX" sz="1050" b="0" noProof="0">
                <a:solidFill>
                  <a:schemeClr val="bg1"/>
                </a:solidFill>
              </a:rPr>
              <a:t>Antes de votar, pide evidencia o ejemplos que respalden la causa</a:t>
            </a:r>
          </a:p>
          <a:p>
            <a:pPr marL="285750" indent="-285750" algn="just">
              <a:lnSpc>
                <a:spcPct val="150000"/>
              </a:lnSpc>
              <a:buFont typeface="Arial" panose="020B0604020202020204" pitchFamily="34" charset="0"/>
              <a:buChar char="•"/>
            </a:pPr>
            <a:r>
              <a:rPr lang="es-MX" sz="1050" b="0" noProof="0">
                <a:solidFill>
                  <a:schemeClr val="bg1"/>
                </a:solidFill>
              </a:rPr>
              <a:t>Pregunta: “¿Por qué creemos que esta causa es probable?</a:t>
            </a:r>
          </a:p>
          <a:p>
            <a:pPr marL="285750" indent="-285750" algn="just">
              <a:lnSpc>
                <a:spcPct val="150000"/>
              </a:lnSpc>
              <a:buFont typeface="Arial" panose="020B0604020202020204" pitchFamily="34" charset="0"/>
              <a:buChar char="•"/>
            </a:pPr>
            <a:r>
              <a:rPr lang="es-MX" sz="1050" b="0" noProof="0">
                <a:solidFill>
                  <a:schemeClr val="bg1"/>
                </a:solidFill>
              </a:rPr>
              <a:t>Asegura la participación equitativa</a:t>
            </a:r>
          </a:p>
        </p:txBody>
      </p:sp>
      <p:sp>
        <p:nvSpPr>
          <p:cNvPr id="17" name="Title 1">
            <a:extLst>
              <a:ext uri="{FF2B5EF4-FFF2-40B4-BE49-F238E27FC236}">
                <a16:creationId xmlns:a16="http://schemas.microsoft.com/office/drawing/2014/main" id="{93702217-6979-ADF6-67A0-6D9A129D8245}"/>
              </a:ext>
            </a:extLst>
          </p:cNvPr>
          <p:cNvSpPr txBox="1">
            <a:spLocks/>
          </p:cNvSpPr>
          <p:nvPr/>
        </p:nvSpPr>
        <p:spPr>
          <a:xfrm>
            <a:off x="712094" y="3533542"/>
            <a:ext cx="7299141" cy="69717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No digas “eso no es posible” sin revisar datos</a:t>
            </a:r>
          </a:p>
          <a:p>
            <a:pPr marL="285750" indent="-285750" algn="just">
              <a:lnSpc>
                <a:spcPct val="150000"/>
              </a:lnSpc>
              <a:buFont typeface="Arial" panose="020B0604020202020204" pitchFamily="34" charset="0"/>
              <a:buChar char="•"/>
            </a:pPr>
            <a:r>
              <a:rPr lang="es-MX" sz="1050" b="0" noProof="0">
                <a:solidFill>
                  <a:schemeClr val="bg1"/>
                </a:solidFill>
              </a:rPr>
              <a:t>Evita que la votación se base en jerarquía o intuición</a:t>
            </a:r>
          </a:p>
          <a:p>
            <a:pPr marL="285750" indent="-285750" algn="just">
              <a:lnSpc>
                <a:spcPct val="150000"/>
              </a:lnSpc>
              <a:buFont typeface="Arial" panose="020B0604020202020204" pitchFamily="34" charset="0"/>
              <a:buChar char="•"/>
            </a:pPr>
            <a:r>
              <a:rPr lang="es-MX" sz="1050" b="0" noProof="0">
                <a:solidFill>
                  <a:schemeClr val="bg1"/>
                </a:solidFill>
              </a:rPr>
              <a:t>Acelerar la votación sin consenso</a:t>
            </a:r>
          </a:p>
        </p:txBody>
      </p:sp>
      <p:sp>
        <p:nvSpPr>
          <p:cNvPr id="6" name="Title 15">
            <a:extLst>
              <a:ext uri="{FF2B5EF4-FFF2-40B4-BE49-F238E27FC236}">
                <a16:creationId xmlns:a16="http://schemas.microsoft.com/office/drawing/2014/main" id="{F0126CB5-085A-35FD-6704-76A340157A08}"/>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err="1"/>
              <a:t>Tips</a:t>
            </a:r>
            <a:r>
              <a:rPr lang="es-MX" noProof="0"/>
              <a:t> para lideres</a:t>
            </a:r>
            <a:br>
              <a:rPr lang="es-MX" noProof="0"/>
            </a:br>
            <a:r>
              <a:rPr lang="es-MX" sz="1050" noProof="0">
                <a:solidFill>
                  <a:schemeClr val="bg1"/>
                </a:solidFill>
              </a:rPr>
              <a:t>Fase: Observa y analiza pt.1</a:t>
            </a:r>
            <a:endParaRPr lang="es-MX" noProof="0">
              <a:solidFill>
                <a:schemeClr val="bg1"/>
              </a:solidFill>
            </a:endParaRPr>
          </a:p>
        </p:txBody>
      </p:sp>
      <p:sp>
        <p:nvSpPr>
          <p:cNvPr id="16" name="Rectángulo 15">
            <a:extLst>
              <a:ext uri="{FF2B5EF4-FFF2-40B4-BE49-F238E27FC236}">
                <a16:creationId xmlns:a16="http://schemas.microsoft.com/office/drawing/2014/main" id="{EE02F139-192A-518D-8361-0FF38E378815}"/>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Lamina para lideres</a:t>
            </a:r>
          </a:p>
        </p:txBody>
      </p:sp>
    </p:spTree>
    <p:extLst>
      <p:ext uri="{BB962C8B-B14F-4D97-AF65-F5344CB8AC3E}">
        <p14:creationId xmlns:p14="http://schemas.microsoft.com/office/powerpoint/2010/main" val="37162790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63DA3-7F32-3FA1-4703-425F4C0572C1}"/>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03BE8021-CD7F-8779-AB73-B10DCB4D7E95}"/>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F761B90D-DCA4-A6FD-5449-3E0B98E1C9F5}"/>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8AFBCF31-EAD7-173A-A534-AEB72082E632}"/>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B9D3765A-72A6-24A4-27FC-5FB2B1EE53B2}"/>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0CC215BA-C75C-2618-CA33-12DA6E0DF4D0}"/>
              </a:ext>
            </a:extLst>
          </p:cNvPr>
          <p:cNvSpPr>
            <a:spLocks noGrp="1"/>
          </p:cNvSpPr>
          <p:nvPr>
            <p:ph type="title"/>
          </p:nvPr>
        </p:nvSpPr>
        <p:spPr>
          <a:xfrm>
            <a:off x="330993" y="313420"/>
            <a:ext cx="8482014" cy="307777"/>
          </a:xfrm>
        </p:spPr>
        <p:txBody>
          <a:bodyPr/>
          <a:lstStyle/>
          <a:p>
            <a:pPr algn="ctr"/>
            <a:r>
              <a:rPr lang="es-MX" noProof="0" dirty="0"/>
              <a:t>Actividad 6</a:t>
            </a:r>
          </a:p>
        </p:txBody>
      </p:sp>
      <p:sp>
        <p:nvSpPr>
          <p:cNvPr id="3" name="CuadroTexto 7">
            <a:extLst>
              <a:ext uri="{FF2B5EF4-FFF2-40B4-BE49-F238E27FC236}">
                <a16:creationId xmlns:a16="http://schemas.microsoft.com/office/drawing/2014/main" id="{7B0A1048-F59A-2263-85F4-43C30CBF71E0}"/>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Ninguna idea es mala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C541E2D-7C6C-7BAB-8D83-FDF2B818C3D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AF535912-06C2-6801-C226-A8C2C99E0032}"/>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 de diagrama </a:t>
            </a:r>
          </a:p>
        </p:txBody>
      </p:sp>
      <p:sp>
        <p:nvSpPr>
          <p:cNvPr id="25" name="CuadroTexto 7">
            <a:extLst>
              <a:ext uri="{FF2B5EF4-FFF2-40B4-BE49-F238E27FC236}">
                <a16:creationId xmlns:a16="http://schemas.microsoft.com/office/drawing/2014/main" id="{0DC3CE93-C9EB-20E7-01FB-600F6EEF2358}"/>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Entregable:</a:t>
            </a:r>
          </a:p>
          <a:p>
            <a:pPr algn="ctr"/>
            <a:endParaRPr lang="es-MX" sz="1100" noProof="0" dirty="0">
              <a:solidFill>
                <a:schemeClr val="bg1"/>
              </a:solidFill>
            </a:endParaRPr>
          </a:p>
          <a:p>
            <a:pPr algn="ctr"/>
            <a:r>
              <a:rPr lang="es-MX" sz="1100" noProof="0" dirty="0">
                <a:solidFill>
                  <a:schemeClr val="bg1"/>
                </a:solidFill>
              </a:rPr>
              <a:t>Reflexión de los miembros </a:t>
            </a:r>
          </a:p>
        </p:txBody>
      </p:sp>
      <p:sp>
        <p:nvSpPr>
          <p:cNvPr id="8" name="Title 1">
            <a:extLst>
              <a:ext uri="{FF2B5EF4-FFF2-40B4-BE49-F238E27FC236}">
                <a16:creationId xmlns:a16="http://schemas.microsoft.com/office/drawing/2014/main" id="{0D989ACD-F933-7670-64E5-6E8510AAFCD9}"/>
              </a:ext>
            </a:extLst>
          </p:cNvPr>
          <p:cNvSpPr txBox="1">
            <a:spLocks/>
          </p:cNvSpPr>
          <p:nvPr/>
        </p:nvSpPr>
        <p:spPr>
          <a:xfrm>
            <a:off x="1042066" y="2918454"/>
            <a:ext cx="157826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individual y grupal</a:t>
            </a:r>
            <a:endParaRPr lang="es-MX" sz="1400" b="0" noProof="0">
              <a:solidFill>
                <a:schemeClr val="bg1"/>
              </a:solidFill>
            </a:endParaRPr>
          </a:p>
        </p:txBody>
      </p:sp>
      <p:pic>
        <p:nvPicPr>
          <p:cNvPr id="9" name="Gráfico 8" descr="Perfil de hombre con relleno sólido">
            <a:extLst>
              <a:ext uri="{FF2B5EF4-FFF2-40B4-BE49-F238E27FC236}">
                <a16:creationId xmlns:a16="http://schemas.microsoft.com/office/drawing/2014/main" id="{F1638D02-1E7C-BEC0-D06B-3FFD00FA3B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1688" y="1650319"/>
            <a:ext cx="659020" cy="659020"/>
          </a:xfrm>
          <a:prstGeom prst="rect">
            <a:avLst/>
          </a:prstGeom>
        </p:spPr>
      </p:pic>
      <p:pic>
        <p:nvPicPr>
          <p:cNvPr id="10" name="Gráfico 9" descr="Perfil de hombre con relleno sólido">
            <a:extLst>
              <a:ext uri="{FF2B5EF4-FFF2-40B4-BE49-F238E27FC236}">
                <a16:creationId xmlns:a16="http://schemas.microsoft.com/office/drawing/2014/main" id="{612795E6-7EBB-DB2F-A467-BF23ED22CF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4655" y="2423406"/>
            <a:ext cx="430886" cy="430886"/>
          </a:xfrm>
          <a:prstGeom prst="rect">
            <a:avLst/>
          </a:prstGeom>
        </p:spPr>
      </p:pic>
      <p:cxnSp>
        <p:nvCxnSpPr>
          <p:cNvPr id="7" name="Conector recto 6">
            <a:extLst>
              <a:ext uri="{FF2B5EF4-FFF2-40B4-BE49-F238E27FC236}">
                <a16:creationId xmlns:a16="http://schemas.microsoft.com/office/drawing/2014/main" id="{68D4EEA0-331E-6367-7B2F-620F0B19E833}"/>
              </a:ext>
            </a:extLst>
          </p:cNvPr>
          <p:cNvCxnSpPr/>
          <p:nvPr/>
        </p:nvCxnSpPr>
        <p:spPr>
          <a:xfrm flipH="1">
            <a:off x="1042066" y="2359243"/>
            <a:ext cx="1578264" cy="0"/>
          </a:xfrm>
          <a:prstGeom prst="line">
            <a:avLst/>
          </a:prstGeom>
          <a:ln w="28575"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 name="Gráfico 10" descr="Perfil de hombre con relleno sólido">
            <a:extLst>
              <a:ext uri="{FF2B5EF4-FFF2-40B4-BE49-F238E27FC236}">
                <a16:creationId xmlns:a16="http://schemas.microsoft.com/office/drawing/2014/main" id="{533F1868-B5D3-C726-5C46-246810CEB8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49959" y="2423406"/>
            <a:ext cx="430886" cy="430886"/>
          </a:xfrm>
          <a:prstGeom prst="rect">
            <a:avLst/>
          </a:prstGeom>
        </p:spPr>
      </p:pic>
      <p:pic>
        <p:nvPicPr>
          <p:cNvPr id="13" name="Gráfico 12" descr="Perfil de hombre con relleno sólido">
            <a:extLst>
              <a:ext uri="{FF2B5EF4-FFF2-40B4-BE49-F238E27FC236}">
                <a16:creationId xmlns:a16="http://schemas.microsoft.com/office/drawing/2014/main" id="{A7EABF0A-6999-1857-0B60-65370E7483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1165" y="2423406"/>
            <a:ext cx="430886" cy="430886"/>
          </a:xfrm>
          <a:prstGeom prst="rect">
            <a:avLst/>
          </a:prstGeom>
        </p:spPr>
      </p:pic>
      <p:pic>
        <p:nvPicPr>
          <p:cNvPr id="15" name="Gráfico 14" descr="Perfil de hombre con relleno sólido">
            <a:extLst>
              <a:ext uri="{FF2B5EF4-FFF2-40B4-BE49-F238E27FC236}">
                <a16:creationId xmlns:a16="http://schemas.microsoft.com/office/drawing/2014/main" id="{B2BAC26F-F151-4419-D2D8-3125E51E7C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04726" y="2423406"/>
            <a:ext cx="430886" cy="430886"/>
          </a:xfrm>
          <a:prstGeom prst="rect">
            <a:avLst/>
          </a:prstGeom>
        </p:spPr>
      </p:pic>
      <p:pic>
        <p:nvPicPr>
          <p:cNvPr id="16" name="Gráfico 15" descr="Perfil de hombre con relleno sólido">
            <a:extLst>
              <a:ext uri="{FF2B5EF4-FFF2-40B4-BE49-F238E27FC236}">
                <a16:creationId xmlns:a16="http://schemas.microsoft.com/office/drawing/2014/main" id="{7F0EA532-A63D-FD58-8558-E694AB0213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570" y="2423406"/>
            <a:ext cx="430886" cy="430886"/>
          </a:xfrm>
          <a:prstGeom prst="rect">
            <a:avLst/>
          </a:prstGeom>
        </p:spPr>
      </p:pic>
      <p:pic>
        <p:nvPicPr>
          <p:cNvPr id="18" name="Imagen 17">
            <a:extLst>
              <a:ext uri="{FF2B5EF4-FFF2-40B4-BE49-F238E27FC236}">
                <a16:creationId xmlns:a16="http://schemas.microsoft.com/office/drawing/2014/main" id="{2896CFC8-7A5F-F058-C956-C50AD64CDA64}"/>
              </a:ext>
            </a:extLst>
          </p:cNvPr>
          <p:cNvPicPr>
            <a:picLocks noChangeAspect="1"/>
          </p:cNvPicPr>
          <p:nvPr/>
        </p:nvPicPr>
        <p:blipFill>
          <a:blip r:embed="rId4">
            <a:lum bright="70000" contrast="-70000"/>
            <a:extLst>
              <a:ext uri="{BEBA8EAE-BF5A-486C-A8C5-ECC9F3942E4B}">
                <a14:imgProps xmlns:a14="http://schemas.microsoft.com/office/drawing/2010/main">
                  <a14:imgLayer r:embed="rId5">
                    <a14:imgEffect>
                      <a14:colorTemperature colorTemp="11200"/>
                    </a14:imgEffect>
                    <a14:imgEffect>
                      <a14:saturation sat="0"/>
                    </a14:imgEffect>
                  </a14:imgLayer>
                </a14:imgProps>
              </a:ext>
            </a:extLst>
          </a:blip>
          <a:stretch>
            <a:fillRect/>
          </a:stretch>
        </p:blipFill>
        <p:spPr>
          <a:xfrm rot="2598020">
            <a:off x="3873971" y="1657433"/>
            <a:ext cx="1335114" cy="1335114"/>
          </a:xfrm>
          <a:prstGeom prst="rect">
            <a:avLst/>
          </a:prstGeom>
        </p:spPr>
      </p:pic>
      <p:sp>
        <p:nvSpPr>
          <p:cNvPr id="20" name="Title 1">
            <a:extLst>
              <a:ext uri="{FF2B5EF4-FFF2-40B4-BE49-F238E27FC236}">
                <a16:creationId xmlns:a16="http://schemas.microsoft.com/office/drawing/2014/main" id="{E122C8BC-D0A8-D652-5694-FEA5C55D0359}"/>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Reflexión entre los miembros</a:t>
            </a:r>
          </a:p>
        </p:txBody>
      </p:sp>
      <p:pic>
        <p:nvPicPr>
          <p:cNvPr id="21" name="Gráfico 20" descr="Lluvia de ideas de grupo con relleno sólido">
            <a:extLst>
              <a:ext uri="{FF2B5EF4-FFF2-40B4-BE49-F238E27FC236}">
                <a16:creationId xmlns:a16="http://schemas.microsoft.com/office/drawing/2014/main" id="{DADE304B-90D9-5B9E-0908-B8A9201A8AB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43239" y="1747596"/>
            <a:ext cx="1112454" cy="1112454"/>
          </a:xfrm>
          <a:prstGeom prst="rect">
            <a:avLst/>
          </a:prstGeom>
        </p:spPr>
      </p:pic>
      <p:pic>
        <p:nvPicPr>
          <p:cNvPr id="4" name="Gráfico 3" descr="Cursor con relleno sólido">
            <a:extLst>
              <a:ext uri="{FF2B5EF4-FFF2-40B4-BE49-F238E27FC236}">
                <a16:creationId xmlns:a16="http://schemas.microsoft.com/office/drawing/2014/main" id="{DD997DD6-AD5C-2165-4E53-3640DD7539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764" y="4364163"/>
            <a:ext cx="515394" cy="515394"/>
          </a:xfrm>
          <a:prstGeom prst="rect">
            <a:avLst/>
          </a:prstGeom>
        </p:spPr>
      </p:pic>
      <p:sp>
        <p:nvSpPr>
          <p:cNvPr id="19" name="CuadroTexto 18">
            <a:extLst>
              <a:ext uri="{FF2B5EF4-FFF2-40B4-BE49-F238E27FC236}">
                <a16:creationId xmlns:a16="http://schemas.microsoft.com/office/drawing/2014/main" id="{F1913162-3F6A-7DC5-17F6-9EFB72D5CC87}"/>
              </a:ext>
            </a:extLst>
          </p:cNvPr>
          <p:cNvSpPr txBox="1"/>
          <p:nvPr/>
        </p:nvSpPr>
        <p:spPr>
          <a:xfrm>
            <a:off x="43100" y="3964572"/>
            <a:ext cx="2392512"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8">
                  <a:extLst>
                    <a:ext uri="{A12FA001-AC4F-418D-AE19-62706E023703}">
                      <ahyp:hlinkClr xmlns:ahyp="http://schemas.microsoft.com/office/drawing/2018/hyperlinkcolor" val="tx"/>
                    </a:ext>
                  </a:extLst>
                </a:hlinkClick>
              </a:rPr>
              <a:t>Plantilla de diagrama Causa y efecto.</a:t>
            </a:r>
            <a:endParaRPr lang="es-MX" noProof="0">
              <a:solidFill>
                <a:schemeClr val="accent6"/>
              </a:solidFill>
            </a:endParaRPr>
          </a:p>
        </p:txBody>
      </p:sp>
    </p:spTree>
    <p:extLst>
      <p:ext uri="{BB962C8B-B14F-4D97-AF65-F5344CB8AC3E}">
        <p14:creationId xmlns:p14="http://schemas.microsoft.com/office/powerpoint/2010/main" val="3137167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753A-25FD-1985-469D-7AC7689576B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F5516651-631B-E959-1252-B9EDEB32668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F5516651-631B-E959-1252-B9EDEB32668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A440D65E-FA56-538B-0150-037225CE87FD}"/>
              </a:ext>
            </a:extLst>
          </p:cNvPr>
          <p:cNvSpPr>
            <a:spLocks noGrp="1"/>
          </p:cNvSpPr>
          <p:nvPr>
            <p:ph type="title"/>
          </p:nvPr>
        </p:nvSpPr>
        <p:spPr>
          <a:xfrm>
            <a:off x="3937397" y="242102"/>
            <a:ext cx="1708118" cy="307777"/>
          </a:xfrm>
        </p:spPr>
        <p:txBody>
          <a:bodyPr vert="horz"/>
          <a:lstStyle/>
          <a:p>
            <a:r>
              <a:rPr lang="es-MX" noProof="0"/>
              <a:t>Reflexión</a:t>
            </a:r>
          </a:p>
        </p:txBody>
      </p:sp>
      <p:pic>
        <p:nvPicPr>
          <p:cNvPr id="4" name="Imagen 3" descr="Imagen que contiene Icono&#10;&#10;El contenido generado por IA puede ser incorrecto.">
            <a:extLst>
              <a:ext uri="{FF2B5EF4-FFF2-40B4-BE49-F238E27FC236}">
                <a16:creationId xmlns:a16="http://schemas.microsoft.com/office/drawing/2014/main" id="{C3B60894-0581-7BF8-BB06-63D86D5F1794}"/>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C9BBF3A9-EEDF-C1B7-984C-FA8A5700D558}"/>
              </a:ext>
            </a:extLst>
          </p:cNvPr>
          <p:cNvSpPr/>
          <p:nvPr/>
        </p:nvSpPr>
        <p:spPr>
          <a:xfrm>
            <a:off x="836676" y="1417517"/>
            <a:ext cx="7470648" cy="252036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¿Qué aprendimos con el uso de esta herramienta?</a:t>
            </a:r>
          </a:p>
          <a:p>
            <a:pPr algn="ctr">
              <a:lnSpc>
                <a:spcPct val="250000"/>
              </a:lnSpc>
            </a:pPr>
            <a:r>
              <a:rPr lang="es-MX" sz="1600" b="1" noProof="0">
                <a:solidFill>
                  <a:srgbClr val="FFFFFF"/>
                </a:solidFill>
              </a:rPr>
              <a:t>¿Consideras que es valiosa para la resolución de problemas?</a:t>
            </a:r>
          </a:p>
        </p:txBody>
      </p:sp>
    </p:spTree>
    <p:extLst>
      <p:ext uri="{BB962C8B-B14F-4D97-AF65-F5344CB8AC3E}">
        <p14:creationId xmlns:p14="http://schemas.microsoft.com/office/powerpoint/2010/main" val="1433036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6C35-AE6A-A228-AF7B-8382B3F31C2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C79C9CBB-DE38-C2A7-4C94-05667F0A6C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C79C9CBB-DE38-C2A7-4C94-05667F0A6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E23D5B4E-6705-4FB3-7104-3E6AA43392E8}"/>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E189072-2BF8-589C-96A2-69592A1AE878}"/>
              </a:ext>
            </a:extLst>
          </p:cNvPr>
          <p:cNvSpPr/>
          <p:nvPr/>
        </p:nvSpPr>
        <p:spPr>
          <a:xfrm>
            <a:off x="440613" y="1195802"/>
            <a:ext cx="7979817"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Title 1">
            <a:extLst>
              <a:ext uri="{FF2B5EF4-FFF2-40B4-BE49-F238E27FC236}">
                <a16:creationId xmlns:a16="http://schemas.microsoft.com/office/drawing/2014/main" id="{D1B09135-E6FC-9227-407C-3B729D239CF8}"/>
              </a:ext>
            </a:extLst>
          </p:cNvPr>
          <p:cNvSpPr txBox="1">
            <a:spLocks/>
          </p:cNvSpPr>
          <p:nvPr/>
        </p:nvSpPr>
        <p:spPr>
          <a:xfrm>
            <a:off x="710535" y="1195802"/>
            <a:ext cx="4327956" cy="286854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endParaRPr lang="es-MX" sz="1400" noProof="0">
              <a:solidFill>
                <a:schemeClr val="bg1"/>
              </a:solidFill>
            </a:endParaRPr>
          </a:p>
          <a:p>
            <a:pPr algn="just">
              <a:lnSpc>
                <a:spcPct val="150000"/>
              </a:lnSpc>
            </a:pPr>
            <a:endParaRPr lang="es-MX" sz="1400" noProof="0">
              <a:solidFill>
                <a:schemeClr val="bg1"/>
              </a:solidFill>
            </a:endParaRPr>
          </a:p>
          <a:p>
            <a:pPr marL="285750" indent="-285750" algn="just">
              <a:lnSpc>
                <a:spcPct val="150000"/>
              </a:lnSpc>
              <a:buFont typeface="Arial" panose="020B0604020202020204" pitchFamily="34" charset="0"/>
              <a:buChar char="•"/>
            </a:pPr>
            <a:r>
              <a:rPr lang="es-MX" sz="1400" b="0" noProof="0">
                <a:solidFill>
                  <a:schemeClr val="bg1"/>
                </a:solidFill>
              </a:rPr>
              <a:t>Elimina las causas duplicadas</a:t>
            </a:r>
          </a:p>
          <a:p>
            <a:pPr marL="285750" indent="-285750" algn="just">
              <a:lnSpc>
                <a:spcPct val="150000"/>
              </a:lnSpc>
              <a:buFont typeface="Arial" panose="020B0604020202020204" pitchFamily="34" charset="0"/>
              <a:buChar char="•"/>
            </a:pPr>
            <a:r>
              <a:rPr lang="es-MX" sz="1400" b="0" noProof="0">
                <a:solidFill>
                  <a:schemeClr val="bg1"/>
                </a:solidFill>
              </a:rPr>
              <a:t>Agrupar causas relacionadas</a:t>
            </a:r>
          </a:p>
          <a:p>
            <a:pPr marL="285750" indent="-285750" algn="just">
              <a:lnSpc>
                <a:spcPct val="150000"/>
              </a:lnSpc>
              <a:buFont typeface="Arial" panose="020B0604020202020204" pitchFamily="34" charset="0"/>
              <a:buChar char="•"/>
            </a:pPr>
            <a:r>
              <a:rPr lang="es-MX" sz="1400" b="0" noProof="0">
                <a:solidFill>
                  <a:schemeClr val="bg1"/>
                </a:solidFill>
              </a:rPr>
              <a:t>Eliminar causas que el equipo considere imposible o poco probable</a:t>
            </a:r>
          </a:p>
          <a:p>
            <a:pPr marL="285750" indent="-285750" algn="just">
              <a:lnSpc>
                <a:spcPct val="150000"/>
              </a:lnSpc>
              <a:buFont typeface="Arial" panose="020B0604020202020204" pitchFamily="34" charset="0"/>
              <a:buChar char="•"/>
            </a:pPr>
            <a:r>
              <a:rPr lang="es-MX" sz="1400" b="0" noProof="0">
                <a:solidFill>
                  <a:schemeClr val="bg1"/>
                </a:solidFill>
              </a:rPr>
              <a:t>Las causas restantes se trasladan a la </a:t>
            </a:r>
            <a:r>
              <a:rPr lang="es-MX" sz="1400" noProof="0">
                <a:solidFill>
                  <a:schemeClr val="accent6"/>
                </a:solidFill>
              </a:rPr>
              <a:t>Matriz de </a:t>
            </a:r>
            <a:r>
              <a:rPr lang="es-MX" sz="1400" noProof="0" err="1">
                <a:solidFill>
                  <a:schemeClr val="accent6"/>
                </a:solidFill>
              </a:rPr>
              <a:t>multivotación</a:t>
            </a:r>
            <a:endParaRPr lang="es-MX" sz="1400" noProof="0">
              <a:solidFill>
                <a:schemeClr val="accent6"/>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sp>
        <p:nvSpPr>
          <p:cNvPr id="9" name="Title 1">
            <a:extLst>
              <a:ext uri="{FF2B5EF4-FFF2-40B4-BE49-F238E27FC236}">
                <a16:creationId xmlns:a16="http://schemas.microsoft.com/office/drawing/2014/main" id="{61EFD86E-537F-CEFE-008D-8C9924F123D0}"/>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Diagrama de Ishikawa (causa y efecto)</a:t>
            </a:r>
          </a:p>
        </p:txBody>
      </p:sp>
      <p:sp>
        <p:nvSpPr>
          <p:cNvPr id="10" name="CuadroTexto 7">
            <a:extLst>
              <a:ext uri="{FF2B5EF4-FFF2-40B4-BE49-F238E27FC236}">
                <a16:creationId xmlns:a16="http://schemas.microsoft.com/office/drawing/2014/main" id="{4A5ECB6E-52D7-EE59-2B30-FFCB7C494C2B}"/>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Siguientes pasos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7" name="CuadroTexto 16">
            <a:extLst>
              <a:ext uri="{FF2B5EF4-FFF2-40B4-BE49-F238E27FC236}">
                <a16:creationId xmlns:a16="http://schemas.microsoft.com/office/drawing/2014/main" id="{B0EA2A33-844C-078F-C0C1-DAAC2B016AE0}"/>
              </a:ext>
            </a:extLst>
          </p:cNvPr>
          <p:cNvSpPr txBox="1"/>
          <p:nvPr/>
        </p:nvSpPr>
        <p:spPr>
          <a:xfrm>
            <a:off x="6024526" y="2123672"/>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Filtrar causas</a:t>
            </a:r>
          </a:p>
        </p:txBody>
      </p:sp>
      <p:pic>
        <p:nvPicPr>
          <p:cNvPr id="7" name="Gráfico 6" descr="Filtro con relleno sólido">
            <a:extLst>
              <a:ext uri="{FF2B5EF4-FFF2-40B4-BE49-F238E27FC236}">
                <a16:creationId xmlns:a16="http://schemas.microsoft.com/office/drawing/2014/main" id="{346D4E09-15F6-02BC-B74E-0D37574D43E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8645" y="1307419"/>
            <a:ext cx="914400" cy="914400"/>
          </a:xfrm>
          <a:prstGeom prst="rect">
            <a:avLst/>
          </a:prstGeom>
        </p:spPr>
      </p:pic>
      <p:pic>
        <p:nvPicPr>
          <p:cNvPr id="8" name="Gráfico 7" descr="Flecha abajo con relleno sólido">
            <a:extLst>
              <a:ext uri="{FF2B5EF4-FFF2-40B4-BE49-F238E27FC236}">
                <a16:creationId xmlns:a16="http://schemas.microsoft.com/office/drawing/2014/main" id="{6A06D670-95BB-300D-8569-C8A79AD2DF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39052" y="2403921"/>
            <a:ext cx="923993" cy="634151"/>
          </a:xfrm>
          <a:prstGeom prst="rect">
            <a:avLst/>
          </a:prstGeom>
          <a:effectLst>
            <a:outerShdw blurRad="50800" dist="38100" dir="2700000" algn="tl" rotWithShape="0">
              <a:prstClr val="black">
                <a:alpha val="40000"/>
              </a:prstClr>
            </a:outerShdw>
          </a:effectLst>
        </p:spPr>
      </p:pic>
      <p:pic>
        <p:nvPicPr>
          <p:cNvPr id="19" name="Gráfico 18" descr="Mano levantada con relleno sólido">
            <a:extLst>
              <a:ext uri="{FF2B5EF4-FFF2-40B4-BE49-F238E27FC236}">
                <a16:creationId xmlns:a16="http://schemas.microsoft.com/office/drawing/2014/main" id="{D6D1A620-3C05-C6D9-50E8-01C5BFE14ED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08963" y="3097917"/>
            <a:ext cx="914400" cy="914400"/>
          </a:xfrm>
          <a:prstGeom prst="rect">
            <a:avLst/>
          </a:prstGeom>
        </p:spPr>
      </p:pic>
      <p:pic>
        <p:nvPicPr>
          <p:cNvPr id="20" name="Gráfico 19" descr="Mano levantada con relleno sólido">
            <a:extLst>
              <a:ext uri="{FF2B5EF4-FFF2-40B4-BE49-F238E27FC236}">
                <a16:creationId xmlns:a16="http://schemas.microsoft.com/office/drawing/2014/main" id="{FBCDE61D-B2F4-465C-DF1A-11D3CEE6DF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19047" y="3305214"/>
            <a:ext cx="914400" cy="914400"/>
          </a:xfrm>
          <a:prstGeom prst="rect">
            <a:avLst/>
          </a:prstGeom>
        </p:spPr>
      </p:pic>
      <p:pic>
        <p:nvPicPr>
          <p:cNvPr id="16" name="Gráfico 15" descr="Mano levantada con relleno sólido">
            <a:extLst>
              <a:ext uri="{FF2B5EF4-FFF2-40B4-BE49-F238E27FC236}">
                <a16:creationId xmlns:a16="http://schemas.microsoft.com/office/drawing/2014/main" id="{69DEBB82-4D25-8AA2-A394-1A7F64D33E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98879" y="3305214"/>
            <a:ext cx="914400" cy="914400"/>
          </a:xfrm>
          <a:prstGeom prst="rect">
            <a:avLst/>
          </a:prstGeom>
        </p:spPr>
      </p:pic>
      <p:sp>
        <p:nvSpPr>
          <p:cNvPr id="21" name="CuadroTexto 20">
            <a:extLst>
              <a:ext uri="{FF2B5EF4-FFF2-40B4-BE49-F238E27FC236}">
                <a16:creationId xmlns:a16="http://schemas.microsoft.com/office/drawing/2014/main" id="{5A8ADD54-9BB9-FA19-FBDF-1C475C3F00C3}"/>
              </a:ext>
            </a:extLst>
          </p:cNvPr>
          <p:cNvSpPr txBox="1"/>
          <p:nvPr/>
        </p:nvSpPr>
        <p:spPr>
          <a:xfrm>
            <a:off x="6006526" y="4233084"/>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Matriz </a:t>
            </a:r>
            <a:r>
              <a:rPr lang="es-MX" sz="1200" b="1" noProof="0" err="1">
                <a:solidFill>
                  <a:schemeClr val="bg1"/>
                </a:solidFill>
              </a:rPr>
              <a:t>multivotación</a:t>
            </a:r>
            <a:endParaRPr lang="es-MX" sz="1200" b="1" noProof="0">
              <a:solidFill>
                <a:schemeClr val="bg1"/>
              </a:solidFill>
            </a:endParaRPr>
          </a:p>
        </p:txBody>
      </p:sp>
      <p:sp>
        <p:nvSpPr>
          <p:cNvPr id="2" name="CuadroTexto 1">
            <a:extLst>
              <a:ext uri="{FF2B5EF4-FFF2-40B4-BE49-F238E27FC236}">
                <a16:creationId xmlns:a16="http://schemas.microsoft.com/office/drawing/2014/main" id="{08CDC16D-A333-2A52-8879-96C97BBE1F55}"/>
              </a:ext>
            </a:extLst>
          </p:cNvPr>
          <p:cNvSpPr txBox="1"/>
          <p:nvPr/>
        </p:nvSpPr>
        <p:spPr>
          <a:xfrm>
            <a:off x="3281516" y="4219614"/>
            <a:ext cx="1201994" cy="1237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tx1"/>
              </a:solidFill>
            </a:endParaRPr>
          </a:p>
        </p:txBody>
      </p:sp>
    </p:spTree>
    <p:extLst>
      <p:ext uri="{BB962C8B-B14F-4D97-AF65-F5344CB8AC3E}">
        <p14:creationId xmlns:p14="http://schemas.microsoft.com/office/powerpoint/2010/main" val="4533515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44F0-EBE3-418A-874D-7374ACACC6D0}"/>
            </a:ext>
          </a:extLst>
        </p:cNvPr>
        <p:cNvGrpSpPr/>
        <p:nvPr/>
      </p:nvGrpSpPr>
      <p:grpSpPr>
        <a:xfrm>
          <a:off x="0" y="0"/>
          <a:ext cx="0" cy="0"/>
          <a:chOff x="0" y="0"/>
          <a:chExt cx="0" cy="0"/>
        </a:xfrm>
      </p:grpSpPr>
      <p:sp>
        <p:nvSpPr>
          <p:cNvPr id="8" name="Rectángulo: esquinas redondeadas 7">
            <a:extLst>
              <a:ext uri="{FF2B5EF4-FFF2-40B4-BE49-F238E27FC236}">
                <a16:creationId xmlns:a16="http://schemas.microsoft.com/office/drawing/2014/main" id="{DFC68D1F-6B39-DEAA-AD58-DB0E095B858A}"/>
              </a:ext>
            </a:extLst>
          </p:cNvPr>
          <p:cNvSpPr/>
          <p:nvPr/>
        </p:nvSpPr>
        <p:spPr>
          <a:xfrm>
            <a:off x="4063632" y="1633356"/>
            <a:ext cx="4749375" cy="304224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50652430-3CBB-C9DA-9508-23D8692BE811}"/>
              </a:ext>
            </a:extLst>
          </p:cNvPr>
          <p:cNvSpPr>
            <a:spLocks noGrp="1"/>
          </p:cNvSpPr>
          <p:nvPr>
            <p:ph type="title"/>
          </p:nvPr>
        </p:nvSpPr>
        <p:spPr>
          <a:xfrm>
            <a:off x="330993" y="313420"/>
            <a:ext cx="8482014" cy="307777"/>
          </a:xfrm>
        </p:spPr>
        <p:txBody>
          <a:bodyPr/>
          <a:lstStyle/>
          <a:p>
            <a:pPr algn="ctr"/>
            <a:r>
              <a:rPr lang="es-MX" noProof="0"/>
              <a:t>Matriz </a:t>
            </a:r>
            <a:r>
              <a:rPr lang="es-MX" noProof="0" err="1"/>
              <a:t>multivotación</a:t>
            </a: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B514A20E-DCF6-29AC-90A9-C658558FF3F3}"/>
              </a:ext>
            </a:extLst>
          </p:cNvPr>
          <p:cNvPicPr>
            <a:picLocks noChangeAspect="1"/>
          </p:cNvPicPr>
          <p:nvPr/>
        </p:nvPicPr>
        <p:blipFill>
          <a:blip r:embed="rId2"/>
          <a:stretch>
            <a:fillRect/>
          </a:stretch>
        </p:blipFill>
        <p:spPr>
          <a:xfrm>
            <a:off x="8661417" y="109943"/>
            <a:ext cx="466952" cy="466952"/>
          </a:xfrm>
          <a:prstGeom prst="rect">
            <a:avLst/>
          </a:prstGeom>
        </p:spPr>
      </p:pic>
      <p:graphicFrame>
        <p:nvGraphicFramePr>
          <p:cNvPr id="6" name="Table 6">
            <a:extLst>
              <a:ext uri="{FF2B5EF4-FFF2-40B4-BE49-F238E27FC236}">
                <a16:creationId xmlns:a16="http://schemas.microsoft.com/office/drawing/2014/main" id="{03449E04-A92F-1E20-364F-93A81A983396}"/>
              </a:ext>
            </a:extLst>
          </p:cNvPr>
          <p:cNvGraphicFramePr>
            <a:graphicFrameLocks noGrp="1"/>
          </p:cNvGraphicFramePr>
          <p:nvPr>
            <p:extLst>
              <p:ext uri="{D42A27DB-BD31-4B8C-83A1-F6EECF244321}">
                <p14:modId xmlns:p14="http://schemas.microsoft.com/office/powerpoint/2010/main" val="1279782893"/>
              </p:ext>
            </p:extLst>
          </p:nvPr>
        </p:nvGraphicFramePr>
        <p:xfrm>
          <a:off x="4204606" y="1904797"/>
          <a:ext cx="4555491" cy="2455795"/>
        </p:xfrm>
        <a:graphic>
          <a:graphicData uri="http://schemas.openxmlformats.org/drawingml/2006/table">
            <a:tbl>
              <a:tblPr firstRow="1" bandRow="1">
                <a:tableStyleId>{5940675A-B579-460E-94D1-54222C63F5DA}</a:tableStyleId>
              </a:tblPr>
              <a:tblGrid>
                <a:gridCol w="236765">
                  <a:extLst>
                    <a:ext uri="{9D8B030D-6E8A-4147-A177-3AD203B41FA5}">
                      <a16:colId xmlns:a16="http://schemas.microsoft.com/office/drawing/2014/main" val="1251009115"/>
                    </a:ext>
                  </a:extLst>
                </a:gridCol>
                <a:gridCol w="1592036">
                  <a:extLst>
                    <a:ext uri="{9D8B030D-6E8A-4147-A177-3AD203B41FA5}">
                      <a16:colId xmlns:a16="http://schemas.microsoft.com/office/drawing/2014/main" val="1602179548"/>
                    </a:ext>
                  </a:extLst>
                </a:gridCol>
                <a:gridCol w="563336">
                  <a:extLst>
                    <a:ext uri="{9D8B030D-6E8A-4147-A177-3AD203B41FA5}">
                      <a16:colId xmlns:a16="http://schemas.microsoft.com/office/drawing/2014/main" val="3972208118"/>
                    </a:ext>
                  </a:extLst>
                </a:gridCol>
                <a:gridCol w="685800">
                  <a:extLst>
                    <a:ext uri="{9D8B030D-6E8A-4147-A177-3AD203B41FA5}">
                      <a16:colId xmlns:a16="http://schemas.microsoft.com/office/drawing/2014/main" val="3393149604"/>
                    </a:ext>
                  </a:extLst>
                </a:gridCol>
                <a:gridCol w="479943">
                  <a:extLst>
                    <a:ext uri="{9D8B030D-6E8A-4147-A177-3AD203B41FA5}">
                      <a16:colId xmlns:a16="http://schemas.microsoft.com/office/drawing/2014/main" val="393111338"/>
                    </a:ext>
                  </a:extLst>
                </a:gridCol>
                <a:gridCol w="597743">
                  <a:extLst>
                    <a:ext uri="{9D8B030D-6E8A-4147-A177-3AD203B41FA5}">
                      <a16:colId xmlns:a16="http://schemas.microsoft.com/office/drawing/2014/main" val="380804779"/>
                    </a:ext>
                  </a:extLst>
                </a:gridCol>
                <a:gridCol w="399868">
                  <a:extLst>
                    <a:ext uri="{9D8B030D-6E8A-4147-A177-3AD203B41FA5}">
                      <a16:colId xmlns:a16="http://schemas.microsoft.com/office/drawing/2014/main" val="1206804226"/>
                    </a:ext>
                  </a:extLst>
                </a:gridCol>
              </a:tblGrid>
              <a:tr h="278901">
                <a:tc gridSpan="7">
                  <a:txBody>
                    <a:bodyPr/>
                    <a:lstStyle/>
                    <a:p>
                      <a:pPr algn="ctr"/>
                      <a:r>
                        <a:rPr lang="es-MX" sz="1600" b="1" noProof="0" dirty="0">
                          <a:solidFill>
                            <a:schemeClr val="bg1"/>
                          </a:solidFill>
                        </a:rPr>
                        <a:t>Multivotación de causas</a:t>
                      </a:r>
                    </a:p>
                  </a:txBody>
                  <a:tcPr>
                    <a:solidFill>
                      <a:schemeClr val="accent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15515">
                <a:tc rowSpan="2">
                  <a:txBody>
                    <a:bodyPr/>
                    <a:lstStyle/>
                    <a:p>
                      <a:endParaRPr lang="es-MX" sz="1200" noProof="0"/>
                    </a:p>
                  </a:txBody>
                  <a:tcPr>
                    <a:solidFill>
                      <a:schemeClr val="accent5"/>
                    </a:solidFill>
                  </a:tcPr>
                </a:tc>
                <a:tc rowSpan="2">
                  <a:txBody>
                    <a:bodyPr/>
                    <a:lstStyle/>
                    <a:p>
                      <a:pPr algn="ctr"/>
                      <a:r>
                        <a:rPr lang="es-MX" sz="1100" noProof="0">
                          <a:solidFill>
                            <a:schemeClr val="bg1"/>
                          </a:solidFill>
                        </a:rPr>
                        <a:t>Causa</a:t>
                      </a:r>
                    </a:p>
                  </a:txBody>
                  <a:tcPr anchor="ctr">
                    <a:solidFill>
                      <a:schemeClr val="accent5"/>
                    </a:solidFill>
                  </a:tcPr>
                </a:tc>
                <a:tc gridSpan="5">
                  <a:txBody>
                    <a:bodyPr/>
                    <a:lstStyle/>
                    <a:p>
                      <a:pPr algn="ctr"/>
                      <a:r>
                        <a:rPr lang="es-MX" sz="1100" noProof="0">
                          <a:solidFill>
                            <a:schemeClr val="bg1"/>
                          </a:solidFill>
                        </a:rPr>
                        <a:t>Votación</a:t>
                      </a:r>
                    </a:p>
                  </a:txBody>
                  <a:tcPr>
                    <a:solidFill>
                      <a:schemeClr val="accent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64460607"/>
                  </a:ext>
                </a:extLst>
              </a:tr>
              <a:tr h="215515">
                <a:tc vMerge="1">
                  <a:txBody>
                    <a:bodyPr/>
                    <a:lstStyle/>
                    <a:p>
                      <a:endParaRPr lang="en-US"/>
                    </a:p>
                  </a:txBody>
                  <a:tcPr/>
                </a:tc>
                <a:tc vMerge="1">
                  <a:txBody>
                    <a:bodyPr/>
                    <a:lstStyle/>
                    <a:p>
                      <a:endParaRPr lang="en-US"/>
                    </a:p>
                  </a:txBody>
                  <a:tcPr/>
                </a:tc>
                <a:tc>
                  <a:txBody>
                    <a:bodyPr/>
                    <a:lstStyle/>
                    <a:p>
                      <a:r>
                        <a:rPr lang="es-MX" sz="700" noProof="0" dirty="0">
                          <a:solidFill>
                            <a:schemeClr val="bg1"/>
                          </a:solidFill>
                        </a:rPr>
                        <a:t>Impacto</a:t>
                      </a:r>
                    </a:p>
                  </a:txBody>
                  <a:tcPr>
                    <a:solidFill>
                      <a:schemeClr val="accent5"/>
                    </a:solidFill>
                  </a:tcPr>
                </a:tc>
                <a:tc>
                  <a:txBody>
                    <a:bodyPr/>
                    <a:lstStyle/>
                    <a:p>
                      <a:pPr algn="ctr"/>
                      <a:r>
                        <a:rPr lang="es-MX" sz="700" noProof="0" dirty="0">
                          <a:solidFill>
                            <a:schemeClr val="bg1"/>
                          </a:solidFill>
                        </a:rPr>
                        <a:t>Frecuencia</a:t>
                      </a:r>
                    </a:p>
                  </a:txBody>
                  <a:tcPr>
                    <a:solidFill>
                      <a:schemeClr val="accent5"/>
                    </a:solidFill>
                  </a:tcPr>
                </a:tc>
                <a:tc>
                  <a:txBody>
                    <a:bodyPr/>
                    <a:lstStyle/>
                    <a:p>
                      <a:r>
                        <a:rPr lang="es-MX" sz="700" noProof="0" dirty="0">
                          <a:solidFill>
                            <a:schemeClr val="bg1"/>
                          </a:solidFill>
                        </a:rPr>
                        <a:t>Control</a:t>
                      </a:r>
                    </a:p>
                  </a:txBody>
                  <a:tcPr>
                    <a:solidFill>
                      <a:schemeClr val="accent5"/>
                    </a:solidFill>
                  </a:tcPr>
                </a:tc>
                <a:tc>
                  <a:txBody>
                    <a:bodyPr/>
                    <a:lstStyle/>
                    <a:p>
                      <a:r>
                        <a:rPr lang="es-MX" sz="700" noProof="0" dirty="0">
                          <a:solidFill>
                            <a:schemeClr val="bg1"/>
                          </a:solidFill>
                        </a:rPr>
                        <a:t>Evidencia</a:t>
                      </a:r>
                    </a:p>
                  </a:txBody>
                  <a:tcPr>
                    <a:solidFill>
                      <a:schemeClr val="accent5"/>
                    </a:solidFill>
                  </a:tcPr>
                </a:tc>
                <a:tc>
                  <a:txBody>
                    <a:bodyPr/>
                    <a:lstStyle/>
                    <a:p>
                      <a:r>
                        <a:rPr lang="es-MX" sz="700" noProof="0" dirty="0">
                          <a:solidFill>
                            <a:schemeClr val="bg1"/>
                          </a:solidFill>
                        </a:rPr>
                        <a:t>Total</a:t>
                      </a:r>
                    </a:p>
                  </a:txBody>
                  <a:tcPr>
                    <a:solidFill>
                      <a:schemeClr val="accent5"/>
                    </a:solidFill>
                  </a:tcPr>
                </a:tc>
                <a:extLst>
                  <a:ext uri="{0D108BD9-81ED-4DB2-BD59-A6C34878D82A}">
                    <a16:rowId xmlns:a16="http://schemas.microsoft.com/office/drawing/2014/main" val="2426604569"/>
                  </a:ext>
                </a:extLst>
              </a:tr>
              <a:tr h="228192">
                <a:tc>
                  <a:txBody>
                    <a:bodyPr/>
                    <a:lstStyle/>
                    <a:p>
                      <a:r>
                        <a:rPr lang="es-MX" sz="1200" noProof="0"/>
                        <a:t>1</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dirty="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656974264"/>
                  </a:ext>
                </a:extLst>
              </a:tr>
              <a:tr h="228192">
                <a:tc>
                  <a:txBody>
                    <a:bodyPr/>
                    <a:lstStyle/>
                    <a:p>
                      <a:r>
                        <a:rPr lang="es-MX" sz="1200" noProof="0"/>
                        <a:t>2</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258483285"/>
                  </a:ext>
                </a:extLst>
              </a:tr>
              <a:tr h="228192">
                <a:tc>
                  <a:txBody>
                    <a:bodyPr/>
                    <a:lstStyle/>
                    <a:p>
                      <a:r>
                        <a:rPr lang="es-MX" sz="1200" noProof="0"/>
                        <a:t>3</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092968453"/>
                  </a:ext>
                </a:extLst>
              </a:tr>
              <a:tr h="228192">
                <a:tc>
                  <a:txBody>
                    <a:bodyPr/>
                    <a:lstStyle/>
                    <a:p>
                      <a:r>
                        <a:rPr lang="es-MX" sz="1200" noProof="0"/>
                        <a:t>4</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3649096743"/>
                  </a:ext>
                </a:extLst>
              </a:tr>
              <a:tr h="228192">
                <a:tc>
                  <a:txBody>
                    <a:bodyPr/>
                    <a:lstStyle/>
                    <a:p>
                      <a:r>
                        <a:rPr lang="es-MX" sz="1200" noProof="0"/>
                        <a:t>5</a:t>
                      </a:r>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extLst>
                  <a:ext uri="{0D108BD9-81ED-4DB2-BD59-A6C34878D82A}">
                    <a16:rowId xmlns:a16="http://schemas.microsoft.com/office/drawing/2014/main" val="869567622"/>
                  </a:ext>
                </a:extLst>
              </a:tr>
              <a:tr h="228192">
                <a:tc>
                  <a:txBody>
                    <a:bodyPr/>
                    <a:lstStyle/>
                    <a:p>
                      <a:r>
                        <a:rPr lang="es-MX" sz="1200" noProof="0"/>
                        <a:t>6</a:t>
                      </a:r>
                    </a:p>
                  </a:txBody>
                  <a:tcPr>
                    <a:solidFill>
                      <a:schemeClr val="bg1"/>
                    </a:solidFill>
                  </a:tcPr>
                </a:tc>
                <a:tc>
                  <a:txBody>
                    <a:bodyPr/>
                    <a:lstStyle/>
                    <a:p>
                      <a:endParaRPr lang="es-MX" sz="1200" noProof="0" dirty="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a:p>
                  </a:txBody>
                  <a:tcPr>
                    <a:solidFill>
                      <a:schemeClr val="bg1"/>
                    </a:solidFill>
                  </a:tcPr>
                </a:tc>
                <a:tc>
                  <a:txBody>
                    <a:bodyPr/>
                    <a:lstStyle/>
                    <a:p>
                      <a:endParaRPr lang="es-MX" sz="1200" noProof="0" dirty="0"/>
                    </a:p>
                  </a:txBody>
                  <a:tcPr>
                    <a:solidFill>
                      <a:schemeClr val="bg1"/>
                    </a:solidFill>
                  </a:tcPr>
                </a:tc>
                <a:extLst>
                  <a:ext uri="{0D108BD9-81ED-4DB2-BD59-A6C34878D82A}">
                    <a16:rowId xmlns:a16="http://schemas.microsoft.com/office/drawing/2014/main" val="1075875363"/>
                  </a:ext>
                </a:extLst>
              </a:tr>
            </a:tbl>
          </a:graphicData>
        </a:graphic>
      </p:graphicFrame>
      <p:sp>
        <p:nvSpPr>
          <p:cNvPr id="13" name="Rectángulo: esquinas redondeadas 12">
            <a:extLst>
              <a:ext uri="{FF2B5EF4-FFF2-40B4-BE49-F238E27FC236}">
                <a16:creationId xmlns:a16="http://schemas.microsoft.com/office/drawing/2014/main" id="{8275B73A-BBB6-288F-153F-DD859D7D660F}"/>
              </a:ext>
            </a:extLst>
          </p:cNvPr>
          <p:cNvSpPr/>
          <p:nvPr/>
        </p:nvSpPr>
        <p:spPr>
          <a:xfrm>
            <a:off x="4116538" y="892638"/>
            <a:ext cx="4643562"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Es una herramienta que permite reducir una amplia lista de elementos a un numero mas manejable y centrarse en las opciones con mayor impacto.</a:t>
            </a:r>
          </a:p>
        </p:txBody>
      </p:sp>
      <p:sp>
        <p:nvSpPr>
          <p:cNvPr id="15" name="Rectángulo: esquinas redondeadas 14">
            <a:extLst>
              <a:ext uri="{FF2B5EF4-FFF2-40B4-BE49-F238E27FC236}">
                <a16:creationId xmlns:a16="http://schemas.microsoft.com/office/drawing/2014/main" id="{7CFF6334-B05A-7A64-70E1-841E353A3D05}"/>
              </a:ext>
            </a:extLst>
          </p:cNvPr>
          <p:cNvSpPr/>
          <p:nvPr/>
        </p:nvSpPr>
        <p:spPr>
          <a:xfrm>
            <a:off x="635756" y="892637"/>
            <a:ext cx="3244481" cy="378296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8" name="Rectángulo: esquinas redondeadas 17">
            <a:extLst>
              <a:ext uri="{FF2B5EF4-FFF2-40B4-BE49-F238E27FC236}">
                <a16:creationId xmlns:a16="http://schemas.microsoft.com/office/drawing/2014/main" id="{DAFB588A-B76B-F430-A0AA-D0BD2C868BC5}"/>
              </a:ext>
            </a:extLst>
          </p:cNvPr>
          <p:cNvSpPr/>
          <p:nvPr/>
        </p:nvSpPr>
        <p:spPr>
          <a:xfrm>
            <a:off x="866344" y="1194721"/>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9" name="Rectángulo: esquinas redondeadas 18">
            <a:extLst>
              <a:ext uri="{FF2B5EF4-FFF2-40B4-BE49-F238E27FC236}">
                <a16:creationId xmlns:a16="http://schemas.microsoft.com/office/drawing/2014/main" id="{720940E0-7EB3-FD02-5E7B-6EA3773B8C0B}"/>
              </a:ext>
            </a:extLst>
          </p:cNvPr>
          <p:cNvSpPr/>
          <p:nvPr/>
        </p:nvSpPr>
        <p:spPr>
          <a:xfrm>
            <a:off x="866344" y="2412667"/>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Rectángulo: esquinas redondeadas 19">
            <a:extLst>
              <a:ext uri="{FF2B5EF4-FFF2-40B4-BE49-F238E27FC236}">
                <a16:creationId xmlns:a16="http://schemas.microsoft.com/office/drawing/2014/main" id="{7C5F8297-5A35-1AF7-6725-9534102B04F4}"/>
              </a:ext>
            </a:extLst>
          </p:cNvPr>
          <p:cNvSpPr/>
          <p:nvPr/>
        </p:nvSpPr>
        <p:spPr>
          <a:xfrm>
            <a:off x="866344" y="3630613"/>
            <a:ext cx="685800" cy="63633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Title 1">
            <a:extLst>
              <a:ext uri="{FF2B5EF4-FFF2-40B4-BE49-F238E27FC236}">
                <a16:creationId xmlns:a16="http://schemas.microsoft.com/office/drawing/2014/main" id="{A1A64026-B5F9-8D61-7BD8-185B3C8283C3}"/>
              </a:ext>
            </a:extLst>
          </p:cNvPr>
          <p:cNvSpPr txBox="1">
            <a:spLocks/>
          </p:cNvSpPr>
          <p:nvPr/>
        </p:nvSpPr>
        <p:spPr>
          <a:xfrm>
            <a:off x="1811577" y="1194721"/>
            <a:ext cx="1350143"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Objetividad en la selección</a:t>
            </a:r>
          </a:p>
        </p:txBody>
      </p:sp>
      <p:sp>
        <p:nvSpPr>
          <p:cNvPr id="22" name="Title 1">
            <a:extLst>
              <a:ext uri="{FF2B5EF4-FFF2-40B4-BE49-F238E27FC236}">
                <a16:creationId xmlns:a16="http://schemas.microsoft.com/office/drawing/2014/main" id="{07820B5D-C17A-11F4-DB70-EAD5D2E4CCB3}"/>
              </a:ext>
            </a:extLst>
          </p:cNvPr>
          <p:cNvSpPr txBox="1">
            <a:spLocks/>
          </p:cNvSpPr>
          <p:nvPr/>
        </p:nvSpPr>
        <p:spPr>
          <a:xfrm>
            <a:off x="1718717" y="2412667"/>
            <a:ext cx="1798374"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Enfoque en las causas mas relevantes</a:t>
            </a:r>
          </a:p>
        </p:txBody>
      </p:sp>
      <p:sp>
        <p:nvSpPr>
          <p:cNvPr id="23" name="Title 1">
            <a:extLst>
              <a:ext uri="{FF2B5EF4-FFF2-40B4-BE49-F238E27FC236}">
                <a16:creationId xmlns:a16="http://schemas.microsoft.com/office/drawing/2014/main" id="{28C2439F-9FA0-AAA1-6248-659886300B6A}"/>
              </a:ext>
            </a:extLst>
          </p:cNvPr>
          <p:cNvSpPr txBox="1">
            <a:spLocks/>
          </p:cNvSpPr>
          <p:nvPr/>
        </p:nvSpPr>
        <p:spPr>
          <a:xfrm>
            <a:off x="1681860" y="3612520"/>
            <a:ext cx="2045000" cy="60638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400" b="0" noProof="0">
                <a:solidFill>
                  <a:schemeClr val="bg1"/>
                </a:solidFill>
              </a:rPr>
              <a:t>Consenso y participación del equipo</a:t>
            </a:r>
          </a:p>
        </p:txBody>
      </p:sp>
      <p:pic>
        <p:nvPicPr>
          <p:cNvPr id="25" name="Gráfico 24" descr="Buen inventario con relleno sólido">
            <a:extLst>
              <a:ext uri="{FF2B5EF4-FFF2-40B4-BE49-F238E27FC236}">
                <a16:creationId xmlns:a16="http://schemas.microsoft.com/office/drawing/2014/main" id="{C86D0FCB-CF82-85C6-4567-F0CE43ADBF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1332" y="1224975"/>
            <a:ext cx="575824" cy="575824"/>
          </a:xfrm>
          <a:prstGeom prst="rect">
            <a:avLst/>
          </a:prstGeom>
        </p:spPr>
      </p:pic>
      <p:pic>
        <p:nvPicPr>
          <p:cNvPr id="29" name="Gráfico 28" descr="gráfico curvo de palo de hockey con relleno sólido">
            <a:extLst>
              <a:ext uri="{FF2B5EF4-FFF2-40B4-BE49-F238E27FC236}">
                <a16:creationId xmlns:a16="http://schemas.microsoft.com/office/drawing/2014/main" id="{7D692B5C-4EE9-91D3-EF82-86C2206D3A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1077" y="2412667"/>
            <a:ext cx="636333" cy="636333"/>
          </a:xfrm>
          <a:prstGeom prst="rect">
            <a:avLst/>
          </a:prstGeom>
        </p:spPr>
      </p:pic>
      <p:pic>
        <p:nvPicPr>
          <p:cNvPr id="31" name="Gráfico 30" descr="Grupo de hombres con relleno sólido">
            <a:extLst>
              <a:ext uri="{FF2B5EF4-FFF2-40B4-BE49-F238E27FC236}">
                <a16:creationId xmlns:a16="http://schemas.microsoft.com/office/drawing/2014/main" id="{BE5172F0-3F70-B5A3-0F87-1505A6506A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077" y="3630613"/>
            <a:ext cx="636332" cy="636332"/>
          </a:xfrm>
          <a:prstGeom prst="rect">
            <a:avLst/>
          </a:prstGeom>
        </p:spPr>
      </p:pic>
    </p:spTree>
    <p:extLst>
      <p:ext uri="{BB962C8B-B14F-4D97-AF65-F5344CB8AC3E}">
        <p14:creationId xmlns:p14="http://schemas.microsoft.com/office/powerpoint/2010/main" val="305624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DC031-3196-D528-9AE5-D9B238ABC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A878C-DA71-968A-52CB-B261C78E333D}"/>
              </a:ext>
            </a:extLst>
          </p:cNvPr>
          <p:cNvSpPr>
            <a:spLocks noGrp="1"/>
          </p:cNvSpPr>
          <p:nvPr>
            <p:ph type="title"/>
          </p:nvPr>
        </p:nvSpPr>
        <p:spPr>
          <a:xfrm>
            <a:off x="330993" y="313420"/>
            <a:ext cx="8482014" cy="307777"/>
          </a:xfrm>
        </p:spPr>
        <p:txBody>
          <a:bodyPr/>
          <a:lstStyle/>
          <a:p>
            <a:pPr algn="ctr"/>
            <a:r>
              <a:rPr lang="es-MX" noProof="0"/>
              <a:t>Matriz </a:t>
            </a:r>
            <a:r>
              <a:rPr lang="es-MX" noProof="0" err="1"/>
              <a:t>multivotación</a:t>
            </a: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1DAE76DE-F10E-A9C3-2594-1DCB47A5932A}"/>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326116AB-1CE0-CE60-9083-FF8409F83C70}"/>
              </a:ext>
            </a:extLst>
          </p:cNvPr>
          <p:cNvSpPr/>
          <p:nvPr/>
        </p:nvSpPr>
        <p:spPr>
          <a:xfrm>
            <a:off x="1484376" y="1130286"/>
            <a:ext cx="6175248" cy="312784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Elipse 2">
            <a:extLst>
              <a:ext uri="{FF2B5EF4-FFF2-40B4-BE49-F238E27FC236}">
                <a16:creationId xmlns:a16="http://schemas.microsoft.com/office/drawing/2014/main" id="{4D80771E-8851-908A-2E25-9332AF7FCA29}"/>
              </a:ext>
            </a:extLst>
          </p:cNvPr>
          <p:cNvSpPr/>
          <p:nvPr/>
        </p:nvSpPr>
        <p:spPr>
          <a:xfrm>
            <a:off x="6385560" y="2241281"/>
            <a:ext cx="1124712" cy="830410"/>
          </a:xfrm>
          <a:prstGeom prst="ellipse">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800" noProof="0">
                <a:solidFill>
                  <a:srgbClr val="FFFFFF"/>
                </a:solidFill>
              </a:rPr>
              <a:t>Baja productividad en grúa</a:t>
            </a:r>
          </a:p>
        </p:txBody>
      </p:sp>
      <p:cxnSp>
        <p:nvCxnSpPr>
          <p:cNvPr id="11" name="Conector recto de flecha 10">
            <a:extLst>
              <a:ext uri="{FF2B5EF4-FFF2-40B4-BE49-F238E27FC236}">
                <a16:creationId xmlns:a16="http://schemas.microsoft.com/office/drawing/2014/main" id="{52027C18-B7C5-65A3-D98C-08A5F0B2286B}"/>
              </a:ext>
            </a:extLst>
          </p:cNvPr>
          <p:cNvCxnSpPr>
            <a:cxnSpLocks/>
          </p:cNvCxnSpPr>
          <p:nvPr/>
        </p:nvCxnSpPr>
        <p:spPr>
          <a:xfrm>
            <a:off x="2060448" y="2656486"/>
            <a:ext cx="4325112" cy="0"/>
          </a:xfrm>
          <a:prstGeom prst="straightConnector1">
            <a:avLst/>
          </a:prstGeom>
          <a:ln w="571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1095AF04-8BE9-864A-3FD4-4389A6C287FE}"/>
              </a:ext>
            </a:extLst>
          </p:cNvPr>
          <p:cNvSpPr/>
          <p:nvPr/>
        </p:nvSpPr>
        <p:spPr>
          <a:xfrm>
            <a:off x="5032248" y="1372011"/>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Entorno</a:t>
            </a:r>
          </a:p>
        </p:txBody>
      </p:sp>
      <p:sp>
        <p:nvSpPr>
          <p:cNvPr id="13" name="Rectángulo: esquinas redondeadas 12">
            <a:extLst>
              <a:ext uri="{FF2B5EF4-FFF2-40B4-BE49-F238E27FC236}">
                <a16:creationId xmlns:a16="http://schemas.microsoft.com/office/drawing/2014/main" id="{7874B675-2876-2F8F-5298-AB8D594E52B2}"/>
              </a:ext>
            </a:extLst>
          </p:cNvPr>
          <p:cNvSpPr/>
          <p:nvPr/>
        </p:nvSpPr>
        <p:spPr>
          <a:xfrm>
            <a:off x="3590544" y="1373446"/>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Maquina</a:t>
            </a:r>
          </a:p>
        </p:txBody>
      </p:sp>
      <p:sp>
        <p:nvSpPr>
          <p:cNvPr id="14" name="Rectángulo: esquinas redondeadas 13">
            <a:extLst>
              <a:ext uri="{FF2B5EF4-FFF2-40B4-BE49-F238E27FC236}">
                <a16:creationId xmlns:a16="http://schemas.microsoft.com/office/drawing/2014/main" id="{8C898D84-C305-709A-43EE-2D98CE035516}"/>
              </a:ext>
            </a:extLst>
          </p:cNvPr>
          <p:cNvSpPr/>
          <p:nvPr/>
        </p:nvSpPr>
        <p:spPr>
          <a:xfrm>
            <a:off x="2148840" y="1372011"/>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Hombre</a:t>
            </a:r>
          </a:p>
        </p:txBody>
      </p:sp>
      <p:sp>
        <p:nvSpPr>
          <p:cNvPr id="15" name="Rectángulo: esquinas redondeadas 14">
            <a:extLst>
              <a:ext uri="{FF2B5EF4-FFF2-40B4-BE49-F238E27FC236}">
                <a16:creationId xmlns:a16="http://schemas.microsoft.com/office/drawing/2014/main" id="{24443AA2-52C6-060D-D25D-7D4E28DED0AA}"/>
              </a:ext>
            </a:extLst>
          </p:cNvPr>
          <p:cNvSpPr/>
          <p:nvPr/>
        </p:nvSpPr>
        <p:spPr>
          <a:xfrm>
            <a:off x="2148840" y="3604159"/>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Material</a:t>
            </a:r>
          </a:p>
        </p:txBody>
      </p:sp>
      <p:sp>
        <p:nvSpPr>
          <p:cNvPr id="16" name="Rectángulo: esquinas redondeadas 15">
            <a:extLst>
              <a:ext uri="{FF2B5EF4-FFF2-40B4-BE49-F238E27FC236}">
                <a16:creationId xmlns:a16="http://schemas.microsoft.com/office/drawing/2014/main" id="{7CEA8628-D068-959C-1D3D-145634AB18CE}"/>
              </a:ext>
            </a:extLst>
          </p:cNvPr>
          <p:cNvSpPr/>
          <p:nvPr/>
        </p:nvSpPr>
        <p:spPr>
          <a:xfrm>
            <a:off x="3590544" y="3604420"/>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Método</a:t>
            </a:r>
          </a:p>
        </p:txBody>
      </p:sp>
      <p:sp>
        <p:nvSpPr>
          <p:cNvPr id="17" name="Rectángulo: esquinas redondeadas 16">
            <a:extLst>
              <a:ext uri="{FF2B5EF4-FFF2-40B4-BE49-F238E27FC236}">
                <a16:creationId xmlns:a16="http://schemas.microsoft.com/office/drawing/2014/main" id="{4903F4D4-F956-0229-DE6D-E8D2FE12AD8F}"/>
              </a:ext>
            </a:extLst>
          </p:cNvPr>
          <p:cNvSpPr/>
          <p:nvPr/>
        </p:nvSpPr>
        <p:spPr>
          <a:xfrm>
            <a:off x="5032248" y="3604159"/>
            <a:ext cx="987552" cy="325794"/>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Medición</a:t>
            </a:r>
          </a:p>
        </p:txBody>
      </p:sp>
      <p:cxnSp>
        <p:nvCxnSpPr>
          <p:cNvPr id="25" name="Conector recto de flecha 24">
            <a:extLst>
              <a:ext uri="{FF2B5EF4-FFF2-40B4-BE49-F238E27FC236}">
                <a16:creationId xmlns:a16="http://schemas.microsoft.com/office/drawing/2014/main" id="{CFD403C3-E031-FBA1-B1C7-D5934F506500}"/>
              </a:ext>
            </a:extLst>
          </p:cNvPr>
          <p:cNvCxnSpPr>
            <a:cxnSpLocks/>
          </p:cNvCxnSpPr>
          <p:nvPr/>
        </p:nvCxnSpPr>
        <p:spPr>
          <a:xfrm flipV="1">
            <a:off x="2660490" y="2685062"/>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2043C19A-671E-9D97-F07C-356FC60A4756}"/>
              </a:ext>
            </a:extLst>
          </p:cNvPr>
          <p:cNvCxnSpPr>
            <a:cxnSpLocks/>
          </p:cNvCxnSpPr>
          <p:nvPr/>
        </p:nvCxnSpPr>
        <p:spPr>
          <a:xfrm flipV="1">
            <a:off x="4066861" y="2685208"/>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E092E0E3-F9EA-4B32-F216-3283B8D8C1F5}"/>
              </a:ext>
            </a:extLst>
          </p:cNvPr>
          <p:cNvCxnSpPr>
            <a:cxnSpLocks/>
          </p:cNvCxnSpPr>
          <p:nvPr/>
        </p:nvCxnSpPr>
        <p:spPr>
          <a:xfrm flipV="1">
            <a:off x="5518404" y="2685061"/>
            <a:ext cx="485046" cy="908517"/>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7FC95CA8-053F-1872-4B24-9EE223F7342A}"/>
              </a:ext>
            </a:extLst>
          </p:cNvPr>
          <p:cNvCxnSpPr>
            <a:cxnSpLocks/>
          </p:cNvCxnSpPr>
          <p:nvPr/>
        </p:nvCxnSpPr>
        <p:spPr>
          <a:xfrm>
            <a:off x="2660490" y="170838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F2C5E603-0CC1-7FD0-6CE2-3A73ECE30A5E}"/>
              </a:ext>
            </a:extLst>
          </p:cNvPr>
          <p:cNvCxnSpPr>
            <a:cxnSpLocks/>
          </p:cNvCxnSpPr>
          <p:nvPr/>
        </p:nvCxnSpPr>
        <p:spPr>
          <a:xfrm>
            <a:off x="4085149" y="169780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E60B6043-9138-C967-1327-17D575F84FC2}"/>
              </a:ext>
            </a:extLst>
          </p:cNvPr>
          <p:cNvCxnSpPr>
            <a:cxnSpLocks/>
          </p:cNvCxnSpPr>
          <p:nvPr/>
        </p:nvCxnSpPr>
        <p:spPr>
          <a:xfrm>
            <a:off x="5527548" y="1717455"/>
            <a:ext cx="475902" cy="91938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F4C5D4DF-4467-B27A-5123-B04654CCF1C1}"/>
              </a:ext>
            </a:extLst>
          </p:cNvPr>
          <p:cNvCxnSpPr>
            <a:cxnSpLocks/>
          </p:cNvCxnSpPr>
          <p:nvPr/>
        </p:nvCxnSpPr>
        <p:spPr>
          <a:xfrm>
            <a:off x="1903149" y="1948766"/>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E1D8F30A-4381-91FE-1E6E-96CEDD44B918}"/>
              </a:ext>
            </a:extLst>
          </p:cNvPr>
          <p:cNvCxnSpPr>
            <a:cxnSpLocks/>
          </p:cNvCxnSpPr>
          <p:nvPr/>
        </p:nvCxnSpPr>
        <p:spPr>
          <a:xfrm>
            <a:off x="2025450" y="2221372"/>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149F3BF4-579B-79BF-C09D-5D55409E163E}"/>
              </a:ext>
            </a:extLst>
          </p:cNvPr>
          <p:cNvCxnSpPr>
            <a:cxnSpLocks/>
          </p:cNvCxnSpPr>
          <p:nvPr/>
        </p:nvCxnSpPr>
        <p:spPr>
          <a:xfrm>
            <a:off x="2155928" y="2482159"/>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B401F97F-A295-61A6-163E-884A542FBA1A}"/>
              </a:ext>
            </a:extLst>
          </p:cNvPr>
          <p:cNvCxnSpPr>
            <a:cxnSpLocks/>
          </p:cNvCxnSpPr>
          <p:nvPr/>
        </p:nvCxnSpPr>
        <p:spPr>
          <a:xfrm>
            <a:off x="3389657" y="2036937"/>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62C92B4F-3330-E2D3-89A1-A8749499BE7C}"/>
              </a:ext>
            </a:extLst>
          </p:cNvPr>
          <p:cNvCxnSpPr>
            <a:cxnSpLocks/>
          </p:cNvCxnSpPr>
          <p:nvPr/>
        </p:nvCxnSpPr>
        <p:spPr>
          <a:xfrm>
            <a:off x="3551201" y="238457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B2B00A0B-B065-ED27-3D6B-A59F50355489}"/>
              </a:ext>
            </a:extLst>
          </p:cNvPr>
          <p:cNvCxnSpPr>
            <a:cxnSpLocks/>
          </p:cNvCxnSpPr>
          <p:nvPr/>
        </p:nvCxnSpPr>
        <p:spPr>
          <a:xfrm>
            <a:off x="5032248" y="238457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FBC2AB3E-2808-7A33-CB5D-3F8D25DBFD5A}"/>
              </a:ext>
            </a:extLst>
          </p:cNvPr>
          <p:cNvCxnSpPr>
            <a:cxnSpLocks/>
          </p:cNvCxnSpPr>
          <p:nvPr/>
        </p:nvCxnSpPr>
        <p:spPr>
          <a:xfrm>
            <a:off x="4818888" y="2016573"/>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2ED38FD-6381-D12A-D772-DDBA8D42142E}"/>
              </a:ext>
            </a:extLst>
          </p:cNvPr>
          <p:cNvCxnSpPr>
            <a:cxnSpLocks/>
          </p:cNvCxnSpPr>
          <p:nvPr/>
        </p:nvCxnSpPr>
        <p:spPr>
          <a:xfrm>
            <a:off x="2045208" y="3158410"/>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14194FC5-BEC6-5276-0EB8-93491C8A1242}"/>
              </a:ext>
            </a:extLst>
          </p:cNvPr>
          <p:cNvCxnSpPr>
            <a:cxnSpLocks/>
          </p:cNvCxnSpPr>
          <p:nvPr/>
        </p:nvCxnSpPr>
        <p:spPr>
          <a:xfrm>
            <a:off x="3489753" y="3020487"/>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D6998366-E41A-9F0F-63F8-AA27AA92DEE0}"/>
              </a:ext>
            </a:extLst>
          </p:cNvPr>
          <p:cNvCxnSpPr>
            <a:cxnSpLocks/>
          </p:cNvCxnSpPr>
          <p:nvPr/>
        </p:nvCxnSpPr>
        <p:spPr>
          <a:xfrm>
            <a:off x="3250973" y="3419775"/>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6ADB8F85-50B4-BC41-012A-31F5618F606E}"/>
              </a:ext>
            </a:extLst>
          </p:cNvPr>
          <p:cNvCxnSpPr>
            <a:cxnSpLocks/>
          </p:cNvCxnSpPr>
          <p:nvPr/>
        </p:nvCxnSpPr>
        <p:spPr>
          <a:xfrm>
            <a:off x="5025731" y="2903438"/>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BB13FDA8-168E-0CBB-79AF-EBE53396081C}"/>
              </a:ext>
            </a:extLst>
          </p:cNvPr>
          <p:cNvCxnSpPr>
            <a:cxnSpLocks/>
          </p:cNvCxnSpPr>
          <p:nvPr/>
        </p:nvCxnSpPr>
        <p:spPr>
          <a:xfrm>
            <a:off x="4698632" y="3511924"/>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6FA48256-5B7A-3434-8908-9CB13E09EF90}"/>
              </a:ext>
            </a:extLst>
          </p:cNvPr>
          <p:cNvCxnSpPr>
            <a:cxnSpLocks/>
          </p:cNvCxnSpPr>
          <p:nvPr/>
        </p:nvCxnSpPr>
        <p:spPr>
          <a:xfrm>
            <a:off x="4818888" y="3213746"/>
            <a:ext cx="833347"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3C1884B4-6C4B-C573-CE42-393236645408}"/>
              </a:ext>
            </a:extLst>
          </p:cNvPr>
          <p:cNvSpPr txBox="1"/>
          <p:nvPr/>
        </p:nvSpPr>
        <p:spPr>
          <a:xfrm>
            <a:off x="1304551" y="1725482"/>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Capataz sin experiencia</a:t>
            </a:r>
          </a:p>
        </p:txBody>
      </p:sp>
      <p:sp>
        <p:nvSpPr>
          <p:cNvPr id="54" name="CuadroTexto 53">
            <a:extLst>
              <a:ext uri="{FF2B5EF4-FFF2-40B4-BE49-F238E27FC236}">
                <a16:creationId xmlns:a16="http://schemas.microsoft.com/office/drawing/2014/main" id="{337BBD54-D7C2-1F03-F71E-206229F21A3F}"/>
              </a:ext>
            </a:extLst>
          </p:cNvPr>
          <p:cNvSpPr txBox="1"/>
          <p:nvPr/>
        </p:nvSpPr>
        <p:spPr>
          <a:xfrm>
            <a:off x="1418303" y="202661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Operadores insuficientes</a:t>
            </a:r>
          </a:p>
        </p:txBody>
      </p:sp>
      <p:sp>
        <p:nvSpPr>
          <p:cNvPr id="55" name="CuadroTexto 54">
            <a:extLst>
              <a:ext uri="{FF2B5EF4-FFF2-40B4-BE49-F238E27FC236}">
                <a16:creationId xmlns:a16="http://schemas.microsoft.com/office/drawing/2014/main" id="{765B6410-4F7D-E953-2015-0CCD396B5019}"/>
              </a:ext>
            </a:extLst>
          </p:cNvPr>
          <p:cNvSpPr txBox="1"/>
          <p:nvPr/>
        </p:nvSpPr>
        <p:spPr>
          <a:xfrm>
            <a:off x="1490760" y="229284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Supervisor ausente</a:t>
            </a:r>
          </a:p>
        </p:txBody>
      </p:sp>
      <p:sp>
        <p:nvSpPr>
          <p:cNvPr id="56" name="CuadroTexto 55">
            <a:extLst>
              <a:ext uri="{FF2B5EF4-FFF2-40B4-BE49-F238E27FC236}">
                <a16:creationId xmlns:a16="http://schemas.microsoft.com/office/drawing/2014/main" id="{96D15638-1790-6F37-7A61-B32DDB8707D3}"/>
              </a:ext>
            </a:extLst>
          </p:cNvPr>
          <p:cNvSpPr txBox="1"/>
          <p:nvPr/>
        </p:nvSpPr>
        <p:spPr>
          <a:xfrm>
            <a:off x="2845895" y="181626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solidFill>
              </a:rPr>
              <a:t>Falla de spreader</a:t>
            </a:r>
          </a:p>
        </p:txBody>
      </p:sp>
      <p:sp>
        <p:nvSpPr>
          <p:cNvPr id="57" name="CuadroTexto 56">
            <a:extLst>
              <a:ext uri="{FF2B5EF4-FFF2-40B4-BE49-F238E27FC236}">
                <a16:creationId xmlns:a16="http://schemas.microsoft.com/office/drawing/2014/main" id="{DBA8EE3B-4597-C1B0-F332-C7AD5D1BE1B4}"/>
              </a:ext>
            </a:extLst>
          </p:cNvPr>
          <p:cNvSpPr txBox="1"/>
          <p:nvPr/>
        </p:nvSpPr>
        <p:spPr>
          <a:xfrm>
            <a:off x="2970266" y="216688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err="1">
                <a:solidFill>
                  <a:schemeClr val="bg1"/>
                </a:solidFill>
              </a:rPr>
              <a:t>Tractocamion</a:t>
            </a:r>
            <a:r>
              <a:rPr lang="es-MX" sz="700" noProof="0">
                <a:solidFill>
                  <a:schemeClr val="bg1"/>
                </a:solidFill>
              </a:rPr>
              <a:t> insuficiente</a:t>
            </a:r>
          </a:p>
        </p:txBody>
      </p:sp>
      <p:sp>
        <p:nvSpPr>
          <p:cNvPr id="58" name="CuadroTexto 57">
            <a:extLst>
              <a:ext uri="{FF2B5EF4-FFF2-40B4-BE49-F238E27FC236}">
                <a16:creationId xmlns:a16="http://schemas.microsoft.com/office/drawing/2014/main" id="{6DCC543F-EEFA-0859-83D7-B2638BF68B82}"/>
              </a:ext>
            </a:extLst>
          </p:cNvPr>
          <p:cNvSpPr txBox="1"/>
          <p:nvPr/>
        </p:nvSpPr>
        <p:spPr>
          <a:xfrm>
            <a:off x="4286561" y="181755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Estibas sin visión</a:t>
            </a:r>
          </a:p>
        </p:txBody>
      </p:sp>
      <p:sp>
        <p:nvSpPr>
          <p:cNvPr id="59" name="CuadroTexto 58">
            <a:extLst>
              <a:ext uri="{FF2B5EF4-FFF2-40B4-BE49-F238E27FC236}">
                <a16:creationId xmlns:a16="http://schemas.microsoft.com/office/drawing/2014/main" id="{D6A4586A-2346-D80F-764A-2F967A16A658}"/>
              </a:ext>
            </a:extLst>
          </p:cNvPr>
          <p:cNvSpPr txBox="1"/>
          <p:nvPr/>
        </p:nvSpPr>
        <p:spPr>
          <a:xfrm>
            <a:off x="4426440" y="219177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Lluvia moderada</a:t>
            </a:r>
          </a:p>
        </p:txBody>
      </p:sp>
      <p:sp>
        <p:nvSpPr>
          <p:cNvPr id="60" name="CuadroTexto 59">
            <a:extLst>
              <a:ext uri="{FF2B5EF4-FFF2-40B4-BE49-F238E27FC236}">
                <a16:creationId xmlns:a16="http://schemas.microsoft.com/office/drawing/2014/main" id="{D1367B1F-805E-3A9D-5F38-97C1FFB7349D}"/>
              </a:ext>
            </a:extLst>
          </p:cNvPr>
          <p:cNvSpPr txBox="1"/>
          <p:nvPr/>
        </p:nvSpPr>
        <p:spPr>
          <a:xfrm>
            <a:off x="1431328" y="2953955"/>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solidFill>
              </a:rPr>
              <a:t>Twistlocks dañados</a:t>
            </a:r>
          </a:p>
        </p:txBody>
      </p:sp>
      <p:sp>
        <p:nvSpPr>
          <p:cNvPr id="61" name="CuadroTexto 60">
            <a:extLst>
              <a:ext uri="{FF2B5EF4-FFF2-40B4-BE49-F238E27FC236}">
                <a16:creationId xmlns:a16="http://schemas.microsoft.com/office/drawing/2014/main" id="{DF9C4BB7-D538-E9B0-509D-1CCC5F76D2CF}"/>
              </a:ext>
            </a:extLst>
          </p:cNvPr>
          <p:cNvSpPr txBox="1"/>
          <p:nvPr/>
        </p:nvSpPr>
        <p:spPr>
          <a:xfrm>
            <a:off x="2912329" y="2791796"/>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Secuencia de embarque</a:t>
            </a:r>
          </a:p>
        </p:txBody>
      </p:sp>
      <p:sp>
        <p:nvSpPr>
          <p:cNvPr id="62" name="CuadroTexto 61">
            <a:extLst>
              <a:ext uri="{FF2B5EF4-FFF2-40B4-BE49-F238E27FC236}">
                <a16:creationId xmlns:a16="http://schemas.microsoft.com/office/drawing/2014/main" id="{15311796-A6BE-F7D0-867A-580FC5C5C133}"/>
              </a:ext>
            </a:extLst>
          </p:cNvPr>
          <p:cNvSpPr txBox="1"/>
          <p:nvPr/>
        </p:nvSpPr>
        <p:spPr>
          <a:xfrm>
            <a:off x="2652459" y="3213746"/>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Posición de la grúa</a:t>
            </a:r>
          </a:p>
        </p:txBody>
      </p:sp>
      <p:sp>
        <p:nvSpPr>
          <p:cNvPr id="63" name="CuadroTexto 62">
            <a:extLst>
              <a:ext uri="{FF2B5EF4-FFF2-40B4-BE49-F238E27FC236}">
                <a16:creationId xmlns:a16="http://schemas.microsoft.com/office/drawing/2014/main" id="{C189B59E-24E9-2AB1-97F4-41483508BD53}"/>
              </a:ext>
            </a:extLst>
          </p:cNvPr>
          <p:cNvSpPr txBox="1"/>
          <p:nvPr/>
        </p:nvSpPr>
        <p:spPr>
          <a:xfrm>
            <a:off x="4099566" y="3292021"/>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Espera de </a:t>
            </a:r>
            <a:r>
              <a:rPr lang="es-MX" sz="700" noProof="0" err="1">
                <a:solidFill>
                  <a:schemeClr val="accent6"/>
                </a:solidFill>
              </a:rPr>
              <a:t>tractocamion</a:t>
            </a:r>
            <a:endParaRPr lang="es-MX" sz="700" noProof="0">
              <a:solidFill>
                <a:schemeClr val="accent6"/>
              </a:solidFill>
            </a:endParaRPr>
          </a:p>
        </p:txBody>
      </p:sp>
      <p:sp>
        <p:nvSpPr>
          <p:cNvPr id="64" name="CuadroTexto 63">
            <a:extLst>
              <a:ext uri="{FF2B5EF4-FFF2-40B4-BE49-F238E27FC236}">
                <a16:creationId xmlns:a16="http://schemas.microsoft.com/office/drawing/2014/main" id="{A892B8F8-FF7E-E905-D2F9-4F0EC3992C72}"/>
              </a:ext>
            </a:extLst>
          </p:cNvPr>
          <p:cNvSpPr txBox="1"/>
          <p:nvPr/>
        </p:nvSpPr>
        <p:spPr>
          <a:xfrm>
            <a:off x="4213654" y="2997260"/>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Cantidad de </a:t>
            </a:r>
            <a:r>
              <a:rPr lang="es-MX" sz="700" noProof="0" err="1">
                <a:solidFill>
                  <a:schemeClr val="bg1"/>
                </a:solidFill>
              </a:rPr>
              <a:t>reestibas</a:t>
            </a:r>
            <a:endParaRPr lang="es-MX" sz="700" noProof="0">
              <a:solidFill>
                <a:schemeClr val="bg1"/>
              </a:solidFill>
            </a:endParaRPr>
          </a:p>
        </p:txBody>
      </p:sp>
      <p:sp>
        <p:nvSpPr>
          <p:cNvPr id="65" name="CuadroTexto 64">
            <a:extLst>
              <a:ext uri="{FF2B5EF4-FFF2-40B4-BE49-F238E27FC236}">
                <a16:creationId xmlns:a16="http://schemas.microsoft.com/office/drawing/2014/main" id="{F910655B-DD02-06C9-9A7A-0BCA187242D7}"/>
              </a:ext>
            </a:extLst>
          </p:cNvPr>
          <p:cNvSpPr txBox="1"/>
          <p:nvPr/>
        </p:nvSpPr>
        <p:spPr>
          <a:xfrm>
            <a:off x="4440939" y="2702221"/>
            <a:ext cx="1589244" cy="22328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6"/>
                </a:solidFill>
              </a:rPr>
              <a:t>Inicio de turno</a:t>
            </a:r>
          </a:p>
        </p:txBody>
      </p:sp>
      <p:sp>
        <p:nvSpPr>
          <p:cNvPr id="66" name="CuadroTexto 7">
            <a:extLst>
              <a:ext uri="{FF2B5EF4-FFF2-40B4-BE49-F238E27FC236}">
                <a16:creationId xmlns:a16="http://schemas.microsoft.com/office/drawing/2014/main" id="{1AF9D588-3C71-B63E-92B7-AEA119050897}"/>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¿cómo se usa?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Tree>
    <p:extLst>
      <p:ext uri="{BB962C8B-B14F-4D97-AF65-F5344CB8AC3E}">
        <p14:creationId xmlns:p14="http://schemas.microsoft.com/office/powerpoint/2010/main" val="1038141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9FDCC-35B2-9082-88B9-E4E0BB93015B}"/>
            </a:ext>
          </a:extLst>
        </p:cNvPr>
        <p:cNvGrpSpPr/>
        <p:nvPr/>
      </p:nvGrpSpPr>
      <p:grpSpPr>
        <a:xfrm>
          <a:off x="0" y="0"/>
          <a:ext cx="0" cy="0"/>
          <a:chOff x="0" y="0"/>
          <a:chExt cx="0" cy="0"/>
        </a:xfrm>
      </p:grpSpPr>
      <p:sp>
        <p:nvSpPr>
          <p:cNvPr id="6" name="Rectángulo: esquinas redondeadas 5">
            <a:extLst>
              <a:ext uri="{FF2B5EF4-FFF2-40B4-BE49-F238E27FC236}">
                <a16:creationId xmlns:a16="http://schemas.microsoft.com/office/drawing/2014/main" id="{02D1F5B3-F56B-BDD2-6E3C-8893136682C7}"/>
              </a:ext>
            </a:extLst>
          </p:cNvPr>
          <p:cNvSpPr/>
          <p:nvPr/>
        </p:nvSpPr>
        <p:spPr>
          <a:xfrm>
            <a:off x="4121025" y="1110072"/>
            <a:ext cx="4932473" cy="304224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8" name="Imagen 7">
            <a:extLst>
              <a:ext uri="{FF2B5EF4-FFF2-40B4-BE49-F238E27FC236}">
                <a16:creationId xmlns:a16="http://schemas.microsoft.com/office/drawing/2014/main" id="{6DE9C0E4-D5EE-E3D6-86E5-22D6C1B9A359}"/>
              </a:ext>
            </a:extLst>
          </p:cNvPr>
          <p:cNvPicPr>
            <a:picLocks noChangeAspect="1"/>
          </p:cNvPicPr>
          <p:nvPr/>
        </p:nvPicPr>
        <p:blipFill>
          <a:blip r:embed="rId2"/>
          <a:stretch>
            <a:fillRect/>
          </a:stretch>
        </p:blipFill>
        <p:spPr>
          <a:xfrm>
            <a:off x="4240142" y="1354069"/>
            <a:ext cx="4729102" cy="2551415"/>
          </a:xfrm>
          <a:prstGeom prst="rect">
            <a:avLst/>
          </a:prstGeom>
          <a:ln>
            <a:noFill/>
          </a:ln>
        </p:spPr>
      </p:pic>
      <p:sp>
        <p:nvSpPr>
          <p:cNvPr id="22" name="Rectángulo: esquinas redondeadas 21">
            <a:extLst>
              <a:ext uri="{FF2B5EF4-FFF2-40B4-BE49-F238E27FC236}">
                <a16:creationId xmlns:a16="http://schemas.microsoft.com/office/drawing/2014/main" id="{07B466A2-EF25-4396-D65D-34461933487F}"/>
              </a:ext>
            </a:extLst>
          </p:cNvPr>
          <p:cNvSpPr/>
          <p:nvPr/>
        </p:nvSpPr>
        <p:spPr>
          <a:xfrm>
            <a:off x="264783" y="2773699"/>
            <a:ext cx="3406637" cy="136378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E7B8AA48-49AC-8522-FFC4-4A38F4E2D68F}"/>
              </a:ext>
            </a:extLst>
          </p:cNvPr>
          <p:cNvSpPr>
            <a:spLocks noGrp="1"/>
          </p:cNvSpPr>
          <p:nvPr>
            <p:ph type="title"/>
          </p:nvPr>
        </p:nvSpPr>
        <p:spPr>
          <a:xfrm>
            <a:off x="330993" y="313420"/>
            <a:ext cx="8482014" cy="307777"/>
          </a:xfrm>
        </p:spPr>
        <p:txBody>
          <a:bodyPr/>
          <a:lstStyle/>
          <a:p>
            <a:pPr algn="ctr"/>
            <a:r>
              <a:rPr lang="es-MX" noProof="0"/>
              <a:t>Matriz </a:t>
            </a:r>
            <a:r>
              <a:rPr lang="es-MX" noProof="0" err="1"/>
              <a:t>multivotación</a:t>
            </a: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2447C818-FD0B-8B6A-3195-EB51E2C0E4DF}"/>
              </a:ext>
            </a:extLst>
          </p:cNvPr>
          <p:cNvPicPr>
            <a:picLocks noChangeAspect="1"/>
          </p:cNvPicPr>
          <p:nvPr/>
        </p:nvPicPr>
        <p:blipFill>
          <a:blip r:embed="rId3"/>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E9FDDBAE-8630-B5B6-BB31-2977503A4B88}"/>
              </a:ext>
            </a:extLst>
          </p:cNvPr>
          <p:cNvSpPr/>
          <p:nvPr/>
        </p:nvSpPr>
        <p:spPr>
          <a:xfrm>
            <a:off x="241675" y="968319"/>
            <a:ext cx="3406637" cy="167795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Elipse 2">
            <a:extLst>
              <a:ext uri="{FF2B5EF4-FFF2-40B4-BE49-F238E27FC236}">
                <a16:creationId xmlns:a16="http://schemas.microsoft.com/office/drawing/2014/main" id="{CD4E8EDB-8D88-B441-D379-4C4C35FACB18}"/>
              </a:ext>
            </a:extLst>
          </p:cNvPr>
          <p:cNvSpPr/>
          <p:nvPr/>
        </p:nvSpPr>
        <p:spPr>
          <a:xfrm>
            <a:off x="2970459" y="1564322"/>
            <a:ext cx="612168" cy="445480"/>
          </a:xfrm>
          <a:prstGeom prst="ellipse">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300" noProof="0">
                <a:solidFill>
                  <a:srgbClr val="FFFFFF"/>
                </a:solidFill>
              </a:rPr>
              <a:t>Baja productividad en grúa</a:t>
            </a:r>
          </a:p>
        </p:txBody>
      </p:sp>
      <p:cxnSp>
        <p:nvCxnSpPr>
          <p:cNvPr id="11" name="Conector recto de flecha 10">
            <a:extLst>
              <a:ext uri="{FF2B5EF4-FFF2-40B4-BE49-F238E27FC236}">
                <a16:creationId xmlns:a16="http://schemas.microsoft.com/office/drawing/2014/main" id="{F2B0AB8C-5EA7-8AFE-16EF-655A5EDD1B6C}"/>
              </a:ext>
            </a:extLst>
          </p:cNvPr>
          <p:cNvCxnSpPr>
            <a:cxnSpLocks/>
          </p:cNvCxnSpPr>
          <p:nvPr/>
        </p:nvCxnSpPr>
        <p:spPr>
          <a:xfrm>
            <a:off x="669327" y="1787062"/>
            <a:ext cx="2301132" cy="0"/>
          </a:xfrm>
          <a:prstGeom prst="straightConnector1">
            <a:avLst/>
          </a:prstGeom>
          <a:ln w="28575"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Rectángulo: esquinas redondeadas 11">
            <a:extLst>
              <a:ext uri="{FF2B5EF4-FFF2-40B4-BE49-F238E27FC236}">
                <a16:creationId xmlns:a16="http://schemas.microsoft.com/office/drawing/2014/main" id="{65ABC2F1-90B8-87D1-E7A3-8660A975F3FA}"/>
              </a:ext>
            </a:extLst>
          </p:cNvPr>
          <p:cNvSpPr/>
          <p:nvPr/>
        </p:nvSpPr>
        <p:spPr>
          <a:xfrm>
            <a:off x="2250443" y="109799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Entorno</a:t>
            </a:r>
          </a:p>
        </p:txBody>
      </p:sp>
      <p:sp>
        <p:nvSpPr>
          <p:cNvPr id="13" name="Rectángulo: esquinas redondeadas 12">
            <a:extLst>
              <a:ext uri="{FF2B5EF4-FFF2-40B4-BE49-F238E27FC236}">
                <a16:creationId xmlns:a16="http://schemas.microsoft.com/office/drawing/2014/main" id="{D20EF097-211F-9E0D-D274-B024BD8923FC}"/>
              </a:ext>
            </a:extLst>
          </p:cNvPr>
          <p:cNvSpPr/>
          <p:nvPr/>
        </p:nvSpPr>
        <p:spPr>
          <a:xfrm>
            <a:off x="1483399" y="109876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Maquina</a:t>
            </a:r>
          </a:p>
        </p:txBody>
      </p:sp>
      <p:sp>
        <p:nvSpPr>
          <p:cNvPr id="14" name="Rectángulo: esquinas redondeadas 13">
            <a:extLst>
              <a:ext uri="{FF2B5EF4-FFF2-40B4-BE49-F238E27FC236}">
                <a16:creationId xmlns:a16="http://schemas.microsoft.com/office/drawing/2014/main" id="{248CAE0B-0BFE-C113-BE1F-C05BEA760599}"/>
              </a:ext>
            </a:extLst>
          </p:cNvPr>
          <p:cNvSpPr/>
          <p:nvPr/>
        </p:nvSpPr>
        <p:spPr>
          <a:xfrm>
            <a:off x="716355" y="1097994"/>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Hombre</a:t>
            </a:r>
          </a:p>
        </p:txBody>
      </p:sp>
      <p:sp>
        <p:nvSpPr>
          <p:cNvPr id="15" name="Rectángulo: esquinas redondeadas 14">
            <a:extLst>
              <a:ext uri="{FF2B5EF4-FFF2-40B4-BE49-F238E27FC236}">
                <a16:creationId xmlns:a16="http://schemas.microsoft.com/office/drawing/2014/main" id="{DE943F88-820C-C539-489A-9B098F3DCCC2}"/>
              </a:ext>
            </a:extLst>
          </p:cNvPr>
          <p:cNvSpPr/>
          <p:nvPr/>
        </p:nvSpPr>
        <p:spPr>
          <a:xfrm>
            <a:off x="716355" y="229544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Material</a:t>
            </a:r>
          </a:p>
        </p:txBody>
      </p:sp>
      <p:sp>
        <p:nvSpPr>
          <p:cNvPr id="16" name="Rectángulo: esquinas redondeadas 15">
            <a:extLst>
              <a:ext uri="{FF2B5EF4-FFF2-40B4-BE49-F238E27FC236}">
                <a16:creationId xmlns:a16="http://schemas.microsoft.com/office/drawing/2014/main" id="{D5299FC2-36E3-8492-39BF-A0CCD3477DD7}"/>
              </a:ext>
            </a:extLst>
          </p:cNvPr>
          <p:cNvSpPr/>
          <p:nvPr/>
        </p:nvSpPr>
        <p:spPr>
          <a:xfrm>
            <a:off x="1483399" y="229558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Método</a:t>
            </a:r>
          </a:p>
        </p:txBody>
      </p:sp>
      <p:sp>
        <p:nvSpPr>
          <p:cNvPr id="17" name="Rectángulo: esquinas redondeadas 16">
            <a:extLst>
              <a:ext uri="{FF2B5EF4-FFF2-40B4-BE49-F238E27FC236}">
                <a16:creationId xmlns:a16="http://schemas.microsoft.com/office/drawing/2014/main" id="{C250CB37-87CC-24E3-8C24-044FFDA35FA9}"/>
              </a:ext>
            </a:extLst>
          </p:cNvPr>
          <p:cNvSpPr/>
          <p:nvPr/>
        </p:nvSpPr>
        <p:spPr>
          <a:xfrm>
            <a:off x="2250443" y="2295449"/>
            <a:ext cx="525417" cy="174775"/>
          </a:xfrm>
          <a:prstGeom prst="roundRect">
            <a:avLst/>
          </a:prstGeom>
          <a:solidFill>
            <a:schemeClr val="accent5"/>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rgbClr val="FFFFFF"/>
                </a:solidFill>
              </a:rPr>
              <a:t>Medición</a:t>
            </a:r>
          </a:p>
        </p:txBody>
      </p:sp>
      <p:cxnSp>
        <p:nvCxnSpPr>
          <p:cNvPr id="25" name="Conector recto de flecha 24">
            <a:extLst>
              <a:ext uri="{FF2B5EF4-FFF2-40B4-BE49-F238E27FC236}">
                <a16:creationId xmlns:a16="http://schemas.microsoft.com/office/drawing/2014/main" id="{4169FCDF-F78D-C325-4A6E-832410696487}"/>
              </a:ext>
            </a:extLst>
          </p:cNvPr>
          <p:cNvCxnSpPr>
            <a:cxnSpLocks/>
          </p:cNvCxnSpPr>
          <p:nvPr/>
        </p:nvCxnSpPr>
        <p:spPr>
          <a:xfrm flipV="1">
            <a:off x="988573" y="1802392"/>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EEA0B6AB-FDAD-25E0-928D-D64E29863A77}"/>
              </a:ext>
            </a:extLst>
          </p:cNvPr>
          <p:cNvCxnSpPr>
            <a:cxnSpLocks/>
          </p:cNvCxnSpPr>
          <p:nvPr/>
        </p:nvCxnSpPr>
        <p:spPr>
          <a:xfrm flipV="1">
            <a:off x="1736818" y="1802470"/>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30">
            <a:extLst>
              <a:ext uri="{FF2B5EF4-FFF2-40B4-BE49-F238E27FC236}">
                <a16:creationId xmlns:a16="http://schemas.microsoft.com/office/drawing/2014/main" id="{77C88763-4120-60A5-1D57-529F590D0CDC}"/>
              </a:ext>
            </a:extLst>
          </p:cNvPr>
          <p:cNvCxnSpPr>
            <a:cxnSpLocks/>
          </p:cNvCxnSpPr>
          <p:nvPr/>
        </p:nvCxnSpPr>
        <p:spPr>
          <a:xfrm flipV="1">
            <a:off x="2509097" y="1802391"/>
            <a:ext cx="258064" cy="487382"/>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CE6C32F8-B4A2-D496-C167-73BDC121F88A}"/>
              </a:ext>
            </a:extLst>
          </p:cNvPr>
          <p:cNvCxnSpPr>
            <a:cxnSpLocks/>
          </p:cNvCxnSpPr>
          <p:nvPr/>
        </p:nvCxnSpPr>
        <p:spPr>
          <a:xfrm>
            <a:off x="988573" y="1278445"/>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ECE8B436-1E14-4224-AA90-11712F31726D}"/>
              </a:ext>
            </a:extLst>
          </p:cNvPr>
          <p:cNvCxnSpPr>
            <a:cxnSpLocks/>
          </p:cNvCxnSpPr>
          <p:nvPr/>
        </p:nvCxnSpPr>
        <p:spPr>
          <a:xfrm>
            <a:off x="1746548" y="1272769"/>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326C1CD6-0E9F-E53F-AF4D-2598730AE271}"/>
              </a:ext>
            </a:extLst>
          </p:cNvPr>
          <p:cNvCxnSpPr>
            <a:cxnSpLocks/>
          </p:cNvCxnSpPr>
          <p:nvPr/>
        </p:nvCxnSpPr>
        <p:spPr>
          <a:xfrm>
            <a:off x="2513962" y="1283311"/>
            <a:ext cx="253199" cy="493209"/>
          </a:xfrm>
          <a:prstGeom prst="straightConnector1">
            <a:avLst/>
          </a:prstGeom>
          <a:ln w="1270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37">
            <a:extLst>
              <a:ext uri="{FF2B5EF4-FFF2-40B4-BE49-F238E27FC236}">
                <a16:creationId xmlns:a16="http://schemas.microsoft.com/office/drawing/2014/main" id="{3D4848FC-3034-D9FB-077E-D86A02335D6B}"/>
              </a:ext>
            </a:extLst>
          </p:cNvPr>
          <p:cNvCxnSpPr>
            <a:cxnSpLocks/>
          </p:cNvCxnSpPr>
          <p:nvPr/>
        </p:nvCxnSpPr>
        <p:spPr>
          <a:xfrm>
            <a:off x="585637" y="1407400"/>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0">
            <a:extLst>
              <a:ext uri="{FF2B5EF4-FFF2-40B4-BE49-F238E27FC236}">
                <a16:creationId xmlns:a16="http://schemas.microsoft.com/office/drawing/2014/main" id="{F3EA3625-FD15-9A39-E077-6F3764CB1F17}"/>
              </a:ext>
            </a:extLst>
          </p:cNvPr>
          <p:cNvCxnSpPr>
            <a:cxnSpLocks/>
          </p:cNvCxnSpPr>
          <p:nvPr/>
        </p:nvCxnSpPr>
        <p:spPr>
          <a:xfrm>
            <a:off x="650706" y="1553641"/>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491155E7-160E-4831-F839-62E2D1D59AE1}"/>
              </a:ext>
            </a:extLst>
          </p:cNvPr>
          <p:cNvCxnSpPr>
            <a:cxnSpLocks/>
          </p:cNvCxnSpPr>
          <p:nvPr/>
        </p:nvCxnSpPr>
        <p:spPr>
          <a:xfrm>
            <a:off x="720126" y="169354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3B2E3A12-DD4D-2E44-033C-7CA568CCDCB3}"/>
              </a:ext>
            </a:extLst>
          </p:cNvPr>
          <p:cNvCxnSpPr>
            <a:cxnSpLocks/>
          </p:cNvCxnSpPr>
          <p:nvPr/>
        </p:nvCxnSpPr>
        <p:spPr>
          <a:xfrm>
            <a:off x="1376519" y="1454700"/>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996D281A-8A86-AE95-2A33-DCBEF7416E2B}"/>
              </a:ext>
            </a:extLst>
          </p:cNvPr>
          <p:cNvCxnSpPr>
            <a:cxnSpLocks/>
          </p:cNvCxnSpPr>
          <p:nvPr/>
        </p:nvCxnSpPr>
        <p:spPr>
          <a:xfrm>
            <a:off x="1462467" y="1641194"/>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DF5039FC-3CD8-E791-A6EC-4653C29219EB}"/>
              </a:ext>
            </a:extLst>
          </p:cNvPr>
          <p:cNvCxnSpPr>
            <a:cxnSpLocks/>
          </p:cNvCxnSpPr>
          <p:nvPr/>
        </p:nvCxnSpPr>
        <p:spPr>
          <a:xfrm>
            <a:off x="2250443" y="1641194"/>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E5C536D4-A912-D990-EA31-5125ABED3F8D}"/>
              </a:ext>
            </a:extLst>
          </p:cNvPr>
          <p:cNvCxnSpPr>
            <a:cxnSpLocks/>
          </p:cNvCxnSpPr>
          <p:nvPr/>
        </p:nvCxnSpPr>
        <p:spPr>
          <a:xfrm>
            <a:off x="2136927" y="1443775"/>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E83DBACF-F4CA-7D9F-8805-BF264CA15E83}"/>
              </a:ext>
            </a:extLst>
          </p:cNvPr>
          <p:cNvCxnSpPr>
            <a:cxnSpLocks/>
          </p:cNvCxnSpPr>
          <p:nvPr/>
        </p:nvCxnSpPr>
        <p:spPr>
          <a:xfrm>
            <a:off x="661218" y="205632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C55006CD-3CB1-467C-4969-55F7872E3246}"/>
              </a:ext>
            </a:extLst>
          </p:cNvPr>
          <p:cNvCxnSpPr>
            <a:cxnSpLocks/>
          </p:cNvCxnSpPr>
          <p:nvPr/>
        </p:nvCxnSpPr>
        <p:spPr>
          <a:xfrm>
            <a:off x="1429774" y="1982333"/>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B77DEF5F-07F6-86A5-05AA-41F0CD0FC6CB}"/>
              </a:ext>
            </a:extLst>
          </p:cNvPr>
          <p:cNvCxnSpPr>
            <a:cxnSpLocks/>
          </p:cNvCxnSpPr>
          <p:nvPr/>
        </p:nvCxnSpPr>
        <p:spPr>
          <a:xfrm>
            <a:off x="1302733" y="2196535"/>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1282230A-35C1-877F-C91C-BF5D2CEEAC67}"/>
              </a:ext>
            </a:extLst>
          </p:cNvPr>
          <p:cNvCxnSpPr>
            <a:cxnSpLocks/>
          </p:cNvCxnSpPr>
          <p:nvPr/>
        </p:nvCxnSpPr>
        <p:spPr>
          <a:xfrm>
            <a:off x="2246976" y="1919541"/>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CFF75844-33A8-DA48-FBE9-FF520C70E72A}"/>
              </a:ext>
            </a:extLst>
          </p:cNvPr>
          <p:cNvCxnSpPr>
            <a:cxnSpLocks/>
          </p:cNvCxnSpPr>
          <p:nvPr/>
        </p:nvCxnSpPr>
        <p:spPr>
          <a:xfrm>
            <a:off x="2072946" y="2245969"/>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9DE9D5C9-6775-9B06-C96C-ECECDA46C83B}"/>
              </a:ext>
            </a:extLst>
          </p:cNvPr>
          <p:cNvCxnSpPr>
            <a:cxnSpLocks/>
          </p:cNvCxnSpPr>
          <p:nvPr/>
        </p:nvCxnSpPr>
        <p:spPr>
          <a:xfrm>
            <a:off x="2136927" y="2086009"/>
            <a:ext cx="443374" cy="0"/>
          </a:xfrm>
          <a:prstGeom prst="straightConnector1">
            <a:avLst/>
          </a:prstGeom>
          <a:ln w="6350" cap="rnd" cmpd="sng" algn="ctr">
            <a:solidFill>
              <a:schemeClr val="bg1"/>
            </a:solidFill>
            <a:prstDash val="solid"/>
            <a:round/>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18B492F3-76B0-1B3F-679A-2959CFC14D88}"/>
              </a:ext>
            </a:extLst>
          </p:cNvPr>
          <p:cNvSpPr txBox="1"/>
          <p:nvPr/>
        </p:nvSpPr>
        <p:spPr>
          <a:xfrm>
            <a:off x="241675" y="1294178"/>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Capataz sin experiencia</a:t>
            </a:r>
          </a:p>
        </p:txBody>
      </p:sp>
      <p:sp>
        <p:nvSpPr>
          <p:cNvPr id="54" name="CuadroTexto 53">
            <a:extLst>
              <a:ext uri="{FF2B5EF4-FFF2-40B4-BE49-F238E27FC236}">
                <a16:creationId xmlns:a16="http://schemas.microsoft.com/office/drawing/2014/main" id="{4C0CF6F1-C73A-17E1-022F-FD9B9E90B229}"/>
              </a:ext>
            </a:extLst>
          </p:cNvPr>
          <p:cNvSpPr txBox="1"/>
          <p:nvPr/>
        </p:nvSpPr>
        <p:spPr>
          <a:xfrm>
            <a:off x="289719" y="1452614"/>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Operadores insuficientes</a:t>
            </a:r>
          </a:p>
        </p:txBody>
      </p:sp>
      <p:sp>
        <p:nvSpPr>
          <p:cNvPr id="57" name="CuadroTexto 56">
            <a:extLst>
              <a:ext uri="{FF2B5EF4-FFF2-40B4-BE49-F238E27FC236}">
                <a16:creationId xmlns:a16="http://schemas.microsoft.com/office/drawing/2014/main" id="{DC30C0DA-191A-26FF-B1A4-D82C7AB0E56F}"/>
              </a:ext>
            </a:extLst>
          </p:cNvPr>
          <p:cNvSpPr txBox="1"/>
          <p:nvPr/>
        </p:nvSpPr>
        <p:spPr>
          <a:xfrm>
            <a:off x="1153386" y="1524411"/>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err="1">
                <a:solidFill>
                  <a:schemeClr val="bg1"/>
                </a:solidFill>
              </a:rPr>
              <a:t>Tractocamion</a:t>
            </a:r>
            <a:r>
              <a:rPr lang="es-MX" sz="400" noProof="0">
                <a:solidFill>
                  <a:schemeClr val="bg1"/>
                </a:solidFill>
              </a:rPr>
              <a:t> insuficiente</a:t>
            </a:r>
          </a:p>
        </p:txBody>
      </p:sp>
      <p:sp>
        <p:nvSpPr>
          <p:cNvPr id="59" name="CuadroTexto 58">
            <a:extLst>
              <a:ext uri="{FF2B5EF4-FFF2-40B4-BE49-F238E27FC236}">
                <a16:creationId xmlns:a16="http://schemas.microsoft.com/office/drawing/2014/main" id="{3138B063-5BDD-9A3B-B4EE-D0FE527480B1}"/>
              </a:ext>
            </a:extLst>
          </p:cNvPr>
          <p:cNvSpPr txBox="1"/>
          <p:nvPr/>
        </p:nvSpPr>
        <p:spPr>
          <a:xfrm>
            <a:off x="1928129" y="1537764"/>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Lluvia moderada</a:t>
            </a:r>
          </a:p>
        </p:txBody>
      </p:sp>
      <p:sp>
        <p:nvSpPr>
          <p:cNvPr id="61" name="CuadroTexto 60">
            <a:extLst>
              <a:ext uri="{FF2B5EF4-FFF2-40B4-BE49-F238E27FC236}">
                <a16:creationId xmlns:a16="http://schemas.microsoft.com/office/drawing/2014/main" id="{A2573073-85E6-E849-E9EA-4B5BB5A93B4F}"/>
              </a:ext>
            </a:extLst>
          </p:cNvPr>
          <p:cNvSpPr txBox="1"/>
          <p:nvPr/>
        </p:nvSpPr>
        <p:spPr>
          <a:xfrm>
            <a:off x="1122561" y="1859650"/>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Secuencia de embarque</a:t>
            </a:r>
          </a:p>
        </p:txBody>
      </p:sp>
      <p:sp>
        <p:nvSpPr>
          <p:cNvPr id="62" name="CuadroTexto 61">
            <a:extLst>
              <a:ext uri="{FF2B5EF4-FFF2-40B4-BE49-F238E27FC236}">
                <a16:creationId xmlns:a16="http://schemas.microsoft.com/office/drawing/2014/main" id="{47BC8871-B828-89D9-DA12-6779228EF830}"/>
              </a:ext>
            </a:extLst>
          </p:cNvPr>
          <p:cNvSpPr txBox="1"/>
          <p:nvPr/>
        </p:nvSpPr>
        <p:spPr>
          <a:xfrm>
            <a:off x="984300" y="2086009"/>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Posición de la grúa</a:t>
            </a:r>
          </a:p>
        </p:txBody>
      </p:sp>
      <p:sp>
        <p:nvSpPr>
          <p:cNvPr id="64" name="CuadroTexto 63">
            <a:extLst>
              <a:ext uri="{FF2B5EF4-FFF2-40B4-BE49-F238E27FC236}">
                <a16:creationId xmlns:a16="http://schemas.microsoft.com/office/drawing/2014/main" id="{0C1F3C6F-2FE2-8BEE-4D02-45AF58FCFF08}"/>
              </a:ext>
            </a:extLst>
          </p:cNvPr>
          <p:cNvSpPr txBox="1"/>
          <p:nvPr/>
        </p:nvSpPr>
        <p:spPr>
          <a:xfrm>
            <a:off x="1814918" y="1969873"/>
            <a:ext cx="845541" cy="1197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400" noProof="0">
                <a:solidFill>
                  <a:schemeClr val="bg1"/>
                </a:solidFill>
              </a:rPr>
              <a:t>Cantidad de </a:t>
            </a:r>
            <a:r>
              <a:rPr lang="es-MX" sz="400" noProof="0" err="1">
                <a:solidFill>
                  <a:schemeClr val="bg1"/>
                </a:solidFill>
              </a:rPr>
              <a:t>reestibas</a:t>
            </a:r>
            <a:endParaRPr lang="es-MX" sz="400" noProof="0">
              <a:solidFill>
                <a:schemeClr val="bg1"/>
              </a:solidFill>
            </a:endParaRPr>
          </a:p>
        </p:txBody>
      </p:sp>
      <p:sp>
        <p:nvSpPr>
          <p:cNvPr id="66" name="CuadroTexto 7">
            <a:extLst>
              <a:ext uri="{FF2B5EF4-FFF2-40B4-BE49-F238E27FC236}">
                <a16:creationId xmlns:a16="http://schemas.microsoft.com/office/drawing/2014/main" id="{A1D61B81-F7C3-8D24-5587-E1CA450DF2BA}"/>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¿cómo se usa?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58" name="CuadroTexto 57">
            <a:extLst>
              <a:ext uri="{FF2B5EF4-FFF2-40B4-BE49-F238E27FC236}">
                <a16:creationId xmlns:a16="http://schemas.microsoft.com/office/drawing/2014/main" id="{A17722AE-FB80-5D42-EEE0-522CCC293DD2}"/>
              </a:ext>
            </a:extLst>
          </p:cNvPr>
          <p:cNvSpPr txBox="1"/>
          <p:nvPr/>
        </p:nvSpPr>
        <p:spPr>
          <a:xfrm>
            <a:off x="4624136" y="2305933"/>
            <a:ext cx="1417162"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Estibas sin visión</a:t>
            </a:r>
          </a:p>
        </p:txBody>
      </p:sp>
      <p:sp>
        <p:nvSpPr>
          <p:cNvPr id="56" name="CuadroTexto 55">
            <a:extLst>
              <a:ext uri="{FF2B5EF4-FFF2-40B4-BE49-F238E27FC236}">
                <a16:creationId xmlns:a16="http://schemas.microsoft.com/office/drawing/2014/main" id="{3A0D1EA7-4FE5-C588-8C13-A974C9C3C1B7}"/>
              </a:ext>
            </a:extLst>
          </p:cNvPr>
          <p:cNvSpPr txBox="1"/>
          <p:nvPr/>
        </p:nvSpPr>
        <p:spPr>
          <a:xfrm>
            <a:off x="4624136" y="2563766"/>
            <a:ext cx="1417162" cy="13498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Falla de spreader</a:t>
            </a:r>
          </a:p>
        </p:txBody>
      </p:sp>
      <p:sp>
        <p:nvSpPr>
          <p:cNvPr id="55" name="CuadroTexto 54">
            <a:extLst>
              <a:ext uri="{FF2B5EF4-FFF2-40B4-BE49-F238E27FC236}">
                <a16:creationId xmlns:a16="http://schemas.microsoft.com/office/drawing/2014/main" id="{B589926C-0673-D84B-2C41-352B53FB550C}"/>
              </a:ext>
            </a:extLst>
          </p:cNvPr>
          <p:cNvSpPr txBox="1"/>
          <p:nvPr/>
        </p:nvSpPr>
        <p:spPr>
          <a:xfrm>
            <a:off x="4659452" y="2854282"/>
            <a:ext cx="1417162" cy="1138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Supervisor ausente</a:t>
            </a:r>
          </a:p>
        </p:txBody>
      </p:sp>
      <p:sp>
        <p:nvSpPr>
          <p:cNvPr id="65" name="CuadroTexto 64">
            <a:extLst>
              <a:ext uri="{FF2B5EF4-FFF2-40B4-BE49-F238E27FC236}">
                <a16:creationId xmlns:a16="http://schemas.microsoft.com/office/drawing/2014/main" id="{4F5CE372-3D38-CD58-2F73-F541EE44EB7E}"/>
              </a:ext>
            </a:extLst>
          </p:cNvPr>
          <p:cNvSpPr txBox="1"/>
          <p:nvPr/>
        </p:nvSpPr>
        <p:spPr>
          <a:xfrm>
            <a:off x="4777732" y="3115915"/>
            <a:ext cx="1131351" cy="14341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Inicio de turno</a:t>
            </a:r>
          </a:p>
        </p:txBody>
      </p:sp>
      <p:sp>
        <p:nvSpPr>
          <p:cNvPr id="63" name="CuadroTexto 62">
            <a:extLst>
              <a:ext uri="{FF2B5EF4-FFF2-40B4-BE49-F238E27FC236}">
                <a16:creationId xmlns:a16="http://schemas.microsoft.com/office/drawing/2014/main" id="{CE80CB00-279E-4D80-DFB2-B7BAB1842CD1}"/>
              </a:ext>
            </a:extLst>
          </p:cNvPr>
          <p:cNvSpPr txBox="1"/>
          <p:nvPr/>
        </p:nvSpPr>
        <p:spPr>
          <a:xfrm>
            <a:off x="4542479" y="3413596"/>
            <a:ext cx="1599696" cy="11383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Espera de tractocamión</a:t>
            </a:r>
          </a:p>
        </p:txBody>
      </p:sp>
      <p:sp>
        <p:nvSpPr>
          <p:cNvPr id="60" name="CuadroTexto 59">
            <a:extLst>
              <a:ext uri="{FF2B5EF4-FFF2-40B4-BE49-F238E27FC236}">
                <a16:creationId xmlns:a16="http://schemas.microsoft.com/office/drawing/2014/main" id="{B5E8401F-78D0-5FC2-6E19-743D40279FD7}"/>
              </a:ext>
            </a:extLst>
          </p:cNvPr>
          <p:cNvSpPr txBox="1"/>
          <p:nvPr/>
        </p:nvSpPr>
        <p:spPr>
          <a:xfrm>
            <a:off x="4644467" y="3681692"/>
            <a:ext cx="1432147" cy="1259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Twistlocks dañados</a:t>
            </a:r>
          </a:p>
        </p:txBody>
      </p:sp>
      <p:sp>
        <p:nvSpPr>
          <p:cNvPr id="23" name="Title 1">
            <a:extLst>
              <a:ext uri="{FF2B5EF4-FFF2-40B4-BE49-F238E27FC236}">
                <a16:creationId xmlns:a16="http://schemas.microsoft.com/office/drawing/2014/main" id="{B710A5F1-69A0-74C1-4C43-9B9F185F228A}"/>
              </a:ext>
            </a:extLst>
          </p:cNvPr>
          <p:cNvSpPr txBox="1">
            <a:spLocks/>
          </p:cNvSpPr>
          <p:nvPr/>
        </p:nvSpPr>
        <p:spPr>
          <a:xfrm>
            <a:off x="442022" y="2874943"/>
            <a:ext cx="3116261"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dirty="0">
                <a:solidFill>
                  <a:schemeClr val="bg1"/>
                </a:solidFill>
              </a:rPr>
              <a:t>Cada categoría tiene un peso distinto</a:t>
            </a:r>
          </a:p>
        </p:txBody>
      </p:sp>
      <p:sp>
        <p:nvSpPr>
          <p:cNvPr id="24" name="Rectángulo: esquinas redondeadas 23">
            <a:extLst>
              <a:ext uri="{FF2B5EF4-FFF2-40B4-BE49-F238E27FC236}">
                <a16:creationId xmlns:a16="http://schemas.microsoft.com/office/drawing/2014/main" id="{B85D3ED5-F089-0E51-30AB-2B6A2A1A3C86}"/>
              </a:ext>
            </a:extLst>
          </p:cNvPr>
          <p:cNvSpPr/>
          <p:nvPr/>
        </p:nvSpPr>
        <p:spPr>
          <a:xfrm>
            <a:off x="1483399" y="4310100"/>
            <a:ext cx="5556340" cy="70247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6" name="CuadroTexto 25">
            <a:extLst>
              <a:ext uri="{FF2B5EF4-FFF2-40B4-BE49-F238E27FC236}">
                <a16:creationId xmlns:a16="http://schemas.microsoft.com/office/drawing/2014/main" id="{0DE2AB04-5880-7810-BCF6-472D91837830}"/>
              </a:ext>
            </a:extLst>
          </p:cNvPr>
          <p:cNvSpPr txBox="1"/>
          <p:nvPr/>
        </p:nvSpPr>
        <p:spPr>
          <a:xfrm>
            <a:off x="6138806" y="2302523"/>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27" name="CuadroTexto 26">
            <a:extLst>
              <a:ext uri="{FF2B5EF4-FFF2-40B4-BE49-F238E27FC236}">
                <a16:creationId xmlns:a16="http://schemas.microsoft.com/office/drawing/2014/main" id="{B9C15278-235D-CFA0-35C1-D1C6A86B3D80}"/>
              </a:ext>
            </a:extLst>
          </p:cNvPr>
          <p:cNvSpPr txBox="1"/>
          <p:nvPr/>
        </p:nvSpPr>
        <p:spPr>
          <a:xfrm>
            <a:off x="6804839" y="230712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28" name="CuadroTexto 27">
            <a:extLst>
              <a:ext uri="{FF2B5EF4-FFF2-40B4-BE49-F238E27FC236}">
                <a16:creationId xmlns:a16="http://schemas.microsoft.com/office/drawing/2014/main" id="{E5AE9C9E-0C20-20F4-C87C-1BD4206F7F4C}"/>
              </a:ext>
            </a:extLst>
          </p:cNvPr>
          <p:cNvSpPr txBox="1"/>
          <p:nvPr/>
        </p:nvSpPr>
        <p:spPr>
          <a:xfrm>
            <a:off x="7413947" y="2298401"/>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29" name="CuadroTexto 28">
            <a:extLst>
              <a:ext uri="{FF2B5EF4-FFF2-40B4-BE49-F238E27FC236}">
                <a16:creationId xmlns:a16="http://schemas.microsoft.com/office/drawing/2014/main" id="{99173D7F-B2FA-B950-749B-A485534AD6ED}"/>
              </a:ext>
            </a:extLst>
          </p:cNvPr>
          <p:cNvSpPr txBox="1"/>
          <p:nvPr/>
        </p:nvSpPr>
        <p:spPr>
          <a:xfrm>
            <a:off x="7974053" y="230712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0" name="CuadroTexto 39">
            <a:extLst>
              <a:ext uri="{FF2B5EF4-FFF2-40B4-BE49-F238E27FC236}">
                <a16:creationId xmlns:a16="http://schemas.microsoft.com/office/drawing/2014/main" id="{E6AFE846-AF19-A0A4-EBD7-D8840764E399}"/>
              </a:ext>
            </a:extLst>
          </p:cNvPr>
          <p:cNvSpPr txBox="1"/>
          <p:nvPr/>
        </p:nvSpPr>
        <p:spPr>
          <a:xfrm>
            <a:off x="6138806" y="257880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67" name="CuadroTexto 66">
            <a:extLst>
              <a:ext uri="{FF2B5EF4-FFF2-40B4-BE49-F238E27FC236}">
                <a16:creationId xmlns:a16="http://schemas.microsoft.com/office/drawing/2014/main" id="{5913968B-7799-1628-8B01-13B0D4998105}"/>
              </a:ext>
            </a:extLst>
          </p:cNvPr>
          <p:cNvSpPr txBox="1"/>
          <p:nvPr/>
        </p:nvSpPr>
        <p:spPr>
          <a:xfrm>
            <a:off x="6804839" y="258340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68" name="CuadroTexto 67">
            <a:extLst>
              <a:ext uri="{FF2B5EF4-FFF2-40B4-BE49-F238E27FC236}">
                <a16:creationId xmlns:a16="http://schemas.microsoft.com/office/drawing/2014/main" id="{AE6FAD40-C293-8494-9886-B9C1E8EF3423}"/>
              </a:ext>
            </a:extLst>
          </p:cNvPr>
          <p:cNvSpPr txBox="1"/>
          <p:nvPr/>
        </p:nvSpPr>
        <p:spPr>
          <a:xfrm>
            <a:off x="7413947" y="25746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69" name="CuadroTexto 68">
            <a:extLst>
              <a:ext uri="{FF2B5EF4-FFF2-40B4-BE49-F238E27FC236}">
                <a16:creationId xmlns:a16="http://schemas.microsoft.com/office/drawing/2014/main" id="{5C501232-8936-AE26-A7F6-C562F008511C}"/>
              </a:ext>
            </a:extLst>
          </p:cNvPr>
          <p:cNvSpPr txBox="1"/>
          <p:nvPr/>
        </p:nvSpPr>
        <p:spPr>
          <a:xfrm>
            <a:off x="7974053" y="258340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0" name="CuadroTexto 69">
            <a:extLst>
              <a:ext uri="{FF2B5EF4-FFF2-40B4-BE49-F238E27FC236}">
                <a16:creationId xmlns:a16="http://schemas.microsoft.com/office/drawing/2014/main" id="{8168113A-8834-4377-7F16-7006FA29412C}"/>
              </a:ext>
            </a:extLst>
          </p:cNvPr>
          <p:cNvSpPr txBox="1"/>
          <p:nvPr/>
        </p:nvSpPr>
        <p:spPr>
          <a:xfrm>
            <a:off x="6138806" y="285421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1" name="CuadroTexto 70">
            <a:extLst>
              <a:ext uri="{FF2B5EF4-FFF2-40B4-BE49-F238E27FC236}">
                <a16:creationId xmlns:a16="http://schemas.microsoft.com/office/drawing/2014/main" id="{6AEBF6CE-8351-FBE7-A629-C781E450C789}"/>
              </a:ext>
            </a:extLst>
          </p:cNvPr>
          <p:cNvSpPr txBox="1"/>
          <p:nvPr/>
        </p:nvSpPr>
        <p:spPr>
          <a:xfrm>
            <a:off x="6804839" y="285882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2" name="CuadroTexto 71">
            <a:extLst>
              <a:ext uri="{FF2B5EF4-FFF2-40B4-BE49-F238E27FC236}">
                <a16:creationId xmlns:a16="http://schemas.microsoft.com/office/drawing/2014/main" id="{26C36643-88C6-06B7-6804-FD13A8C671AD}"/>
              </a:ext>
            </a:extLst>
          </p:cNvPr>
          <p:cNvSpPr txBox="1"/>
          <p:nvPr/>
        </p:nvSpPr>
        <p:spPr>
          <a:xfrm>
            <a:off x="7413947" y="2850097"/>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3" name="CuadroTexto 72">
            <a:extLst>
              <a:ext uri="{FF2B5EF4-FFF2-40B4-BE49-F238E27FC236}">
                <a16:creationId xmlns:a16="http://schemas.microsoft.com/office/drawing/2014/main" id="{195B2A88-3D1E-F219-93A8-D94B2032A0E0}"/>
              </a:ext>
            </a:extLst>
          </p:cNvPr>
          <p:cNvSpPr txBox="1"/>
          <p:nvPr/>
        </p:nvSpPr>
        <p:spPr>
          <a:xfrm>
            <a:off x="7974053" y="285882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1</a:t>
            </a:r>
          </a:p>
        </p:txBody>
      </p:sp>
      <p:sp>
        <p:nvSpPr>
          <p:cNvPr id="74" name="CuadroTexto 73">
            <a:extLst>
              <a:ext uri="{FF2B5EF4-FFF2-40B4-BE49-F238E27FC236}">
                <a16:creationId xmlns:a16="http://schemas.microsoft.com/office/drawing/2014/main" id="{190FBA24-BBB9-3D4D-DDF6-FB54A6D1A862}"/>
              </a:ext>
            </a:extLst>
          </p:cNvPr>
          <p:cNvSpPr txBox="1"/>
          <p:nvPr/>
        </p:nvSpPr>
        <p:spPr>
          <a:xfrm>
            <a:off x="6138806" y="3130269"/>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5" name="CuadroTexto 74">
            <a:extLst>
              <a:ext uri="{FF2B5EF4-FFF2-40B4-BE49-F238E27FC236}">
                <a16:creationId xmlns:a16="http://schemas.microsoft.com/office/drawing/2014/main" id="{70051A32-A123-7BF3-6796-1AFD585FDF05}"/>
              </a:ext>
            </a:extLst>
          </p:cNvPr>
          <p:cNvSpPr txBox="1"/>
          <p:nvPr/>
        </p:nvSpPr>
        <p:spPr>
          <a:xfrm>
            <a:off x="6804839" y="313487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6" name="CuadroTexto 75">
            <a:extLst>
              <a:ext uri="{FF2B5EF4-FFF2-40B4-BE49-F238E27FC236}">
                <a16:creationId xmlns:a16="http://schemas.microsoft.com/office/drawing/2014/main" id="{F47C80C8-25DE-E42F-709F-8E7B6F13CFC7}"/>
              </a:ext>
            </a:extLst>
          </p:cNvPr>
          <p:cNvSpPr txBox="1"/>
          <p:nvPr/>
        </p:nvSpPr>
        <p:spPr>
          <a:xfrm>
            <a:off x="7413947" y="3126147"/>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77" name="CuadroTexto 76">
            <a:extLst>
              <a:ext uri="{FF2B5EF4-FFF2-40B4-BE49-F238E27FC236}">
                <a16:creationId xmlns:a16="http://schemas.microsoft.com/office/drawing/2014/main" id="{33C56F3C-8E8C-556D-A4A3-130C7BE1735E}"/>
              </a:ext>
            </a:extLst>
          </p:cNvPr>
          <p:cNvSpPr txBox="1"/>
          <p:nvPr/>
        </p:nvSpPr>
        <p:spPr>
          <a:xfrm>
            <a:off x="7974053" y="313487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8" name="CuadroTexto 77">
            <a:extLst>
              <a:ext uri="{FF2B5EF4-FFF2-40B4-BE49-F238E27FC236}">
                <a16:creationId xmlns:a16="http://schemas.microsoft.com/office/drawing/2014/main" id="{3BEE985C-CACB-15EF-EBE8-7835F3BA6414}"/>
              </a:ext>
            </a:extLst>
          </p:cNvPr>
          <p:cNvSpPr txBox="1"/>
          <p:nvPr/>
        </p:nvSpPr>
        <p:spPr>
          <a:xfrm>
            <a:off x="6138806" y="3415174"/>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79" name="CuadroTexto 78">
            <a:extLst>
              <a:ext uri="{FF2B5EF4-FFF2-40B4-BE49-F238E27FC236}">
                <a16:creationId xmlns:a16="http://schemas.microsoft.com/office/drawing/2014/main" id="{40F76B7D-0DB5-DBB4-E360-1B2E19FC70BF}"/>
              </a:ext>
            </a:extLst>
          </p:cNvPr>
          <p:cNvSpPr txBox="1"/>
          <p:nvPr/>
        </p:nvSpPr>
        <p:spPr>
          <a:xfrm>
            <a:off x="6804839" y="34197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0" name="CuadroTexto 79">
            <a:extLst>
              <a:ext uri="{FF2B5EF4-FFF2-40B4-BE49-F238E27FC236}">
                <a16:creationId xmlns:a16="http://schemas.microsoft.com/office/drawing/2014/main" id="{FB70E583-484C-4D7E-EA65-504B6862FC29}"/>
              </a:ext>
            </a:extLst>
          </p:cNvPr>
          <p:cNvSpPr txBox="1"/>
          <p:nvPr/>
        </p:nvSpPr>
        <p:spPr>
          <a:xfrm>
            <a:off x="7413947" y="341105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1" name="CuadroTexto 80">
            <a:extLst>
              <a:ext uri="{FF2B5EF4-FFF2-40B4-BE49-F238E27FC236}">
                <a16:creationId xmlns:a16="http://schemas.microsoft.com/office/drawing/2014/main" id="{AC1D454B-A5D4-C020-17EE-2AAF09B2FFF0}"/>
              </a:ext>
            </a:extLst>
          </p:cNvPr>
          <p:cNvSpPr txBox="1"/>
          <p:nvPr/>
        </p:nvSpPr>
        <p:spPr>
          <a:xfrm>
            <a:off x="7974053" y="341978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3</a:t>
            </a:r>
          </a:p>
        </p:txBody>
      </p:sp>
      <p:sp>
        <p:nvSpPr>
          <p:cNvPr id="82" name="CuadroTexto 81">
            <a:extLst>
              <a:ext uri="{FF2B5EF4-FFF2-40B4-BE49-F238E27FC236}">
                <a16:creationId xmlns:a16="http://schemas.microsoft.com/office/drawing/2014/main" id="{F6A64491-5BB8-7598-938D-C2CA408D9036}"/>
              </a:ext>
            </a:extLst>
          </p:cNvPr>
          <p:cNvSpPr txBox="1"/>
          <p:nvPr/>
        </p:nvSpPr>
        <p:spPr>
          <a:xfrm>
            <a:off x="6138806" y="3681692"/>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2</a:t>
            </a:r>
          </a:p>
        </p:txBody>
      </p:sp>
      <p:sp>
        <p:nvSpPr>
          <p:cNvPr id="83" name="CuadroTexto 82">
            <a:extLst>
              <a:ext uri="{FF2B5EF4-FFF2-40B4-BE49-F238E27FC236}">
                <a16:creationId xmlns:a16="http://schemas.microsoft.com/office/drawing/2014/main" id="{1CC53D4C-DA3F-10AB-C77A-48E932C4DAE6}"/>
              </a:ext>
            </a:extLst>
          </p:cNvPr>
          <p:cNvSpPr txBox="1"/>
          <p:nvPr/>
        </p:nvSpPr>
        <p:spPr>
          <a:xfrm>
            <a:off x="6804839" y="368629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84" name="CuadroTexto 83">
            <a:extLst>
              <a:ext uri="{FF2B5EF4-FFF2-40B4-BE49-F238E27FC236}">
                <a16:creationId xmlns:a16="http://schemas.microsoft.com/office/drawing/2014/main" id="{9BECF696-7867-DB67-B6F8-6DB025875593}"/>
              </a:ext>
            </a:extLst>
          </p:cNvPr>
          <p:cNvSpPr txBox="1"/>
          <p:nvPr/>
        </p:nvSpPr>
        <p:spPr>
          <a:xfrm>
            <a:off x="7413947" y="367757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85" name="CuadroTexto 84">
            <a:extLst>
              <a:ext uri="{FF2B5EF4-FFF2-40B4-BE49-F238E27FC236}">
                <a16:creationId xmlns:a16="http://schemas.microsoft.com/office/drawing/2014/main" id="{0FF1D837-7892-5F29-765B-6E0170384CEE}"/>
              </a:ext>
            </a:extLst>
          </p:cNvPr>
          <p:cNvSpPr txBox="1"/>
          <p:nvPr/>
        </p:nvSpPr>
        <p:spPr>
          <a:xfrm>
            <a:off x="7974053" y="368629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99" name="CuadroTexto 98">
            <a:extLst>
              <a:ext uri="{FF2B5EF4-FFF2-40B4-BE49-F238E27FC236}">
                <a16:creationId xmlns:a16="http://schemas.microsoft.com/office/drawing/2014/main" id="{6A537906-679B-CDE2-1DBC-E7530DB4F6DC}"/>
              </a:ext>
            </a:extLst>
          </p:cNvPr>
          <p:cNvSpPr txBox="1"/>
          <p:nvPr/>
        </p:nvSpPr>
        <p:spPr>
          <a:xfrm>
            <a:off x="8570154" y="2217977"/>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99082B"/>
                </a:solidFill>
              </a:rPr>
              <a:t>2.8</a:t>
            </a:r>
            <a:endParaRPr lang="es-MX" sz="1050" noProof="0" dirty="0">
              <a:solidFill>
                <a:srgbClr val="99082B"/>
              </a:solidFill>
            </a:endParaRPr>
          </a:p>
        </p:txBody>
      </p:sp>
      <p:sp>
        <p:nvSpPr>
          <p:cNvPr id="100" name="CuadroTexto 99">
            <a:extLst>
              <a:ext uri="{FF2B5EF4-FFF2-40B4-BE49-F238E27FC236}">
                <a16:creationId xmlns:a16="http://schemas.microsoft.com/office/drawing/2014/main" id="{CD3E9411-8A54-E25E-A1A5-330C29340AF0}"/>
              </a:ext>
            </a:extLst>
          </p:cNvPr>
          <p:cNvSpPr txBox="1"/>
          <p:nvPr/>
        </p:nvSpPr>
        <p:spPr>
          <a:xfrm>
            <a:off x="8481887" y="2600068"/>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050" noProof="0" dirty="0">
              <a:solidFill>
                <a:schemeClr val="accent6"/>
              </a:solidFill>
            </a:endParaRPr>
          </a:p>
        </p:txBody>
      </p:sp>
      <p:sp>
        <p:nvSpPr>
          <p:cNvPr id="101" name="CuadroTexto 100">
            <a:extLst>
              <a:ext uri="{FF2B5EF4-FFF2-40B4-BE49-F238E27FC236}">
                <a16:creationId xmlns:a16="http://schemas.microsoft.com/office/drawing/2014/main" id="{7F874718-784F-F265-148B-9929A8346DA0}"/>
              </a:ext>
            </a:extLst>
          </p:cNvPr>
          <p:cNvSpPr txBox="1"/>
          <p:nvPr/>
        </p:nvSpPr>
        <p:spPr>
          <a:xfrm>
            <a:off x="8481887" y="2875485"/>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a:solidFill>
                  <a:schemeClr val="accent6"/>
                </a:solidFill>
              </a:rPr>
              <a:t>5</a:t>
            </a:r>
          </a:p>
        </p:txBody>
      </p:sp>
      <p:sp>
        <p:nvSpPr>
          <p:cNvPr id="103" name="CuadroTexto 102">
            <a:extLst>
              <a:ext uri="{FF2B5EF4-FFF2-40B4-BE49-F238E27FC236}">
                <a16:creationId xmlns:a16="http://schemas.microsoft.com/office/drawing/2014/main" id="{CE94E294-51CB-CC2D-9A47-90E714C5F592}"/>
              </a:ext>
            </a:extLst>
          </p:cNvPr>
          <p:cNvSpPr txBox="1"/>
          <p:nvPr/>
        </p:nvSpPr>
        <p:spPr>
          <a:xfrm>
            <a:off x="8481887" y="3436440"/>
            <a:ext cx="546916" cy="1023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050" noProof="0" dirty="0">
              <a:solidFill>
                <a:schemeClr val="accent6"/>
              </a:solidFill>
            </a:endParaRPr>
          </a:p>
        </p:txBody>
      </p:sp>
      <p:sp>
        <p:nvSpPr>
          <p:cNvPr id="105" name="Title 1">
            <a:extLst>
              <a:ext uri="{FF2B5EF4-FFF2-40B4-BE49-F238E27FC236}">
                <a16:creationId xmlns:a16="http://schemas.microsoft.com/office/drawing/2014/main" id="{5CF45E53-E713-5B90-ECCD-8D79E6265551}"/>
              </a:ext>
            </a:extLst>
          </p:cNvPr>
          <p:cNvSpPr txBox="1">
            <a:spLocks/>
          </p:cNvSpPr>
          <p:nvPr/>
        </p:nvSpPr>
        <p:spPr>
          <a:xfrm>
            <a:off x="1770816" y="4481172"/>
            <a:ext cx="4833877" cy="36933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Se ponderan las causas en su respectiva categoría en una escala del 1-3 de acuerdo a los siguientes criterios</a:t>
            </a:r>
          </a:p>
        </p:txBody>
      </p:sp>
      <p:sp>
        <p:nvSpPr>
          <p:cNvPr id="34" name="CuadroTexto 33">
            <a:extLst>
              <a:ext uri="{FF2B5EF4-FFF2-40B4-BE49-F238E27FC236}">
                <a16:creationId xmlns:a16="http://schemas.microsoft.com/office/drawing/2014/main" id="{1EDE9236-B599-6072-AB3E-D9087C03DAC6}"/>
              </a:ext>
            </a:extLst>
          </p:cNvPr>
          <p:cNvSpPr txBox="1"/>
          <p:nvPr/>
        </p:nvSpPr>
        <p:spPr>
          <a:xfrm>
            <a:off x="8570516" y="2500412"/>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99082B"/>
                </a:solidFill>
              </a:rPr>
              <a:t>2.6</a:t>
            </a:r>
            <a:endParaRPr lang="es-MX" sz="1050" noProof="0" dirty="0">
              <a:solidFill>
                <a:srgbClr val="99082B"/>
              </a:solidFill>
            </a:endParaRPr>
          </a:p>
        </p:txBody>
      </p:sp>
      <p:sp>
        <p:nvSpPr>
          <p:cNvPr id="35" name="CuadroTexto 34">
            <a:extLst>
              <a:ext uri="{FF2B5EF4-FFF2-40B4-BE49-F238E27FC236}">
                <a16:creationId xmlns:a16="http://schemas.microsoft.com/office/drawing/2014/main" id="{194E2029-B0C4-99E2-4216-54AE42AD114E}"/>
              </a:ext>
            </a:extLst>
          </p:cNvPr>
          <p:cNvSpPr txBox="1"/>
          <p:nvPr/>
        </p:nvSpPr>
        <p:spPr>
          <a:xfrm>
            <a:off x="8570516" y="3353473"/>
            <a:ext cx="389630" cy="264432"/>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rgbClr val="99082B"/>
                </a:solidFill>
              </a:rPr>
              <a:t>3</a:t>
            </a:r>
          </a:p>
        </p:txBody>
      </p:sp>
      <p:sp>
        <p:nvSpPr>
          <p:cNvPr id="39" name="CuadroTexto 38">
            <a:extLst>
              <a:ext uri="{FF2B5EF4-FFF2-40B4-BE49-F238E27FC236}">
                <a16:creationId xmlns:a16="http://schemas.microsoft.com/office/drawing/2014/main" id="{722F3825-9EAD-BC79-12CC-4EA8076FF2D9}"/>
              </a:ext>
            </a:extLst>
          </p:cNvPr>
          <p:cNvSpPr txBox="1"/>
          <p:nvPr/>
        </p:nvSpPr>
        <p:spPr>
          <a:xfrm>
            <a:off x="8570516" y="2784570"/>
            <a:ext cx="389630" cy="264432"/>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rgbClr val="246504"/>
                </a:solidFill>
              </a:rPr>
              <a:t>3</a:t>
            </a:r>
          </a:p>
        </p:txBody>
      </p:sp>
      <p:sp>
        <p:nvSpPr>
          <p:cNvPr id="87" name="CuadroTexto 86">
            <a:extLst>
              <a:ext uri="{FF2B5EF4-FFF2-40B4-BE49-F238E27FC236}">
                <a16:creationId xmlns:a16="http://schemas.microsoft.com/office/drawing/2014/main" id="{A188B673-1A02-D50A-E48E-5EF8ECCB0ECC}"/>
              </a:ext>
            </a:extLst>
          </p:cNvPr>
          <p:cNvSpPr txBox="1"/>
          <p:nvPr/>
        </p:nvSpPr>
        <p:spPr>
          <a:xfrm>
            <a:off x="8568724" y="3071402"/>
            <a:ext cx="389630" cy="264432"/>
          </a:xfrm>
          <a:prstGeom prst="rect">
            <a:avLst/>
          </a:prstGeom>
          <a:solidFill>
            <a:srgbClr val="FFEB9C"/>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BDA25C"/>
                </a:solidFill>
              </a:rPr>
              <a:t>2.4</a:t>
            </a:r>
            <a:endParaRPr lang="es-MX" sz="1050" noProof="0" dirty="0">
              <a:solidFill>
                <a:srgbClr val="BDA25C"/>
              </a:solidFill>
            </a:endParaRPr>
          </a:p>
        </p:txBody>
      </p:sp>
      <p:sp>
        <p:nvSpPr>
          <p:cNvPr id="88" name="CuadroTexto 87">
            <a:extLst>
              <a:ext uri="{FF2B5EF4-FFF2-40B4-BE49-F238E27FC236}">
                <a16:creationId xmlns:a16="http://schemas.microsoft.com/office/drawing/2014/main" id="{C3187179-C635-98E7-3034-8857307ECB23}"/>
              </a:ext>
            </a:extLst>
          </p:cNvPr>
          <p:cNvSpPr txBox="1"/>
          <p:nvPr/>
        </p:nvSpPr>
        <p:spPr>
          <a:xfrm>
            <a:off x="8570516" y="3627703"/>
            <a:ext cx="389630" cy="264432"/>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dirty="0">
                <a:solidFill>
                  <a:srgbClr val="246504"/>
                </a:solidFill>
              </a:rPr>
              <a:t>1.5</a:t>
            </a:r>
            <a:endParaRPr lang="es-MX" sz="1050" noProof="0" dirty="0">
              <a:solidFill>
                <a:srgbClr val="246504"/>
              </a:solidFill>
            </a:endParaRPr>
          </a:p>
        </p:txBody>
      </p:sp>
      <p:sp>
        <p:nvSpPr>
          <p:cNvPr id="89" name="Title 1">
            <a:extLst>
              <a:ext uri="{FF2B5EF4-FFF2-40B4-BE49-F238E27FC236}">
                <a16:creationId xmlns:a16="http://schemas.microsoft.com/office/drawing/2014/main" id="{27FFA699-B2EF-EA01-CA92-85D8EF47EDDF}"/>
              </a:ext>
            </a:extLst>
          </p:cNvPr>
          <p:cNvSpPr txBox="1">
            <a:spLocks/>
          </p:cNvSpPr>
          <p:nvPr/>
        </p:nvSpPr>
        <p:spPr>
          <a:xfrm>
            <a:off x="450685" y="3132656"/>
            <a:ext cx="3116261" cy="86177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dirty="0">
                <a:solidFill>
                  <a:schemeClr val="bg1"/>
                </a:solidFill>
              </a:rPr>
              <a:t>Impacto (0.4)</a:t>
            </a:r>
          </a:p>
          <a:p>
            <a:pPr algn="just"/>
            <a:r>
              <a:rPr lang="es-MX" sz="1400" b="0" dirty="0">
                <a:solidFill>
                  <a:schemeClr val="bg1"/>
                </a:solidFill>
              </a:rPr>
              <a:t>Frecuencia (0.3)</a:t>
            </a:r>
          </a:p>
          <a:p>
            <a:pPr algn="just"/>
            <a:r>
              <a:rPr lang="es-MX" sz="1400" b="0" noProof="0" dirty="0">
                <a:solidFill>
                  <a:schemeClr val="bg1"/>
                </a:solidFill>
              </a:rPr>
              <a:t>Control (0.2)</a:t>
            </a:r>
          </a:p>
          <a:p>
            <a:pPr algn="just"/>
            <a:r>
              <a:rPr lang="es-MX" sz="1400" b="0" dirty="0">
                <a:solidFill>
                  <a:schemeClr val="bg1"/>
                </a:solidFill>
              </a:rPr>
              <a:t>Evidencia (0.1)</a:t>
            </a:r>
            <a:endParaRPr lang="es-MX" sz="1400" b="0" noProof="0" dirty="0">
              <a:solidFill>
                <a:schemeClr val="bg1"/>
              </a:solidFill>
            </a:endParaRPr>
          </a:p>
        </p:txBody>
      </p:sp>
    </p:spTree>
    <p:extLst>
      <p:ext uri="{BB962C8B-B14F-4D97-AF65-F5344CB8AC3E}">
        <p14:creationId xmlns:p14="http://schemas.microsoft.com/office/powerpoint/2010/main" val="513882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500"/>
                                        <p:tgtEl>
                                          <p:spTgt spid="9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500"/>
                                        <p:tgtEl>
                                          <p:spTgt spid="4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7"/>
                                        </p:tgtEl>
                                        <p:attrNameLst>
                                          <p:attrName>style.visibility</p:attrName>
                                        </p:attrNameLst>
                                      </p:cBhvr>
                                      <p:to>
                                        <p:strVal val="visible"/>
                                      </p:to>
                                    </p:set>
                                    <p:animEffect transition="in" filter="fade">
                                      <p:cBhvr>
                                        <p:cTn id="31" dur="500"/>
                                        <p:tgtEl>
                                          <p:spTgt spid="6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500"/>
                                        <p:tgtEl>
                                          <p:spTgt spid="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par>
                                <p:cTn id="38" presetID="10" presetClass="entr" presetSubtype="0" fill="hold" grpId="0" nodeType="withEffect" nodePh="1">
                                  <p:stCondLst>
                                    <p:cond delay="0"/>
                                  </p:stCondLst>
                                  <p:endCondLst>
                                    <p:cond evt="begin" delay="0">
                                      <p:tn val="38"/>
                                    </p:cond>
                                  </p:endCondLst>
                                  <p:childTnLst>
                                    <p:set>
                                      <p:cBhvr>
                                        <p:cTn id="39" dur="1" fill="hold">
                                          <p:stCondLst>
                                            <p:cond delay="0"/>
                                          </p:stCondLst>
                                        </p:cTn>
                                        <p:tgtEl>
                                          <p:spTgt spid="100"/>
                                        </p:tgtEl>
                                        <p:attrNameLst>
                                          <p:attrName>style.visibility</p:attrName>
                                        </p:attrNameLst>
                                      </p:cBhvr>
                                      <p:to>
                                        <p:strVal val="visible"/>
                                      </p:to>
                                    </p:set>
                                    <p:animEffect transition="in" filter="fade">
                                      <p:cBhvr>
                                        <p:cTn id="40" dur="500"/>
                                        <p:tgtEl>
                                          <p:spTgt spid="10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animEffect transition="in" filter="fade">
                                      <p:cBhvr>
                                        <p:cTn id="43" dur="500"/>
                                        <p:tgtEl>
                                          <p:spTgt spid="7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fade">
                                      <p:cBhvr>
                                        <p:cTn id="46" dur="500"/>
                                        <p:tgtEl>
                                          <p:spTgt spid="7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fade">
                                      <p:cBhvr>
                                        <p:cTn id="49" dur="500"/>
                                        <p:tgtEl>
                                          <p:spTgt spid="7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3"/>
                                        </p:tgtEl>
                                        <p:attrNameLst>
                                          <p:attrName>style.visibility</p:attrName>
                                        </p:attrNameLst>
                                      </p:cBhvr>
                                      <p:to>
                                        <p:strVal val="visible"/>
                                      </p:to>
                                    </p:set>
                                    <p:animEffect transition="in" filter="fade">
                                      <p:cBhvr>
                                        <p:cTn id="52" dur="500"/>
                                        <p:tgtEl>
                                          <p:spTgt spid="7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01"/>
                                        </p:tgtEl>
                                        <p:attrNameLst>
                                          <p:attrName>style.visibility</p:attrName>
                                        </p:attrNameLst>
                                      </p:cBhvr>
                                      <p:to>
                                        <p:strVal val="visible"/>
                                      </p:to>
                                    </p:set>
                                    <p:animEffect transition="in" filter="fade">
                                      <p:cBhvr>
                                        <p:cTn id="55" dur="500"/>
                                        <p:tgtEl>
                                          <p:spTgt spid="10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4"/>
                                        </p:tgtEl>
                                        <p:attrNameLst>
                                          <p:attrName>style.visibility</p:attrName>
                                        </p:attrNameLst>
                                      </p:cBhvr>
                                      <p:to>
                                        <p:strVal val="visible"/>
                                      </p:to>
                                    </p:set>
                                    <p:animEffect transition="in" filter="fade">
                                      <p:cBhvr>
                                        <p:cTn id="58" dur="500"/>
                                        <p:tgtEl>
                                          <p:spTgt spid="7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500"/>
                                        <p:tgtEl>
                                          <p:spTgt spid="7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500"/>
                                        <p:tgtEl>
                                          <p:spTgt spid="7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animEffect transition="in" filter="fade">
                                      <p:cBhvr>
                                        <p:cTn id="73" dur="500"/>
                                        <p:tgtEl>
                                          <p:spTgt spid="7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1"/>
                                        </p:tgtEl>
                                        <p:attrNameLst>
                                          <p:attrName>style.visibility</p:attrName>
                                        </p:attrNameLst>
                                      </p:cBhvr>
                                      <p:to>
                                        <p:strVal val="visible"/>
                                      </p:to>
                                    </p:set>
                                    <p:animEffect transition="in" filter="fade">
                                      <p:cBhvr>
                                        <p:cTn id="76" dur="500"/>
                                        <p:tgtEl>
                                          <p:spTgt spid="81"/>
                                        </p:tgtEl>
                                      </p:cBhvr>
                                    </p:animEffect>
                                  </p:childTnLst>
                                </p:cTn>
                              </p:par>
                              <p:par>
                                <p:cTn id="77" presetID="10" presetClass="entr" presetSubtype="0" fill="hold" grpId="0" nodeType="withEffect" nodePh="1">
                                  <p:stCondLst>
                                    <p:cond delay="0"/>
                                  </p:stCondLst>
                                  <p:endCondLst>
                                    <p:cond evt="begin" delay="0">
                                      <p:tn val="77"/>
                                    </p:cond>
                                  </p:endCondLst>
                                  <p:childTnLst>
                                    <p:set>
                                      <p:cBhvr>
                                        <p:cTn id="78" dur="1" fill="hold">
                                          <p:stCondLst>
                                            <p:cond delay="0"/>
                                          </p:stCondLst>
                                        </p:cTn>
                                        <p:tgtEl>
                                          <p:spTgt spid="103"/>
                                        </p:tgtEl>
                                        <p:attrNameLst>
                                          <p:attrName>style.visibility</p:attrName>
                                        </p:attrNameLst>
                                      </p:cBhvr>
                                      <p:to>
                                        <p:strVal val="visible"/>
                                      </p:to>
                                    </p:set>
                                    <p:animEffect transition="in" filter="fade">
                                      <p:cBhvr>
                                        <p:cTn id="79" dur="500"/>
                                        <p:tgtEl>
                                          <p:spTgt spid="10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82"/>
                                        </p:tgtEl>
                                        <p:attrNameLst>
                                          <p:attrName>style.visibility</p:attrName>
                                        </p:attrNameLst>
                                      </p:cBhvr>
                                      <p:to>
                                        <p:strVal val="visible"/>
                                      </p:to>
                                    </p:set>
                                    <p:animEffect transition="in" filter="fade">
                                      <p:cBhvr>
                                        <p:cTn id="82" dur="500"/>
                                        <p:tgtEl>
                                          <p:spTgt spid="8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3"/>
                                        </p:tgtEl>
                                        <p:attrNameLst>
                                          <p:attrName>style.visibility</p:attrName>
                                        </p:attrNameLst>
                                      </p:cBhvr>
                                      <p:to>
                                        <p:strVal val="visible"/>
                                      </p:to>
                                    </p:set>
                                    <p:animEffect transition="in" filter="fade">
                                      <p:cBhvr>
                                        <p:cTn id="85" dur="500"/>
                                        <p:tgtEl>
                                          <p:spTgt spid="8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84"/>
                                        </p:tgtEl>
                                        <p:attrNameLst>
                                          <p:attrName>style.visibility</p:attrName>
                                        </p:attrNameLst>
                                      </p:cBhvr>
                                      <p:to>
                                        <p:strVal val="visible"/>
                                      </p:to>
                                    </p:set>
                                    <p:animEffect transition="in" filter="fade">
                                      <p:cBhvr>
                                        <p:cTn id="88" dur="500"/>
                                        <p:tgtEl>
                                          <p:spTgt spid="8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fade">
                                      <p:cBhvr>
                                        <p:cTn id="91" dur="500"/>
                                        <p:tgtEl>
                                          <p:spTgt spid="8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80"/>
                                        </p:tgtEl>
                                        <p:attrNameLst>
                                          <p:attrName>style.visibility</p:attrName>
                                        </p:attrNameLst>
                                      </p:cBhvr>
                                      <p:to>
                                        <p:strVal val="visible"/>
                                      </p:to>
                                    </p:set>
                                    <p:animEffect transition="in" filter="fade">
                                      <p:cBhvr>
                                        <p:cTn id="94" dur="500"/>
                                        <p:tgtEl>
                                          <p:spTgt spid="80"/>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05"/>
                                        </p:tgtEl>
                                        <p:attrNameLst>
                                          <p:attrName>style.visibility</p:attrName>
                                        </p:attrNameLst>
                                      </p:cBhvr>
                                      <p:to>
                                        <p:strVal val="visible"/>
                                      </p:to>
                                    </p:set>
                                    <p:animEffect transition="in" filter="fade">
                                      <p:cBhvr>
                                        <p:cTn id="99" dur="500"/>
                                        <p:tgtEl>
                                          <p:spTgt spid="10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500"/>
                                        <p:tgtEl>
                                          <p:spTgt spid="24"/>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Effect transition="in" filter="fade">
                                      <p:cBhvr>
                                        <p:cTn id="111" dur="500"/>
                                        <p:tgtEl>
                                          <p:spTgt spid="3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87"/>
                                        </p:tgtEl>
                                        <p:attrNameLst>
                                          <p:attrName>style.visibility</p:attrName>
                                        </p:attrNameLst>
                                      </p:cBhvr>
                                      <p:to>
                                        <p:strVal val="visible"/>
                                      </p:to>
                                    </p:set>
                                    <p:animEffect transition="in" filter="fade">
                                      <p:cBhvr>
                                        <p:cTn id="114" dur="500"/>
                                        <p:tgtEl>
                                          <p:spTgt spid="8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88"/>
                                        </p:tgtEl>
                                        <p:attrNameLst>
                                          <p:attrName>style.visibility</p:attrName>
                                        </p:attrNameLst>
                                      </p:cBhvr>
                                      <p:to>
                                        <p:strVal val="visible"/>
                                      </p:to>
                                    </p:set>
                                    <p:animEffect transition="in" filter="fade">
                                      <p:cBhvr>
                                        <p:cTn id="117" dur="500"/>
                                        <p:tgtEl>
                                          <p:spTgt spid="8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89"/>
                                        </p:tgtEl>
                                        <p:attrNameLst>
                                          <p:attrName>style.visibility</p:attrName>
                                        </p:attrNameLst>
                                      </p:cBhvr>
                                      <p:to>
                                        <p:strVal val="visible"/>
                                      </p:to>
                                    </p:set>
                                    <p:animEffect transition="in" filter="fade">
                                      <p:cBhvr>
                                        <p:cTn id="120"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4" grpId="0" animBg="1"/>
      <p:bldP spid="26" grpId="0"/>
      <p:bldP spid="27" grpId="0"/>
      <p:bldP spid="28" grpId="0"/>
      <p:bldP spid="29" grpId="0"/>
      <p:bldP spid="40"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P spid="99" grpId="0" animBg="1"/>
      <p:bldP spid="100" grpId="0"/>
      <p:bldP spid="101" grpId="0"/>
      <p:bldP spid="103" grpId="0"/>
      <p:bldP spid="105" grpId="0"/>
      <p:bldP spid="34" grpId="0" animBg="1"/>
      <p:bldP spid="35" grpId="0" animBg="1"/>
      <p:bldP spid="39" grpId="0" animBg="1"/>
      <p:bldP spid="87" grpId="0" animBg="1"/>
      <p:bldP spid="88" grpId="0" animBg="1"/>
      <p:bldP spid="8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B7B6D-1302-CC33-DDF4-A7CD03B4B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E2EF9-0038-0E0B-97D8-2E30A8D1D0FB}"/>
              </a:ext>
            </a:extLst>
          </p:cNvPr>
          <p:cNvSpPr>
            <a:spLocks noGrp="1"/>
          </p:cNvSpPr>
          <p:nvPr>
            <p:ph type="title"/>
          </p:nvPr>
        </p:nvSpPr>
        <p:spPr>
          <a:xfrm>
            <a:off x="330993" y="313420"/>
            <a:ext cx="8482014" cy="307777"/>
          </a:xfrm>
        </p:spPr>
        <p:txBody>
          <a:bodyPr/>
          <a:lstStyle/>
          <a:p>
            <a:pPr algn="ctr"/>
            <a:r>
              <a:rPr lang="es-MX" noProof="0"/>
              <a:t>Matriz </a:t>
            </a:r>
            <a:r>
              <a:rPr lang="es-MX" noProof="0" err="1"/>
              <a:t>multivotación</a:t>
            </a: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C58D2C37-D392-6597-4E5C-243891FCC412}"/>
              </a:ext>
            </a:extLst>
          </p:cNvPr>
          <p:cNvPicPr>
            <a:picLocks noChangeAspect="1"/>
          </p:cNvPicPr>
          <p:nvPr/>
        </p:nvPicPr>
        <p:blipFill>
          <a:blip r:embed="rId2"/>
          <a:stretch>
            <a:fillRect/>
          </a:stretch>
        </p:blipFill>
        <p:spPr>
          <a:xfrm>
            <a:off x="8661417" y="109943"/>
            <a:ext cx="466952" cy="466952"/>
          </a:xfrm>
          <a:prstGeom prst="rect">
            <a:avLst/>
          </a:prstGeom>
        </p:spPr>
      </p:pic>
      <p:sp>
        <p:nvSpPr>
          <p:cNvPr id="66" name="CuadroTexto 7">
            <a:extLst>
              <a:ext uri="{FF2B5EF4-FFF2-40B4-BE49-F238E27FC236}">
                <a16:creationId xmlns:a16="http://schemas.microsoft.com/office/drawing/2014/main" id="{6BAD28AA-CD58-44A5-BD58-715A25B8225F}"/>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¿cómo se usa?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9" name="Imagen 8">
            <a:extLst>
              <a:ext uri="{FF2B5EF4-FFF2-40B4-BE49-F238E27FC236}">
                <a16:creationId xmlns:a16="http://schemas.microsoft.com/office/drawing/2014/main" id="{0292F138-85CF-C6C2-6D05-F73078B9347B}"/>
              </a:ext>
            </a:extLst>
          </p:cNvPr>
          <p:cNvPicPr>
            <a:picLocks noChangeAspect="1"/>
          </p:cNvPicPr>
          <p:nvPr/>
        </p:nvPicPr>
        <p:blipFill>
          <a:blip r:embed="rId3"/>
          <a:stretch>
            <a:fillRect/>
          </a:stretch>
        </p:blipFill>
        <p:spPr>
          <a:xfrm>
            <a:off x="165496" y="1604334"/>
            <a:ext cx="8813007" cy="2007151"/>
          </a:xfrm>
          <a:prstGeom prst="rect">
            <a:avLst/>
          </a:prstGeom>
        </p:spPr>
      </p:pic>
    </p:spTree>
    <p:extLst>
      <p:ext uri="{BB962C8B-B14F-4D97-AF65-F5344CB8AC3E}">
        <p14:creationId xmlns:p14="http://schemas.microsoft.com/office/powerpoint/2010/main" val="1358838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9390B-7DBB-7E46-DEB2-CF0093A8D57E}"/>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CC7A811-C8FB-76E7-913E-9138D2A3944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CC7A811-C8FB-76E7-913E-9138D2A3944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73EE52D0-ADBA-497A-94A0-924B9329FD5E}"/>
              </a:ext>
            </a:extLst>
          </p:cNvPr>
          <p:cNvPicPr>
            <a:picLocks noChangeAspect="1"/>
          </p:cNvPicPr>
          <p:nvPr/>
        </p:nvPicPr>
        <p:blipFill>
          <a:blip r:embed="rId6"/>
          <a:stretch>
            <a:fillRect/>
          </a:stretch>
        </p:blipFill>
        <p:spPr>
          <a:xfrm>
            <a:off x="8738529" y="130779"/>
            <a:ext cx="297258" cy="419100"/>
          </a:xfrm>
          <a:prstGeom prst="rect">
            <a:avLst/>
          </a:prstGeom>
        </p:spPr>
      </p:pic>
      <p:sp>
        <p:nvSpPr>
          <p:cNvPr id="9" name="Title 1">
            <a:extLst>
              <a:ext uri="{FF2B5EF4-FFF2-40B4-BE49-F238E27FC236}">
                <a16:creationId xmlns:a16="http://schemas.microsoft.com/office/drawing/2014/main" id="{091F8EC2-1D69-43C5-8D6D-FD05CC5D5AA4}"/>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Matriz </a:t>
            </a:r>
            <a:r>
              <a:rPr lang="es-MX" noProof="0" err="1"/>
              <a:t>multivotación</a:t>
            </a:r>
            <a:endParaRPr lang="es-MX" noProof="0"/>
          </a:p>
        </p:txBody>
      </p:sp>
      <p:sp>
        <p:nvSpPr>
          <p:cNvPr id="10" name="CuadroTexto 7">
            <a:extLst>
              <a:ext uri="{FF2B5EF4-FFF2-40B4-BE49-F238E27FC236}">
                <a16:creationId xmlns:a16="http://schemas.microsoft.com/office/drawing/2014/main" id="{6852F4E9-E7F9-373D-5A3B-0CD9941C4D05}"/>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endParaRPr lang="es-MX" sz="1100" b="1" noProof="0">
              <a:solidFill>
                <a:schemeClr val="bg1"/>
              </a:solidFill>
            </a:endParaRP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 name="CuadroTexto 7">
            <a:extLst>
              <a:ext uri="{FF2B5EF4-FFF2-40B4-BE49-F238E27FC236}">
                <a16:creationId xmlns:a16="http://schemas.microsoft.com/office/drawing/2014/main" id="{716776BA-F12B-658C-BCFD-D17E41E9A101}"/>
              </a:ext>
            </a:extLst>
          </p:cNvPr>
          <p:cNvSpPr txBox="1"/>
          <p:nvPr/>
        </p:nvSpPr>
        <p:spPr>
          <a:xfrm>
            <a:off x="2378512" y="580977"/>
            <a:ext cx="4523451"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Resultados</a:t>
            </a:r>
            <a:endParaRPr lang="es-MX" sz="1100" noProof="0">
              <a:solidFill>
                <a:schemeClr val="bg1"/>
              </a:solidFill>
            </a:endParaRPr>
          </a:p>
          <a:p>
            <a:pPr algn="just"/>
            <a:endParaRPr lang="es-MX" sz="1100" noProof="0">
              <a:solidFill>
                <a:schemeClr val="tx1"/>
              </a:solidFill>
            </a:endParaRPr>
          </a:p>
        </p:txBody>
      </p:sp>
      <p:sp>
        <p:nvSpPr>
          <p:cNvPr id="3" name="Rectángulo: esquinas redondeadas 2">
            <a:extLst>
              <a:ext uri="{FF2B5EF4-FFF2-40B4-BE49-F238E27FC236}">
                <a16:creationId xmlns:a16="http://schemas.microsoft.com/office/drawing/2014/main" id="{6D7C849C-9CEE-F54C-0607-AA11AB7A7BB6}"/>
              </a:ext>
            </a:extLst>
          </p:cNvPr>
          <p:cNvSpPr/>
          <p:nvPr/>
        </p:nvSpPr>
        <p:spPr>
          <a:xfrm>
            <a:off x="330993" y="1096503"/>
            <a:ext cx="4749375" cy="304224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5" name="Rectángulo: esquinas redondeadas 4">
            <a:extLst>
              <a:ext uri="{FF2B5EF4-FFF2-40B4-BE49-F238E27FC236}">
                <a16:creationId xmlns:a16="http://schemas.microsoft.com/office/drawing/2014/main" id="{4B1B1E27-D249-23DE-1374-E7DD1656DD2F}"/>
              </a:ext>
            </a:extLst>
          </p:cNvPr>
          <p:cNvSpPr/>
          <p:nvPr/>
        </p:nvSpPr>
        <p:spPr>
          <a:xfrm>
            <a:off x="5492638" y="1187754"/>
            <a:ext cx="3147099" cy="128933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Title 1">
            <a:extLst>
              <a:ext uri="{FF2B5EF4-FFF2-40B4-BE49-F238E27FC236}">
                <a16:creationId xmlns:a16="http://schemas.microsoft.com/office/drawing/2014/main" id="{96FE31F8-5872-E954-5AE5-9C4C40146B27}"/>
              </a:ext>
            </a:extLst>
          </p:cNvPr>
          <p:cNvSpPr txBox="1">
            <a:spLocks/>
          </p:cNvSpPr>
          <p:nvPr/>
        </p:nvSpPr>
        <p:spPr>
          <a:xfrm>
            <a:off x="5721309" y="1369552"/>
            <a:ext cx="2550619" cy="92333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Las causas que consigan un puntaje igual o mayor a </a:t>
            </a:r>
            <a:r>
              <a:rPr lang="es-MX" sz="1200" b="0" dirty="0">
                <a:solidFill>
                  <a:schemeClr val="accent6"/>
                </a:solidFill>
              </a:rPr>
              <a:t>2.5</a:t>
            </a:r>
            <a:r>
              <a:rPr lang="es-MX" sz="1200" b="0" noProof="0" dirty="0">
                <a:solidFill>
                  <a:schemeClr val="bg1"/>
                </a:solidFill>
              </a:rPr>
              <a:t> serán consideradas para el próximo paso dentro de la fase Observa y analiza de P</a:t>
            </a:r>
            <a:r>
              <a:rPr lang="es-MX" sz="1200" b="0" noProof="0" dirty="0">
                <a:solidFill>
                  <a:schemeClr val="accent6"/>
                </a:solidFill>
              </a:rPr>
              <a:t>O</a:t>
            </a:r>
            <a:r>
              <a:rPr lang="es-MX" sz="1200" b="0" noProof="0" dirty="0">
                <a:solidFill>
                  <a:schemeClr val="bg1"/>
                </a:solidFill>
              </a:rPr>
              <a:t>RT</a:t>
            </a:r>
            <a:r>
              <a:rPr lang="es-MX" sz="1200" noProof="0" dirty="0">
                <a:solidFill>
                  <a:schemeClr val="bg1"/>
                </a:solidFill>
              </a:rPr>
              <a:t>™</a:t>
            </a:r>
            <a:r>
              <a:rPr lang="es-MX" sz="1200" b="0" noProof="0" dirty="0">
                <a:solidFill>
                  <a:schemeClr val="bg1"/>
                </a:solidFill>
              </a:rPr>
              <a:t> </a:t>
            </a:r>
          </a:p>
        </p:txBody>
      </p:sp>
      <p:sp>
        <p:nvSpPr>
          <p:cNvPr id="7" name="Rectángulo: esquinas redondeadas 6">
            <a:extLst>
              <a:ext uri="{FF2B5EF4-FFF2-40B4-BE49-F238E27FC236}">
                <a16:creationId xmlns:a16="http://schemas.microsoft.com/office/drawing/2014/main" id="{27A60353-1A08-BF9A-3C64-3A952A99CD28}"/>
              </a:ext>
            </a:extLst>
          </p:cNvPr>
          <p:cNvSpPr/>
          <p:nvPr/>
        </p:nvSpPr>
        <p:spPr>
          <a:xfrm>
            <a:off x="5514318" y="2852728"/>
            <a:ext cx="3147099" cy="1451015"/>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8" name="Title 1">
            <a:extLst>
              <a:ext uri="{FF2B5EF4-FFF2-40B4-BE49-F238E27FC236}">
                <a16:creationId xmlns:a16="http://schemas.microsoft.com/office/drawing/2014/main" id="{378EE2AC-6A69-4E4D-204C-88D1CC9A4F71}"/>
              </a:ext>
            </a:extLst>
          </p:cNvPr>
          <p:cNvSpPr txBox="1">
            <a:spLocks/>
          </p:cNvSpPr>
          <p:nvPr/>
        </p:nvSpPr>
        <p:spPr>
          <a:xfrm>
            <a:off x="5812557" y="3377940"/>
            <a:ext cx="2550619" cy="73866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Si ninguna causa logra llegar al puntaje establecido quiere decir que las causas seleccionadas en el Ishikawa no fueron las ideales </a:t>
            </a:r>
          </a:p>
        </p:txBody>
      </p:sp>
      <p:pic>
        <p:nvPicPr>
          <p:cNvPr id="11" name="Gráfico 10" descr="Advertencia con relleno sólido">
            <a:extLst>
              <a:ext uri="{FF2B5EF4-FFF2-40B4-BE49-F238E27FC236}">
                <a16:creationId xmlns:a16="http://schemas.microsoft.com/office/drawing/2014/main" id="{4F827E66-DF49-C85C-F0A1-D57655C712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11475" y="2646632"/>
            <a:ext cx="709423" cy="709423"/>
          </a:xfrm>
          <a:prstGeom prst="rect">
            <a:avLst/>
          </a:prstGeom>
        </p:spPr>
      </p:pic>
      <p:pic>
        <p:nvPicPr>
          <p:cNvPr id="16" name="Imagen 15">
            <a:extLst>
              <a:ext uri="{FF2B5EF4-FFF2-40B4-BE49-F238E27FC236}">
                <a16:creationId xmlns:a16="http://schemas.microsoft.com/office/drawing/2014/main" id="{1C8A609F-B888-454C-8C2C-B4A60A22FF84}"/>
              </a:ext>
            </a:extLst>
          </p:cNvPr>
          <p:cNvPicPr>
            <a:picLocks noChangeAspect="1"/>
          </p:cNvPicPr>
          <p:nvPr/>
        </p:nvPicPr>
        <p:blipFill>
          <a:blip r:embed="rId8"/>
          <a:srcRect/>
          <a:stretch>
            <a:fillRect/>
          </a:stretch>
        </p:blipFill>
        <p:spPr>
          <a:xfrm>
            <a:off x="578992" y="1436464"/>
            <a:ext cx="4343623" cy="2362321"/>
          </a:xfrm>
          <a:prstGeom prst="rect">
            <a:avLst/>
          </a:prstGeom>
        </p:spPr>
      </p:pic>
      <p:sp>
        <p:nvSpPr>
          <p:cNvPr id="17" name="Rectángulo: esquinas redondeadas 16">
            <a:extLst>
              <a:ext uri="{FF2B5EF4-FFF2-40B4-BE49-F238E27FC236}">
                <a16:creationId xmlns:a16="http://schemas.microsoft.com/office/drawing/2014/main" id="{2A570F03-0890-6A30-1919-76486B972922}"/>
              </a:ext>
            </a:extLst>
          </p:cNvPr>
          <p:cNvSpPr/>
          <p:nvPr/>
        </p:nvSpPr>
        <p:spPr>
          <a:xfrm>
            <a:off x="1905000" y="4303743"/>
            <a:ext cx="2114935" cy="6516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Title 1">
            <a:extLst>
              <a:ext uri="{FF2B5EF4-FFF2-40B4-BE49-F238E27FC236}">
                <a16:creationId xmlns:a16="http://schemas.microsoft.com/office/drawing/2014/main" id="{C63D0BC9-C44C-F3A9-9583-3FD8D5C1AB30}"/>
              </a:ext>
            </a:extLst>
          </p:cNvPr>
          <p:cNvSpPr txBox="1">
            <a:spLocks/>
          </p:cNvSpPr>
          <p:nvPr/>
        </p:nvSpPr>
        <p:spPr>
          <a:xfrm>
            <a:off x="2096546" y="4352567"/>
            <a:ext cx="1838146"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dirty="0">
                <a:solidFill>
                  <a:schemeClr val="bg1"/>
                </a:solidFill>
              </a:rPr>
              <a:t>&lt;2.0 (</a:t>
            </a:r>
            <a:r>
              <a:rPr lang="es-MX" sz="1200" b="0" noProof="0" dirty="0">
                <a:solidFill>
                  <a:srgbClr val="00B050"/>
                </a:solidFill>
              </a:rPr>
              <a:t>Baja prioridad</a:t>
            </a:r>
            <a:r>
              <a:rPr lang="es-MX" sz="1200" b="0" noProof="0" dirty="0">
                <a:solidFill>
                  <a:schemeClr val="bg1"/>
                </a:solidFill>
              </a:rPr>
              <a:t>) </a:t>
            </a:r>
          </a:p>
          <a:p>
            <a:pPr algn="just"/>
            <a:r>
              <a:rPr lang="es-MX" sz="1200" b="0" noProof="0" dirty="0">
                <a:solidFill>
                  <a:schemeClr val="bg1"/>
                </a:solidFill>
              </a:rPr>
              <a:t>2.0 – 2.4 (</a:t>
            </a:r>
            <a:r>
              <a:rPr lang="es-MX" sz="1200" b="0" noProof="0" dirty="0">
                <a:solidFill>
                  <a:srgbClr val="FFC000"/>
                </a:solidFill>
              </a:rPr>
              <a:t>Validar</a:t>
            </a:r>
            <a:r>
              <a:rPr lang="es-MX" sz="1200" b="0" noProof="0" dirty="0">
                <a:solidFill>
                  <a:schemeClr val="bg1"/>
                </a:solidFill>
              </a:rPr>
              <a:t>)</a:t>
            </a:r>
          </a:p>
          <a:p>
            <a:pPr algn="just"/>
            <a:r>
              <a:rPr lang="es-MX" sz="1200" b="0" dirty="0">
                <a:solidFill>
                  <a:schemeClr val="bg1"/>
                </a:solidFill>
              </a:rPr>
              <a:t>&gt;= 2.5 (</a:t>
            </a:r>
            <a:r>
              <a:rPr lang="es-MX" sz="1200" b="0" dirty="0">
                <a:solidFill>
                  <a:srgbClr val="FF4F4F"/>
                </a:solidFill>
              </a:rPr>
              <a:t>Análisis 5 porques</a:t>
            </a:r>
            <a:r>
              <a:rPr lang="es-MX" sz="1200" b="0" dirty="0">
                <a:solidFill>
                  <a:schemeClr val="bg1"/>
                </a:solidFill>
              </a:rPr>
              <a:t>)</a:t>
            </a:r>
            <a:endParaRPr lang="es-MX" sz="1200" b="0" noProof="0" dirty="0">
              <a:solidFill>
                <a:schemeClr val="bg1"/>
              </a:solidFill>
            </a:endParaRPr>
          </a:p>
        </p:txBody>
      </p:sp>
    </p:spTree>
    <p:extLst>
      <p:ext uri="{BB962C8B-B14F-4D97-AF65-F5344CB8AC3E}">
        <p14:creationId xmlns:p14="http://schemas.microsoft.com/office/powerpoint/2010/main" val="32879856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3D297-415C-1FB7-F059-0270ED235F2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4E2D3620-4651-5CCE-B6A3-5FBCE1B479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4E2D3620-4651-5CCE-B6A3-5FBCE1B479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95A65699-E9A9-5D24-3492-3CEC464EEBD9}"/>
              </a:ext>
            </a:extLst>
          </p:cNvPr>
          <p:cNvPicPr>
            <a:picLocks noChangeAspect="1"/>
          </p:cNvPicPr>
          <p:nvPr/>
        </p:nvPicPr>
        <p:blipFill>
          <a:blip r:embed="rId6"/>
          <a:stretch>
            <a:fillRect/>
          </a:stretch>
        </p:blipFill>
        <p:spPr>
          <a:xfrm>
            <a:off x="8738529" y="130779"/>
            <a:ext cx="297258" cy="419100"/>
          </a:xfrm>
          <a:prstGeom prst="rect">
            <a:avLst/>
          </a:prstGeom>
        </p:spPr>
      </p:pic>
      <p:sp>
        <p:nvSpPr>
          <p:cNvPr id="10" name="CuadroTexto 7">
            <a:extLst>
              <a:ext uri="{FF2B5EF4-FFF2-40B4-BE49-F238E27FC236}">
                <a16:creationId xmlns:a16="http://schemas.microsoft.com/office/drawing/2014/main" id="{7C82AA81-13C9-BFAF-4BD7-DA0A53AAAAED}"/>
              </a:ext>
            </a:extLst>
          </p:cNvPr>
          <p:cNvSpPr txBox="1"/>
          <p:nvPr/>
        </p:nvSpPr>
        <p:spPr>
          <a:xfrm>
            <a:off x="2426218" y="54987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Como hacer una votación sin sesgos (por cada causa)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Rectángulo: esquinas redondeadas 18">
            <a:extLst>
              <a:ext uri="{FF2B5EF4-FFF2-40B4-BE49-F238E27FC236}">
                <a16:creationId xmlns:a16="http://schemas.microsoft.com/office/drawing/2014/main" id="{B1A5D7E3-7819-C26E-C2B5-304D0F73AD7B}"/>
              </a:ext>
            </a:extLst>
          </p:cNvPr>
          <p:cNvSpPr/>
          <p:nvPr/>
        </p:nvSpPr>
        <p:spPr>
          <a:xfrm>
            <a:off x="443599" y="1592617"/>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1" name="Gráfico 20" descr="Flecha abajo con relleno sólido">
            <a:extLst>
              <a:ext uri="{FF2B5EF4-FFF2-40B4-BE49-F238E27FC236}">
                <a16:creationId xmlns:a16="http://schemas.microsoft.com/office/drawing/2014/main" id="{7FA9533F-E77D-AA80-368A-FA9D5097140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2648806" y="2563920"/>
            <a:ext cx="840264" cy="677770"/>
          </a:xfrm>
          <a:prstGeom prst="rect">
            <a:avLst/>
          </a:prstGeom>
          <a:effectLst>
            <a:outerShdw blurRad="50800" dist="38100" dir="2700000" algn="tl" rotWithShape="0">
              <a:prstClr val="black">
                <a:alpha val="40000"/>
              </a:prstClr>
            </a:outerShdw>
          </a:effectLst>
        </p:spPr>
      </p:pic>
      <p:sp>
        <p:nvSpPr>
          <p:cNvPr id="32" name="CuadroTexto 31">
            <a:extLst>
              <a:ext uri="{FF2B5EF4-FFF2-40B4-BE49-F238E27FC236}">
                <a16:creationId xmlns:a16="http://schemas.microsoft.com/office/drawing/2014/main" id="{373915A9-8287-98AF-E313-DAA7BC76CB3E}"/>
              </a:ext>
            </a:extLst>
          </p:cNvPr>
          <p:cNvSpPr txBox="1"/>
          <p:nvPr/>
        </p:nvSpPr>
        <p:spPr>
          <a:xfrm>
            <a:off x="587415" y="1748723"/>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Votación individual y secreta </a:t>
            </a:r>
            <a:endParaRPr lang="es-MX" sz="1200" noProof="0">
              <a:solidFill>
                <a:schemeClr val="bg1"/>
              </a:solidFill>
            </a:endParaRPr>
          </a:p>
        </p:txBody>
      </p:sp>
      <p:sp>
        <p:nvSpPr>
          <p:cNvPr id="33" name="CuadroTexto 32">
            <a:extLst>
              <a:ext uri="{FF2B5EF4-FFF2-40B4-BE49-F238E27FC236}">
                <a16:creationId xmlns:a16="http://schemas.microsoft.com/office/drawing/2014/main" id="{B6BAE7AB-8A61-0601-0599-6FE0EFAC47BE}"/>
              </a:ext>
            </a:extLst>
          </p:cNvPr>
          <p:cNvSpPr txBox="1"/>
          <p:nvPr/>
        </p:nvSpPr>
        <p:spPr>
          <a:xfrm>
            <a:off x="443598" y="3451539"/>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Cada miembro (incluyendo el líder) vota por separado en una hoja asignándole un valor a la causa</a:t>
            </a:r>
          </a:p>
        </p:txBody>
      </p:sp>
      <p:sp>
        <p:nvSpPr>
          <p:cNvPr id="2" name="Title 1">
            <a:extLst>
              <a:ext uri="{FF2B5EF4-FFF2-40B4-BE49-F238E27FC236}">
                <a16:creationId xmlns:a16="http://schemas.microsoft.com/office/drawing/2014/main" id="{5DE13EFC-30AD-3C20-BFD9-782FA610DD35}"/>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Matriz </a:t>
            </a:r>
            <a:r>
              <a:rPr lang="es-MX" noProof="0" err="1"/>
              <a:t>multivotación</a:t>
            </a:r>
            <a:endParaRPr lang="es-MX" noProof="0"/>
          </a:p>
        </p:txBody>
      </p:sp>
      <p:pic>
        <p:nvPicPr>
          <p:cNvPr id="6" name="Gráfico 5" descr="Perfil de hombre con relleno sólido">
            <a:extLst>
              <a:ext uri="{FF2B5EF4-FFF2-40B4-BE49-F238E27FC236}">
                <a16:creationId xmlns:a16="http://schemas.microsoft.com/office/drawing/2014/main" id="{40C593C7-3DA9-F81C-EB92-0321AC2B5C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0175" y="2168876"/>
            <a:ext cx="1023334" cy="1023334"/>
          </a:xfrm>
          <a:prstGeom prst="rect">
            <a:avLst/>
          </a:prstGeom>
        </p:spPr>
      </p:pic>
      <p:sp>
        <p:nvSpPr>
          <p:cNvPr id="8" name="Rectángulo: esquinas redondeadas 7">
            <a:extLst>
              <a:ext uri="{FF2B5EF4-FFF2-40B4-BE49-F238E27FC236}">
                <a16:creationId xmlns:a16="http://schemas.microsoft.com/office/drawing/2014/main" id="{7154D91C-6153-CFDF-0A6E-B65EBB4468E8}"/>
              </a:ext>
            </a:extLst>
          </p:cNvPr>
          <p:cNvSpPr/>
          <p:nvPr/>
        </p:nvSpPr>
        <p:spPr>
          <a:xfrm>
            <a:off x="3473755" y="1573236"/>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1" name="CuadroTexto 10">
            <a:extLst>
              <a:ext uri="{FF2B5EF4-FFF2-40B4-BE49-F238E27FC236}">
                <a16:creationId xmlns:a16="http://schemas.microsoft.com/office/drawing/2014/main" id="{0BD42C7D-9C0A-2066-26AC-A142DA88E492}"/>
              </a:ext>
            </a:extLst>
          </p:cNvPr>
          <p:cNvSpPr txBox="1"/>
          <p:nvPr/>
        </p:nvSpPr>
        <p:spPr>
          <a:xfrm>
            <a:off x="3504007" y="1743900"/>
            <a:ext cx="2115166" cy="23485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Recolección y registro</a:t>
            </a:r>
            <a:endParaRPr lang="es-MX" sz="1200" noProof="0">
              <a:solidFill>
                <a:schemeClr val="bg1"/>
              </a:solidFill>
            </a:endParaRPr>
          </a:p>
        </p:txBody>
      </p:sp>
      <p:pic>
        <p:nvPicPr>
          <p:cNvPr id="13" name="Gráfico 12" descr="Grupo de mujeres con relleno sólido">
            <a:extLst>
              <a:ext uri="{FF2B5EF4-FFF2-40B4-BE49-F238E27FC236}">
                <a16:creationId xmlns:a16="http://schemas.microsoft.com/office/drawing/2014/main" id="{EEC2CA7C-1B3D-9FB9-8D4B-82FB075C164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02910" y="2215033"/>
            <a:ext cx="1188720" cy="1188720"/>
          </a:xfrm>
          <a:prstGeom prst="rect">
            <a:avLst/>
          </a:prstGeom>
        </p:spPr>
      </p:pic>
      <p:sp>
        <p:nvSpPr>
          <p:cNvPr id="14" name="CuadroTexto 13">
            <a:extLst>
              <a:ext uri="{FF2B5EF4-FFF2-40B4-BE49-F238E27FC236}">
                <a16:creationId xmlns:a16="http://schemas.microsoft.com/office/drawing/2014/main" id="{8637687A-C637-36E9-2268-A32099EFB2D2}"/>
              </a:ext>
            </a:extLst>
          </p:cNvPr>
          <p:cNvSpPr txBox="1"/>
          <p:nvPr/>
        </p:nvSpPr>
        <p:spPr>
          <a:xfrm>
            <a:off x="3499025" y="3480954"/>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El líder recolecta los votos y los registra en la matriz</a:t>
            </a:r>
          </a:p>
        </p:txBody>
      </p:sp>
      <p:sp>
        <p:nvSpPr>
          <p:cNvPr id="16" name="Rectángulo: esquinas redondeadas 15">
            <a:extLst>
              <a:ext uri="{FF2B5EF4-FFF2-40B4-BE49-F238E27FC236}">
                <a16:creationId xmlns:a16="http://schemas.microsoft.com/office/drawing/2014/main" id="{646AFC48-0950-D999-0F32-FADD968F145E}"/>
              </a:ext>
            </a:extLst>
          </p:cNvPr>
          <p:cNvSpPr/>
          <p:nvPr/>
        </p:nvSpPr>
        <p:spPr>
          <a:xfrm>
            <a:off x="6474328" y="1573236"/>
            <a:ext cx="2196489" cy="2482014"/>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17" name="Gráfico 16" descr="Flecha abajo con relleno sólido">
            <a:extLst>
              <a:ext uri="{FF2B5EF4-FFF2-40B4-BE49-F238E27FC236}">
                <a16:creationId xmlns:a16="http://schemas.microsoft.com/office/drawing/2014/main" id="{9E100682-32E0-33B1-A0C1-5364F128EA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5652154" y="2581113"/>
            <a:ext cx="840264" cy="677770"/>
          </a:xfrm>
          <a:prstGeom prst="rect">
            <a:avLst/>
          </a:prstGeom>
          <a:effectLst>
            <a:outerShdw blurRad="50800" dist="38100" dir="2700000" algn="tl" rotWithShape="0">
              <a:prstClr val="black">
                <a:alpha val="40000"/>
              </a:prstClr>
            </a:outerShdw>
          </a:effectLst>
        </p:spPr>
      </p:pic>
      <p:pic>
        <p:nvPicPr>
          <p:cNvPr id="24" name="Gráfico 23" descr="Chateo con relleno sólido">
            <a:extLst>
              <a:ext uri="{FF2B5EF4-FFF2-40B4-BE49-F238E27FC236}">
                <a16:creationId xmlns:a16="http://schemas.microsoft.com/office/drawing/2014/main" id="{0956A593-46F8-6CE5-2186-8D93FFE776A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00374" y="2125269"/>
            <a:ext cx="1214861" cy="1214861"/>
          </a:xfrm>
          <a:prstGeom prst="rect">
            <a:avLst/>
          </a:prstGeom>
        </p:spPr>
      </p:pic>
      <p:sp>
        <p:nvSpPr>
          <p:cNvPr id="26" name="CuadroTexto 25">
            <a:extLst>
              <a:ext uri="{FF2B5EF4-FFF2-40B4-BE49-F238E27FC236}">
                <a16:creationId xmlns:a16="http://schemas.microsoft.com/office/drawing/2014/main" id="{1AD8AAFA-AF3C-29F3-059F-CA2094556CDF}"/>
              </a:ext>
            </a:extLst>
          </p:cNvPr>
          <p:cNvSpPr txBox="1"/>
          <p:nvPr/>
        </p:nvSpPr>
        <p:spPr>
          <a:xfrm>
            <a:off x="6529482" y="1732546"/>
            <a:ext cx="2115166" cy="23485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Debate y consenso grupal</a:t>
            </a:r>
            <a:endParaRPr lang="es-MX" sz="1200" noProof="0">
              <a:solidFill>
                <a:schemeClr val="bg1"/>
              </a:solidFill>
            </a:endParaRPr>
          </a:p>
        </p:txBody>
      </p:sp>
      <p:sp>
        <p:nvSpPr>
          <p:cNvPr id="34" name="CuadroTexto 33">
            <a:extLst>
              <a:ext uri="{FF2B5EF4-FFF2-40B4-BE49-F238E27FC236}">
                <a16:creationId xmlns:a16="http://schemas.microsoft.com/office/drawing/2014/main" id="{4045490B-281F-77A3-B4F0-4A72C82DF4AA}"/>
              </a:ext>
            </a:extLst>
          </p:cNvPr>
          <p:cNvSpPr txBox="1"/>
          <p:nvPr/>
        </p:nvSpPr>
        <p:spPr>
          <a:xfrm>
            <a:off x="6449058" y="3480954"/>
            <a:ext cx="2196489" cy="38978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Se conversan los resultados finales</a:t>
            </a:r>
          </a:p>
        </p:txBody>
      </p:sp>
      <p:sp>
        <p:nvSpPr>
          <p:cNvPr id="35" name="Rectángulo: esquinas redondeadas 34">
            <a:extLst>
              <a:ext uri="{FF2B5EF4-FFF2-40B4-BE49-F238E27FC236}">
                <a16:creationId xmlns:a16="http://schemas.microsoft.com/office/drawing/2014/main" id="{DF9CD86F-EAB2-C896-6169-6327B3D23E83}"/>
              </a:ext>
            </a:extLst>
          </p:cNvPr>
          <p:cNvSpPr/>
          <p:nvPr/>
        </p:nvSpPr>
        <p:spPr>
          <a:xfrm>
            <a:off x="1909532" y="4330382"/>
            <a:ext cx="5040137" cy="6424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400" noProof="0">
                <a:solidFill>
                  <a:srgbClr val="FFFFFF"/>
                </a:solidFill>
              </a:rPr>
              <a:t>Se repite el mismo proceso para la siguiente causa</a:t>
            </a:r>
          </a:p>
        </p:txBody>
      </p:sp>
    </p:spTree>
    <p:extLst>
      <p:ext uri="{BB962C8B-B14F-4D97-AF65-F5344CB8AC3E}">
        <p14:creationId xmlns:p14="http://schemas.microsoft.com/office/powerpoint/2010/main" val="496311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0F407-0AE0-108E-981F-3E9F1EF6637D}"/>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9805C6BE-CF67-8750-6DA2-61D56C638294}"/>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F3AD31F-1EF0-F57A-A27F-3A376A2E797F}"/>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2F016E10-685D-8528-3B02-7657A0A1EC27}"/>
              </a:ext>
            </a:extLst>
          </p:cNvPr>
          <p:cNvSpPr/>
          <p:nvPr/>
        </p:nvSpPr>
        <p:spPr>
          <a:xfrm>
            <a:off x="2450167" y="3811191"/>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E867D916-4631-8EB7-B351-C531213BF345}"/>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3243E50-6D3B-8B94-4E83-8EB3E35D8EF4}"/>
              </a:ext>
            </a:extLst>
          </p:cNvPr>
          <p:cNvSpPr>
            <a:spLocks noGrp="1"/>
          </p:cNvSpPr>
          <p:nvPr>
            <p:ph type="title"/>
          </p:nvPr>
        </p:nvSpPr>
        <p:spPr>
          <a:xfrm>
            <a:off x="330993" y="313420"/>
            <a:ext cx="8482014" cy="307777"/>
          </a:xfrm>
        </p:spPr>
        <p:txBody>
          <a:bodyPr/>
          <a:lstStyle/>
          <a:p>
            <a:pPr algn="ctr"/>
            <a:r>
              <a:rPr lang="es-MX" noProof="0" dirty="0"/>
              <a:t>Actividad 7</a:t>
            </a:r>
          </a:p>
        </p:txBody>
      </p:sp>
      <p:sp>
        <p:nvSpPr>
          <p:cNvPr id="3" name="CuadroTexto 7">
            <a:extLst>
              <a:ext uri="{FF2B5EF4-FFF2-40B4-BE49-F238E27FC236}">
                <a16:creationId xmlns:a16="http://schemas.microsoft.com/office/drawing/2014/main" id="{973FCF0E-5899-E0F8-2EEE-28E9B2EE9A63}"/>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Avanzando en la búsqueda de la causa raíz</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9" name="Title 1">
            <a:extLst>
              <a:ext uri="{FF2B5EF4-FFF2-40B4-BE49-F238E27FC236}">
                <a16:creationId xmlns:a16="http://schemas.microsoft.com/office/drawing/2014/main" id="{D9A28E9C-82FF-451F-68DB-CB0195FCDDC7}"/>
              </a:ext>
            </a:extLst>
          </p:cNvPr>
          <p:cNvSpPr txBox="1">
            <a:spLocks/>
          </p:cNvSpPr>
          <p:nvPr/>
        </p:nvSpPr>
        <p:spPr>
          <a:xfrm>
            <a:off x="6440965" y="2958268"/>
            <a:ext cx="1657776" cy="33855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a:solidFill>
                  <a:schemeClr val="bg1"/>
                </a:solidFill>
              </a:rPr>
              <a:t>Avance del proyecto final</a:t>
            </a:r>
          </a:p>
        </p:txBody>
      </p:sp>
      <p:pic>
        <p:nvPicPr>
          <p:cNvPr id="5" name="Imagen 4" descr="Dibujo de una persona&#10;&#10;El contenido generado por IA puede ser incorrecto.">
            <a:extLst>
              <a:ext uri="{FF2B5EF4-FFF2-40B4-BE49-F238E27FC236}">
                <a16:creationId xmlns:a16="http://schemas.microsoft.com/office/drawing/2014/main" id="{8F3DF21F-B966-4CFC-2F8C-821FF75657F0}"/>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D729728C-FA3F-2FD6-4F8F-22FE4FA3F26A}"/>
              </a:ext>
            </a:extLst>
          </p:cNvPr>
          <p:cNvSpPr txBox="1">
            <a:spLocks/>
          </p:cNvSpPr>
          <p:nvPr/>
        </p:nvSpPr>
        <p:spPr>
          <a:xfrm>
            <a:off x="3666781" y="2912557"/>
            <a:ext cx="1794219" cy="33855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a:solidFill>
                  <a:schemeClr val="bg1"/>
                </a:solidFill>
              </a:rPr>
              <a:t>Diagrama causa - efecto y matriz de </a:t>
            </a:r>
            <a:r>
              <a:rPr lang="es-MX" sz="1100" noProof="0" err="1">
                <a:solidFill>
                  <a:schemeClr val="bg1"/>
                </a:solidFill>
              </a:rPr>
              <a:t>multivotación</a:t>
            </a:r>
            <a:endParaRPr lang="es-MX" sz="1100" noProof="0">
              <a:solidFill>
                <a:schemeClr val="bg1"/>
              </a:solidFill>
            </a:endParaRPr>
          </a:p>
        </p:txBody>
      </p:sp>
      <p:sp>
        <p:nvSpPr>
          <p:cNvPr id="25" name="CuadroTexto 7">
            <a:extLst>
              <a:ext uri="{FF2B5EF4-FFF2-40B4-BE49-F238E27FC236}">
                <a16:creationId xmlns:a16="http://schemas.microsoft.com/office/drawing/2014/main" id="{97A9A38A-F8CD-D7C6-7DA2-00543C8CF357}"/>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Entregable:</a:t>
            </a:r>
          </a:p>
          <a:p>
            <a:pPr algn="ctr"/>
            <a:r>
              <a:rPr lang="es-MX" sz="1100" noProof="0" dirty="0">
                <a:solidFill>
                  <a:schemeClr val="bg1"/>
                </a:solidFill>
              </a:rPr>
              <a:t>Avance del proyecto final utilizando las 2 herramientas mencionadas en la sesión </a:t>
            </a:r>
          </a:p>
        </p:txBody>
      </p:sp>
      <p:sp>
        <p:nvSpPr>
          <p:cNvPr id="8" name="Title 1">
            <a:extLst>
              <a:ext uri="{FF2B5EF4-FFF2-40B4-BE49-F238E27FC236}">
                <a16:creationId xmlns:a16="http://schemas.microsoft.com/office/drawing/2014/main" id="{8DC1BEEA-1EB7-3CB7-89B0-9A99F52246C9}"/>
              </a:ext>
            </a:extLst>
          </p:cNvPr>
          <p:cNvSpPr txBox="1">
            <a:spLocks/>
          </p:cNvSpPr>
          <p:nvPr/>
        </p:nvSpPr>
        <p:spPr>
          <a:xfrm>
            <a:off x="996695" y="2835056"/>
            <a:ext cx="1627935" cy="5078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100" noProof="0" dirty="0">
                <a:solidFill>
                  <a:schemeClr val="bg1"/>
                </a:solidFill>
              </a:rPr>
              <a:t>Actividad en dúos (junto al equipo definido en la actividad 5)</a:t>
            </a:r>
            <a:endParaRPr lang="es-MX" sz="1100" b="0" noProof="0" dirty="0">
              <a:solidFill>
                <a:schemeClr val="bg1"/>
              </a:solidFill>
            </a:endParaRPr>
          </a:p>
        </p:txBody>
      </p:sp>
      <p:pic>
        <p:nvPicPr>
          <p:cNvPr id="9" name="Gráfico 8" descr="Perfil de hombre con relleno sólido">
            <a:extLst>
              <a:ext uri="{FF2B5EF4-FFF2-40B4-BE49-F238E27FC236}">
                <a16:creationId xmlns:a16="http://schemas.microsoft.com/office/drawing/2014/main" id="{06717ED9-EBDE-A531-75FD-7086CEDDB4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665521"/>
            <a:ext cx="1102058" cy="1102058"/>
          </a:xfrm>
          <a:prstGeom prst="rect">
            <a:avLst/>
          </a:prstGeom>
        </p:spPr>
      </p:pic>
      <p:pic>
        <p:nvPicPr>
          <p:cNvPr id="10" name="Gráfico 9" descr="Perfil de hombre con relleno sólido">
            <a:extLst>
              <a:ext uri="{FF2B5EF4-FFF2-40B4-BE49-F238E27FC236}">
                <a16:creationId xmlns:a16="http://schemas.microsoft.com/office/drawing/2014/main" id="{0262ACAA-CF39-3E6F-A1F8-E9E67A5C1E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665521"/>
            <a:ext cx="1102058" cy="1102058"/>
          </a:xfrm>
          <a:prstGeom prst="rect">
            <a:avLst/>
          </a:prstGeom>
        </p:spPr>
      </p:pic>
      <p:pic>
        <p:nvPicPr>
          <p:cNvPr id="4" name="Imagen 3">
            <a:extLst>
              <a:ext uri="{FF2B5EF4-FFF2-40B4-BE49-F238E27FC236}">
                <a16:creationId xmlns:a16="http://schemas.microsoft.com/office/drawing/2014/main" id="{EB077F39-7008-C034-160F-B7CF3EC094BD}"/>
              </a:ext>
            </a:extLst>
          </p:cNvPr>
          <p:cNvPicPr>
            <a:picLocks noChangeAspect="1"/>
          </p:cNvPicPr>
          <p:nvPr/>
        </p:nvPicPr>
        <p:blipFill>
          <a:blip r:embed="rId4">
            <a:lum bright="70000" contrast="-70000"/>
            <a:extLst>
              <a:ext uri="{BEBA8EAE-BF5A-486C-A8C5-ECC9F3942E4B}">
                <a14:imgProps xmlns:a14="http://schemas.microsoft.com/office/drawing/2010/main">
                  <a14:imgLayer r:embed="rId5">
                    <a14:imgEffect>
                      <a14:colorTemperature colorTemp="11200"/>
                    </a14:imgEffect>
                    <a14:imgEffect>
                      <a14:saturation sat="0"/>
                    </a14:imgEffect>
                  </a14:imgLayer>
                </a14:imgProps>
              </a:ext>
            </a:extLst>
          </a:blip>
          <a:stretch>
            <a:fillRect/>
          </a:stretch>
        </p:blipFill>
        <p:spPr>
          <a:xfrm rot="2605162">
            <a:off x="3744486" y="1596256"/>
            <a:ext cx="779802" cy="779802"/>
          </a:xfrm>
          <a:prstGeom prst="rect">
            <a:avLst/>
          </a:prstGeom>
        </p:spPr>
      </p:pic>
      <p:cxnSp>
        <p:nvCxnSpPr>
          <p:cNvPr id="11" name="Conector recto 10">
            <a:extLst>
              <a:ext uri="{FF2B5EF4-FFF2-40B4-BE49-F238E27FC236}">
                <a16:creationId xmlns:a16="http://schemas.microsoft.com/office/drawing/2014/main" id="{6EB3B6BB-C37D-4231-FAFB-DD8DF1044FBE}"/>
              </a:ext>
            </a:extLst>
          </p:cNvPr>
          <p:cNvCxnSpPr/>
          <p:nvPr/>
        </p:nvCxnSpPr>
        <p:spPr>
          <a:xfrm flipV="1">
            <a:off x="3882059" y="1909676"/>
            <a:ext cx="1289304" cy="651510"/>
          </a:xfrm>
          <a:prstGeom prst="line">
            <a:avLst/>
          </a:prstGeom>
          <a:ln w="28575" cap="rnd" cmpd="sng" algn="ctr">
            <a:solidFill>
              <a:schemeClr val="bg1"/>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95ED8E78-B768-B9F4-BBEE-C8FEA7FED30F}"/>
              </a:ext>
            </a:extLst>
          </p:cNvPr>
          <p:cNvPicPr>
            <a:picLocks noChangeAspect="1"/>
          </p:cNvPicPr>
          <p:nvPr/>
        </p:nvPicPr>
        <p:blipFill>
          <a:blip r:embed="rId6">
            <a:lum bright="70000" contrast="-70000"/>
          </a:blip>
          <a:stretch>
            <a:fillRect/>
          </a:stretch>
        </p:blipFill>
        <p:spPr>
          <a:xfrm>
            <a:off x="4535927" y="2158275"/>
            <a:ext cx="685524" cy="685524"/>
          </a:xfrm>
          <a:prstGeom prst="rect">
            <a:avLst/>
          </a:prstGeom>
        </p:spPr>
      </p:pic>
      <p:pic>
        <p:nvPicPr>
          <p:cNvPr id="17" name="Gráfico 16" descr="Documento contorno">
            <a:extLst>
              <a:ext uri="{FF2B5EF4-FFF2-40B4-BE49-F238E27FC236}">
                <a16:creationId xmlns:a16="http://schemas.microsoft.com/office/drawing/2014/main" id="{30C16534-973D-31FC-500A-0249D62C707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37275" y="1716713"/>
            <a:ext cx="1035498" cy="1035498"/>
          </a:xfrm>
          <a:prstGeom prst="rect">
            <a:avLst/>
          </a:prstGeom>
        </p:spPr>
      </p:pic>
      <p:pic>
        <p:nvPicPr>
          <p:cNvPr id="7" name="Gráfico 6" descr="Cursor con relleno sólido">
            <a:extLst>
              <a:ext uri="{FF2B5EF4-FFF2-40B4-BE49-F238E27FC236}">
                <a16:creationId xmlns:a16="http://schemas.microsoft.com/office/drawing/2014/main" id="{163E255A-CEFC-7A53-1616-A34DC505FF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84726" y="4314686"/>
            <a:ext cx="515394" cy="515394"/>
          </a:xfrm>
          <a:prstGeom prst="rect">
            <a:avLst/>
          </a:prstGeom>
        </p:spPr>
      </p:pic>
      <p:sp>
        <p:nvSpPr>
          <p:cNvPr id="13" name="CuadroTexto 12">
            <a:extLst>
              <a:ext uri="{FF2B5EF4-FFF2-40B4-BE49-F238E27FC236}">
                <a16:creationId xmlns:a16="http://schemas.microsoft.com/office/drawing/2014/main" id="{E959E70C-7863-DF46-8477-6047913EDA85}"/>
              </a:ext>
            </a:extLst>
          </p:cNvPr>
          <p:cNvSpPr txBox="1"/>
          <p:nvPr/>
        </p:nvSpPr>
        <p:spPr>
          <a:xfrm>
            <a:off x="188384" y="3791317"/>
            <a:ext cx="2010361"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200" noProof="0">
                <a:solidFill>
                  <a:schemeClr val="accent6"/>
                </a:solidFill>
                <a:hlinkClick r:id="rId9">
                  <a:extLst>
                    <a:ext uri="{A12FA001-AC4F-418D-AE19-62706E023703}">
                      <ahyp:hlinkClr xmlns:ahyp="http://schemas.microsoft.com/office/drawing/2018/hyperlinkcolor" val="tx"/>
                    </a:ext>
                  </a:extLst>
                </a:hlinkClick>
              </a:rPr>
              <a:t>Plantilla de diagrama Causa y efecto.</a:t>
            </a:r>
            <a:endParaRPr lang="es-MX" sz="1200" noProof="0">
              <a:solidFill>
                <a:schemeClr val="accent6"/>
              </a:solidFill>
            </a:endParaRPr>
          </a:p>
        </p:txBody>
      </p:sp>
      <p:sp>
        <p:nvSpPr>
          <p:cNvPr id="16" name="CuadroTexto 15">
            <a:extLst>
              <a:ext uri="{FF2B5EF4-FFF2-40B4-BE49-F238E27FC236}">
                <a16:creationId xmlns:a16="http://schemas.microsoft.com/office/drawing/2014/main" id="{4D050081-3D5B-9E8F-01BF-501FF7E02C5C}"/>
              </a:ext>
            </a:extLst>
          </p:cNvPr>
          <p:cNvSpPr txBox="1"/>
          <p:nvPr/>
        </p:nvSpPr>
        <p:spPr>
          <a:xfrm>
            <a:off x="188384" y="4300892"/>
            <a:ext cx="1813110"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sz="1200" noProof="0">
                <a:solidFill>
                  <a:schemeClr val="accent6"/>
                </a:solidFill>
                <a:hlinkClick r:id="rId10">
                  <a:extLst>
                    <a:ext uri="{A12FA001-AC4F-418D-AE19-62706E023703}">
                      <ahyp:hlinkClr xmlns:ahyp="http://schemas.microsoft.com/office/drawing/2018/hyperlinkcolor" val="tx"/>
                    </a:ext>
                  </a:extLst>
                </a:hlinkClick>
              </a:rPr>
              <a:t>Plantilla de Matriz </a:t>
            </a:r>
            <a:r>
              <a:rPr lang="es-MX" sz="1200" noProof="0" err="1">
                <a:solidFill>
                  <a:schemeClr val="accent6"/>
                </a:solidFill>
                <a:hlinkClick r:id="rId10">
                  <a:extLst>
                    <a:ext uri="{A12FA001-AC4F-418D-AE19-62706E023703}">
                      <ahyp:hlinkClr xmlns:ahyp="http://schemas.microsoft.com/office/drawing/2018/hyperlinkcolor" val="tx"/>
                    </a:ext>
                  </a:extLst>
                </a:hlinkClick>
              </a:rPr>
              <a:t>multivotación</a:t>
            </a:r>
            <a:r>
              <a:rPr lang="es-MX" sz="1200" noProof="0">
                <a:solidFill>
                  <a:schemeClr val="accent6"/>
                </a:solidFill>
                <a:hlinkClick r:id="rId10">
                  <a:extLst>
                    <a:ext uri="{A12FA001-AC4F-418D-AE19-62706E023703}">
                      <ahyp:hlinkClr xmlns:ahyp="http://schemas.microsoft.com/office/drawing/2018/hyperlinkcolor" val="tx"/>
                    </a:ext>
                  </a:extLst>
                </a:hlinkClick>
              </a:rPr>
              <a:t>.</a:t>
            </a:r>
            <a:endParaRPr lang="es-MX" sz="1200" noProof="0">
              <a:solidFill>
                <a:schemeClr val="accent6"/>
              </a:solidFill>
            </a:endParaRPr>
          </a:p>
        </p:txBody>
      </p:sp>
    </p:spTree>
    <p:extLst>
      <p:ext uri="{BB962C8B-B14F-4D97-AF65-F5344CB8AC3E}">
        <p14:creationId xmlns:p14="http://schemas.microsoft.com/office/powerpoint/2010/main" val="1999256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43137-3C72-B7DB-0D53-30102FD93F9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FA76B1-565D-7E57-A249-B634636B70A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0BFA76B1-565D-7E57-A249-B634636B70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81E6CFF-8247-EEF8-CD57-DEDB5CFB39B7}"/>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5885CAFD-8CCC-71DD-39D6-1E1913E3A0D0}"/>
              </a:ext>
            </a:extLst>
          </p:cNvPr>
          <p:cNvSpPr>
            <a:spLocks noGrp="1"/>
          </p:cNvSpPr>
          <p:nvPr>
            <p:ph type="subTitle" idx="1"/>
          </p:nvPr>
        </p:nvSpPr>
        <p:spPr>
          <a:xfrm>
            <a:off x="4500665" y="2369320"/>
            <a:ext cx="4174902" cy="292931"/>
          </a:xfrm>
        </p:spPr>
        <p:txBody>
          <a:bodyPr/>
          <a:lstStyle/>
          <a:p>
            <a:pPr>
              <a:buNone/>
            </a:pPr>
            <a:r>
              <a:rPr lang="es-MX" noProof="0" err="1"/>
              <a:t>Problem</a:t>
            </a:r>
            <a:r>
              <a:rPr lang="es-MX" noProof="0"/>
              <a:t> </a:t>
            </a:r>
            <a:r>
              <a:rPr lang="es-MX" noProof="0" err="1"/>
              <a:t>Solving</a:t>
            </a:r>
            <a:r>
              <a:rPr lang="es-MX" noProof="0"/>
              <a:t> </a:t>
            </a:r>
            <a:r>
              <a:rPr lang="es-MX" noProof="0" err="1"/>
              <a:t>System</a:t>
            </a:r>
            <a:r>
              <a:rPr lang="es-MX" noProof="0"/>
              <a:t> (P</a:t>
            </a:r>
            <a:r>
              <a:rPr lang="es-MX" noProof="0">
                <a:solidFill>
                  <a:schemeClr val="accent6"/>
                </a:solidFill>
              </a:rPr>
              <a:t>O</a:t>
            </a:r>
            <a:r>
              <a:rPr lang="es-MX" noProof="0"/>
              <a:t>RT™) </a:t>
            </a:r>
          </a:p>
          <a:p>
            <a:pPr>
              <a:buNone/>
            </a:pPr>
            <a:r>
              <a:rPr lang="es-MX" i="1" noProof="0"/>
              <a:t> </a:t>
            </a:r>
            <a:r>
              <a:rPr lang="es-MX" i="1" noProof="0" err="1"/>
              <a:t>Week</a:t>
            </a:r>
            <a:r>
              <a:rPr lang="es-MX" i="1" noProof="0"/>
              <a:t> 4: </a:t>
            </a:r>
            <a:r>
              <a:rPr lang="es-MX" b="1" i="1" noProof="0">
                <a:solidFill>
                  <a:schemeClr val="accent6"/>
                </a:solidFill>
              </a:rPr>
              <a:t>Observe and </a:t>
            </a:r>
            <a:r>
              <a:rPr lang="es-MX" b="1" i="1" noProof="0" err="1">
                <a:solidFill>
                  <a:schemeClr val="accent6"/>
                </a:solidFill>
              </a:rPr>
              <a:t>analyze</a:t>
            </a:r>
            <a:r>
              <a:rPr lang="es-MX" b="1" i="1" noProof="0">
                <a:solidFill>
                  <a:schemeClr val="accent6"/>
                </a:solidFill>
              </a:rPr>
              <a:t> pt.2</a:t>
            </a: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1411F359-5DE9-EEAC-8B83-AAEF258CCB71}"/>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10816510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C7926-4674-3EEA-9C94-436A9507BE5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0A21BAE-29DA-1898-696D-73740E3B3B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0A21BAE-29DA-1898-696D-73740E3B3B2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extBox 4">
            <a:extLst>
              <a:ext uri="{FF2B5EF4-FFF2-40B4-BE49-F238E27FC236}">
                <a16:creationId xmlns:a16="http://schemas.microsoft.com/office/drawing/2014/main" id="{6F3794E4-C736-0DEE-D342-8F5B338EAEAC}"/>
              </a:ext>
            </a:extLst>
          </p:cNvPr>
          <p:cNvSpPr txBox="1"/>
          <p:nvPr/>
        </p:nvSpPr>
        <p:spPr>
          <a:xfrm>
            <a:off x="212093" y="869405"/>
            <a:ext cx="3501929" cy="18466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4: Observa y analiza pt.2</a:t>
            </a:r>
          </a:p>
        </p:txBody>
      </p:sp>
      <p:sp>
        <p:nvSpPr>
          <p:cNvPr id="35" name="TextBox 4">
            <a:extLst>
              <a:ext uri="{FF2B5EF4-FFF2-40B4-BE49-F238E27FC236}">
                <a16:creationId xmlns:a16="http://schemas.microsoft.com/office/drawing/2014/main" id="{D6EF8F5B-1CD1-FD39-962E-9AF4C13D4911}"/>
              </a:ext>
            </a:extLst>
          </p:cNvPr>
          <p:cNvSpPr txBox="1"/>
          <p:nvPr/>
        </p:nvSpPr>
        <p:spPr>
          <a:xfrm>
            <a:off x="217083" y="1989388"/>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cxnSp>
        <p:nvCxnSpPr>
          <p:cNvPr id="56" name="Straight Connector 79">
            <a:extLst>
              <a:ext uri="{FF2B5EF4-FFF2-40B4-BE49-F238E27FC236}">
                <a16:creationId xmlns:a16="http://schemas.microsoft.com/office/drawing/2014/main" id="{09B070A1-1542-7C90-D5A5-0122C9E483A8}"/>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950D761D-F82D-2F14-388D-2E55E48BAFDE}"/>
              </a:ext>
            </a:extLst>
          </p:cNvPr>
          <p:cNvPicPr>
            <a:picLocks noChangeAspect="1"/>
          </p:cNvPicPr>
          <p:nvPr/>
        </p:nvPicPr>
        <p:blipFill>
          <a:blip r:embed="rId6"/>
          <a:stretch>
            <a:fillRect/>
          </a:stretch>
        </p:blipFill>
        <p:spPr>
          <a:xfrm>
            <a:off x="8738529" y="130779"/>
            <a:ext cx="297258" cy="419100"/>
          </a:xfrm>
          <a:prstGeom prst="rect">
            <a:avLst/>
          </a:prstGeom>
        </p:spPr>
      </p:pic>
      <p:sp>
        <p:nvSpPr>
          <p:cNvPr id="8" name="Title 15">
            <a:extLst>
              <a:ext uri="{FF2B5EF4-FFF2-40B4-BE49-F238E27FC236}">
                <a16:creationId xmlns:a16="http://schemas.microsoft.com/office/drawing/2014/main" id="{D7A53B28-04E4-8E07-6F55-24D73CC3AF6A}"/>
              </a:ext>
            </a:extLst>
          </p:cNvPr>
          <p:cNvSpPr>
            <a:spLocks noGrp="1"/>
          </p:cNvSpPr>
          <p:nvPr>
            <p:ph type="title"/>
          </p:nvPr>
        </p:nvSpPr>
        <p:spPr>
          <a:xfrm>
            <a:off x="146071" y="229344"/>
            <a:ext cx="8789937" cy="307777"/>
          </a:xfrm>
        </p:spPr>
        <p:txBody>
          <a:bodyPr vert="horz"/>
          <a:lstStyle/>
          <a:p>
            <a:pPr algn="ctr"/>
            <a:r>
              <a:rPr lang="es-MX" noProof="0"/>
              <a:t>Formación</a:t>
            </a:r>
          </a:p>
        </p:txBody>
      </p:sp>
      <p:sp>
        <p:nvSpPr>
          <p:cNvPr id="2" name="TextBox 4">
            <a:extLst>
              <a:ext uri="{FF2B5EF4-FFF2-40B4-BE49-F238E27FC236}">
                <a16:creationId xmlns:a16="http://schemas.microsoft.com/office/drawing/2014/main" id="{506FEC3A-B66E-2DD3-1F74-957F8ABAD0FE}"/>
              </a:ext>
            </a:extLst>
          </p:cNvPr>
          <p:cNvSpPr txBox="1"/>
          <p:nvPr/>
        </p:nvSpPr>
        <p:spPr>
          <a:xfrm>
            <a:off x="302337" y="1272549"/>
            <a:ext cx="5589580" cy="2933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Causa raíz</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Monumento a Jefferson</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5 Porqués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8: Desenterrando la verdad</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Definición de contramedidas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Priorización de contramedidas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9: De la causa a la cura</a:t>
            </a:r>
          </a:p>
        </p:txBody>
      </p:sp>
    </p:spTree>
    <p:extLst>
      <p:ext uri="{BB962C8B-B14F-4D97-AF65-F5344CB8AC3E}">
        <p14:creationId xmlns:p14="http://schemas.microsoft.com/office/powerpoint/2010/main" val="23156470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454CD-F96F-C107-125C-6D96377C0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1BDAF-4B69-C4CE-B4AC-562423D09C04}"/>
              </a:ext>
            </a:extLst>
          </p:cNvPr>
          <p:cNvSpPr>
            <a:spLocks noGrp="1"/>
          </p:cNvSpPr>
          <p:nvPr>
            <p:ph type="title"/>
          </p:nvPr>
        </p:nvSpPr>
        <p:spPr>
          <a:xfrm>
            <a:off x="645334" y="1089668"/>
            <a:ext cx="2817724" cy="615553"/>
          </a:xfrm>
        </p:spPr>
        <p:txBody>
          <a:bodyPr/>
          <a:lstStyle/>
          <a:p>
            <a:pPr algn="ctr"/>
            <a:r>
              <a:rPr lang="es-MX" sz="4000" noProof="0"/>
              <a:t>Causa raíz</a:t>
            </a:r>
          </a:p>
        </p:txBody>
      </p:sp>
      <p:pic>
        <p:nvPicPr>
          <p:cNvPr id="5" name="Imagen 4" descr="Dibujo de una persona&#10;&#10;El contenido generado por IA puede ser incorrecto.">
            <a:extLst>
              <a:ext uri="{FF2B5EF4-FFF2-40B4-BE49-F238E27FC236}">
                <a16:creationId xmlns:a16="http://schemas.microsoft.com/office/drawing/2014/main" id="{6B10CE2C-FE7D-FBF2-5727-33ACFA9B2A70}"/>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Rectángulo: esquinas redondeadas 3">
            <a:extLst>
              <a:ext uri="{FF2B5EF4-FFF2-40B4-BE49-F238E27FC236}">
                <a16:creationId xmlns:a16="http://schemas.microsoft.com/office/drawing/2014/main" id="{A53D5669-06A8-7190-C05E-9F014BB13C10}"/>
              </a:ext>
            </a:extLst>
          </p:cNvPr>
          <p:cNvSpPr/>
          <p:nvPr/>
        </p:nvSpPr>
        <p:spPr>
          <a:xfrm>
            <a:off x="496994" y="1867374"/>
            <a:ext cx="3187557" cy="1834121"/>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800" noProof="0">
                <a:solidFill>
                  <a:schemeClr val="bg1"/>
                </a:solidFill>
              </a:rPr>
              <a:t>La razón fundamental por la cual el problema ocurre.</a:t>
            </a:r>
          </a:p>
        </p:txBody>
      </p:sp>
      <p:pic>
        <p:nvPicPr>
          <p:cNvPr id="33" name="Gráfico 32" descr="Flecha lineal: recto con relleno sólido">
            <a:extLst>
              <a:ext uri="{FF2B5EF4-FFF2-40B4-BE49-F238E27FC236}">
                <a16:creationId xmlns:a16="http://schemas.microsoft.com/office/drawing/2014/main" id="{34FF840F-821B-DAE0-6DC6-36BDFAF1FF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6020629" y="1992434"/>
            <a:ext cx="1167684" cy="1167684"/>
          </a:xfrm>
          <a:prstGeom prst="rect">
            <a:avLst/>
          </a:prstGeom>
          <a:effectLst>
            <a:outerShdw blurRad="50800" dist="38100" dir="5400000" algn="t" rotWithShape="0">
              <a:prstClr val="black">
                <a:alpha val="40000"/>
              </a:prstClr>
            </a:outerShdw>
          </a:effectLst>
        </p:spPr>
      </p:pic>
      <p:pic>
        <p:nvPicPr>
          <p:cNvPr id="35" name="Gráfico 34" descr="División en la carretera con relleno sólido">
            <a:extLst>
              <a:ext uri="{FF2B5EF4-FFF2-40B4-BE49-F238E27FC236}">
                <a16:creationId xmlns:a16="http://schemas.microsoft.com/office/drawing/2014/main" id="{51DCB3D2-D57B-E1E2-592D-1E2813D4A9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35082" y="2221956"/>
            <a:ext cx="1749283" cy="1936799"/>
          </a:xfrm>
          <a:prstGeom prst="rect">
            <a:avLst/>
          </a:prstGeom>
          <a:effectLst>
            <a:outerShdw blurRad="50800" dist="38100" dir="5400000" algn="t" rotWithShape="0">
              <a:prstClr val="black">
                <a:alpha val="40000"/>
              </a:prstClr>
            </a:outerShdw>
          </a:effectLst>
        </p:spPr>
      </p:pic>
      <p:sp>
        <p:nvSpPr>
          <p:cNvPr id="89" name="Rectángulo: esquinas redondeadas 88">
            <a:extLst>
              <a:ext uri="{FF2B5EF4-FFF2-40B4-BE49-F238E27FC236}">
                <a16:creationId xmlns:a16="http://schemas.microsoft.com/office/drawing/2014/main" id="{0BBBA618-9D59-43E1-0646-56B4741D52E2}"/>
              </a:ext>
            </a:extLst>
          </p:cNvPr>
          <p:cNvSpPr/>
          <p:nvPr/>
        </p:nvSpPr>
        <p:spPr>
          <a:xfrm>
            <a:off x="5735081" y="1469571"/>
            <a:ext cx="1749284" cy="424197"/>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88" name="CuadroTexto 87">
            <a:extLst>
              <a:ext uri="{FF2B5EF4-FFF2-40B4-BE49-F238E27FC236}">
                <a16:creationId xmlns:a16="http://schemas.microsoft.com/office/drawing/2014/main" id="{F7E3F524-2EB1-2666-0BE5-AD960A64478B}"/>
              </a:ext>
            </a:extLst>
          </p:cNvPr>
          <p:cNvSpPr txBox="1"/>
          <p:nvPr/>
        </p:nvSpPr>
        <p:spPr>
          <a:xfrm>
            <a:off x="5735082" y="1560419"/>
            <a:ext cx="1749283" cy="21150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Si no se elimina, el problema reaparece</a:t>
            </a:r>
          </a:p>
        </p:txBody>
      </p:sp>
      <p:sp>
        <p:nvSpPr>
          <p:cNvPr id="90" name="Rectángulo: esquinas redondeadas 89">
            <a:extLst>
              <a:ext uri="{FF2B5EF4-FFF2-40B4-BE49-F238E27FC236}">
                <a16:creationId xmlns:a16="http://schemas.microsoft.com/office/drawing/2014/main" id="{1E7CDE15-7651-2C1A-FF94-8A3AA94494CB}"/>
              </a:ext>
            </a:extLst>
          </p:cNvPr>
          <p:cNvSpPr/>
          <p:nvPr/>
        </p:nvSpPr>
        <p:spPr>
          <a:xfrm>
            <a:off x="4536368" y="2470134"/>
            <a:ext cx="1120113" cy="459006"/>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39" name="CuadroTexto 38">
            <a:extLst>
              <a:ext uri="{FF2B5EF4-FFF2-40B4-BE49-F238E27FC236}">
                <a16:creationId xmlns:a16="http://schemas.microsoft.com/office/drawing/2014/main" id="{D348334D-4291-C236-F2C5-882EB8E9BF0E}"/>
              </a:ext>
            </a:extLst>
          </p:cNvPr>
          <p:cNvSpPr txBox="1"/>
          <p:nvPr/>
        </p:nvSpPr>
        <p:spPr>
          <a:xfrm>
            <a:off x="4468271" y="2516757"/>
            <a:ext cx="1256306" cy="3657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Es el origen del problema</a:t>
            </a:r>
          </a:p>
        </p:txBody>
      </p:sp>
      <p:sp>
        <p:nvSpPr>
          <p:cNvPr id="91" name="Rectángulo: esquinas redondeadas 90">
            <a:extLst>
              <a:ext uri="{FF2B5EF4-FFF2-40B4-BE49-F238E27FC236}">
                <a16:creationId xmlns:a16="http://schemas.microsoft.com/office/drawing/2014/main" id="{529BB1EB-E12A-4904-F66C-4EAD753015EA}"/>
              </a:ext>
            </a:extLst>
          </p:cNvPr>
          <p:cNvSpPr/>
          <p:nvPr/>
        </p:nvSpPr>
        <p:spPr>
          <a:xfrm rot="10800000">
            <a:off x="7567500" y="2491469"/>
            <a:ext cx="1120113" cy="443997"/>
          </a:xfrm>
          <a:prstGeom prst="roundRect">
            <a:avLst>
              <a:gd name="adj" fmla="val 4761"/>
            </a:avLst>
          </a:prstGeom>
          <a:solidFill>
            <a:schemeClr val="accent5"/>
          </a:solidFill>
          <a:ln w="12700"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800" noProof="0">
              <a:solidFill>
                <a:schemeClr val="accent5"/>
              </a:solidFill>
            </a:endParaRPr>
          </a:p>
        </p:txBody>
      </p:sp>
      <p:sp>
        <p:nvSpPr>
          <p:cNvPr id="87" name="CuadroTexto 86">
            <a:extLst>
              <a:ext uri="{FF2B5EF4-FFF2-40B4-BE49-F238E27FC236}">
                <a16:creationId xmlns:a16="http://schemas.microsoft.com/office/drawing/2014/main" id="{26B7A4E1-BC93-8103-215E-794485B3D955}"/>
              </a:ext>
            </a:extLst>
          </p:cNvPr>
          <p:cNvSpPr txBox="1"/>
          <p:nvPr/>
        </p:nvSpPr>
        <p:spPr>
          <a:xfrm rot="11800">
            <a:off x="7495494" y="2515851"/>
            <a:ext cx="1256306" cy="3657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No es un síntoma</a:t>
            </a:r>
          </a:p>
        </p:txBody>
      </p:sp>
      <p:pic>
        <p:nvPicPr>
          <p:cNvPr id="95" name="Gráfico 94" descr="Mejora continua contorno">
            <a:extLst>
              <a:ext uri="{FF2B5EF4-FFF2-40B4-BE49-F238E27FC236}">
                <a16:creationId xmlns:a16="http://schemas.microsoft.com/office/drawing/2014/main" id="{3CBE88A2-7A39-5530-0877-D3E5151585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77969" y="534496"/>
            <a:ext cx="1110344" cy="1110344"/>
          </a:xfrm>
          <a:prstGeom prst="rect">
            <a:avLst/>
          </a:prstGeom>
          <a:effectLst>
            <a:outerShdw blurRad="50800" dist="38100" dir="2700000" algn="tl" rotWithShape="0">
              <a:prstClr val="black">
                <a:alpha val="40000"/>
              </a:prstClr>
            </a:outerShdw>
          </a:effectLst>
        </p:spPr>
      </p:pic>
      <p:pic>
        <p:nvPicPr>
          <p:cNvPr id="106" name="Gráfico 105" descr="Fiebre con relleno sólido">
            <a:extLst>
              <a:ext uri="{FF2B5EF4-FFF2-40B4-BE49-F238E27FC236}">
                <a16:creationId xmlns:a16="http://schemas.microsoft.com/office/drawing/2014/main" id="{5C40AC2D-DF05-7B14-2CFC-2D9161390C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47507" y="1705221"/>
            <a:ext cx="699499" cy="699499"/>
          </a:xfrm>
          <a:prstGeom prst="rect">
            <a:avLst/>
          </a:prstGeom>
          <a:effectLst>
            <a:outerShdw blurRad="50800" dist="38100" dir="2700000" algn="tl" rotWithShape="0">
              <a:prstClr val="black">
                <a:alpha val="40000"/>
              </a:prstClr>
            </a:outerShdw>
          </a:effectLst>
        </p:spPr>
      </p:pic>
      <p:pic>
        <p:nvPicPr>
          <p:cNvPr id="108" name="Gráfico 107" descr="Introducir con relleno sólido">
            <a:extLst>
              <a:ext uri="{FF2B5EF4-FFF2-40B4-BE49-F238E27FC236}">
                <a16:creationId xmlns:a16="http://schemas.microsoft.com/office/drawing/2014/main" id="{FE142372-17AD-DEDD-1299-9586BE26971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52476" y="1490320"/>
            <a:ext cx="914400" cy="914400"/>
          </a:xfrm>
          <a:prstGeom prst="rect">
            <a:avLst/>
          </a:prstGeom>
          <a:effectLst>
            <a:outerShdw blurRad="50800" dist="38100" dir="2700000" algn="tl" rotWithShape="0">
              <a:prstClr val="black">
                <a:alpha val="40000"/>
              </a:prstClr>
            </a:outerShdw>
          </a:effectLst>
        </p:spPr>
      </p:pic>
      <p:pic>
        <p:nvPicPr>
          <p:cNvPr id="113" name="Gráfico 112" descr="Agregar contorno">
            <a:extLst>
              <a:ext uri="{FF2B5EF4-FFF2-40B4-BE49-F238E27FC236}">
                <a16:creationId xmlns:a16="http://schemas.microsoft.com/office/drawing/2014/main" id="{623C78E2-C9FF-9EDE-81B8-904B55A2C45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2792147">
            <a:off x="7691834" y="1512700"/>
            <a:ext cx="1053760" cy="1053760"/>
          </a:xfrm>
          <a:prstGeom prst="rect">
            <a:avLst/>
          </a:prstGeom>
        </p:spPr>
      </p:pic>
    </p:spTree>
    <p:extLst>
      <p:ext uri="{BB962C8B-B14F-4D97-AF65-F5344CB8AC3E}">
        <p14:creationId xmlns:p14="http://schemas.microsoft.com/office/powerpoint/2010/main" val="4017556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2B341-58A1-8D8C-7826-C18A302D9EFE}"/>
            </a:ext>
          </a:extLst>
        </p:cNvPr>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6EDB0415-1332-5EF1-C29A-92ED8D228CEB}"/>
              </a:ext>
            </a:extLst>
          </p:cNvPr>
          <p:cNvSpPr/>
          <p:nvPr/>
        </p:nvSpPr>
        <p:spPr>
          <a:xfrm>
            <a:off x="1494064" y="421080"/>
            <a:ext cx="5831189" cy="4263585"/>
          </a:xfrm>
          <a:prstGeom prst="roundRect">
            <a:avLst>
              <a:gd name="adj" fmla="val 4176"/>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5" name="Imagen 4" descr="Dibujo de una persona&#10;&#10;El contenido generado por IA puede ser incorrecto.">
            <a:extLst>
              <a:ext uri="{FF2B5EF4-FFF2-40B4-BE49-F238E27FC236}">
                <a16:creationId xmlns:a16="http://schemas.microsoft.com/office/drawing/2014/main" id="{6269C9DD-68FC-430E-AD15-D3A007E6BD15}"/>
              </a:ext>
            </a:extLst>
          </p:cNvPr>
          <p:cNvPicPr>
            <a:picLocks noChangeAspect="1"/>
          </p:cNvPicPr>
          <p:nvPr/>
        </p:nvPicPr>
        <p:blipFill>
          <a:blip r:embed="rId3"/>
          <a:stretch>
            <a:fillRect/>
          </a:stretch>
        </p:blipFill>
        <p:spPr>
          <a:xfrm>
            <a:off x="8661417" y="109943"/>
            <a:ext cx="466952" cy="466952"/>
          </a:xfrm>
          <a:prstGeom prst="rect">
            <a:avLst/>
          </a:prstGeom>
        </p:spPr>
      </p:pic>
      <p:pic>
        <p:nvPicPr>
          <p:cNvPr id="2" name="Elementos multimedia en línea 1" title="el monumento a jefferson">
            <a:hlinkClick r:id="" action="ppaction://media"/>
            <a:extLst>
              <a:ext uri="{FF2B5EF4-FFF2-40B4-BE49-F238E27FC236}">
                <a16:creationId xmlns:a16="http://schemas.microsoft.com/office/drawing/2014/main" id="{C9F10C03-C7EE-367C-92C7-198AD13BCB2E}"/>
              </a:ext>
            </a:extLst>
          </p:cNvPr>
          <p:cNvPicPr>
            <a:picLocks noRot="1" noChangeAspect="1"/>
          </p:cNvPicPr>
          <p:nvPr>
            <a:videoFile r:link="rId1"/>
          </p:nvPr>
        </p:nvPicPr>
        <p:blipFill>
          <a:blip r:embed="rId4"/>
          <a:stretch>
            <a:fillRect/>
          </a:stretch>
        </p:blipFill>
        <p:spPr>
          <a:xfrm>
            <a:off x="1673661" y="502919"/>
            <a:ext cx="5516881" cy="4137661"/>
          </a:xfrm>
          <a:prstGeom prst="rect">
            <a:avLst/>
          </a:prstGeom>
        </p:spPr>
      </p:pic>
    </p:spTree>
    <p:extLst>
      <p:ext uri="{BB962C8B-B14F-4D97-AF65-F5344CB8AC3E}">
        <p14:creationId xmlns:p14="http://schemas.microsoft.com/office/powerpoint/2010/main" val="2046017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4B6CB-DE53-1C2C-D540-0A4C4CD8DDF2}"/>
            </a:ext>
          </a:extLst>
        </p:cNvPr>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A408128A-0354-463D-D108-639A9F4DBEC3}"/>
              </a:ext>
            </a:extLst>
          </p:cNvPr>
          <p:cNvSpPr/>
          <p:nvPr/>
        </p:nvSpPr>
        <p:spPr>
          <a:xfrm>
            <a:off x="330993" y="898128"/>
            <a:ext cx="2974195" cy="370591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9402F982-6ACE-7CD1-FECD-6B078561DD57}"/>
              </a:ext>
            </a:extLst>
          </p:cNvPr>
          <p:cNvSpPr>
            <a:spLocks noGrp="1"/>
          </p:cNvSpPr>
          <p:nvPr>
            <p:ph type="title"/>
          </p:nvPr>
        </p:nvSpPr>
        <p:spPr>
          <a:xfrm>
            <a:off x="330993" y="313420"/>
            <a:ext cx="8482014" cy="307777"/>
          </a:xfrm>
        </p:spPr>
        <p:txBody>
          <a:bodyPr/>
          <a:lstStyle/>
          <a:p>
            <a:pPr algn="ctr"/>
            <a:r>
              <a:rPr lang="es-MX" noProof="0"/>
              <a:t>5 Porqués</a:t>
            </a:r>
          </a:p>
        </p:txBody>
      </p:sp>
      <p:pic>
        <p:nvPicPr>
          <p:cNvPr id="5" name="Imagen 4" descr="Dibujo de una persona&#10;&#10;El contenido generado por IA puede ser incorrecto.">
            <a:extLst>
              <a:ext uri="{FF2B5EF4-FFF2-40B4-BE49-F238E27FC236}">
                <a16:creationId xmlns:a16="http://schemas.microsoft.com/office/drawing/2014/main" id="{8F563420-401E-BC5E-890D-E47187539713}"/>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FBD90C5A-C37E-E9B2-8220-C496FEDC6C41}"/>
              </a:ext>
            </a:extLst>
          </p:cNvPr>
          <p:cNvSpPr/>
          <p:nvPr/>
        </p:nvSpPr>
        <p:spPr>
          <a:xfrm>
            <a:off x="3630133" y="1582596"/>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4" name="Rectángulo: esquinas redondeadas 13">
            <a:extLst>
              <a:ext uri="{FF2B5EF4-FFF2-40B4-BE49-F238E27FC236}">
                <a16:creationId xmlns:a16="http://schemas.microsoft.com/office/drawing/2014/main" id="{19384F16-393C-F7A4-D9E0-F6A76DD9E092}"/>
              </a:ext>
            </a:extLst>
          </p:cNvPr>
          <p:cNvSpPr/>
          <p:nvPr/>
        </p:nvSpPr>
        <p:spPr>
          <a:xfrm>
            <a:off x="3630133" y="898128"/>
            <a:ext cx="5177358" cy="62024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Es una técnica sencilla para identificar la causa raíz de un problema preguntando repetidamente ¿Por qué?, hasta llegar al origen real.</a:t>
            </a:r>
          </a:p>
        </p:txBody>
      </p:sp>
      <p:sp>
        <p:nvSpPr>
          <p:cNvPr id="17" name="Title 1">
            <a:extLst>
              <a:ext uri="{FF2B5EF4-FFF2-40B4-BE49-F238E27FC236}">
                <a16:creationId xmlns:a16="http://schemas.microsoft.com/office/drawing/2014/main" id="{AD250E00-2DB9-46C4-8AA5-C9C7079DD30B}"/>
              </a:ext>
            </a:extLst>
          </p:cNvPr>
          <p:cNvSpPr txBox="1">
            <a:spLocks/>
          </p:cNvSpPr>
          <p:nvPr/>
        </p:nvSpPr>
        <p:spPr>
          <a:xfrm>
            <a:off x="564536" y="3363586"/>
            <a:ext cx="2507107" cy="923330"/>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200" b="0" noProof="0">
                <a:solidFill>
                  <a:schemeClr val="bg1"/>
                </a:solidFill>
              </a:rPr>
              <a:t>Creada por Sakichi Toyoda, fundador de Toyota Industries en la década de 1930, ha sido una de las principales herramientas utilizadas para la mejora continua..</a:t>
            </a:r>
          </a:p>
        </p:txBody>
      </p:sp>
      <p:pic>
        <p:nvPicPr>
          <p:cNvPr id="7" name="Imagen 6">
            <a:extLst>
              <a:ext uri="{FF2B5EF4-FFF2-40B4-BE49-F238E27FC236}">
                <a16:creationId xmlns:a16="http://schemas.microsoft.com/office/drawing/2014/main" id="{977F7C5D-199C-0218-FC50-DA3A2D4DBEE4}"/>
              </a:ext>
            </a:extLst>
          </p:cNvPr>
          <p:cNvPicPr>
            <a:picLocks noChangeAspect="1"/>
          </p:cNvPicPr>
          <p:nvPr/>
        </p:nvPicPr>
        <p:blipFill>
          <a:blip r:embed="rId3"/>
          <a:srcRect l="4773" r="7029"/>
          <a:stretch>
            <a:fillRect/>
          </a:stretch>
        </p:blipFill>
        <p:spPr>
          <a:xfrm>
            <a:off x="825872" y="1208252"/>
            <a:ext cx="1934936" cy="1792638"/>
          </a:xfrm>
          <a:prstGeom prst="rect">
            <a:avLst/>
          </a:prstGeom>
        </p:spPr>
      </p:pic>
      <p:sp>
        <p:nvSpPr>
          <p:cNvPr id="8" name="Rectángulo 7">
            <a:extLst>
              <a:ext uri="{FF2B5EF4-FFF2-40B4-BE49-F238E27FC236}">
                <a16:creationId xmlns:a16="http://schemas.microsoft.com/office/drawing/2014/main" id="{4B49273B-E4ED-E901-8194-649C57456FC1}"/>
              </a:ext>
            </a:extLst>
          </p:cNvPr>
          <p:cNvSpPr/>
          <p:nvPr/>
        </p:nvSpPr>
        <p:spPr>
          <a:xfrm>
            <a:off x="4426322" y="1739904"/>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8A081B1C-2A47-F8EC-0C96-8E2FF8E36361}"/>
              </a:ext>
            </a:extLst>
          </p:cNvPr>
          <p:cNvSpPr/>
          <p:nvPr/>
        </p:nvSpPr>
        <p:spPr>
          <a:xfrm>
            <a:off x="4426322" y="2184822"/>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D1792747-8128-53EF-DE78-5741AF2EF9A4}"/>
              </a:ext>
            </a:extLst>
          </p:cNvPr>
          <p:cNvSpPr/>
          <p:nvPr/>
        </p:nvSpPr>
        <p:spPr>
          <a:xfrm>
            <a:off x="4426320" y="255631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E1182B01-0C5F-21DF-E098-07060E8F4CEE}"/>
              </a:ext>
            </a:extLst>
          </p:cNvPr>
          <p:cNvSpPr/>
          <p:nvPr/>
        </p:nvSpPr>
        <p:spPr>
          <a:xfrm>
            <a:off x="4426321" y="2925492"/>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2C67EB92-9705-DF47-16E4-30A9DE155285}"/>
              </a:ext>
            </a:extLst>
          </p:cNvPr>
          <p:cNvSpPr/>
          <p:nvPr/>
        </p:nvSpPr>
        <p:spPr>
          <a:xfrm>
            <a:off x="4426321" y="3301121"/>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519F26C7-77B9-3BDA-5CC0-07E4F7E41CA2}"/>
              </a:ext>
            </a:extLst>
          </p:cNvPr>
          <p:cNvSpPr/>
          <p:nvPr/>
        </p:nvSpPr>
        <p:spPr>
          <a:xfrm>
            <a:off x="4426320" y="4110205"/>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FA59DF6B-89F3-D7CF-207B-2EAAF4EA5456}"/>
              </a:ext>
            </a:extLst>
          </p:cNvPr>
          <p:cNvSpPr/>
          <p:nvPr/>
        </p:nvSpPr>
        <p:spPr>
          <a:xfrm>
            <a:off x="4426322" y="1737768"/>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Causa</a:t>
            </a:r>
          </a:p>
        </p:txBody>
      </p:sp>
      <p:sp>
        <p:nvSpPr>
          <p:cNvPr id="27" name="Rectángulo 26">
            <a:extLst>
              <a:ext uri="{FF2B5EF4-FFF2-40B4-BE49-F238E27FC236}">
                <a16:creationId xmlns:a16="http://schemas.microsoft.com/office/drawing/2014/main" id="{C7AAFFC4-36AA-A5BD-14EF-ADB97A395AFD}"/>
              </a:ext>
            </a:extLst>
          </p:cNvPr>
          <p:cNvSpPr/>
          <p:nvPr/>
        </p:nvSpPr>
        <p:spPr>
          <a:xfrm>
            <a:off x="4426320" y="2555084"/>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C881BD7D-0F17-2137-FCC1-9FB1D40D3EF3}"/>
              </a:ext>
            </a:extLst>
          </p:cNvPr>
          <p:cNvSpPr/>
          <p:nvPr/>
        </p:nvSpPr>
        <p:spPr>
          <a:xfrm>
            <a:off x="4426321" y="2188129"/>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DC1E3A2F-E5B0-F71F-0DDE-79A3961DFE10}"/>
              </a:ext>
            </a:extLst>
          </p:cNvPr>
          <p:cNvSpPr/>
          <p:nvPr/>
        </p:nvSpPr>
        <p:spPr>
          <a:xfrm>
            <a:off x="4426320" y="2928522"/>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B0AD1053-1C1A-E4BA-BDB5-DCC4D437CD0D}"/>
              </a:ext>
            </a:extLst>
          </p:cNvPr>
          <p:cNvSpPr/>
          <p:nvPr/>
        </p:nvSpPr>
        <p:spPr>
          <a:xfrm>
            <a:off x="4426320" y="3301372"/>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9E438131-07D0-27D7-D002-A1CAB93DF6A9}"/>
              </a:ext>
            </a:extLst>
          </p:cNvPr>
          <p:cNvSpPr/>
          <p:nvPr/>
        </p:nvSpPr>
        <p:spPr>
          <a:xfrm>
            <a:off x="4426320" y="3673040"/>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6D5CA60C-505F-C4E7-24B3-92DC9D6EBE7F}"/>
              </a:ext>
            </a:extLst>
          </p:cNvPr>
          <p:cNvSpPr/>
          <p:nvPr/>
        </p:nvSpPr>
        <p:spPr>
          <a:xfrm>
            <a:off x="4426319" y="3673291"/>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1D4715E1-BA2B-B19B-F04C-C2C3923EDD9F}"/>
              </a:ext>
            </a:extLst>
          </p:cNvPr>
          <p:cNvSpPr/>
          <p:nvPr/>
        </p:nvSpPr>
        <p:spPr>
          <a:xfrm>
            <a:off x="4426321" y="4108846"/>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Causa raíz identificada</a:t>
            </a:r>
          </a:p>
        </p:txBody>
      </p:sp>
      <p:pic>
        <p:nvPicPr>
          <p:cNvPr id="37" name="Gráfico 36" descr="Flecha lineal: curva con sentido de las agujas del reloj con relleno sólido">
            <a:extLst>
              <a:ext uri="{FF2B5EF4-FFF2-40B4-BE49-F238E27FC236}">
                <a16:creationId xmlns:a16="http://schemas.microsoft.com/office/drawing/2014/main" id="{5CD7C9C4-26C6-EE8B-5EEF-EAB35A197B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1" y="2354139"/>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35C78BBF-45B1-BCA9-EE36-33448E01EC3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0" y="2749459"/>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61A36182-183A-AE8B-43BF-EC0C9E6C4D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11" y="3146882"/>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7CFA8621-E713-8421-6EB0-0C1E03DB60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03109" y="3552285"/>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4512D507-3733-0004-9F0D-230B5E388FDB}"/>
              </a:ext>
            </a:extLst>
          </p:cNvPr>
          <p:cNvSpPr txBox="1">
            <a:spLocks/>
          </p:cNvSpPr>
          <p:nvPr/>
        </p:nvSpPr>
        <p:spPr>
          <a:xfrm rot="18276484">
            <a:off x="3697262" y="20513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5" name="Title 1">
            <a:extLst>
              <a:ext uri="{FF2B5EF4-FFF2-40B4-BE49-F238E27FC236}">
                <a16:creationId xmlns:a16="http://schemas.microsoft.com/office/drawing/2014/main" id="{D83BD7E0-7E83-8F0A-511C-180888D37B77}"/>
              </a:ext>
            </a:extLst>
          </p:cNvPr>
          <p:cNvSpPr txBox="1">
            <a:spLocks/>
          </p:cNvSpPr>
          <p:nvPr/>
        </p:nvSpPr>
        <p:spPr>
          <a:xfrm rot="18276484">
            <a:off x="3703665" y="2902778"/>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6" name="Title 1">
            <a:extLst>
              <a:ext uri="{FF2B5EF4-FFF2-40B4-BE49-F238E27FC236}">
                <a16:creationId xmlns:a16="http://schemas.microsoft.com/office/drawing/2014/main" id="{DD62B046-EED7-4071-1369-7A44566584E8}"/>
              </a:ext>
            </a:extLst>
          </p:cNvPr>
          <p:cNvSpPr txBox="1">
            <a:spLocks/>
          </p:cNvSpPr>
          <p:nvPr/>
        </p:nvSpPr>
        <p:spPr>
          <a:xfrm rot="18276484">
            <a:off x="3702849" y="3318356"/>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8" name="Title 1">
            <a:extLst>
              <a:ext uri="{FF2B5EF4-FFF2-40B4-BE49-F238E27FC236}">
                <a16:creationId xmlns:a16="http://schemas.microsoft.com/office/drawing/2014/main" id="{6D0F64EA-6C8B-6A5E-F51D-C4D96D714506}"/>
              </a:ext>
            </a:extLst>
          </p:cNvPr>
          <p:cNvSpPr txBox="1">
            <a:spLocks/>
          </p:cNvSpPr>
          <p:nvPr/>
        </p:nvSpPr>
        <p:spPr>
          <a:xfrm rot="18276484">
            <a:off x="3705747" y="3717257"/>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49" name="Gráfico 48" descr="Flecha lineal: curva con sentido de las agujas del reloj con relleno sólido">
            <a:extLst>
              <a:ext uri="{FF2B5EF4-FFF2-40B4-BE49-F238E27FC236}">
                <a16:creationId xmlns:a16="http://schemas.microsoft.com/office/drawing/2014/main" id="{99EEC6E8-9CE2-299F-D023-8954572696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8954590" flipH="1">
            <a:off x="4131901" y="1929047"/>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7BDAB414-A3FC-E939-32A2-1AABFE673B5E}"/>
              </a:ext>
            </a:extLst>
          </p:cNvPr>
          <p:cNvSpPr txBox="1">
            <a:spLocks/>
          </p:cNvSpPr>
          <p:nvPr/>
        </p:nvSpPr>
        <p:spPr>
          <a:xfrm rot="18276484">
            <a:off x="3702850" y="251650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51" name="Gráfico 50" descr="Flecha lineal: curva con sentido de las agujas del reloj con relleno sólido">
            <a:extLst>
              <a:ext uri="{FF2B5EF4-FFF2-40B4-BE49-F238E27FC236}">
                <a16:creationId xmlns:a16="http://schemas.microsoft.com/office/drawing/2014/main" id="{9426DC54-9CDC-2FD6-A44F-CBAD9B69C0E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10773" y="1922093"/>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E6219D49-6F66-7A85-87D7-B7783BCE95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0" y="2313620"/>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086CF87C-94DE-B290-537B-3DACE1A73D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1" y="2730216"/>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F905AEBA-439E-A350-29F0-6AB3E89A55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50" y="3137144"/>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79724230-0633-6BC6-A195-4C81043A64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205152" flipH="1">
            <a:off x="7830347" y="3513603"/>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C82C4864-E9E1-99A6-34B8-B735D474F98F}"/>
              </a:ext>
            </a:extLst>
          </p:cNvPr>
          <p:cNvSpPr txBox="1">
            <a:spLocks/>
          </p:cNvSpPr>
          <p:nvPr/>
        </p:nvSpPr>
        <p:spPr>
          <a:xfrm rot="18276484">
            <a:off x="7998316" y="1925932"/>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7" name="Title 1">
            <a:extLst>
              <a:ext uri="{FF2B5EF4-FFF2-40B4-BE49-F238E27FC236}">
                <a16:creationId xmlns:a16="http://schemas.microsoft.com/office/drawing/2014/main" id="{C18B7B85-52FD-E177-D095-B658DF8C70D6}"/>
              </a:ext>
            </a:extLst>
          </p:cNvPr>
          <p:cNvSpPr txBox="1">
            <a:spLocks/>
          </p:cNvSpPr>
          <p:nvPr/>
        </p:nvSpPr>
        <p:spPr>
          <a:xfrm rot="18276484">
            <a:off x="8022499" y="2311120"/>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8" name="Title 1">
            <a:extLst>
              <a:ext uri="{FF2B5EF4-FFF2-40B4-BE49-F238E27FC236}">
                <a16:creationId xmlns:a16="http://schemas.microsoft.com/office/drawing/2014/main" id="{766FA2C7-AE55-31A4-9ED5-A7829F585276}"/>
              </a:ext>
            </a:extLst>
          </p:cNvPr>
          <p:cNvSpPr txBox="1">
            <a:spLocks/>
          </p:cNvSpPr>
          <p:nvPr/>
        </p:nvSpPr>
        <p:spPr>
          <a:xfrm rot="18276484">
            <a:off x="8022498" y="270889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9" name="Title 1">
            <a:extLst>
              <a:ext uri="{FF2B5EF4-FFF2-40B4-BE49-F238E27FC236}">
                <a16:creationId xmlns:a16="http://schemas.microsoft.com/office/drawing/2014/main" id="{C3372C36-7BE8-762B-FC88-84F6F033175F}"/>
              </a:ext>
            </a:extLst>
          </p:cNvPr>
          <p:cNvSpPr txBox="1">
            <a:spLocks/>
          </p:cNvSpPr>
          <p:nvPr/>
        </p:nvSpPr>
        <p:spPr>
          <a:xfrm rot="18276484">
            <a:off x="8022497" y="3136127"/>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60" name="Title 1">
            <a:extLst>
              <a:ext uri="{FF2B5EF4-FFF2-40B4-BE49-F238E27FC236}">
                <a16:creationId xmlns:a16="http://schemas.microsoft.com/office/drawing/2014/main" id="{A1BDF13D-1CC7-D175-15EF-38778904DDA3}"/>
              </a:ext>
            </a:extLst>
          </p:cNvPr>
          <p:cNvSpPr txBox="1">
            <a:spLocks/>
          </p:cNvSpPr>
          <p:nvPr/>
        </p:nvSpPr>
        <p:spPr>
          <a:xfrm rot="18276484">
            <a:off x="8061639" y="349614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Tree>
    <p:extLst>
      <p:ext uri="{BB962C8B-B14F-4D97-AF65-F5344CB8AC3E}">
        <p14:creationId xmlns:p14="http://schemas.microsoft.com/office/powerpoint/2010/main" val="3460537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0C86-CD95-32D8-750F-A550D81F5AEF}"/>
            </a:ext>
          </a:extLst>
        </p:cNvPr>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E7036069-F6FF-B34B-E681-DBB533B6C026}"/>
              </a:ext>
            </a:extLst>
          </p:cNvPr>
          <p:cNvSpPr/>
          <p:nvPr/>
        </p:nvSpPr>
        <p:spPr>
          <a:xfrm>
            <a:off x="143315" y="1307074"/>
            <a:ext cx="4024648" cy="260423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7" name="Imagen 6">
            <a:extLst>
              <a:ext uri="{FF2B5EF4-FFF2-40B4-BE49-F238E27FC236}">
                <a16:creationId xmlns:a16="http://schemas.microsoft.com/office/drawing/2014/main" id="{39A6BAEE-1DF4-4F7F-7E3D-CBCDFF0FB728}"/>
              </a:ext>
            </a:extLst>
          </p:cNvPr>
          <p:cNvPicPr>
            <a:picLocks noChangeAspect="1"/>
          </p:cNvPicPr>
          <p:nvPr/>
        </p:nvPicPr>
        <p:blipFill>
          <a:blip r:embed="rId2"/>
          <a:stretch>
            <a:fillRect/>
          </a:stretch>
        </p:blipFill>
        <p:spPr>
          <a:xfrm>
            <a:off x="246040" y="1612536"/>
            <a:ext cx="3819197" cy="2072118"/>
          </a:xfrm>
          <a:prstGeom prst="rect">
            <a:avLst/>
          </a:prstGeom>
        </p:spPr>
      </p:pic>
      <p:sp>
        <p:nvSpPr>
          <p:cNvPr id="2" name="Title 1">
            <a:extLst>
              <a:ext uri="{FF2B5EF4-FFF2-40B4-BE49-F238E27FC236}">
                <a16:creationId xmlns:a16="http://schemas.microsoft.com/office/drawing/2014/main" id="{2DE66A5B-A0AA-60DD-C528-313BB2040B0D}"/>
              </a:ext>
            </a:extLst>
          </p:cNvPr>
          <p:cNvSpPr>
            <a:spLocks noGrp="1"/>
          </p:cNvSpPr>
          <p:nvPr>
            <p:ph type="title"/>
          </p:nvPr>
        </p:nvSpPr>
        <p:spPr>
          <a:xfrm>
            <a:off x="330993" y="313420"/>
            <a:ext cx="8482014" cy="615553"/>
          </a:xfrm>
        </p:spPr>
        <p:txBody>
          <a:bodyPr/>
          <a:lstStyle/>
          <a:p>
            <a:pPr algn="ctr"/>
            <a:r>
              <a:rPr lang="es-MX" noProof="0"/>
              <a:t>5 Porqués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6BA9E3D6-212B-9048-7B24-42B770DBAF9B}"/>
              </a:ext>
            </a:extLst>
          </p:cNvPr>
          <p:cNvPicPr>
            <a:picLocks noChangeAspect="1"/>
          </p:cNvPicPr>
          <p:nvPr/>
        </p:nvPicPr>
        <p:blipFill>
          <a:blip r:embed="rId3"/>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7BCEBA22-6B4D-973D-1F0A-E851B0685A42}"/>
              </a:ext>
            </a:extLst>
          </p:cNvPr>
          <p:cNvSpPr/>
          <p:nvPr/>
        </p:nvSpPr>
        <p:spPr>
          <a:xfrm>
            <a:off x="4471789" y="1274144"/>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3" name="CuadroTexto 22">
            <a:extLst>
              <a:ext uri="{FF2B5EF4-FFF2-40B4-BE49-F238E27FC236}">
                <a16:creationId xmlns:a16="http://schemas.microsoft.com/office/drawing/2014/main" id="{20E79792-E82B-E037-9FE8-E2E431C0AEFE}"/>
              </a:ext>
            </a:extLst>
          </p:cNvPr>
          <p:cNvSpPr txBox="1"/>
          <p:nvPr/>
        </p:nvSpPr>
        <p:spPr>
          <a:xfrm>
            <a:off x="585990" y="2379998"/>
            <a:ext cx="1122095"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Estibas sin visión</a:t>
            </a:r>
          </a:p>
        </p:txBody>
      </p:sp>
      <p:sp>
        <p:nvSpPr>
          <p:cNvPr id="25" name="CuadroTexto 24">
            <a:extLst>
              <a:ext uri="{FF2B5EF4-FFF2-40B4-BE49-F238E27FC236}">
                <a16:creationId xmlns:a16="http://schemas.microsoft.com/office/drawing/2014/main" id="{4B6B43C9-D6BC-7C23-9A76-68007C1032E5}"/>
              </a:ext>
            </a:extLst>
          </p:cNvPr>
          <p:cNvSpPr txBox="1"/>
          <p:nvPr/>
        </p:nvSpPr>
        <p:spPr>
          <a:xfrm>
            <a:off x="585990" y="2595572"/>
            <a:ext cx="112209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Falla de spreader</a:t>
            </a:r>
          </a:p>
        </p:txBody>
      </p:sp>
      <p:sp>
        <p:nvSpPr>
          <p:cNvPr id="26" name="CuadroTexto 25">
            <a:extLst>
              <a:ext uri="{FF2B5EF4-FFF2-40B4-BE49-F238E27FC236}">
                <a16:creationId xmlns:a16="http://schemas.microsoft.com/office/drawing/2014/main" id="{9BF3DD54-4914-6E71-1004-43EB8CFC0B69}"/>
              </a:ext>
            </a:extLst>
          </p:cNvPr>
          <p:cNvSpPr txBox="1"/>
          <p:nvPr/>
        </p:nvSpPr>
        <p:spPr>
          <a:xfrm>
            <a:off x="488807" y="2840722"/>
            <a:ext cx="1282351" cy="903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Supervisor ausente</a:t>
            </a:r>
          </a:p>
        </p:txBody>
      </p:sp>
      <p:sp>
        <p:nvSpPr>
          <p:cNvPr id="28" name="CuadroTexto 27">
            <a:extLst>
              <a:ext uri="{FF2B5EF4-FFF2-40B4-BE49-F238E27FC236}">
                <a16:creationId xmlns:a16="http://schemas.microsoft.com/office/drawing/2014/main" id="{A28A61DC-290B-91B7-B661-FC58DF893981}"/>
              </a:ext>
            </a:extLst>
          </p:cNvPr>
          <p:cNvSpPr txBox="1"/>
          <p:nvPr/>
        </p:nvSpPr>
        <p:spPr>
          <a:xfrm>
            <a:off x="585990" y="3044068"/>
            <a:ext cx="1129866"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Inicio de turno</a:t>
            </a:r>
          </a:p>
        </p:txBody>
      </p:sp>
      <p:sp>
        <p:nvSpPr>
          <p:cNvPr id="29" name="CuadroTexto 28">
            <a:extLst>
              <a:ext uri="{FF2B5EF4-FFF2-40B4-BE49-F238E27FC236}">
                <a16:creationId xmlns:a16="http://schemas.microsoft.com/office/drawing/2014/main" id="{1600D5C9-DEAB-0197-32E2-210FFBA733CF}"/>
              </a:ext>
            </a:extLst>
          </p:cNvPr>
          <p:cNvSpPr txBox="1"/>
          <p:nvPr/>
        </p:nvSpPr>
        <p:spPr>
          <a:xfrm>
            <a:off x="370891" y="3270829"/>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Espera de tractocamión</a:t>
            </a:r>
          </a:p>
        </p:txBody>
      </p:sp>
      <p:sp>
        <p:nvSpPr>
          <p:cNvPr id="36" name="CuadroTexto 35">
            <a:extLst>
              <a:ext uri="{FF2B5EF4-FFF2-40B4-BE49-F238E27FC236}">
                <a16:creationId xmlns:a16="http://schemas.microsoft.com/office/drawing/2014/main" id="{EE3A167E-F0BF-850D-3655-395703BB0319}"/>
              </a:ext>
            </a:extLst>
          </p:cNvPr>
          <p:cNvSpPr txBox="1"/>
          <p:nvPr/>
        </p:nvSpPr>
        <p:spPr>
          <a:xfrm>
            <a:off x="437686" y="3504643"/>
            <a:ext cx="1416196" cy="9728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dirty="0">
                <a:solidFill>
                  <a:schemeClr val="accent6"/>
                </a:solidFill>
              </a:rPr>
              <a:t>Twistlocks dañados</a:t>
            </a:r>
          </a:p>
        </p:txBody>
      </p:sp>
      <p:sp>
        <p:nvSpPr>
          <p:cNvPr id="38" name="CuadroTexto 37">
            <a:extLst>
              <a:ext uri="{FF2B5EF4-FFF2-40B4-BE49-F238E27FC236}">
                <a16:creationId xmlns:a16="http://schemas.microsoft.com/office/drawing/2014/main" id="{5684CCC7-36BA-9D19-F0EF-95898A072418}"/>
              </a:ext>
            </a:extLst>
          </p:cNvPr>
          <p:cNvSpPr txBox="1"/>
          <p:nvPr/>
        </p:nvSpPr>
        <p:spPr>
          <a:xfrm>
            <a:off x="1790817" y="237132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39" name="CuadroTexto 38">
            <a:extLst>
              <a:ext uri="{FF2B5EF4-FFF2-40B4-BE49-F238E27FC236}">
                <a16:creationId xmlns:a16="http://schemas.microsoft.com/office/drawing/2014/main" id="{BDAD6B9A-1E78-8F75-ECCE-0964AE7F06FC}"/>
              </a:ext>
            </a:extLst>
          </p:cNvPr>
          <p:cNvSpPr txBox="1"/>
          <p:nvPr/>
        </p:nvSpPr>
        <p:spPr>
          <a:xfrm>
            <a:off x="2346125" y="2378266"/>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0" name="CuadroTexto 39">
            <a:extLst>
              <a:ext uri="{FF2B5EF4-FFF2-40B4-BE49-F238E27FC236}">
                <a16:creationId xmlns:a16="http://schemas.microsoft.com/office/drawing/2014/main" id="{AC089E04-4298-3231-789F-D766F58EA14A}"/>
              </a:ext>
            </a:extLst>
          </p:cNvPr>
          <p:cNvSpPr txBox="1"/>
          <p:nvPr/>
        </p:nvSpPr>
        <p:spPr>
          <a:xfrm>
            <a:off x="2830367" y="2372522"/>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47" name="CuadroTexto 46">
            <a:extLst>
              <a:ext uri="{FF2B5EF4-FFF2-40B4-BE49-F238E27FC236}">
                <a16:creationId xmlns:a16="http://schemas.microsoft.com/office/drawing/2014/main" id="{8E7B738D-F1D3-E2F7-56C6-C7294A7921E2}"/>
              </a:ext>
            </a:extLst>
          </p:cNvPr>
          <p:cNvSpPr txBox="1"/>
          <p:nvPr/>
        </p:nvSpPr>
        <p:spPr>
          <a:xfrm>
            <a:off x="3250517" y="236811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61" name="CuadroTexto 60">
            <a:extLst>
              <a:ext uri="{FF2B5EF4-FFF2-40B4-BE49-F238E27FC236}">
                <a16:creationId xmlns:a16="http://schemas.microsoft.com/office/drawing/2014/main" id="{AFFC1F8C-06C3-03B4-AEFD-FB464BEFD69F}"/>
              </a:ext>
            </a:extLst>
          </p:cNvPr>
          <p:cNvSpPr txBox="1"/>
          <p:nvPr/>
        </p:nvSpPr>
        <p:spPr>
          <a:xfrm>
            <a:off x="1790817" y="2598781"/>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62" name="CuadroTexto 61">
            <a:extLst>
              <a:ext uri="{FF2B5EF4-FFF2-40B4-BE49-F238E27FC236}">
                <a16:creationId xmlns:a16="http://schemas.microsoft.com/office/drawing/2014/main" id="{8EC92A8A-3B4C-2E77-170B-8588587692AB}"/>
              </a:ext>
            </a:extLst>
          </p:cNvPr>
          <p:cNvSpPr txBox="1"/>
          <p:nvPr/>
        </p:nvSpPr>
        <p:spPr>
          <a:xfrm>
            <a:off x="2340350" y="259878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3" name="CuadroTexto 62">
            <a:extLst>
              <a:ext uri="{FF2B5EF4-FFF2-40B4-BE49-F238E27FC236}">
                <a16:creationId xmlns:a16="http://schemas.microsoft.com/office/drawing/2014/main" id="{C0E670D4-03EC-1005-D794-F4A61DBC0E80}"/>
              </a:ext>
            </a:extLst>
          </p:cNvPr>
          <p:cNvSpPr txBox="1"/>
          <p:nvPr/>
        </p:nvSpPr>
        <p:spPr>
          <a:xfrm>
            <a:off x="2830366" y="2595297"/>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4" name="CuadroTexto 63">
            <a:extLst>
              <a:ext uri="{FF2B5EF4-FFF2-40B4-BE49-F238E27FC236}">
                <a16:creationId xmlns:a16="http://schemas.microsoft.com/office/drawing/2014/main" id="{8554547A-5B61-47A0-29D5-D92A5550C9C5}"/>
              </a:ext>
            </a:extLst>
          </p:cNvPr>
          <p:cNvSpPr txBox="1"/>
          <p:nvPr/>
        </p:nvSpPr>
        <p:spPr>
          <a:xfrm>
            <a:off x="3246991" y="259425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5" name="CuadroTexto 64">
            <a:extLst>
              <a:ext uri="{FF2B5EF4-FFF2-40B4-BE49-F238E27FC236}">
                <a16:creationId xmlns:a16="http://schemas.microsoft.com/office/drawing/2014/main" id="{0FE41D3F-BC9A-FA7C-8194-633976D9B037}"/>
              </a:ext>
            </a:extLst>
          </p:cNvPr>
          <p:cNvSpPr txBox="1"/>
          <p:nvPr/>
        </p:nvSpPr>
        <p:spPr>
          <a:xfrm>
            <a:off x="1797403" y="2825240"/>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6" name="CuadroTexto 65">
            <a:extLst>
              <a:ext uri="{FF2B5EF4-FFF2-40B4-BE49-F238E27FC236}">
                <a16:creationId xmlns:a16="http://schemas.microsoft.com/office/drawing/2014/main" id="{7E47918D-C1A3-C75F-3D62-6FF12030D913}"/>
              </a:ext>
            </a:extLst>
          </p:cNvPr>
          <p:cNvSpPr txBox="1"/>
          <p:nvPr/>
        </p:nvSpPr>
        <p:spPr>
          <a:xfrm>
            <a:off x="2347855" y="282531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67" name="CuadroTexto 66">
            <a:extLst>
              <a:ext uri="{FF2B5EF4-FFF2-40B4-BE49-F238E27FC236}">
                <a16:creationId xmlns:a16="http://schemas.microsoft.com/office/drawing/2014/main" id="{4CA6670A-C336-6EF5-8C11-466F4D41737A}"/>
              </a:ext>
            </a:extLst>
          </p:cNvPr>
          <p:cNvSpPr txBox="1"/>
          <p:nvPr/>
        </p:nvSpPr>
        <p:spPr>
          <a:xfrm>
            <a:off x="2830365" y="282604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8" name="CuadroTexto 67">
            <a:extLst>
              <a:ext uri="{FF2B5EF4-FFF2-40B4-BE49-F238E27FC236}">
                <a16:creationId xmlns:a16="http://schemas.microsoft.com/office/drawing/2014/main" id="{7AD7D9FD-7327-792A-B636-15EE2735AEBE}"/>
              </a:ext>
            </a:extLst>
          </p:cNvPr>
          <p:cNvSpPr txBox="1"/>
          <p:nvPr/>
        </p:nvSpPr>
        <p:spPr>
          <a:xfrm>
            <a:off x="3246990" y="2820395"/>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69" name="CuadroTexto 68">
            <a:extLst>
              <a:ext uri="{FF2B5EF4-FFF2-40B4-BE49-F238E27FC236}">
                <a16:creationId xmlns:a16="http://schemas.microsoft.com/office/drawing/2014/main" id="{3E0F1BB7-0DB8-D586-2246-BF133D063BDB}"/>
              </a:ext>
            </a:extLst>
          </p:cNvPr>
          <p:cNvSpPr txBox="1"/>
          <p:nvPr/>
        </p:nvSpPr>
        <p:spPr>
          <a:xfrm>
            <a:off x="1797402" y="305169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0" name="CuadroTexto 69">
            <a:extLst>
              <a:ext uri="{FF2B5EF4-FFF2-40B4-BE49-F238E27FC236}">
                <a16:creationId xmlns:a16="http://schemas.microsoft.com/office/drawing/2014/main" id="{7CB74D95-EAE8-CCFE-1935-1A0D3303858A}"/>
              </a:ext>
            </a:extLst>
          </p:cNvPr>
          <p:cNvSpPr txBox="1"/>
          <p:nvPr/>
        </p:nvSpPr>
        <p:spPr>
          <a:xfrm>
            <a:off x="2346546" y="3066708"/>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1" name="CuadroTexto 70">
            <a:extLst>
              <a:ext uri="{FF2B5EF4-FFF2-40B4-BE49-F238E27FC236}">
                <a16:creationId xmlns:a16="http://schemas.microsoft.com/office/drawing/2014/main" id="{4E7528FD-A962-9393-5379-D7BF339B950D}"/>
              </a:ext>
            </a:extLst>
          </p:cNvPr>
          <p:cNvSpPr txBox="1"/>
          <p:nvPr/>
        </p:nvSpPr>
        <p:spPr>
          <a:xfrm>
            <a:off x="2830364" y="306769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2" name="CuadroTexto 71">
            <a:extLst>
              <a:ext uri="{FF2B5EF4-FFF2-40B4-BE49-F238E27FC236}">
                <a16:creationId xmlns:a16="http://schemas.microsoft.com/office/drawing/2014/main" id="{3D4219A9-7E77-866F-29A8-D97A4143F375}"/>
              </a:ext>
            </a:extLst>
          </p:cNvPr>
          <p:cNvSpPr txBox="1"/>
          <p:nvPr/>
        </p:nvSpPr>
        <p:spPr>
          <a:xfrm>
            <a:off x="3246531" y="306266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3" name="CuadroTexto 72">
            <a:extLst>
              <a:ext uri="{FF2B5EF4-FFF2-40B4-BE49-F238E27FC236}">
                <a16:creationId xmlns:a16="http://schemas.microsoft.com/office/drawing/2014/main" id="{C1301FDC-6FEA-873C-638B-9C0BDAF061A5}"/>
              </a:ext>
            </a:extLst>
          </p:cNvPr>
          <p:cNvSpPr txBox="1"/>
          <p:nvPr/>
        </p:nvSpPr>
        <p:spPr>
          <a:xfrm>
            <a:off x="1790817" y="327082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4" name="CuadroTexto 73">
            <a:extLst>
              <a:ext uri="{FF2B5EF4-FFF2-40B4-BE49-F238E27FC236}">
                <a16:creationId xmlns:a16="http://schemas.microsoft.com/office/drawing/2014/main" id="{5CD76E2E-0A2E-7EBB-FC0F-A6489A1CB134}"/>
              </a:ext>
            </a:extLst>
          </p:cNvPr>
          <p:cNvSpPr txBox="1"/>
          <p:nvPr/>
        </p:nvSpPr>
        <p:spPr>
          <a:xfrm>
            <a:off x="2340349" y="328771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5" name="CuadroTexto 74">
            <a:extLst>
              <a:ext uri="{FF2B5EF4-FFF2-40B4-BE49-F238E27FC236}">
                <a16:creationId xmlns:a16="http://schemas.microsoft.com/office/drawing/2014/main" id="{3BAD04A7-D3F3-3439-C22D-19F539D3454E}"/>
              </a:ext>
            </a:extLst>
          </p:cNvPr>
          <p:cNvSpPr txBox="1"/>
          <p:nvPr/>
        </p:nvSpPr>
        <p:spPr>
          <a:xfrm>
            <a:off x="2828070" y="328771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6" name="CuadroTexto 75">
            <a:extLst>
              <a:ext uri="{FF2B5EF4-FFF2-40B4-BE49-F238E27FC236}">
                <a16:creationId xmlns:a16="http://schemas.microsoft.com/office/drawing/2014/main" id="{E4C26DE5-1AB0-2FCC-8901-EC36114890EC}"/>
              </a:ext>
            </a:extLst>
          </p:cNvPr>
          <p:cNvSpPr txBox="1"/>
          <p:nvPr/>
        </p:nvSpPr>
        <p:spPr>
          <a:xfrm>
            <a:off x="3237935" y="3300324"/>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3</a:t>
            </a:r>
          </a:p>
        </p:txBody>
      </p:sp>
      <p:sp>
        <p:nvSpPr>
          <p:cNvPr id="77" name="CuadroTexto 76">
            <a:extLst>
              <a:ext uri="{FF2B5EF4-FFF2-40B4-BE49-F238E27FC236}">
                <a16:creationId xmlns:a16="http://schemas.microsoft.com/office/drawing/2014/main" id="{5DDB67DB-AE7E-A850-9732-123C50EEB558}"/>
              </a:ext>
            </a:extLst>
          </p:cNvPr>
          <p:cNvSpPr txBox="1"/>
          <p:nvPr/>
        </p:nvSpPr>
        <p:spPr>
          <a:xfrm>
            <a:off x="1797402" y="3502976"/>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8" name="CuadroTexto 77">
            <a:extLst>
              <a:ext uri="{FF2B5EF4-FFF2-40B4-BE49-F238E27FC236}">
                <a16:creationId xmlns:a16="http://schemas.microsoft.com/office/drawing/2014/main" id="{8136EF1D-919D-5C2B-8B8D-876266E914E0}"/>
              </a:ext>
            </a:extLst>
          </p:cNvPr>
          <p:cNvSpPr txBox="1"/>
          <p:nvPr/>
        </p:nvSpPr>
        <p:spPr>
          <a:xfrm>
            <a:off x="2338234" y="3511303"/>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79" name="CuadroTexto 78">
            <a:extLst>
              <a:ext uri="{FF2B5EF4-FFF2-40B4-BE49-F238E27FC236}">
                <a16:creationId xmlns:a16="http://schemas.microsoft.com/office/drawing/2014/main" id="{CA5D09B9-60D1-7565-F617-2912782BDC31}"/>
              </a:ext>
            </a:extLst>
          </p:cNvPr>
          <p:cNvSpPr txBox="1"/>
          <p:nvPr/>
        </p:nvSpPr>
        <p:spPr>
          <a:xfrm>
            <a:off x="2817474" y="3525127"/>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1</a:t>
            </a:r>
          </a:p>
        </p:txBody>
      </p:sp>
      <p:sp>
        <p:nvSpPr>
          <p:cNvPr id="80" name="CuadroTexto 79">
            <a:extLst>
              <a:ext uri="{FF2B5EF4-FFF2-40B4-BE49-F238E27FC236}">
                <a16:creationId xmlns:a16="http://schemas.microsoft.com/office/drawing/2014/main" id="{08A8F672-8E48-7E65-4632-B34DB3B468F2}"/>
              </a:ext>
            </a:extLst>
          </p:cNvPr>
          <p:cNvSpPr txBox="1"/>
          <p:nvPr/>
        </p:nvSpPr>
        <p:spPr>
          <a:xfrm>
            <a:off x="3230352" y="3521309"/>
            <a:ext cx="433043" cy="9158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noProof="0" dirty="0">
                <a:solidFill>
                  <a:schemeClr val="accent6"/>
                </a:solidFill>
              </a:rPr>
              <a:t>2</a:t>
            </a:r>
          </a:p>
        </p:txBody>
      </p:sp>
      <p:sp>
        <p:nvSpPr>
          <p:cNvPr id="87" name="CuadroTexto 7">
            <a:extLst>
              <a:ext uri="{FF2B5EF4-FFF2-40B4-BE49-F238E27FC236}">
                <a16:creationId xmlns:a16="http://schemas.microsoft.com/office/drawing/2014/main" id="{D0F3C258-40F4-45E9-9405-DD78B557CA8F}"/>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Próximo paso </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6" name="Imagen 5">
            <a:extLst>
              <a:ext uri="{FF2B5EF4-FFF2-40B4-BE49-F238E27FC236}">
                <a16:creationId xmlns:a16="http://schemas.microsoft.com/office/drawing/2014/main" id="{D339680B-9C69-F8FD-0C8B-DECC98FD8163}"/>
              </a:ext>
            </a:extLst>
          </p:cNvPr>
          <p:cNvPicPr>
            <a:picLocks noChangeAspect="1"/>
          </p:cNvPicPr>
          <p:nvPr/>
        </p:nvPicPr>
        <p:blipFill>
          <a:blip r:embed="rId4"/>
          <a:stretch>
            <a:fillRect/>
          </a:stretch>
        </p:blipFill>
        <p:spPr>
          <a:xfrm>
            <a:off x="4771043" y="1500778"/>
            <a:ext cx="4041964" cy="2290445"/>
          </a:xfrm>
          <a:prstGeom prst="rect">
            <a:avLst/>
          </a:prstGeom>
        </p:spPr>
      </p:pic>
      <p:sp>
        <p:nvSpPr>
          <p:cNvPr id="8" name="CuadroTexto 7">
            <a:extLst>
              <a:ext uri="{FF2B5EF4-FFF2-40B4-BE49-F238E27FC236}">
                <a16:creationId xmlns:a16="http://schemas.microsoft.com/office/drawing/2014/main" id="{540A6098-44DC-CC22-F69F-714F59FFEBED}"/>
              </a:ext>
            </a:extLst>
          </p:cNvPr>
          <p:cNvSpPr txBox="1"/>
          <p:nvPr/>
        </p:nvSpPr>
        <p:spPr>
          <a:xfrm>
            <a:off x="3740703" y="2309618"/>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99082B"/>
                </a:solidFill>
              </a:rPr>
              <a:t>2.8</a:t>
            </a:r>
            <a:endParaRPr lang="es-MX" sz="700" noProof="0" dirty="0">
              <a:solidFill>
                <a:srgbClr val="99082B"/>
              </a:solidFill>
            </a:endParaRPr>
          </a:p>
        </p:txBody>
      </p:sp>
      <p:sp>
        <p:nvSpPr>
          <p:cNvPr id="13" name="CuadroTexto 12">
            <a:extLst>
              <a:ext uri="{FF2B5EF4-FFF2-40B4-BE49-F238E27FC236}">
                <a16:creationId xmlns:a16="http://schemas.microsoft.com/office/drawing/2014/main" id="{356F5CBD-8DCE-D673-ED1E-3B25DE812B79}"/>
              </a:ext>
            </a:extLst>
          </p:cNvPr>
          <p:cNvSpPr txBox="1"/>
          <p:nvPr/>
        </p:nvSpPr>
        <p:spPr>
          <a:xfrm>
            <a:off x="3740703" y="2772327"/>
            <a:ext cx="319771" cy="212125"/>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rgbClr val="246504"/>
                </a:solidFill>
              </a:rPr>
              <a:t>3</a:t>
            </a:r>
          </a:p>
        </p:txBody>
      </p:sp>
      <p:sp>
        <p:nvSpPr>
          <p:cNvPr id="14" name="CuadroTexto 13">
            <a:extLst>
              <a:ext uri="{FF2B5EF4-FFF2-40B4-BE49-F238E27FC236}">
                <a16:creationId xmlns:a16="http://schemas.microsoft.com/office/drawing/2014/main" id="{178AF279-57CB-78AE-2111-A2622F770BF8}"/>
              </a:ext>
            </a:extLst>
          </p:cNvPr>
          <p:cNvSpPr txBox="1"/>
          <p:nvPr/>
        </p:nvSpPr>
        <p:spPr>
          <a:xfrm>
            <a:off x="3740702" y="2999819"/>
            <a:ext cx="319771" cy="213351"/>
          </a:xfrm>
          <a:prstGeom prst="rect">
            <a:avLst/>
          </a:prstGeom>
          <a:solidFill>
            <a:srgbClr val="FFEB9C"/>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BDA25C"/>
                </a:solidFill>
              </a:rPr>
              <a:t>2.4</a:t>
            </a:r>
            <a:endParaRPr lang="es-MX" sz="700" noProof="0" dirty="0">
              <a:solidFill>
                <a:srgbClr val="BDA25C"/>
              </a:solidFill>
            </a:endParaRPr>
          </a:p>
        </p:txBody>
      </p:sp>
      <p:sp>
        <p:nvSpPr>
          <p:cNvPr id="16" name="CuadroTexto 15">
            <a:extLst>
              <a:ext uri="{FF2B5EF4-FFF2-40B4-BE49-F238E27FC236}">
                <a16:creationId xmlns:a16="http://schemas.microsoft.com/office/drawing/2014/main" id="{D020BE4F-3392-B5DC-38A1-A57609FFE071}"/>
              </a:ext>
            </a:extLst>
          </p:cNvPr>
          <p:cNvSpPr txBox="1"/>
          <p:nvPr/>
        </p:nvSpPr>
        <p:spPr>
          <a:xfrm>
            <a:off x="3741479" y="2537110"/>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99082B"/>
                </a:solidFill>
              </a:rPr>
              <a:t>2.6</a:t>
            </a:r>
            <a:endParaRPr lang="es-MX" sz="700" noProof="0" dirty="0">
              <a:solidFill>
                <a:srgbClr val="99082B"/>
              </a:solidFill>
            </a:endParaRPr>
          </a:p>
        </p:txBody>
      </p:sp>
      <p:sp>
        <p:nvSpPr>
          <p:cNvPr id="17" name="CuadroTexto 16">
            <a:extLst>
              <a:ext uri="{FF2B5EF4-FFF2-40B4-BE49-F238E27FC236}">
                <a16:creationId xmlns:a16="http://schemas.microsoft.com/office/drawing/2014/main" id="{D3DCFD48-90A0-AAD9-F2DA-7620782DE956}"/>
              </a:ext>
            </a:extLst>
          </p:cNvPr>
          <p:cNvSpPr txBox="1"/>
          <p:nvPr/>
        </p:nvSpPr>
        <p:spPr>
          <a:xfrm>
            <a:off x="3740702" y="3465942"/>
            <a:ext cx="319771" cy="212125"/>
          </a:xfrm>
          <a:prstGeom prst="rect">
            <a:avLst/>
          </a:prstGeom>
          <a:solidFill>
            <a:srgbClr val="C6EF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246504"/>
                </a:solidFill>
              </a:rPr>
              <a:t>1.5</a:t>
            </a:r>
            <a:endParaRPr lang="es-MX" sz="700" noProof="0" dirty="0">
              <a:solidFill>
                <a:srgbClr val="246504"/>
              </a:solidFill>
            </a:endParaRPr>
          </a:p>
        </p:txBody>
      </p:sp>
      <p:sp>
        <p:nvSpPr>
          <p:cNvPr id="18" name="CuadroTexto 17">
            <a:extLst>
              <a:ext uri="{FF2B5EF4-FFF2-40B4-BE49-F238E27FC236}">
                <a16:creationId xmlns:a16="http://schemas.microsoft.com/office/drawing/2014/main" id="{E8262BAB-DE21-D7BE-28C5-68A88D4D4D87}"/>
              </a:ext>
            </a:extLst>
          </p:cNvPr>
          <p:cNvSpPr txBox="1"/>
          <p:nvPr/>
        </p:nvSpPr>
        <p:spPr>
          <a:xfrm>
            <a:off x="3740702" y="3227311"/>
            <a:ext cx="319771" cy="212125"/>
          </a:xfrm>
          <a:prstGeom prst="rect">
            <a:avLst/>
          </a:prstGeom>
          <a:solidFill>
            <a:srgbClr val="FFC7CE"/>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rgbClr val="99082B"/>
                </a:solidFill>
              </a:rPr>
              <a:t>3</a:t>
            </a:r>
          </a:p>
        </p:txBody>
      </p:sp>
    </p:spTree>
    <p:extLst>
      <p:ext uri="{BB962C8B-B14F-4D97-AF65-F5344CB8AC3E}">
        <p14:creationId xmlns:p14="http://schemas.microsoft.com/office/powerpoint/2010/main" val="3430626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6" grpId="0" animBg="1"/>
      <p:bldP spid="17" grpId="0" animBg="1"/>
      <p:bldP spid="1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C571A-A2D2-E870-BE98-B82737BFD651}"/>
            </a:ext>
          </a:extLst>
        </p:cNvPr>
        <p:cNvGrpSpPr/>
        <p:nvPr/>
      </p:nvGrpSpPr>
      <p:grpSpPr>
        <a:xfrm>
          <a:off x="0" y="0"/>
          <a:ext cx="0" cy="0"/>
          <a:chOff x="0" y="0"/>
          <a:chExt cx="0" cy="0"/>
        </a:xfrm>
      </p:grpSpPr>
      <p:sp>
        <p:nvSpPr>
          <p:cNvPr id="9" name="Rectángulo: esquinas redondeadas 8">
            <a:extLst>
              <a:ext uri="{FF2B5EF4-FFF2-40B4-BE49-F238E27FC236}">
                <a16:creationId xmlns:a16="http://schemas.microsoft.com/office/drawing/2014/main" id="{37D5FD54-1FED-8E84-2BF7-18CD3DC25440}"/>
              </a:ext>
            </a:extLst>
          </p:cNvPr>
          <p:cNvSpPr/>
          <p:nvPr/>
        </p:nvSpPr>
        <p:spPr>
          <a:xfrm>
            <a:off x="143315" y="1307074"/>
            <a:ext cx="4024648" cy="260423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0" name="Imagen 19">
            <a:extLst>
              <a:ext uri="{FF2B5EF4-FFF2-40B4-BE49-F238E27FC236}">
                <a16:creationId xmlns:a16="http://schemas.microsoft.com/office/drawing/2014/main" id="{EA9A8852-FBC4-208C-C4F2-8F5A8ED09420}"/>
              </a:ext>
            </a:extLst>
          </p:cNvPr>
          <p:cNvPicPr>
            <a:picLocks noChangeAspect="1"/>
          </p:cNvPicPr>
          <p:nvPr/>
        </p:nvPicPr>
        <p:blipFill>
          <a:blip r:embed="rId2"/>
          <a:stretch>
            <a:fillRect/>
          </a:stretch>
        </p:blipFill>
        <p:spPr>
          <a:xfrm>
            <a:off x="240549" y="1609195"/>
            <a:ext cx="3839705" cy="2082228"/>
          </a:xfrm>
          <a:prstGeom prst="rect">
            <a:avLst/>
          </a:prstGeom>
        </p:spPr>
      </p:pic>
      <p:sp>
        <p:nvSpPr>
          <p:cNvPr id="11" name="Rectángulo: esquinas redondeadas 10">
            <a:extLst>
              <a:ext uri="{FF2B5EF4-FFF2-40B4-BE49-F238E27FC236}">
                <a16:creationId xmlns:a16="http://schemas.microsoft.com/office/drawing/2014/main" id="{B1E09770-4802-E466-BBDF-222B66523ED9}"/>
              </a:ext>
            </a:extLst>
          </p:cNvPr>
          <p:cNvSpPr/>
          <p:nvPr/>
        </p:nvSpPr>
        <p:spPr>
          <a:xfrm>
            <a:off x="4471789" y="1274144"/>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4" name="Imagen 23">
            <a:extLst>
              <a:ext uri="{FF2B5EF4-FFF2-40B4-BE49-F238E27FC236}">
                <a16:creationId xmlns:a16="http://schemas.microsoft.com/office/drawing/2014/main" id="{E80F4F8F-79AB-746F-7E23-18167B761D7B}"/>
              </a:ext>
            </a:extLst>
          </p:cNvPr>
          <p:cNvPicPr>
            <a:picLocks noChangeAspect="1"/>
          </p:cNvPicPr>
          <p:nvPr/>
        </p:nvPicPr>
        <p:blipFill>
          <a:blip r:embed="rId3"/>
          <a:stretch>
            <a:fillRect/>
          </a:stretch>
        </p:blipFill>
        <p:spPr>
          <a:xfrm>
            <a:off x="4771043" y="1496804"/>
            <a:ext cx="4041964" cy="2290445"/>
          </a:xfrm>
          <a:prstGeom prst="rect">
            <a:avLst/>
          </a:prstGeom>
        </p:spPr>
      </p:pic>
      <p:sp>
        <p:nvSpPr>
          <p:cNvPr id="2" name="Title 1">
            <a:extLst>
              <a:ext uri="{FF2B5EF4-FFF2-40B4-BE49-F238E27FC236}">
                <a16:creationId xmlns:a16="http://schemas.microsoft.com/office/drawing/2014/main" id="{72A9EC06-45C9-AF1C-0B4C-8864D00F2B6E}"/>
              </a:ext>
            </a:extLst>
          </p:cNvPr>
          <p:cNvSpPr>
            <a:spLocks noGrp="1"/>
          </p:cNvSpPr>
          <p:nvPr>
            <p:ph type="title"/>
          </p:nvPr>
        </p:nvSpPr>
        <p:spPr>
          <a:xfrm>
            <a:off x="330993" y="313420"/>
            <a:ext cx="8482014" cy="615553"/>
          </a:xfrm>
        </p:spPr>
        <p:txBody>
          <a:bodyPr/>
          <a:lstStyle/>
          <a:p>
            <a:pPr algn="ctr"/>
            <a:r>
              <a:rPr lang="es-MX" noProof="0"/>
              <a:t>5 Porqués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690A499D-93B7-B1C3-8518-B5F1E9822F61}"/>
              </a:ext>
            </a:extLst>
          </p:cNvPr>
          <p:cNvPicPr>
            <a:picLocks noChangeAspect="1"/>
          </p:cNvPicPr>
          <p:nvPr/>
        </p:nvPicPr>
        <p:blipFill>
          <a:blip r:embed="rId4"/>
          <a:stretch>
            <a:fillRect/>
          </a:stretch>
        </p:blipFill>
        <p:spPr>
          <a:xfrm>
            <a:off x="8661417" y="109943"/>
            <a:ext cx="466952" cy="466952"/>
          </a:xfrm>
          <a:prstGeom prst="rect">
            <a:avLst/>
          </a:prstGeom>
        </p:spPr>
      </p:pic>
      <p:sp>
        <p:nvSpPr>
          <p:cNvPr id="29" name="CuadroTexto 28">
            <a:extLst>
              <a:ext uri="{FF2B5EF4-FFF2-40B4-BE49-F238E27FC236}">
                <a16:creationId xmlns:a16="http://schemas.microsoft.com/office/drawing/2014/main" id="{7633BE4B-82A9-C696-4A56-5534AE13C328}"/>
              </a:ext>
            </a:extLst>
          </p:cNvPr>
          <p:cNvSpPr txBox="1"/>
          <p:nvPr/>
        </p:nvSpPr>
        <p:spPr>
          <a:xfrm>
            <a:off x="6129781" y="1598979"/>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Espera de tractocamión</a:t>
            </a:r>
          </a:p>
        </p:txBody>
      </p:sp>
      <p:sp>
        <p:nvSpPr>
          <p:cNvPr id="87" name="CuadroTexto 7">
            <a:extLst>
              <a:ext uri="{FF2B5EF4-FFF2-40B4-BE49-F238E27FC236}">
                <a16:creationId xmlns:a16="http://schemas.microsoft.com/office/drawing/2014/main" id="{FAEDF6C8-E9D7-54E1-0D18-216ED149B41F}"/>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Próximo paso </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3" name="CuadroTexto 2">
            <a:extLst>
              <a:ext uri="{FF2B5EF4-FFF2-40B4-BE49-F238E27FC236}">
                <a16:creationId xmlns:a16="http://schemas.microsoft.com/office/drawing/2014/main" id="{52B61E18-35B1-E67E-774E-1ABD16FBDF84}"/>
              </a:ext>
            </a:extLst>
          </p:cNvPr>
          <p:cNvSpPr txBox="1"/>
          <p:nvPr/>
        </p:nvSpPr>
        <p:spPr>
          <a:xfrm>
            <a:off x="5866222" y="1902526"/>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Es mucha la distancia entre el patio y la grúa</a:t>
            </a:r>
          </a:p>
        </p:txBody>
      </p:sp>
      <p:sp>
        <p:nvSpPr>
          <p:cNvPr id="6" name="CuadroTexto 5">
            <a:extLst>
              <a:ext uri="{FF2B5EF4-FFF2-40B4-BE49-F238E27FC236}">
                <a16:creationId xmlns:a16="http://schemas.microsoft.com/office/drawing/2014/main" id="{9E7A35E7-2C4F-5C37-3763-38F01A49557D}"/>
              </a:ext>
            </a:extLst>
          </p:cNvPr>
          <p:cNvSpPr txBox="1"/>
          <p:nvPr/>
        </p:nvSpPr>
        <p:spPr>
          <a:xfrm>
            <a:off x="5866221" y="221215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Asignación del muelle 1 desde la planificación naviera</a:t>
            </a:r>
          </a:p>
        </p:txBody>
      </p:sp>
      <p:sp>
        <p:nvSpPr>
          <p:cNvPr id="7" name="CuadroTexto 6">
            <a:extLst>
              <a:ext uri="{FF2B5EF4-FFF2-40B4-BE49-F238E27FC236}">
                <a16:creationId xmlns:a16="http://schemas.microsoft.com/office/drawing/2014/main" id="{F5FCEEE5-EFC6-9D39-73D1-11D2DE70DDD6}"/>
              </a:ext>
            </a:extLst>
          </p:cNvPr>
          <p:cNvSpPr txBox="1"/>
          <p:nvPr/>
        </p:nvSpPr>
        <p:spPr>
          <a:xfrm>
            <a:off x="5866220" y="2524262"/>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Muelle 5 no disponible para operaciones de contenedores</a:t>
            </a:r>
          </a:p>
        </p:txBody>
      </p:sp>
      <p:sp>
        <p:nvSpPr>
          <p:cNvPr id="8" name="CuadroTexto 7">
            <a:extLst>
              <a:ext uri="{FF2B5EF4-FFF2-40B4-BE49-F238E27FC236}">
                <a16:creationId xmlns:a16="http://schemas.microsoft.com/office/drawing/2014/main" id="{2E234236-24A4-A269-ED27-11B6F166EB13}"/>
              </a:ext>
            </a:extLst>
          </p:cNvPr>
          <p:cNvSpPr txBox="1"/>
          <p:nvPr/>
        </p:nvSpPr>
        <p:spPr>
          <a:xfrm>
            <a:off x="5884086" y="2841288"/>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Grúa MHC no se puede posicionar en el muelle 5 </a:t>
            </a:r>
          </a:p>
        </p:txBody>
      </p:sp>
      <p:sp>
        <p:nvSpPr>
          <p:cNvPr id="10" name="CuadroTexto 9">
            <a:extLst>
              <a:ext uri="{FF2B5EF4-FFF2-40B4-BE49-F238E27FC236}">
                <a16:creationId xmlns:a16="http://schemas.microsoft.com/office/drawing/2014/main" id="{A4A41E13-EA9E-02DA-CFC4-38A66D6D4F04}"/>
              </a:ext>
            </a:extLst>
          </p:cNvPr>
          <p:cNvSpPr txBox="1"/>
          <p:nvPr/>
        </p:nvSpPr>
        <p:spPr>
          <a:xfrm>
            <a:off x="5923972" y="3164622"/>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bg1"/>
                </a:solidFill>
              </a:rPr>
              <a:t>El peso de la MHC afecta la estructura del muelle 5</a:t>
            </a:r>
          </a:p>
        </p:txBody>
      </p:sp>
      <p:sp>
        <p:nvSpPr>
          <p:cNvPr id="13" name="Rectángulo: esquinas redondeadas 12">
            <a:extLst>
              <a:ext uri="{FF2B5EF4-FFF2-40B4-BE49-F238E27FC236}">
                <a16:creationId xmlns:a16="http://schemas.microsoft.com/office/drawing/2014/main" id="{216F0396-E77F-43BB-F266-1D1139FFA4AF}"/>
              </a:ext>
            </a:extLst>
          </p:cNvPr>
          <p:cNvSpPr/>
          <p:nvPr/>
        </p:nvSpPr>
        <p:spPr>
          <a:xfrm>
            <a:off x="240549" y="2314312"/>
            <a:ext cx="3839704" cy="20896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Rectángulo: esquinas redondeadas 13">
            <a:extLst>
              <a:ext uri="{FF2B5EF4-FFF2-40B4-BE49-F238E27FC236}">
                <a16:creationId xmlns:a16="http://schemas.microsoft.com/office/drawing/2014/main" id="{5B98FC55-FBDF-FD9F-7801-637F8B3D8719}"/>
              </a:ext>
            </a:extLst>
          </p:cNvPr>
          <p:cNvSpPr/>
          <p:nvPr/>
        </p:nvSpPr>
        <p:spPr>
          <a:xfrm>
            <a:off x="240548" y="2541149"/>
            <a:ext cx="3839703" cy="20896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1D29D625-D8E6-59D3-523C-D6EF7EA331D4}"/>
              </a:ext>
            </a:extLst>
          </p:cNvPr>
          <p:cNvSpPr/>
          <p:nvPr/>
        </p:nvSpPr>
        <p:spPr>
          <a:xfrm>
            <a:off x="1894379" y="4067909"/>
            <a:ext cx="4765578" cy="96498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dirty="0">
                <a:solidFill>
                  <a:schemeClr val="bg1"/>
                </a:solidFill>
              </a:rPr>
              <a:t>El ejercicio debe realizarse en todas aquellas causas con un puntaje igual o mayor a 10</a:t>
            </a:r>
          </a:p>
        </p:txBody>
      </p:sp>
      <p:pic>
        <p:nvPicPr>
          <p:cNvPr id="16" name="Gráfico 15" descr="Flecha lineal: recto con relleno sólido">
            <a:extLst>
              <a:ext uri="{FF2B5EF4-FFF2-40B4-BE49-F238E27FC236}">
                <a16:creationId xmlns:a16="http://schemas.microsoft.com/office/drawing/2014/main" id="{E081F2CB-EA2C-1D74-1FAD-C3DAC4E3F5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3968627" y="1747904"/>
            <a:ext cx="562075" cy="723172"/>
          </a:xfrm>
          <a:prstGeom prst="rect">
            <a:avLst/>
          </a:prstGeom>
          <a:effectLst>
            <a:outerShdw blurRad="50800" dist="38100" dir="5400000" algn="t" rotWithShape="0">
              <a:prstClr val="black">
                <a:alpha val="40000"/>
              </a:prstClr>
            </a:outerShdw>
          </a:effectLst>
        </p:spPr>
      </p:pic>
      <p:pic>
        <p:nvPicPr>
          <p:cNvPr id="17" name="Gráfico 16" descr="Flecha lineal: recto con relleno sólido">
            <a:extLst>
              <a:ext uri="{FF2B5EF4-FFF2-40B4-BE49-F238E27FC236}">
                <a16:creationId xmlns:a16="http://schemas.microsoft.com/office/drawing/2014/main" id="{8C568D89-0725-7D45-CD75-A76105CBF2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4016681" y="2139240"/>
            <a:ext cx="562075" cy="723172"/>
          </a:xfrm>
          <a:prstGeom prst="rect">
            <a:avLst/>
          </a:prstGeom>
          <a:effectLst>
            <a:outerShdw blurRad="50800" dist="38100" dir="5400000" algn="t" rotWithShape="0">
              <a:prstClr val="black">
                <a:alpha val="40000"/>
              </a:prstClr>
            </a:outerShdw>
          </a:effectLst>
        </p:spPr>
      </p:pic>
      <p:sp>
        <p:nvSpPr>
          <p:cNvPr id="18" name="Rectángulo: esquinas redondeadas 17">
            <a:extLst>
              <a:ext uri="{FF2B5EF4-FFF2-40B4-BE49-F238E27FC236}">
                <a16:creationId xmlns:a16="http://schemas.microsoft.com/office/drawing/2014/main" id="{C28EA2AC-0245-B938-701C-076ACCA5E536}"/>
              </a:ext>
            </a:extLst>
          </p:cNvPr>
          <p:cNvSpPr/>
          <p:nvPr/>
        </p:nvSpPr>
        <p:spPr>
          <a:xfrm>
            <a:off x="240548" y="3234610"/>
            <a:ext cx="3839703" cy="201372"/>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9" name="Gráfico 18" descr="Flecha lineal: recto con relleno sólido">
            <a:extLst>
              <a:ext uri="{FF2B5EF4-FFF2-40B4-BE49-F238E27FC236}">
                <a16:creationId xmlns:a16="http://schemas.microsoft.com/office/drawing/2014/main" id="{AB7A14D7-FFE8-7259-25DB-EB63D2D68C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8995160">
            <a:off x="4013888" y="2859181"/>
            <a:ext cx="562075" cy="723172"/>
          </a:xfrm>
          <a:prstGeom prst="rect">
            <a:avLst/>
          </a:prstGeom>
          <a:effectLst>
            <a:outerShdw blurRad="50800" dist="38100" dir="5400000" algn="t" rotWithShape="0">
              <a:prstClr val="black">
                <a:alpha val="40000"/>
              </a:prstClr>
            </a:outerShdw>
          </a:effectLst>
        </p:spPr>
      </p:pic>
      <p:sp>
        <p:nvSpPr>
          <p:cNvPr id="22" name="CuadroTexto 21">
            <a:extLst>
              <a:ext uri="{FF2B5EF4-FFF2-40B4-BE49-F238E27FC236}">
                <a16:creationId xmlns:a16="http://schemas.microsoft.com/office/drawing/2014/main" id="{82119B19-9DBE-8B90-2722-487C44D59EDA}"/>
              </a:ext>
            </a:extLst>
          </p:cNvPr>
          <p:cNvSpPr txBox="1"/>
          <p:nvPr/>
        </p:nvSpPr>
        <p:spPr>
          <a:xfrm>
            <a:off x="5979390" y="350328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dirty="0">
                <a:solidFill>
                  <a:schemeClr val="accent6">
                    <a:lumMod val="20000"/>
                    <a:lumOff val="80000"/>
                  </a:schemeClr>
                </a:solidFill>
              </a:rPr>
              <a:t>El peso de la MHC afecta la estructura del muelle 5</a:t>
            </a:r>
          </a:p>
        </p:txBody>
      </p:sp>
    </p:spTree>
    <p:extLst>
      <p:ext uri="{BB962C8B-B14F-4D97-AF65-F5344CB8AC3E}">
        <p14:creationId xmlns:p14="http://schemas.microsoft.com/office/powerpoint/2010/main" val="3260758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fad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10" grpId="0"/>
      <p:bldP spid="13" grpId="0" animBg="1"/>
      <p:bldP spid="14" grpId="0" animBg="1"/>
      <p:bldP spid="15" grpId="0" animBg="1"/>
      <p:bldP spid="18" grpId="0" animBg="1"/>
      <p:bldP spid="2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E4935-7E72-BAEA-32D5-2D046F6F7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78458-FD7D-38A2-DCBD-C4B455EB4E00}"/>
              </a:ext>
            </a:extLst>
          </p:cNvPr>
          <p:cNvSpPr>
            <a:spLocks noGrp="1"/>
          </p:cNvSpPr>
          <p:nvPr>
            <p:ph type="title"/>
          </p:nvPr>
        </p:nvSpPr>
        <p:spPr>
          <a:xfrm>
            <a:off x="330993" y="313420"/>
            <a:ext cx="8482014" cy="615553"/>
          </a:xfrm>
        </p:spPr>
        <p:txBody>
          <a:bodyPr/>
          <a:lstStyle/>
          <a:p>
            <a:pPr algn="ctr"/>
            <a:r>
              <a:rPr lang="es-MX" noProof="0"/>
              <a:t>5 Porqués</a:t>
            </a:r>
            <a:br>
              <a:rPr lang="es-MX" noProof="0"/>
            </a:br>
            <a:endParaRPr lang="es-MX" noProof="0"/>
          </a:p>
        </p:txBody>
      </p:sp>
      <p:pic>
        <p:nvPicPr>
          <p:cNvPr id="5" name="Imagen 4" descr="Dibujo de una persona&#10;&#10;El contenido generado por IA puede ser incorrecto.">
            <a:extLst>
              <a:ext uri="{FF2B5EF4-FFF2-40B4-BE49-F238E27FC236}">
                <a16:creationId xmlns:a16="http://schemas.microsoft.com/office/drawing/2014/main" id="{D703023F-564E-6ED8-5638-73473C802F87}"/>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8C905098-F499-A02F-1F21-A18F798E3FBF}"/>
              </a:ext>
            </a:extLst>
          </p:cNvPr>
          <p:cNvSpPr/>
          <p:nvPr/>
        </p:nvSpPr>
        <p:spPr>
          <a:xfrm>
            <a:off x="330993" y="1175796"/>
            <a:ext cx="5171941" cy="2932014"/>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7" name="CuadroTexto 7">
            <a:extLst>
              <a:ext uri="{FF2B5EF4-FFF2-40B4-BE49-F238E27FC236}">
                <a16:creationId xmlns:a16="http://schemas.microsoft.com/office/drawing/2014/main" id="{1E847B74-F248-2A64-9A8D-0BC8B7E663AD}"/>
              </a:ext>
            </a:extLst>
          </p:cNvPr>
          <p:cNvSpPr txBox="1"/>
          <p:nvPr/>
        </p:nvSpPr>
        <p:spPr>
          <a:xfrm>
            <a:off x="2509971" y="58283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Validar utilizando “Por lo tanto”</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4" name="Rectángulo: esquinas redondeadas 23">
            <a:extLst>
              <a:ext uri="{FF2B5EF4-FFF2-40B4-BE49-F238E27FC236}">
                <a16:creationId xmlns:a16="http://schemas.microsoft.com/office/drawing/2014/main" id="{0FFB9BBF-106B-B761-325C-44ED5234F25B}"/>
              </a:ext>
            </a:extLst>
          </p:cNvPr>
          <p:cNvSpPr/>
          <p:nvPr/>
        </p:nvSpPr>
        <p:spPr>
          <a:xfrm>
            <a:off x="5799633" y="1232469"/>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Refuerza la lógica del análisis</a:t>
            </a:r>
          </a:p>
        </p:txBody>
      </p:sp>
      <p:sp>
        <p:nvSpPr>
          <p:cNvPr id="27" name="Rectángulo: esquinas redondeadas 26">
            <a:extLst>
              <a:ext uri="{FF2B5EF4-FFF2-40B4-BE49-F238E27FC236}">
                <a16:creationId xmlns:a16="http://schemas.microsoft.com/office/drawing/2014/main" id="{4E0D4614-BB79-C410-8E7F-B2AA63C65001}"/>
              </a:ext>
            </a:extLst>
          </p:cNvPr>
          <p:cNvSpPr/>
          <p:nvPr/>
        </p:nvSpPr>
        <p:spPr>
          <a:xfrm>
            <a:off x="5799630" y="2241203"/>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Conecta la respuesta derivada del porque anterior</a:t>
            </a:r>
          </a:p>
        </p:txBody>
      </p:sp>
      <p:sp>
        <p:nvSpPr>
          <p:cNvPr id="30" name="Rectángulo: esquinas redondeadas 29">
            <a:extLst>
              <a:ext uri="{FF2B5EF4-FFF2-40B4-BE49-F238E27FC236}">
                <a16:creationId xmlns:a16="http://schemas.microsoft.com/office/drawing/2014/main" id="{88E44680-7CA2-A3CC-A9CC-FD795AC7F2DE}"/>
              </a:ext>
            </a:extLst>
          </p:cNvPr>
          <p:cNvSpPr/>
          <p:nvPr/>
        </p:nvSpPr>
        <p:spPr>
          <a:xfrm>
            <a:off x="5799631" y="3249938"/>
            <a:ext cx="2223063"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Fortalece la argumentación</a:t>
            </a:r>
          </a:p>
        </p:txBody>
      </p:sp>
      <p:sp>
        <p:nvSpPr>
          <p:cNvPr id="31" name="Rectángulo: esquinas redondeadas 30">
            <a:extLst>
              <a:ext uri="{FF2B5EF4-FFF2-40B4-BE49-F238E27FC236}">
                <a16:creationId xmlns:a16="http://schemas.microsoft.com/office/drawing/2014/main" id="{F8BE39E9-8F67-BB1A-904E-C760F37ACA88}"/>
              </a:ext>
            </a:extLst>
          </p:cNvPr>
          <p:cNvSpPr/>
          <p:nvPr/>
        </p:nvSpPr>
        <p:spPr>
          <a:xfrm>
            <a:off x="2149597" y="4227294"/>
            <a:ext cx="4844805" cy="76944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Es común perderse durante el análisis de los 5 porqués, la función de “Puede causar” es validar que las respuestas que proponemos son coherentes y que vamos en la dirección correcta</a:t>
            </a:r>
          </a:p>
        </p:txBody>
      </p:sp>
      <p:pic>
        <p:nvPicPr>
          <p:cNvPr id="41" name="Gráfico 40" descr="Conectado con relleno sólido">
            <a:extLst>
              <a:ext uri="{FF2B5EF4-FFF2-40B4-BE49-F238E27FC236}">
                <a16:creationId xmlns:a16="http://schemas.microsoft.com/office/drawing/2014/main" id="{705B5AE1-FE4E-87B2-B77B-DC4A64189E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18182" y="2114550"/>
            <a:ext cx="914400" cy="914400"/>
          </a:xfrm>
          <a:prstGeom prst="rect">
            <a:avLst/>
          </a:prstGeom>
          <a:effectLst>
            <a:outerShdw blurRad="50800" dist="38100" dir="2700000" algn="tl" rotWithShape="0">
              <a:prstClr val="black">
                <a:alpha val="40000"/>
              </a:prstClr>
            </a:outerShdw>
          </a:effectLst>
        </p:spPr>
      </p:pic>
      <p:pic>
        <p:nvPicPr>
          <p:cNvPr id="45" name="Gráfico 44" descr="Burbuja de chat con relleno sólido">
            <a:extLst>
              <a:ext uri="{FF2B5EF4-FFF2-40B4-BE49-F238E27FC236}">
                <a16:creationId xmlns:a16="http://schemas.microsoft.com/office/drawing/2014/main" id="{CA95B0A0-CF28-45D5-A084-0740FF063C4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18182" y="3193410"/>
            <a:ext cx="914400" cy="914400"/>
          </a:xfrm>
          <a:prstGeom prst="rect">
            <a:avLst/>
          </a:prstGeom>
          <a:effectLst>
            <a:outerShdw blurRad="50800" dist="38100" dir="2700000" algn="tl" rotWithShape="0">
              <a:prstClr val="black">
                <a:alpha val="40000"/>
              </a:prstClr>
            </a:outerShdw>
          </a:effectLst>
        </p:spPr>
      </p:pic>
      <p:pic>
        <p:nvPicPr>
          <p:cNvPr id="49" name="Gráfico 48" descr="Cerebro izquierdo con relleno sólido">
            <a:extLst>
              <a:ext uri="{FF2B5EF4-FFF2-40B4-BE49-F238E27FC236}">
                <a16:creationId xmlns:a16="http://schemas.microsoft.com/office/drawing/2014/main" id="{C47E11B4-87A3-5E84-1837-28530834C0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4110" y="1175055"/>
            <a:ext cx="914400" cy="914400"/>
          </a:xfrm>
          <a:prstGeom prst="rect">
            <a:avLst/>
          </a:prstGeom>
          <a:effectLst>
            <a:outerShdw blurRad="50800" dist="38100" dir="2700000" algn="tl" rotWithShape="0">
              <a:prstClr val="black">
                <a:alpha val="40000"/>
              </a:prstClr>
            </a:outerShdw>
          </a:effectLst>
        </p:spPr>
      </p:pic>
      <p:pic>
        <p:nvPicPr>
          <p:cNvPr id="4" name="Imagen 3">
            <a:extLst>
              <a:ext uri="{FF2B5EF4-FFF2-40B4-BE49-F238E27FC236}">
                <a16:creationId xmlns:a16="http://schemas.microsoft.com/office/drawing/2014/main" id="{FBCF94EE-D0A2-1AB1-862C-EB637BE9A02C}"/>
              </a:ext>
            </a:extLst>
          </p:cNvPr>
          <p:cNvPicPr>
            <a:picLocks noChangeAspect="1"/>
          </p:cNvPicPr>
          <p:nvPr/>
        </p:nvPicPr>
        <p:blipFill>
          <a:blip r:embed="rId6"/>
          <a:stretch>
            <a:fillRect/>
          </a:stretch>
        </p:blipFill>
        <p:spPr>
          <a:xfrm>
            <a:off x="632338" y="1343326"/>
            <a:ext cx="4569250" cy="2565193"/>
          </a:xfrm>
          <a:prstGeom prst="rect">
            <a:avLst/>
          </a:prstGeom>
        </p:spPr>
      </p:pic>
      <p:sp>
        <p:nvSpPr>
          <p:cNvPr id="46" name="Rectángulo: esquinas redondeadas 45">
            <a:extLst>
              <a:ext uri="{FF2B5EF4-FFF2-40B4-BE49-F238E27FC236}">
                <a16:creationId xmlns:a16="http://schemas.microsoft.com/office/drawing/2014/main" id="{E5832912-35C0-12A2-4118-72351F7EAE34}"/>
              </a:ext>
            </a:extLst>
          </p:cNvPr>
          <p:cNvSpPr/>
          <p:nvPr/>
        </p:nvSpPr>
        <p:spPr>
          <a:xfrm rot="5400000">
            <a:off x="3706981" y="2037152"/>
            <a:ext cx="2283365" cy="737501"/>
          </a:xfrm>
          <a:prstGeom prst="roundRect">
            <a:avLst/>
          </a:prstGeom>
          <a:noFill/>
          <a:ln w="28575"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119729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7D7E7-BB6D-E2FD-FB1E-EFDC139B1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C82EB-5CE8-B7B7-7A43-9D5E82F8B6CA}"/>
              </a:ext>
            </a:extLst>
          </p:cNvPr>
          <p:cNvSpPr>
            <a:spLocks noGrp="1"/>
          </p:cNvSpPr>
          <p:nvPr>
            <p:ph type="title"/>
          </p:nvPr>
        </p:nvSpPr>
        <p:spPr>
          <a:xfrm>
            <a:off x="330993" y="313420"/>
            <a:ext cx="8482014" cy="307777"/>
          </a:xfrm>
        </p:spPr>
        <p:txBody>
          <a:bodyPr/>
          <a:lstStyle/>
          <a:p>
            <a:pPr algn="ctr"/>
            <a:r>
              <a:rPr lang="es-MX" noProof="0"/>
              <a:t>5 Porqués</a:t>
            </a:r>
          </a:p>
        </p:txBody>
      </p:sp>
      <p:pic>
        <p:nvPicPr>
          <p:cNvPr id="5" name="Imagen 4" descr="Dibujo de una persona&#10;&#10;El contenido generado por IA puede ser incorrecto.">
            <a:extLst>
              <a:ext uri="{FF2B5EF4-FFF2-40B4-BE49-F238E27FC236}">
                <a16:creationId xmlns:a16="http://schemas.microsoft.com/office/drawing/2014/main" id="{4DE95172-7E83-FDE2-B75F-64729B6FF6A7}"/>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49EAAF8C-CE75-09EE-9410-B194644491FB}"/>
              </a:ext>
            </a:extLst>
          </p:cNvPr>
          <p:cNvSpPr/>
          <p:nvPr/>
        </p:nvSpPr>
        <p:spPr>
          <a:xfrm>
            <a:off x="1993443" y="1231300"/>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Rectángulo 7">
            <a:extLst>
              <a:ext uri="{FF2B5EF4-FFF2-40B4-BE49-F238E27FC236}">
                <a16:creationId xmlns:a16="http://schemas.microsoft.com/office/drawing/2014/main" id="{343CAE7D-3D36-39EB-1401-1B5F6A31E6E7}"/>
              </a:ext>
            </a:extLst>
          </p:cNvPr>
          <p:cNvSpPr/>
          <p:nvPr/>
        </p:nvSpPr>
        <p:spPr>
          <a:xfrm>
            <a:off x="2789632" y="1388608"/>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D2AB1ED4-A7E9-2D81-8C1F-530426669229}"/>
              </a:ext>
            </a:extLst>
          </p:cNvPr>
          <p:cNvSpPr/>
          <p:nvPr/>
        </p:nvSpPr>
        <p:spPr>
          <a:xfrm>
            <a:off x="2789632" y="183352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19133136-973B-A558-F233-79169EE05035}"/>
              </a:ext>
            </a:extLst>
          </p:cNvPr>
          <p:cNvSpPr/>
          <p:nvPr/>
        </p:nvSpPr>
        <p:spPr>
          <a:xfrm>
            <a:off x="2789630" y="2205020"/>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F3F0D2B4-DA77-2313-0ED6-FC49FDF800E0}"/>
              </a:ext>
            </a:extLst>
          </p:cNvPr>
          <p:cNvSpPr/>
          <p:nvPr/>
        </p:nvSpPr>
        <p:spPr>
          <a:xfrm>
            <a:off x="2789631" y="2574196"/>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A55C9482-A758-3F01-0A5F-D0A7B2BE8003}"/>
              </a:ext>
            </a:extLst>
          </p:cNvPr>
          <p:cNvSpPr/>
          <p:nvPr/>
        </p:nvSpPr>
        <p:spPr>
          <a:xfrm>
            <a:off x="2789631" y="2949825"/>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2D315216-4EB9-F931-1CCA-C1CEE0B364DB}"/>
              </a:ext>
            </a:extLst>
          </p:cNvPr>
          <p:cNvSpPr/>
          <p:nvPr/>
        </p:nvSpPr>
        <p:spPr>
          <a:xfrm>
            <a:off x="2789630" y="3758909"/>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890ADB99-427C-65BA-4A47-876CDC754DFB}"/>
              </a:ext>
            </a:extLst>
          </p:cNvPr>
          <p:cNvSpPr/>
          <p:nvPr/>
        </p:nvSpPr>
        <p:spPr>
          <a:xfrm>
            <a:off x="2789632" y="1386472"/>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Causa</a:t>
            </a:r>
          </a:p>
        </p:txBody>
      </p:sp>
      <p:sp>
        <p:nvSpPr>
          <p:cNvPr id="27" name="Rectángulo 26">
            <a:extLst>
              <a:ext uri="{FF2B5EF4-FFF2-40B4-BE49-F238E27FC236}">
                <a16:creationId xmlns:a16="http://schemas.microsoft.com/office/drawing/2014/main" id="{12759638-5B5E-BFFE-BF54-1A3DB38C8076}"/>
              </a:ext>
            </a:extLst>
          </p:cNvPr>
          <p:cNvSpPr/>
          <p:nvPr/>
        </p:nvSpPr>
        <p:spPr>
          <a:xfrm>
            <a:off x="2789630" y="2203788"/>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CA81DEBB-2364-163E-D99B-5F25F8EDD449}"/>
              </a:ext>
            </a:extLst>
          </p:cNvPr>
          <p:cNvSpPr/>
          <p:nvPr/>
        </p:nvSpPr>
        <p:spPr>
          <a:xfrm>
            <a:off x="2789631" y="1836833"/>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9BA3EF8E-C67C-AEF7-4E72-17DB377DA4E7}"/>
              </a:ext>
            </a:extLst>
          </p:cNvPr>
          <p:cNvSpPr/>
          <p:nvPr/>
        </p:nvSpPr>
        <p:spPr>
          <a:xfrm>
            <a:off x="2789630" y="257722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AE1E56A7-74AF-5B88-E9DE-BADE54659E57}"/>
              </a:ext>
            </a:extLst>
          </p:cNvPr>
          <p:cNvSpPr/>
          <p:nvPr/>
        </p:nvSpPr>
        <p:spPr>
          <a:xfrm>
            <a:off x="2789630" y="295007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29C4E7D8-68C3-6AEF-2006-BF238CE88182}"/>
              </a:ext>
            </a:extLst>
          </p:cNvPr>
          <p:cNvSpPr/>
          <p:nvPr/>
        </p:nvSpPr>
        <p:spPr>
          <a:xfrm>
            <a:off x="2789630" y="3321744"/>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CAC55E5D-E2E1-7314-70AA-F1237492EDE0}"/>
              </a:ext>
            </a:extLst>
          </p:cNvPr>
          <p:cNvSpPr/>
          <p:nvPr/>
        </p:nvSpPr>
        <p:spPr>
          <a:xfrm>
            <a:off x="2789629" y="3321995"/>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D493C903-60DD-B755-983E-00CBF1E3F321}"/>
              </a:ext>
            </a:extLst>
          </p:cNvPr>
          <p:cNvSpPr/>
          <p:nvPr/>
        </p:nvSpPr>
        <p:spPr>
          <a:xfrm>
            <a:off x="2789631" y="3757550"/>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Causa raíz identificada</a:t>
            </a:r>
          </a:p>
        </p:txBody>
      </p:sp>
      <p:pic>
        <p:nvPicPr>
          <p:cNvPr id="37" name="Gráfico 36" descr="Flecha lineal: curva con sentido de las agujas del reloj con relleno sólido">
            <a:extLst>
              <a:ext uri="{FF2B5EF4-FFF2-40B4-BE49-F238E27FC236}">
                <a16:creationId xmlns:a16="http://schemas.microsoft.com/office/drawing/2014/main" id="{3E425AB8-F3FF-A1FB-E200-B8316890A5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002843"/>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789632F0-D08E-69F7-D867-6F32E0352A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0" y="2398163"/>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0D6BAEF8-E762-1DDC-AD9E-FBC292FA4E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795586"/>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4BA7E80F-E424-D13F-B91F-FD928C7C70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19" y="3200989"/>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5AE1ABDD-73CA-A6AA-DF36-61C641A1DB1D}"/>
              </a:ext>
            </a:extLst>
          </p:cNvPr>
          <p:cNvSpPr txBox="1">
            <a:spLocks/>
          </p:cNvSpPr>
          <p:nvPr/>
        </p:nvSpPr>
        <p:spPr>
          <a:xfrm rot="18276484">
            <a:off x="2060572" y="170006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5" name="Title 1">
            <a:extLst>
              <a:ext uri="{FF2B5EF4-FFF2-40B4-BE49-F238E27FC236}">
                <a16:creationId xmlns:a16="http://schemas.microsoft.com/office/drawing/2014/main" id="{DBB623AF-C661-5FEE-2103-0F9E2E02D767}"/>
              </a:ext>
            </a:extLst>
          </p:cNvPr>
          <p:cNvSpPr txBox="1">
            <a:spLocks/>
          </p:cNvSpPr>
          <p:nvPr/>
        </p:nvSpPr>
        <p:spPr>
          <a:xfrm rot="18276484">
            <a:off x="2066975" y="2551482"/>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6" name="Title 1">
            <a:extLst>
              <a:ext uri="{FF2B5EF4-FFF2-40B4-BE49-F238E27FC236}">
                <a16:creationId xmlns:a16="http://schemas.microsoft.com/office/drawing/2014/main" id="{F4D645B4-39F0-5FEE-9290-C804B9DCEA2F}"/>
              </a:ext>
            </a:extLst>
          </p:cNvPr>
          <p:cNvSpPr txBox="1">
            <a:spLocks/>
          </p:cNvSpPr>
          <p:nvPr/>
        </p:nvSpPr>
        <p:spPr>
          <a:xfrm rot="18276484">
            <a:off x="2066159" y="2967060"/>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8" name="Title 1">
            <a:extLst>
              <a:ext uri="{FF2B5EF4-FFF2-40B4-BE49-F238E27FC236}">
                <a16:creationId xmlns:a16="http://schemas.microsoft.com/office/drawing/2014/main" id="{109395ED-F1A5-3F3D-6A54-9645986272D5}"/>
              </a:ext>
            </a:extLst>
          </p:cNvPr>
          <p:cNvSpPr txBox="1">
            <a:spLocks/>
          </p:cNvSpPr>
          <p:nvPr/>
        </p:nvSpPr>
        <p:spPr>
          <a:xfrm rot="18276484">
            <a:off x="2069057" y="33659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49" name="Gráfico 48" descr="Flecha lineal: curva con sentido de las agujas del reloj con relleno sólido">
            <a:extLst>
              <a:ext uri="{FF2B5EF4-FFF2-40B4-BE49-F238E27FC236}">
                <a16:creationId xmlns:a16="http://schemas.microsoft.com/office/drawing/2014/main" id="{7B9719F3-5B37-9531-2867-54AA36CEEC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95211" y="1577751"/>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1378D218-2768-0B5F-2D08-AA8541DCCC13}"/>
              </a:ext>
            </a:extLst>
          </p:cNvPr>
          <p:cNvSpPr txBox="1">
            <a:spLocks/>
          </p:cNvSpPr>
          <p:nvPr/>
        </p:nvSpPr>
        <p:spPr>
          <a:xfrm rot="18276484">
            <a:off x="2066160" y="216520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51" name="Gráfico 50" descr="Flecha lineal: curva con sentido de las agujas del reloj con relleno sólido">
            <a:extLst>
              <a:ext uri="{FF2B5EF4-FFF2-40B4-BE49-F238E27FC236}">
                <a16:creationId xmlns:a16="http://schemas.microsoft.com/office/drawing/2014/main" id="{09DAF7E1-F46B-0463-7918-7A42C114FF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74083" y="1570797"/>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C070EDAF-9D0C-FFC8-6941-ADBC9977DA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1962324"/>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AC99FA33-55FD-5AF3-8D6B-A08BA366EB9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1" y="2378920"/>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E614C589-1013-02EE-0D51-0F3B1EC964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2785848"/>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B0B9ED62-2B46-EDC4-26E0-66294DD23E6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57" y="3162307"/>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BF4170C6-635B-9D0A-07A4-B0D5DD2F960C}"/>
              </a:ext>
            </a:extLst>
          </p:cNvPr>
          <p:cNvSpPr txBox="1">
            <a:spLocks/>
          </p:cNvSpPr>
          <p:nvPr/>
        </p:nvSpPr>
        <p:spPr>
          <a:xfrm rot="18276484">
            <a:off x="6361626" y="1574636"/>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7" name="Title 1">
            <a:extLst>
              <a:ext uri="{FF2B5EF4-FFF2-40B4-BE49-F238E27FC236}">
                <a16:creationId xmlns:a16="http://schemas.microsoft.com/office/drawing/2014/main" id="{46D24F5D-C8AE-DE21-ADEF-7277B5991115}"/>
              </a:ext>
            </a:extLst>
          </p:cNvPr>
          <p:cNvSpPr txBox="1">
            <a:spLocks/>
          </p:cNvSpPr>
          <p:nvPr/>
        </p:nvSpPr>
        <p:spPr>
          <a:xfrm rot="18276484">
            <a:off x="6385809" y="1959824"/>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8" name="Title 1">
            <a:extLst>
              <a:ext uri="{FF2B5EF4-FFF2-40B4-BE49-F238E27FC236}">
                <a16:creationId xmlns:a16="http://schemas.microsoft.com/office/drawing/2014/main" id="{3A24D2EB-CC87-AD22-5BBB-A6CA3334D426}"/>
              </a:ext>
            </a:extLst>
          </p:cNvPr>
          <p:cNvSpPr txBox="1">
            <a:spLocks/>
          </p:cNvSpPr>
          <p:nvPr/>
        </p:nvSpPr>
        <p:spPr>
          <a:xfrm rot="18276484">
            <a:off x="6385808" y="235759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9" name="Title 1">
            <a:extLst>
              <a:ext uri="{FF2B5EF4-FFF2-40B4-BE49-F238E27FC236}">
                <a16:creationId xmlns:a16="http://schemas.microsoft.com/office/drawing/2014/main" id="{872E3000-B43F-E778-5966-644CCA731512}"/>
              </a:ext>
            </a:extLst>
          </p:cNvPr>
          <p:cNvSpPr txBox="1">
            <a:spLocks/>
          </p:cNvSpPr>
          <p:nvPr/>
        </p:nvSpPr>
        <p:spPr>
          <a:xfrm rot="18276484">
            <a:off x="6385807" y="278483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60" name="Title 1">
            <a:extLst>
              <a:ext uri="{FF2B5EF4-FFF2-40B4-BE49-F238E27FC236}">
                <a16:creationId xmlns:a16="http://schemas.microsoft.com/office/drawing/2014/main" id="{909B3585-D235-5402-C30C-E825D5C9AE97}"/>
              </a:ext>
            </a:extLst>
          </p:cNvPr>
          <p:cNvSpPr txBox="1">
            <a:spLocks/>
          </p:cNvSpPr>
          <p:nvPr/>
        </p:nvSpPr>
        <p:spPr>
          <a:xfrm rot="18276484">
            <a:off x="6424949" y="3144849"/>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3" name="CuadroTexto 7">
            <a:extLst>
              <a:ext uri="{FF2B5EF4-FFF2-40B4-BE49-F238E27FC236}">
                <a16:creationId xmlns:a16="http://schemas.microsoft.com/office/drawing/2014/main" id="{617A525E-7660-DC95-AA4A-21ABE6429D9C}"/>
              </a:ext>
            </a:extLst>
          </p:cNvPr>
          <p:cNvSpPr txBox="1"/>
          <p:nvPr/>
        </p:nvSpPr>
        <p:spPr>
          <a:xfrm>
            <a:off x="2509971" y="582837"/>
            <a:ext cx="4149986"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Caminos alternos</a:t>
            </a:r>
            <a:endParaRPr lang="es-MX" sz="1100" noProof="0">
              <a:solidFill>
                <a:schemeClr val="tx1"/>
              </a:solidFill>
            </a:endParaRPr>
          </a:p>
          <a:p>
            <a:pPr algn="just"/>
            <a:endParaRPr lang="es-MX" sz="1100" noProof="0">
              <a:solidFill>
                <a:schemeClr val="tx1"/>
              </a:solidFill>
            </a:endParaRPr>
          </a:p>
        </p:txBody>
      </p:sp>
      <p:sp>
        <p:nvSpPr>
          <p:cNvPr id="4" name="CuadroTexto 3">
            <a:extLst>
              <a:ext uri="{FF2B5EF4-FFF2-40B4-BE49-F238E27FC236}">
                <a16:creationId xmlns:a16="http://schemas.microsoft.com/office/drawing/2014/main" id="{20ACEC21-137B-E7A4-5F11-589309324C0D}"/>
              </a:ext>
            </a:extLst>
          </p:cNvPr>
          <p:cNvSpPr txBox="1"/>
          <p:nvPr/>
        </p:nvSpPr>
        <p:spPr>
          <a:xfrm>
            <a:off x="3983801" y="1488082"/>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Espera de tractocamión</a:t>
            </a:r>
          </a:p>
        </p:txBody>
      </p:sp>
      <p:sp>
        <p:nvSpPr>
          <p:cNvPr id="6" name="CuadroTexto 5">
            <a:extLst>
              <a:ext uri="{FF2B5EF4-FFF2-40B4-BE49-F238E27FC236}">
                <a16:creationId xmlns:a16="http://schemas.microsoft.com/office/drawing/2014/main" id="{44DA9931-DC2B-4414-BC67-9BA25DD3CDB2}"/>
              </a:ext>
            </a:extLst>
          </p:cNvPr>
          <p:cNvSpPr txBox="1"/>
          <p:nvPr/>
        </p:nvSpPr>
        <p:spPr>
          <a:xfrm>
            <a:off x="3716313" y="190975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Es mucha la distancia entre el patio y la grúa</a:t>
            </a:r>
          </a:p>
        </p:txBody>
      </p:sp>
      <p:sp>
        <p:nvSpPr>
          <p:cNvPr id="9" name="CuadroTexto 8">
            <a:extLst>
              <a:ext uri="{FF2B5EF4-FFF2-40B4-BE49-F238E27FC236}">
                <a16:creationId xmlns:a16="http://schemas.microsoft.com/office/drawing/2014/main" id="{7A2545DC-DD94-D877-FB87-013B13BC45B4}"/>
              </a:ext>
            </a:extLst>
          </p:cNvPr>
          <p:cNvSpPr txBox="1"/>
          <p:nvPr/>
        </p:nvSpPr>
        <p:spPr>
          <a:xfrm>
            <a:off x="3737801" y="228364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Asignación del muelle 1 desde la planificación naviera</a:t>
            </a:r>
          </a:p>
        </p:txBody>
      </p:sp>
      <p:sp>
        <p:nvSpPr>
          <p:cNvPr id="10" name="CuadroTexto 9">
            <a:extLst>
              <a:ext uri="{FF2B5EF4-FFF2-40B4-BE49-F238E27FC236}">
                <a16:creationId xmlns:a16="http://schemas.microsoft.com/office/drawing/2014/main" id="{AFC90643-70F6-1678-078D-82086B3E6BCE}"/>
              </a:ext>
            </a:extLst>
          </p:cNvPr>
          <p:cNvSpPr txBox="1"/>
          <p:nvPr/>
        </p:nvSpPr>
        <p:spPr>
          <a:xfrm>
            <a:off x="3774064" y="265521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Muelle 5 no disponible para operaciones de contenedores</a:t>
            </a:r>
          </a:p>
        </p:txBody>
      </p:sp>
      <p:sp>
        <p:nvSpPr>
          <p:cNvPr id="12" name="CuadroTexto 11">
            <a:extLst>
              <a:ext uri="{FF2B5EF4-FFF2-40B4-BE49-F238E27FC236}">
                <a16:creationId xmlns:a16="http://schemas.microsoft.com/office/drawing/2014/main" id="{E066D540-5E46-F4CE-3799-362D2DC18172}"/>
              </a:ext>
            </a:extLst>
          </p:cNvPr>
          <p:cNvSpPr txBox="1"/>
          <p:nvPr/>
        </p:nvSpPr>
        <p:spPr>
          <a:xfrm>
            <a:off x="3774065" y="3053930"/>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Grúa MHC no se puede posicionar en el muelle 5 </a:t>
            </a:r>
          </a:p>
        </p:txBody>
      </p:sp>
      <p:sp>
        <p:nvSpPr>
          <p:cNvPr id="13" name="CuadroTexto 12">
            <a:extLst>
              <a:ext uri="{FF2B5EF4-FFF2-40B4-BE49-F238E27FC236}">
                <a16:creationId xmlns:a16="http://schemas.microsoft.com/office/drawing/2014/main" id="{A120B210-63A2-D2C6-0020-92824833031B}"/>
              </a:ext>
            </a:extLst>
          </p:cNvPr>
          <p:cNvSpPr txBox="1"/>
          <p:nvPr/>
        </p:nvSpPr>
        <p:spPr>
          <a:xfrm>
            <a:off x="3787318" y="3395971"/>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El peso de la MHC afecta la estructura del muelle 5</a:t>
            </a:r>
          </a:p>
        </p:txBody>
      </p:sp>
      <p:sp>
        <p:nvSpPr>
          <p:cNvPr id="21" name="CuadroTexto 20">
            <a:extLst>
              <a:ext uri="{FF2B5EF4-FFF2-40B4-BE49-F238E27FC236}">
                <a16:creationId xmlns:a16="http://schemas.microsoft.com/office/drawing/2014/main" id="{C0EA4428-A9DA-F008-D673-02962BF90092}"/>
              </a:ext>
            </a:extLst>
          </p:cNvPr>
          <p:cNvSpPr txBox="1"/>
          <p:nvPr/>
        </p:nvSpPr>
        <p:spPr>
          <a:xfrm>
            <a:off x="3716310" y="385459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Daño estructural del muelle 5</a:t>
            </a:r>
          </a:p>
        </p:txBody>
      </p:sp>
    </p:spTree>
    <p:extLst>
      <p:ext uri="{BB962C8B-B14F-4D97-AF65-F5344CB8AC3E}">
        <p14:creationId xmlns:p14="http://schemas.microsoft.com/office/powerpoint/2010/main" val="1158821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E2BF-3EB4-E2D1-B953-AE9C0D9A9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4A776-F69E-2500-4B8D-7F78CB88DD23}"/>
              </a:ext>
            </a:extLst>
          </p:cNvPr>
          <p:cNvSpPr>
            <a:spLocks noGrp="1"/>
          </p:cNvSpPr>
          <p:nvPr>
            <p:ph type="title"/>
          </p:nvPr>
        </p:nvSpPr>
        <p:spPr>
          <a:xfrm>
            <a:off x="330993" y="313420"/>
            <a:ext cx="8482014" cy="307777"/>
          </a:xfrm>
        </p:spPr>
        <p:txBody>
          <a:bodyPr/>
          <a:lstStyle/>
          <a:p>
            <a:pPr algn="ctr"/>
            <a:r>
              <a:rPr lang="es-MX" noProof="0"/>
              <a:t>5 Porqués</a:t>
            </a:r>
          </a:p>
        </p:txBody>
      </p:sp>
      <p:pic>
        <p:nvPicPr>
          <p:cNvPr id="5" name="Imagen 4" descr="Dibujo de una persona&#10;&#10;El contenido generado por IA puede ser incorrecto.">
            <a:extLst>
              <a:ext uri="{FF2B5EF4-FFF2-40B4-BE49-F238E27FC236}">
                <a16:creationId xmlns:a16="http://schemas.microsoft.com/office/drawing/2014/main" id="{568CDF63-329C-C650-1199-3D7CB3220F3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1" name="Rectángulo: esquinas redondeadas 10">
            <a:extLst>
              <a:ext uri="{FF2B5EF4-FFF2-40B4-BE49-F238E27FC236}">
                <a16:creationId xmlns:a16="http://schemas.microsoft.com/office/drawing/2014/main" id="{EC69BE10-53C3-555D-5EB8-A87244782A2C}"/>
              </a:ext>
            </a:extLst>
          </p:cNvPr>
          <p:cNvSpPr/>
          <p:nvPr/>
        </p:nvSpPr>
        <p:spPr>
          <a:xfrm>
            <a:off x="1993443" y="1231300"/>
            <a:ext cx="5177358" cy="302144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 name="Rectángulo 7">
            <a:extLst>
              <a:ext uri="{FF2B5EF4-FFF2-40B4-BE49-F238E27FC236}">
                <a16:creationId xmlns:a16="http://schemas.microsoft.com/office/drawing/2014/main" id="{C1998B42-D65B-9135-D2F8-F19E5D41C76F}"/>
              </a:ext>
            </a:extLst>
          </p:cNvPr>
          <p:cNvSpPr/>
          <p:nvPr/>
        </p:nvSpPr>
        <p:spPr>
          <a:xfrm>
            <a:off x="2789632" y="1388608"/>
            <a:ext cx="346165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5" name="Rectángulo 14">
            <a:extLst>
              <a:ext uri="{FF2B5EF4-FFF2-40B4-BE49-F238E27FC236}">
                <a16:creationId xmlns:a16="http://schemas.microsoft.com/office/drawing/2014/main" id="{046BF1E7-051A-D1DE-C824-505B78CE71DE}"/>
              </a:ext>
            </a:extLst>
          </p:cNvPr>
          <p:cNvSpPr/>
          <p:nvPr/>
        </p:nvSpPr>
        <p:spPr>
          <a:xfrm>
            <a:off x="2789632" y="1833526"/>
            <a:ext cx="1891925"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8" name="Rectángulo 17">
            <a:extLst>
              <a:ext uri="{FF2B5EF4-FFF2-40B4-BE49-F238E27FC236}">
                <a16:creationId xmlns:a16="http://schemas.microsoft.com/office/drawing/2014/main" id="{5A89579A-304A-516F-FAF8-DB74D3B04215}"/>
              </a:ext>
            </a:extLst>
          </p:cNvPr>
          <p:cNvSpPr/>
          <p:nvPr/>
        </p:nvSpPr>
        <p:spPr>
          <a:xfrm>
            <a:off x="2789630" y="2205020"/>
            <a:ext cx="1891928"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194B5268-A6EB-08C2-5C81-8C67EC9F186B}"/>
              </a:ext>
            </a:extLst>
          </p:cNvPr>
          <p:cNvSpPr/>
          <p:nvPr/>
        </p:nvSpPr>
        <p:spPr>
          <a:xfrm>
            <a:off x="2789631" y="2574196"/>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0" name="Rectángulo 19">
            <a:extLst>
              <a:ext uri="{FF2B5EF4-FFF2-40B4-BE49-F238E27FC236}">
                <a16:creationId xmlns:a16="http://schemas.microsoft.com/office/drawing/2014/main" id="{689EDB96-EE29-0D76-5431-CCDCCBB5CE85}"/>
              </a:ext>
            </a:extLst>
          </p:cNvPr>
          <p:cNvSpPr/>
          <p:nvPr/>
        </p:nvSpPr>
        <p:spPr>
          <a:xfrm>
            <a:off x="2789631" y="2949825"/>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C97A534D-B4A3-BE51-8023-204784DCFD17}"/>
              </a:ext>
            </a:extLst>
          </p:cNvPr>
          <p:cNvSpPr/>
          <p:nvPr/>
        </p:nvSpPr>
        <p:spPr>
          <a:xfrm>
            <a:off x="2789630" y="3758909"/>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4" name="Rectángulo 23">
            <a:extLst>
              <a:ext uri="{FF2B5EF4-FFF2-40B4-BE49-F238E27FC236}">
                <a16:creationId xmlns:a16="http://schemas.microsoft.com/office/drawing/2014/main" id="{48813544-A1A3-9008-A332-6B123211DFE0}"/>
              </a:ext>
            </a:extLst>
          </p:cNvPr>
          <p:cNvSpPr/>
          <p:nvPr/>
        </p:nvSpPr>
        <p:spPr>
          <a:xfrm>
            <a:off x="2789632" y="1386472"/>
            <a:ext cx="653143"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Causa</a:t>
            </a:r>
          </a:p>
        </p:txBody>
      </p:sp>
      <p:sp>
        <p:nvSpPr>
          <p:cNvPr id="27" name="Rectángulo 26">
            <a:extLst>
              <a:ext uri="{FF2B5EF4-FFF2-40B4-BE49-F238E27FC236}">
                <a16:creationId xmlns:a16="http://schemas.microsoft.com/office/drawing/2014/main" id="{C8D95E4A-F0CF-337D-A7CE-ABB55F0956EB}"/>
              </a:ext>
            </a:extLst>
          </p:cNvPr>
          <p:cNvSpPr/>
          <p:nvPr/>
        </p:nvSpPr>
        <p:spPr>
          <a:xfrm>
            <a:off x="2789630" y="2203788"/>
            <a:ext cx="653143" cy="330384"/>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2</a:t>
            </a:r>
          </a:p>
        </p:txBody>
      </p:sp>
      <p:sp>
        <p:nvSpPr>
          <p:cNvPr id="30" name="Rectángulo 29">
            <a:extLst>
              <a:ext uri="{FF2B5EF4-FFF2-40B4-BE49-F238E27FC236}">
                <a16:creationId xmlns:a16="http://schemas.microsoft.com/office/drawing/2014/main" id="{2D1401CB-A58C-34F2-F2BA-2D2E19FA5E6A}"/>
              </a:ext>
            </a:extLst>
          </p:cNvPr>
          <p:cNvSpPr/>
          <p:nvPr/>
        </p:nvSpPr>
        <p:spPr>
          <a:xfrm>
            <a:off x="2789631" y="1836833"/>
            <a:ext cx="653143" cy="325558"/>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1</a:t>
            </a:r>
          </a:p>
        </p:txBody>
      </p:sp>
      <p:sp>
        <p:nvSpPr>
          <p:cNvPr id="31" name="Rectángulo 30">
            <a:extLst>
              <a:ext uri="{FF2B5EF4-FFF2-40B4-BE49-F238E27FC236}">
                <a16:creationId xmlns:a16="http://schemas.microsoft.com/office/drawing/2014/main" id="{9790C004-73DE-434F-5BF5-5FB4DAEC6F93}"/>
              </a:ext>
            </a:extLst>
          </p:cNvPr>
          <p:cNvSpPr/>
          <p:nvPr/>
        </p:nvSpPr>
        <p:spPr>
          <a:xfrm>
            <a:off x="2789630" y="257722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3</a:t>
            </a:r>
          </a:p>
        </p:txBody>
      </p:sp>
      <p:sp>
        <p:nvSpPr>
          <p:cNvPr id="32" name="Rectángulo 31">
            <a:extLst>
              <a:ext uri="{FF2B5EF4-FFF2-40B4-BE49-F238E27FC236}">
                <a16:creationId xmlns:a16="http://schemas.microsoft.com/office/drawing/2014/main" id="{13C309E4-4892-AFC0-729F-11BA84EB0E10}"/>
              </a:ext>
            </a:extLst>
          </p:cNvPr>
          <p:cNvSpPr/>
          <p:nvPr/>
        </p:nvSpPr>
        <p:spPr>
          <a:xfrm>
            <a:off x="2789630" y="2950076"/>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4</a:t>
            </a:r>
          </a:p>
        </p:txBody>
      </p:sp>
      <p:sp>
        <p:nvSpPr>
          <p:cNvPr id="33" name="Rectángulo 32">
            <a:extLst>
              <a:ext uri="{FF2B5EF4-FFF2-40B4-BE49-F238E27FC236}">
                <a16:creationId xmlns:a16="http://schemas.microsoft.com/office/drawing/2014/main" id="{67E33DD8-6A7C-AB83-1675-CE605CA9F3E7}"/>
              </a:ext>
            </a:extLst>
          </p:cNvPr>
          <p:cNvSpPr/>
          <p:nvPr/>
        </p:nvSpPr>
        <p:spPr>
          <a:xfrm>
            <a:off x="2789630" y="3321744"/>
            <a:ext cx="1891927"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34" name="Rectángulo 33">
            <a:extLst>
              <a:ext uri="{FF2B5EF4-FFF2-40B4-BE49-F238E27FC236}">
                <a16:creationId xmlns:a16="http://schemas.microsoft.com/office/drawing/2014/main" id="{DBFF0283-F498-5358-01B9-285EC4BA911C}"/>
              </a:ext>
            </a:extLst>
          </p:cNvPr>
          <p:cNvSpPr/>
          <p:nvPr/>
        </p:nvSpPr>
        <p:spPr>
          <a:xfrm>
            <a:off x="2789629" y="3321995"/>
            <a:ext cx="653143" cy="32954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050" b="1" noProof="0">
                <a:solidFill>
                  <a:srgbClr val="FFFFFF"/>
                </a:solidFill>
              </a:rPr>
              <a:t>5</a:t>
            </a:r>
          </a:p>
        </p:txBody>
      </p:sp>
      <p:sp>
        <p:nvSpPr>
          <p:cNvPr id="35" name="Rectángulo 34">
            <a:extLst>
              <a:ext uri="{FF2B5EF4-FFF2-40B4-BE49-F238E27FC236}">
                <a16:creationId xmlns:a16="http://schemas.microsoft.com/office/drawing/2014/main" id="{AE4BFDF6-5A8F-1DC0-1F7A-369509463E55}"/>
              </a:ext>
            </a:extLst>
          </p:cNvPr>
          <p:cNvSpPr/>
          <p:nvPr/>
        </p:nvSpPr>
        <p:spPr>
          <a:xfrm>
            <a:off x="2789631" y="3757550"/>
            <a:ext cx="653142" cy="32886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rgbClr val="FFFFFF"/>
                </a:solidFill>
              </a:rPr>
              <a:t>Causa raíz identificada</a:t>
            </a:r>
          </a:p>
        </p:txBody>
      </p:sp>
      <p:pic>
        <p:nvPicPr>
          <p:cNvPr id="37" name="Gráfico 36" descr="Flecha lineal: curva con sentido de las agujas del reloj con relleno sólido">
            <a:extLst>
              <a:ext uri="{FF2B5EF4-FFF2-40B4-BE49-F238E27FC236}">
                <a16:creationId xmlns:a16="http://schemas.microsoft.com/office/drawing/2014/main" id="{1D9B63AA-58F1-F300-1DC1-C911DDA38A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002843"/>
            <a:ext cx="378983" cy="333662"/>
          </a:xfrm>
          <a:prstGeom prst="rect">
            <a:avLst/>
          </a:prstGeom>
          <a:effectLst>
            <a:outerShdw blurRad="50800" dist="38100" dir="2700000" algn="tl" rotWithShape="0">
              <a:prstClr val="black">
                <a:alpha val="40000"/>
              </a:prstClr>
            </a:outerShdw>
          </a:effectLst>
        </p:spPr>
      </p:pic>
      <p:pic>
        <p:nvPicPr>
          <p:cNvPr id="41" name="Gráfico 40" descr="Flecha lineal: curva con sentido de las agujas del reloj con relleno sólido">
            <a:extLst>
              <a:ext uri="{FF2B5EF4-FFF2-40B4-BE49-F238E27FC236}">
                <a16:creationId xmlns:a16="http://schemas.microsoft.com/office/drawing/2014/main" id="{FDB64E37-FE2B-1275-9B8A-5671301D4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0" y="2398163"/>
            <a:ext cx="378983" cy="333662"/>
          </a:xfrm>
          <a:prstGeom prst="rect">
            <a:avLst/>
          </a:prstGeom>
          <a:effectLst>
            <a:outerShdw blurRad="50800" dist="38100" dir="2700000" algn="tl" rotWithShape="0">
              <a:prstClr val="black">
                <a:alpha val="40000"/>
              </a:prstClr>
            </a:outerShdw>
          </a:effectLst>
        </p:spPr>
      </p:pic>
      <p:pic>
        <p:nvPicPr>
          <p:cNvPr id="42" name="Gráfico 41" descr="Flecha lineal: curva con sentido de las agujas del reloj con relleno sólido">
            <a:extLst>
              <a:ext uri="{FF2B5EF4-FFF2-40B4-BE49-F238E27FC236}">
                <a16:creationId xmlns:a16="http://schemas.microsoft.com/office/drawing/2014/main" id="{CA54D29F-6B43-68F2-2224-F618E0C6B5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21" y="2795586"/>
            <a:ext cx="378983" cy="333662"/>
          </a:xfrm>
          <a:prstGeom prst="rect">
            <a:avLst/>
          </a:prstGeom>
          <a:effectLst>
            <a:outerShdw blurRad="50800" dist="38100" dir="2700000" algn="tl" rotWithShape="0">
              <a:prstClr val="black">
                <a:alpha val="40000"/>
              </a:prstClr>
            </a:outerShdw>
          </a:effectLst>
        </p:spPr>
      </p:pic>
      <p:pic>
        <p:nvPicPr>
          <p:cNvPr id="43" name="Gráfico 42" descr="Flecha lineal: curva con sentido de las agujas del reloj con relleno sólido">
            <a:extLst>
              <a:ext uri="{FF2B5EF4-FFF2-40B4-BE49-F238E27FC236}">
                <a16:creationId xmlns:a16="http://schemas.microsoft.com/office/drawing/2014/main" id="{07E30804-741B-0AB2-3465-93FF745B73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66419" y="3200989"/>
            <a:ext cx="378983" cy="333662"/>
          </a:xfrm>
          <a:prstGeom prst="rect">
            <a:avLst/>
          </a:prstGeom>
          <a:effectLst>
            <a:outerShdw blurRad="50800" dist="38100" dir="2700000" algn="tl" rotWithShape="0">
              <a:prstClr val="black">
                <a:alpha val="40000"/>
              </a:prstClr>
            </a:outerShdw>
          </a:effectLst>
        </p:spPr>
      </p:pic>
      <p:sp>
        <p:nvSpPr>
          <p:cNvPr id="44" name="Title 1">
            <a:extLst>
              <a:ext uri="{FF2B5EF4-FFF2-40B4-BE49-F238E27FC236}">
                <a16:creationId xmlns:a16="http://schemas.microsoft.com/office/drawing/2014/main" id="{D0983DB0-1E34-17C2-862D-175A622EC49A}"/>
              </a:ext>
            </a:extLst>
          </p:cNvPr>
          <p:cNvSpPr txBox="1">
            <a:spLocks/>
          </p:cNvSpPr>
          <p:nvPr/>
        </p:nvSpPr>
        <p:spPr>
          <a:xfrm rot="18276484">
            <a:off x="2060572" y="170006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5" name="Title 1">
            <a:extLst>
              <a:ext uri="{FF2B5EF4-FFF2-40B4-BE49-F238E27FC236}">
                <a16:creationId xmlns:a16="http://schemas.microsoft.com/office/drawing/2014/main" id="{2E125AEF-D8BA-4117-1C43-29FC46092FA7}"/>
              </a:ext>
            </a:extLst>
          </p:cNvPr>
          <p:cNvSpPr txBox="1">
            <a:spLocks/>
          </p:cNvSpPr>
          <p:nvPr/>
        </p:nvSpPr>
        <p:spPr>
          <a:xfrm rot="18276484">
            <a:off x="2066975" y="2551482"/>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6" name="Title 1">
            <a:extLst>
              <a:ext uri="{FF2B5EF4-FFF2-40B4-BE49-F238E27FC236}">
                <a16:creationId xmlns:a16="http://schemas.microsoft.com/office/drawing/2014/main" id="{82546748-2886-9316-0B30-BE2176073660}"/>
              </a:ext>
            </a:extLst>
          </p:cNvPr>
          <p:cNvSpPr txBox="1">
            <a:spLocks/>
          </p:cNvSpPr>
          <p:nvPr/>
        </p:nvSpPr>
        <p:spPr>
          <a:xfrm rot="18276484">
            <a:off x="2066159" y="2967060"/>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sp>
        <p:nvSpPr>
          <p:cNvPr id="48" name="Title 1">
            <a:extLst>
              <a:ext uri="{FF2B5EF4-FFF2-40B4-BE49-F238E27FC236}">
                <a16:creationId xmlns:a16="http://schemas.microsoft.com/office/drawing/2014/main" id="{5634F339-A5E2-0C6F-1ECC-45ACBE5E063C}"/>
              </a:ext>
            </a:extLst>
          </p:cNvPr>
          <p:cNvSpPr txBox="1">
            <a:spLocks/>
          </p:cNvSpPr>
          <p:nvPr/>
        </p:nvSpPr>
        <p:spPr>
          <a:xfrm rot="18276484">
            <a:off x="2069057" y="3365961"/>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49" name="Gráfico 48" descr="Flecha lineal: curva con sentido de las agujas del reloj con relleno sólido">
            <a:extLst>
              <a:ext uri="{FF2B5EF4-FFF2-40B4-BE49-F238E27FC236}">
                <a16:creationId xmlns:a16="http://schemas.microsoft.com/office/drawing/2014/main" id="{0F137454-AA78-AFCC-0478-52E3F9C8C7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8954590" flipH="1">
            <a:off x="2495211" y="1577751"/>
            <a:ext cx="378983" cy="333662"/>
          </a:xfrm>
          <a:prstGeom prst="rect">
            <a:avLst/>
          </a:prstGeom>
          <a:effectLst>
            <a:outerShdw blurRad="50800" dist="38100" dir="2700000" algn="tl" rotWithShape="0">
              <a:prstClr val="black">
                <a:alpha val="40000"/>
              </a:prstClr>
            </a:outerShdw>
          </a:effectLst>
        </p:spPr>
      </p:pic>
      <p:sp>
        <p:nvSpPr>
          <p:cNvPr id="50" name="Title 1">
            <a:extLst>
              <a:ext uri="{FF2B5EF4-FFF2-40B4-BE49-F238E27FC236}">
                <a16:creationId xmlns:a16="http://schemas.microsoft.com/office/drawing/2014/main" id="{EEB777B2-CFB5-42F2-4B3F-89893DFB3C2A}"/>
              </a:ext>
            </a:extLst>
          </p:cNvPr>
          <p:cNvSpPr txBox="1">
            <a:spLocks/>
          </p:cNvSpPr>
          <p:nvPr/>
        </p:nvSpPr>
        <p:spPr>
          <a:xfrm rot="18276484">
            <a:off x="2066160" y="2165205"/>
            <a:ext cx="623980" cy="15388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000" b="0" noProof="0">
                <a:solidFill>
                  <a:schemeClr val="bg1"/>
                </a:solidFill>
              </a:rPr>
              <a:t>¿Por qué?</a:t>
            </a:r>
          </a:p>
        </p:txBody>
      </p:sp>
      <p:pic>
        <p:nvPicPr>
          <p:cNvPr id="51" name="Gráfico 50" descr="Flecha lineal: curva con sentido de las agujas del reloj con relleno sólido">
            <a:extLst>
              <a:ext uri="{FF2B5EF4-FFF2-40B4-BE49-F238E27FC236}">
                <a16:creationId xmlns:a16="http://schemas.microsoft.com/office/drawing/2014/main" id="{A5EF2DD5-0824-BA43-21D2-F0F9D853F2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74083" y="1570797"/>
            <a:ext cx="378983" cy="333662"/>
          </a:xfrm>
          <a:prstGeom prst="rect">
            <a:avLst/>
          </a:prstGeom>
          <a:effectLst>
            <a:outerShdw blurRad="50800" dist="38100" dir="2700000" algn="tl" rotWithShape="0">
              <a:prstClr val="black">
                <a:alpha val="40000"/>
              </a:prstClr>
            </a:outerShdw>
          </a:effectLst>
        </p:spPr>
      </p:pic>
      <p:pic>
        <p:nvPicPr>
          <p:cNvPr id="52" name="Gráfico 51" descr="Flecha lineal: curva con sentido de las agujas del reloj con relleno sólido">
            <a:extLst>
              <a:ext uri="{FF2B5EF4-FFF2-40B4-BE49-F238E27FC236}">
                <a16:creationId xmlns:a16="http://schemas.microsoft.com/office/drawing/2014/main" id="{2FD3880A-2B05-06B7-0083-65A237914F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1962324"/>
            <a:ext cx="378983" cy="333662"/>
          </a:xfrm>
          <a:prstGeom prst="rect">
            <a:avLst/>
          </a:prstGeom>
          <a:effectLst>
            <a:outerShdw blurRad="50800" dist="38100" dir="2700000" algn="tl" rotWithShape="0">
              <a:prstClr val="black">
                <a:alpha val="40000"/>
              </a:prstClr>
            </a:outerShdw>
          </a:effectLst>
        </p:spPr>
      </p:pic>
      <p:pic>
        <p:nvPicPr>
          <p:cNvPr id="53" name="Gráfico 52" descr="Flecha lineal: curva con sentido de las agujas del reloj con relleno sólido">
            <a:extLst>
              <a:ext uri="{FF2B5EF4-FFF2-40B4-BE49-F238E27FC236}">
                <a16:creationId xmlns:a16="http://schemas.microsoft.com/office/drawing/2014/main" id="{582A73D6-8559-53D0-1077-BDEB81BC48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1" y="2378920"/>
            <a:ext cx="378983" cy="333662"/>
          </a:xfrm>
          <a:prstGeom prst="rect">
            <a:avLst/>
          </a:prstGeom>
          <a:effectLst>
            <a:outerShdw blurRad="50800" dist="38100" dir="2700000" algn="tl" rotWithShape="0">
              <a:prstClr val="black">
                <a:alpha val="40000"/>
              </a:prstClr>
            </a:outerShdw>
          </a:effectLst>
        </p:spPr>
      </p:pic>
      <p:pic>
        <p:nvPicPr>
          <p:cNvPr id="54" name="Gráfico 53" descr="Flecha lineal: curva con sentido de las agujas del reloj con relleno sólido">
            <a:extLst>
              <a:ext uri="{FF2B5EF4-FFF2-40B4-BE49-F238E27FC236}">
                <a16:creationId xmlns:a16="http://schemas.microsoft.com/office/drawing/2014/main" id="{DA6846B1-6572-900F-B70C-D9A13925DF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60" y="2785848"/>
            <a:ext cx="378983" cy="333662"/>
          </a:xfrm>
          <a:prstGeom prst="rect">
            <a:avLst/>
          </a:prstGeom>
          <a:effectLst>
            <a:outerShdw blurRad="50800" dist="38100" dir="2700000" algn="tl" rotWithShape="0">
              <a:prstClr val="black">
                <a:alpha val="40000"/>
              </a:prstClr>
            </a:outerShdw>
          </a:effectLst>
        </p:spPr>
      </p:pic>
      <p:pic>
        <p:nvPicPr>
          <p:cNvPr id="55" name="Gráfico 54" descr="Flecha lineal: curva con sentido de las agujas del reloj con relleno sólido">
            <a:extLst>
              <a:ext uri="{FF2B5EF4-FFF2-40B4-BE49-F238E27FC236}">
                <a16:creationId xmlns:a16="http://schemas.microsoft.com/office/drawing/2014/main" id="{6890D066-D23D-546C-2377-A81A0EC265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205152" flipH="1">
            <a:off x="6193657" y="3162307"/>
            <a:ext cx="378983" cy="333662"/>
          </a:xfrm>
          <a:prstGeom prst="rect">
            <a:avLst/>
          </a:prstGeom>
          <a:effectLst>
            <a:outerShdw blurRad="50800" dist="38100" dir="2700000" algn="tl" rotWithShape="0">
              <a:prstClr val="black">
                <a:alpha val="40000"/>
              </a:prstClr>
            </a:outerShdw>
          </a:effectLst>
        </p:spPr>
      </p:pic>
      <p:sp>
        <p:nvSpPr>
          <p:cNvPr id="56" name="Title 1">
            <a:extLst>
              <a:ext uri="{FF2B5EF4-FFF2-40B4-BE49-F238E27FC236}">
                <a16:creationId xmlns:a16="http://schemas.microsoft.com/office/drawing/2014/main" id="{2BFD590F-341E-7A8F-2F7C-0845F8CCAC1A}"/>
              </a:ext>
            </a:extLst>
          </p:cNvPr>
          <p:cNvSpPr txBox="1">
            <a:spLocks/>
          </p:cNvSpPr>
          <p:nvPr/>
        </p:nvSpPr>
        <p:spPr>
          <a:xfrm rot="18276484">
            <a:off x="6361626" y="1574636"/>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7" name="Title 1">
            <a:extLst>
              <a:ext uri="{FF2B5EF4-FFF2-40B4-BE49-F238E27FC236}">
                <a16:creationId xmlns:a16="http://schemas.microsoft.com/office/drawing/2014/main" id="{D42C89C2-13F2-940D-F12A-7BD74758C395}"/>
              </a:ext>
            </a:extLst>
          </p:cNvPr>
          <p:cNvSpPr txBox="1">
            <a:spLocks/>
          </p:cNvSpPr>
          <p:nvPr/>
        </p:nvSpPr>
        <p:spPr>
          <a:xfrm rot="18276484">
            <a:off x="6385809" y="1959824"/>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8" name="Title 1">
            <a:extLst>
              <a:ext uri="{FF2B5EF4-FFF2-40B4-BE49-F238E27FC236}">
                <a16:creationId xmlns:a16="http://schemas.microsoft.com/office/drawing/2014/main" id="{D51E11EF-DC08-BC69-97C0-AED09764BEF8}"/>
              </a:ext>
            </a:extLst>
          </p:cNvPr>
          <p:cNvSpPr txBox="1">
            <a:spLocks/>
          </p:cNvSpPr>
          <p:nvPr/>
        </p:nvSpPr>
        <p:spPr>
          <a:xfrm rot="18276484">
            <a:off x="6385808" y="2357595"/>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59" name="Title 1">
            <a:extLst>
              <a:ext uri="{FF2B5EF4-FFF2-40B4-BE49-F238E27FC236}">
                <a16:creationId xmlns:a16="http://schemas.microsoft.com/office/drawing/2014/main" id="{5378B352-75CE-FD3C-CDB4-119135E803A2}"/>
              </a:ext>
            </a:extLst>
          </p:cNvPr>
          <p:cNvSpPr txBox="1">
            <a:spLocks/>
          </p:cNvSpPr>
          <p:nvPr/>
        </p:nvSpPr>
        <p:spPr>
          <a:xfrm rot="18276484">
            <a:off x="6385807" y="2784831"/>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60" name="Title 1">
            <a:extLst>
              <a:ext uri="{FF2B5EF4-FFF2-40B4-BE49-F238E27FC236}">
                <a16:creationId xmlns:a16="http://schemas.microsoft.com/office/drawing/2014/main" id="{BBC06B54-EF21-D9D5-B1DC-194280ADD677}"/>
              </a:ext>
            </a:extLst>
          </p:cNvPr>
          <p:cNvSpPr txBox="1">
            <a:spLocks/>
          </p:cNvSpPr>
          <p:nvPr/>
        </p:nvSpPr>
        <p:spPr>
          <a:xfrm rot="18276484">
            <a:off x="6424949" y="3144849"/>
            <a:ext cx="739521" cy="13849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r>
              <a:rPr lang="es-MX" sz="900" b="0" noProof="0">
                <a:solidFill>
                  <a:schemeClr val="bg1"/>
                </a:solidFill>
              </a:rPr>
              <a:t>Puede causar</a:t>
            </a:r>
          </a:p>
        </p:txBody>
      </p:sp>
      <p:sp>
        <p:nvSpPr>
          <p:cNvPr id="3" name="CuadroTexto 7">
            <a:extLst>
              <a:ext uri="{FF2B5EF4-FFF2-40B4-BE49-F238E27FC236}">
                <a16:creationId xmlns:a16="http://schemas.microsoft.com/office/drawing/2014/main" id="{1EC92BB5-96D3-6999-EAF1-64167883EE38}"/>
              </a:ext>
            </a:extLst>
          </p:cNvPr>
          <p:cNvSpPr txBox="1"/>
          <p:nvPr/>
        </p:nvSpPr>
        <p:spPr>
          <a:xfrm>
            <a:off x="2509971" y="582837"/>
            <a:ext cx="4149986" cy="51552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Caminos alternos</a:t>
            </a:r>
            <a:endParaRPr lang="es-MX" sz="1100" noProof="0">
              <a:solidFill>
                <a:schemeClr val="tx1"/>
              </a:solidFill>
            </a:endParaRPr>
          </a:p>
          <a:p>
            <a:pPr algn="just"/>
            <a:endParaRPr lang="es-MX" sz="1100" noProof="0">
              <a:solidFill>
                <a:schemeClr val="tx1"/>
              </a:solidFill>
            </a:endParaRPr>
          </a:p>
        </p:txBody>
      </p:sp>
      <p:sp>
        <p:nvSpPr>
          <p:cNvPr id="4" name="CuadroTexto 3">
            <a:extLst>
              <a:ext uri="{FF2B5EF4-FFF2-40B4-BE49-F238E27FC236}">
                <a16:creationId xmlns:a16="http://schemas.microsoft.com/office/drawing/2014/main" id="{2181ECBE-2673-1AF0-3ED3-9445A728D24E}"/>
              </a:ext>
            </a:extLst>
          </p:cNvPr>
          <p:cNvSpPr txBox="1"/>
          <p:nvPr/>
        </p:nvSpPr>
        <p:spPr>
          <a:xfrm>
            <a:off x="3983801" y="1488082"/>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Espera de tractocamión</a:t>
            </a:r>
          </a:p>
        </p:txBody>
      </p:sp>
      <p:sp>
        <p:nvSpPr>
          <p:cNvPr id="9" name="Rectángulo 8">
            <a:extLst>
              <a:ext uri="{FF2B5EF4-FFF2-40B4-BE49-F238E27FC236}">
                <a16:creationId xmlns:a16="http://schemas.microsoft.com/office/drawing/2014/main" id="{7299631C-8231-8F25-634C-A4C16C98561E}"/>
              </a:ext>
            </a:extLst>
          </p:cNvPr>
          <p:cNvSpPr/>
          <p:nvPr/>
        </p:nvSpPr>
        <p:spPr>
          <a:xfrm>
            <a:off x="4712541" y="1832125"/>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3" name="Rectángulo 12">
            <a:extLst>
              <a:ext uri="{FF2B5EF4-FFF2-40B4-BE49-F238E27FC236}">
                <a16:creationId xmlns:a16="http://schemas.microsoft.com/office/drawing/2014/main" id="{819E93FD-161D-7878-130E-23EC651360A6}"/>
              </a:ext>
            </a:extLst>
          </p:cNvPr>
          <p:cNvSpPr/>
          <p:nvPr/>
        </p:nvSpPr>
        <p:spPr>
          <a:xfrm>
            <a:off x="4717303" y="2942497"/>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4" name="Rectángulo 13">
            <a:extLst>
              <a:ext uri="{FF2B5EF4-FFF2-40B4-BE49-F238E27FC236}">
                <a16:creationId xmlns:a16="http://schemas.microsoft.com/office/drawing/2014/main" id="{F5778C9F-DAFB-A002-5C66-B0C6E0308312}"/>
              </a:ext>
            </a:extLst>
          </p:cNvPr>
          <p:cNvSpPr/>
          <p:nvPr/>
        </p:nvSpPr>
        <p:spPr>
          <a:xfrm>
            <a:off x="4717302" y="2566778"/>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6" name="Rectángulo 15">
            <a:extLst>
              <a:ext uri="{FF2B5EF4-FFF2-40B4-BE49-F238E27FC236}">
                <a16:creationId xmlns:a16="http://schemas.microsoft.com/office/drawing/2014/main" id="{245F482E-5E87-AE74-6961-44448AC77F47}"/>
              </a:ext>
            </a:extLst>
          </p:cNvPr>
          <p:cNvSpPr/>
          <p:nvPr/>
        </p:nvSpPr>
        <p:spPr>
          <a:xfrm>
            <a:off x="4717302" y="2203788"/>
            <a:ext cx="1527251" cy="33125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7" name="Rectángulo 16">
            <a:extLst>
              <a:ext uri="{FF2B5EF4-FFF2-40B4-BE49-F238E27FC236}">
                <a16:creationId xmlns:a16="http://schemas.microsoft.com/office/drawing/2014/main" id="{CA68B75A-1E08-5FD7-437E-F9013467E35C}"/>
              </a:ext>
            </a:extLst>
          </p:cNvPr>
          <p:cNvSpPr/>
          <p:nvPr/>
        </p:nvSpPr>
        <p:spPr>
          <a:xfrm>
            <a:off x="4717302" y="3317401"/>
            <a:ext cx="1527251" cy="337549"/>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1" name="Rectángulo 20">
            <a:extLst>
              <a:ext uri="{FF2B5EF4-FFF2-40B4-BE49-F238E27FC236}">
                <a16:creationId xmlns:a16="http://schemas.microsoft.com/office/drawing/2014/main" id="{24BF5537-3FBF-41A8-2484-057754379CF3}"/>
              </a:ext>
            </a:extLst>
          </p:cNvPr>
          <p:cNvSpPr/>
          <p:nvPr/>
        </p:nvSpPr>
        <p:spPr>
          <a:xfrm rot="10800000" flipV="1">
            <a:off x="3445945" y="1755362"/>
            <a:ext cx="1235612" cy="65985"/>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400" b="1" noProof="0">
              <a:solidFill>
                <a:srgbClr val="FFFFFF"/>
              </a:solidFill>
            </a:endParaRPr>
          </a:p>
        </p:txBody>
      </p:sp>
      <p:sp>
        <p:nvSpPr>
          <p:cNvPr id="23" name="Rectángulo 22">
            <a:extLst>
              <a:ext uri="{FF2B5EF4-FFF2-40B4-BE49-F238E27FC236}">
                <a16:creationId xmlns:a16="http://schemas.microsoft.com/office/drawing/2014/main" id="{73C2F6E1-60A3-A4EA-18E8-3D98330DDDBE}"/>
              </a:ext>
            </a:extLst>
          </p:cNvPr>
          <p:cNvSpPr/>
          <p:nvPr/>
        </p:nvSpPr>
        <p:spPr>
          <a:xfrm rot="10800000" flipV="1">
            <a:off x="4715677" y="1755554"/>
            <a:ext cx="1527251" cy="65986"/>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400" b="1" noProof="0">
              <a:solidFill>
                <a:srgbClr val="FFFFFF"/>
              </a:solidFill>
            </a:endParaRPr>
          </a:p>
        </p:txBody>
      </p:sp>
      <p:sp>
        <p:nvSpPr>
          <p:cNvPr id="25" name="CuadroTexto 24">
            <a:extLst>
              <a:ext uri="{FF2B5EF4-FFF2-40B4-BE49-F238E27FC236}">
                <a16:creationId xmlns:a16="http://schemas.microsoft.com/office/drawing/2014/main" id="{9DDE2EC4-45C2-9363-590A-6BC111F56EAF}"/>
              </a:ext>
            </a:extLst>
          </p:cNvPr>
          <p:cNvSpPr txBox="1"/>
          <p:nvPr/>
        </p:nvSpPr>
        <p:spPr>
          <a:xfrm>
            <a:off x="3865583" y="1751652"/>
            <a:ext cx="355600" cy="7676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500" b="1" noProof="0">
                <a:solidFill>
                  <a:schemeClr val="bg1"/>
                </a:solidFill>
              </a:rPr>
              <a:t>A</a:t>
            </a:r>
          </a:p>
        </p:txBody>
      </p:sp>
      <p:sp>
        <p:nvSpPr>
          <p:cNvPr id="26" name="CuadroTexto 25">
            <a:extLst>
              <a:ext uri="{FF2B5EF4-FFF2-40B4-BE49-F238E27FC236}">
                <a16:creationId xmlns:a16="http://schemas.microsoft.com/office/drawing/2014/main" id="{111441EA-C8BA-5E82-89FB-5F846E2841DE}"/>
              </a:ext>
            </a:extLst>
          </p:cNvPr>
          <p:cNvSpPr txBox="1"/>
          <p:nvPr/>
        </p:nvSpPr>
        <p:spPr>
          <a:xfrm>
            <a:off x="5322308" y="1753689"/>
            <a:ext cx="355600" cy="7676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500" b="1" noProof="0">
                <a:solidFill>
                  <a:schemeClr val="bg1"/>
                </a:solidFill>
              </a:rPr>
              <a:t>B</a:t>
            </a:r>
          </a:p>
        </p:txBody>
      </p:sp>
      <p:sp>
        <p:nvSpPr>
          <p:cNvPr id="28" name="Rectángulo 27">
            <a:extLst>
              <a:ext uri="{FF2B5EF4-FFF2-40B4-BE49-F238E27FC236}">
                <a16:creationId xmlns:a16="http://schemas.microsoft.com/office/drawing/2014/main" id="{7B2596C2-0F3A-2BDF-435C-BFA9EFA5D932}"/>
              </a:ext>
            </a:extLst>
          </p:cNvPr>
          <p:cNvSpPr/>
          <p:nvPr/>
        </p:nvSpPr>
        <p:spPr>
          <a:xfrm>
            <a:off x="4715677" y="3758909"/>
            <a:ext cx="1527251" cy="328865"/>
          </a:xfrm>
          <a:prstGeom prst="rect">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9" name="CuadroTexto 28">
            <a:extLst>
              <a:ext uri="{FF2B5EF4-FFF2-40B4-BE49-F238E27FC236}">
                <a16:creationId xmlns:a16="http://schemas.microsoft.com/office/drawing/2014/main" id="{66B68F62-F2A5-82B6-8B9F-4FA614EE152C}"/>
              </a:ext>
            </a:extLst>
          </p:cNvPr>
          <p:cNvSpPr txBox="1"/>
          <p:nvPr/>
        </p:nvSpPr>
        <p:spPr>
          <a:xfrm>
            <a:off x="3525613" y="1911545"/>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Es mucha la distancia entre el patio y la grúa</a:t>
            </a:r>
          </a:p>
        </p:txBody>
      </p:sp>
      <p:sp>
        <p:nvSpPr>
          <p:cNvPr id="36" name="CuadroTexto 35">
            <a:extLst>
              <a:ext uri="{FF2B5EF4-FFF2-40B4-BE49-F238E27FC236}">
                <a16:creationId xmlns:a16="http://schemas.microsoft.com/office/drawing/2014/main" id="{C2428E91-9D5F-A2BA-FF44-39AFD1A8B02A}"/>
              </a:ext>
            </a:extLst>
          </p:cNvPr>
          <p:cNvSpPr txBox="1"/>
          <p:nvPr/>
        </p:nvSpPr>
        <p:spPr>
          <a:xfrm>
            <a:off x="3459584" y="2283643"/>
            <a:ext cx="1196875"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Asignación del muelle 1 desde la planificación naviera</a:t>
            </a:r>
          </a:p>
        </p:txBody>
      </p:sp>
      <p:sp>
        <p:nvSpPr>
          <p:cNvPr id="38" name="CuadroTexto 37">
            <a:extLst>
              <a:ext uri="{FF2B5EF4-FFF2-40B4-BE49-F238E27FC236}">
                <a16:creationId xmlns:a16="http://schemas.microsoft.com/office/drawing/2014/main" id="{1C8735E3-5DA7-8EC0-2A54-2886A464A86E}"/>
              </a:ext>
            </a:extLst>
          </p:cNvPr>
          <p:cNvSpPr txBox="1"/>
          <p:nvPr/>
        </p:nvSpPr>
        <p:spPr>
          <a:xfrm>
            <a:off x="3531656" y="2652410"/>
            <a:ext cx="1072452"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Muelle 5 no disponible para operaciones de contenedores</a:t>
            </a:r>
          </a:p>
        </p:txBody>
      </p:sp>
      <p:sp>
        <p:nvSpPr>
          <p:cNvPr id="39" name="CuadroTexto 38">
            <a:extLst>
              <a:ext uri="{FF2B5EF4-FFF2-40B4-BE49-F238E27FC236}">
                <a16:creationId xmlns:a16="http://schemas.microsoft.com/office/drawing/2014/main" id="{5976DEDD-3FDD-F841-9347-18E95C235937}"/>
              </a:ext>
            </a:extLst>
          </p:cNvPr>
          <p:cNvSpPr txBox="1"/>
          <p:nvPr/>
        </p:nvSpPr>
        <p:spPr>
          <a:xfrm>
            <a:off x="3530720" y="3025934"/>
            <a:ext cx="1059712"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Grúa MHC no se puede posicionar en el muelle 5 </a:t>
            </a:r>
          </a:p>
        </p:txBody>
      </p:sp>
      <p:sp>
        <p:nvSpPr>
          <p:cNvPr id="40" name="CuadroTexto 39">
            <a:extLst>
              <a:ext uri="{FF2B5EF4-FFF2-40B4-BE49-F238E27FC236}">
                <a16:creationId xmlns:a16="http://schemas.microsoft.com/office/drawing/2014/main" id="{0834158D-4BEE-EFB3-23D9-8F40300F5D23}"/>
              </a:ext>
            </a:extLst>
          </p:cNvPr>
          <p:cNvSpPr txBox="1"/>
          <p:nvPr/>
        </p:nvSpPr>
        <p:spPr>
          <a:xfrm>
            <a:off x="3607220" y="3404861"/>
            <a:ext cx="945634"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El peso de la MHC afecta la estructura del muelle 5</a:t>
            </a:r>
          </a:p>
        </p:txBody>
      </p:sp>
      <p:sp>
        <p:nvSpPr>
          <p:cNvPr id="47" name="CuadroTexto 46">
            <a:extLst>
              <a:ext uri="{FF2B5EF4-FFF2-40B4-BE49-F238E27FC236}">
                <a16:creationId xmlns:a16="http://schemas.microsoft.com/office/drawing/2014/main" id="{88F51140-AB71-023B-26A1-93AF1097B1A3}"/>
              </a:ext>
            </a:extLst>
          </p:cNvPr>
          <p:cNvSpPr txBox="1"/>
          <p:nvPr/>
        </p:nvSpPr>
        <p:spPr>
          <a:xfrm>
            <a:off x="3448450" y="3834689"/>
            <a:ext cx="1233107"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Daño estructural del muelle 5</a:t>
            </a:r>
          </a:p>
        </p:txBody>
      </p:sp>
      <p:sp>
        <p:nvSpPr>
          <p:cNvPr id="61" name="CuadroTexto 60">
            <a:extLst>
              <a:ext uri="{FF2B5EF4-FFF2-40B4-BE49-F238E27FC236}">
                <a16:creationId xmlns:a16="http://schemas.microsoft.com/office/drawing/2014/main" id="{9469BAFD-693F-C1AC-149C-FA49FC74CB1B}"/>
              </a:ext>
            </a:extLst>
          </p:cNvPr>
          <p:cNvSpPr txBox="1"/>
          <p:nvPr/>
        </p:nvSpPr>
        <p:spPr>
          <a:xfrm>
            <a:off x="4941559" y="1934087"/>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El tractocamión tarda mucho en el patio</a:t>
            </a:r>
          </a:p>
        </p:txBody>
      </p:sp>
      <p:sp>
        <p:nvSpPr>
          <p:cNvPr id="62" name="CuadroTexto 61">
            <a:extLst>
              <a:ext uri="{FF2B5EF4-FFF2-40B4-BE49-F238E27FC236}">
                <a16:creationId xmlns:a16="http://schemas.microsoft.com/office/drawing/2014/main" id="{C26FD80E-D24E-4F66-5FAD-C0A28C722239}"/>
              </a:ext>
            </a:extLst>
          </p:cNvPr>
          <p:cNvSpPr txBox="1"/>
          <p:nvPr/>
        </p:nvSpPr>
        <p:spPr>
          <a:xfrm>
            <a:off x="4961090" y="2270173"/>
            <a:ext cx="1064819"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Hay una fila de tractocamiones esperando en el patio</a:t>
            </a:r>
          </a:p>
        </p:txBody>
      </p:sp>
      <p:sp>
        <p:nvSpPr>
          <p:cNvPr id="63" name="CuadroTexto 62">
            <a:extLst>
              <a:ext uri="{FF2B5EF4-FFF2-40B4-BE49-F238E27FC236}">
                <a16:creationId xmlns:a16="http://schemas.microsoft.com/office/drawing/2014/main" id="{7E9F104F-D179-E2ED-B7A5-7B3815B711AC}"/>
              </a:ext>
            </a:extLst>
          </p:cNvPr>
          <p:cNvSpPr txBox="1"/>
          <p:nvPr/>
        </p:nvSpPr>
        <p:spPr>
          <a:xfrm>
            <a:off x="4831722" y="2648668"/>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La </a:t>
            </a:r>
            <a:r>
              <a:rPr lang="es-MX" sz="700" noProof="0" err="1">
                <a:solidFill>
                  <a:schemeClr val="bg1"/>
                </a:solidFill>
              </a:rPr>
              <a:t>reach</a:t>
            </a:r>
            <a:r>
              <a:rPr lang="es-MX" sz="700" noProof="0">
                <a:solidFill>
                  <a:schemeClr val="bg1"/>
                </a:solidFill>
              </a:rPr>
              <a:t> </a:t>
            </a:r>
            <a:r>
              <a:rPr lang="es-MX" sz="700" noProof="0" err="1">
                <a:solidFill>
                  <a:schemeClr val="bg1"/>
                </a:solidFill>
              </a:rPr>
              <a:t>stacker</a:t>
            </a:r>
            <a:r>
              <a:rPr lang="es-MX" sz="700" noProof="0">
                <a:solidFill>
                  <a:schemeClr val="bg1"/>
                </a:solidFill>
              </a:rPr>
              <a:t> se encuentra haciendo movimientos de </a:t>
            </a:r>
            <a:r>
              <a:rPr lang="es-MX" sz="700" noProof="0" err="1">
                <a:solidFill>
                  <a:schemeClr val="bg1"/>
                </a:solidFill>
              </a:rPr>
              <a:t>reestiba</a:t>
            </a:r>
            <a:endParaRPr lang="es-MX" sz="700" noProof="0">
              <a:solidFill>
                <a:schemeClr val="bg1"/>
              </a:solidFill>
            </a:endParaRPr>
          </a:p>
        </p:txBody>
      </p:sp>
      <p:sp>
        <p:nvSpPr>
          <p:cNvPr id="64" name="CuadroTexto 63">
            <a:extLst>
              <a:ext uri="{FF2B5EF4-FFF2-40B4-BE49-F238E27FC236}">
                <a16:creationId xmlns:a16="http://schemas.microsoft.com/office/drawing/2014/main" id="{BE55BD32-0C81-65E3-D890-F0B29C594CA3}"/>
              </a:ext>
            </a:extLst>
          </p:cNvPr>
          <p:cNvSpPr txBox="1"/>
          <p:nvPr/>
        </p:nvSpPr>
        <p:spPr>
          <a:xfrm>
            <a:off x="4831722" y="3018300"/>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La secuencia de embarque no se planificó a tiempo para dejar la carga a la mano</a:t>
            </a:r>
          </a:p>
        </p:txBody>
      </p:sp>
      <p:sp>
        <p:nvSpPr>
          <p:cNvPr id="65" name="CuadroTexto 64">
            <a:extLst>
              <a:ext uri="{FF2B5EF4-FFF2-40B4-BE49-F238E27FC236}">
                <a16:creationId xmlns:a16="http://schemas.microsoft.com/office/drawing/2014/main" id="{03E746EF-29CC-7BFF-135D-92569E1CACB5}"/>
              </a:ext>
            </a:extLst>
          </p:cNvPr>
          <p:cNvSpPr txBox="1"/>
          <p:nvPr/>
        </p:nvSpPr>
        <p:spPr>
          <a:xfrm>
            <a:off x="4856230" y="3400184"/>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La lista de embarque fue enviada con poco tiempo de anticipación </a:t>
            </a:r>
          </a:p>
        </p:txBody>
      </p:sp>
      <p:sp>
        <p:nvSpPr>
          <p:cNvPr id="66" name="CuadroTexto 65">
            <a:extLst>
              <a:ext uri="{FF2B5EF4-FFF2-40B4-BE49-F238E27FC236}">
                <a16:creationId xmlns:a16="http://schemas.microsoft.com/office/drawing/2014/main" id="{FFC1CE18-BBF6-1B18-82F4-636C875D3F11}"/>
              </a:ext>
            </a:extLst>
          </p:cNvPr>
          <p:cNvSpPr txBox="1"/>
          <p:nvPr/>
        </p:nvSpPr>
        <p:spPr>
          <a:xfrm>
            <a:off x="4856230" y="3830432"/>
            <a:ext cx="132355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Se recibe muy tarde  la información de embarque </a:t>
            </a:r>
          </a:p>
        </p:txBody>
      </p:sp>
      <p:sp>
        <p:nvSpPr>
          <p:cNvPr id="67" name="Rectángulo: esquinas redondeadas 66">
            <a:extLst>
              <a:ext uri="{FF2B5EF4-FFF2-40B4-BE49-F238E27FC236}">
                <a16:creationId xmlns:a16="http://schemas.microsoft.com/office/drawing/2014/main" id="{F1F76A76-5E0A-A7CB-E3D1-FB5B09CD4664}"/>
              </a:ext>
            </a:extLst>
          </p:cNvPr>
          <p:cNvSpPr/>
          <p:nvPr/>
        </p:nvSpPr>
        <p:spPr>
          <a:xfrm>
            <a:off x="2015429" y="4378536"/>
            <a:ext cx="5177358" cy="55519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Es posible que los caminos alternos conduzcan a la misma causa raíz</a:t>
            </a:r>
          </a:p>
        </p:txBody>
      </p:sp>
    </p:spTree>
    <p:extLst>
      <p:ext uri="{BB962C8B-B14F-4D97-AF65-F5344CB8AC3E}">
        <p14:creationId xmlns:p14="http://schemas.microsoft.com/office/powerpoint/2010/main" val="840489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F32D0-2735-D2EE-5F2F-6812C4241216}"/>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AF7BB692-70B1-9FF6-39EA-4F5C1F0AB393}"/>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D3B82F16-B6A4-80DE-9D9B-BDA70A3CA35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D3B82F16-B6A4-80DE-9D9B-BDA70A3CA3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B61082F7-4082-3B95-353C-8B5B9AC793F1}"/>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4A76A944-A072-D745-F7A2-ADB2632C93FB}"/>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C6BD259C-6D4B-5C8F-A719-8599C388F90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84505DAD-B24A-60E8-5FCD-235566A966D7}"/>
              </a:ext>
            </a:extLst>
          </p:cNvPr>
          <p:cNvSpPr txBox="1">
            <a:spLocks/>
          </p:cNvSpPr>
          <p:nvPr/>
        </p:nvSpPr>
        <p:spPr>
          <a:xfrm>
            <a:off x="653586" y="2680100"/>
            <a:ext cx="3751435" cy="1252715"/>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Haz las preguntas en equipo</a:t>
            </a:r>
          </a:p>
          <a:p>
            <a:pPr marL="285750" indent="-285750" algn="just">
              <a:lnSpc>
                <a:spcPct val="150000"/>
              </a:lnSpc>
              <a:buFont typeface="Arial" panose="020B0604020202020204" pitchFamily="34" charset="0"/>
              <a:buChar char="•"/>
            </a:pPr>
            <a:r>
              <a:rPr lang="es-MX" sz="1400" b="0" noProof="0">
                <a:solidFill>
                  <a:schemeClr val="bg1"/>
                </a:solidFill>
              </a:rPr>
              <a:t>Usa datos, no suposiciones</a:t>
            </a:r>
          </a:p>
          <a:p>
            <a:pPr marL="285750" indent="-285750" algn="just">
              <a:lnSpc>
                <a:spcPct val="150000"/>
              </a:lnSpc>
              <a:buFont typeface="Arial" panose="020B0604020202020204" pitchFamily="34" charset="0"/>
              <a:buChar char="•"/>
            </a:pPr>
            <a:r>
              <a:rPr lang="es-MX" sz="1400" b="0" noProof="0">
                <a:solidFill>
                  <a:schemeClr val="bg1"/>
                </a:solidFill>
              </a:rPr>
              <a:t>Aplica el “por lo tanto”</a:t>
            </a:r>
          </a:p>
          <a:p>
            <a:pPr marL="285750" indent="-285750" algn="just">
              <a:lnSpc>
                <a:spcPct val="150000"/>
              </a:lnSpc>
              <a:buFont typeface="Arial" panose="020B0604020202020204" pitchFamily="34" charset="0"/>
              <a:buChar char="•"/>
            </a:pPr>
            <a:r>
              <a:rPr lang="es-MX" sz="1400" b="0" noProof="0">
                <a:solidFill>
                  <a:schemeClr val="bg1"/>
                </a:solidFill>
              </a:rPr>
              <a:t>Detente cuando llegues a la causa raíz</a:t>
            </a:r>
          </a:p>
        </p:txBody>
      </p:sp>
      <p:sp>
        <p:nvSpPr>
          <p:cNvPr id="9" name="Title 1">
            <a:extLst>
              <a:ext uri="{FF2B5EF4-FFF2-40B4-BE49-F238E27FC236}">
                <a16:creationId xmlns:a16="http://schemas.microsoft.com/office/drawing/2014/main" id="{72D87584-5998-E8C6-C7C9-09B0FB612510}"/>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5 Porqués</a:t>
            </a:r>
          </a:p>
        </p:txBody>
      </p:sp>
      <p:sp>
        <p:nvSpPr>
          <p:cNvPr id="10" name="CuadroTexto 7">
            <a:extLst>
              <a:ext uri="{FF2B5EF4-FFF2-40B4-BE49-F238E27FC236}">
                <a16:creationId xmlns:a16="http://schemas.microsoft.com/office/drawing/2014/main" id="{86274E80-1E2E-795A-7561-9EE6C440A756}"/>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err="1">
                <a:solidFill>
                  <a:schemeClr val="bg1"/>
                </a:solidFill>
              </a:rPr>
              <a:t>Tips</a:t>
            </a:r>
            <a:r>
              <a:rPr lang="es-MX" sz="1100" b="1" noProof="0" dirty="0">
                <a:solidFill>
                  <a:schemeClr val="bg1"/>
                </a:solidFill>
              </a:rPr>
              <a:t> y errores comunes</a:t>
            </a:r>
          </a:p>
          <a:p>
            <a:pPr algn="ctr">
              <a:lnSpc>
                <a:spcPct val="150000"/>
              </a:lnSpc>
            </a:pP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sp>
        <p:nvSpPr>
          <p:cNvPr id="12" name="Title 1">
            <a:extLst>
              <a:ext uri="{FF2B5EF4-FFF2-40B4-BE49-F238E27FC236}">
                <a16:creationId xmlns:a16="http://schemas.microsoft.com/office/drawing/2014/main" id="{96943968-8C5C-339F-3120-62CE98A49A8F}"/>
              </a:ext>
            </a:extLst>
          </p:cNvPr>
          <p:cNvSpPr txBox="1">
            <a:spLocks/>
          </p:cNvSpPr>
          <p:nvPr/>
        </p:nvSpPr>
        <p:spPr>
          <a:xfrm>
            <a:off x="4951951" y="2685843"/>
            <a:ext cx="3751435" cy="1899046"/>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Quedarte en síntomas superficiales</a:t>
            </a:r>
          </a:p>
          <a:p>
            <a:pPr marL="285750" indent="-285750" algn="just">
              <a:lnSpc>
                <a:spcPct val="150000"/>
              </a:lnSpc>
              <a:buFont typeface="Arial" panose="020B0604020202020204" pitchFamily="34" charset="0"/>
              <a:buChar char="•"/>
            </a:pPr>
            <a:r>
              <a:rPr lang="es-MX" sz="1400" b="0" noProof="0">
                <a:solidFill>
                  <a:schemeClr val="bg1"/>
                </a:solidFill>
              </a:rPr>
              <a:t>Respuestas vagas o genéricas</a:t>
            </a:r>
          </a:p>
          <a:p>
            <a:pPr marL="285750" indent="-285750" algn="just">
              <a:lnSpc>
                <a:spcPct val="150000"/>
              </a:lnSpc>
              <a:buFont typeface="Arial" panose="020B0604020202020204" pitchFamily="34" charset="0"/>
              <a:buChar char="•"/>
            </a:pPr>
            <a:r>
              <a:rPr lang="es-MX" sz="1400" b="0" noProof="0">
                <a:solidFill>
                  <a:schemeClr val="bg1"/>
                </a:solidFill>
              </a:rPr>
              <a:t>Forzar llegar a 5 preguntas</a:t>
            </a:r>
          </a:p>
          <a:p>
            <a:pPr marL="285750" indent="-285750" algn="just">
              <a:lnSpc>
                <a:spcPct val="150000"/>
              </a:lnSpc>
              <a:buFont typeface="Arial" panose="020B0604020202020204" pitchFamily="34" charset="0"/>
              <a:buChar char="•"/>
            </a:pPr>
            <a:r>
              <a:rPr lang="es-MX" sz="1400" b="0" noProof="0">
                <a:solidFill>
                  <a:schemeClr val="bg1"/>
                </a:solidFill>
              </a:rPr>
              <a:t>No validar la causa raíz</a:t>
            </a: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233A0FC6-9347-2975-A382-9DE0999EF9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54E87C61-17EA-D20B-2BFE-E24DBBE4EAEC}"/>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Evita</a:t>
            </a:r>
          </a:p>
        </p:txBody>
      </p:sp>
      <p:sp>
        <p:nvSpPr>
          <p:cNvPr id="17" name="CuadroTexto 16">
            <a:extLst>
              <a:ext uri="{FF2B5EF4-FFF2-40B4-BE49-F238E27FC236}">
                <a16:creationId xmlns:a16="http://schemas.microsoft.com/office/drawing/2014/main" id="{5902ED29-FB13-42B1-4190-EFF11309EE39}"/>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a:t>
            </a:r>
          </a:p>
        </p:txBody>
      </p:sp>
    </p:spTree>
    <p:extLst>
      <p:ext uri="{BB962C8B-B14F-4D97-AF65-F5344CB8AC3E}">
        <p14:creationId xmlns:p14="http://schemas.microsoft.com/office/powerpoint/2010/main" val="1001983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67330-DF81-68CA-EF3F-CB195556EEB7}"/>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28457DFE-EC52-CB53-7F00-D2E8FCC982FE}"/>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06E1B47A-CA8B-E3E3-627F-F2C96116330E}"/>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8D9A305B-C337-3AC5-FDF9-CA4D04079EAF}"/>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1AC9BED7-CA5A-8400-CFF7-4F9771D5F374}"/>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12816FD2-C1C7-D4AC-F3C5-9396D5088157}"/>
              </a:ext>
            </a:extLst>
          </p:cNvPr>
          <p:cNvSpPr>
            <a:spLocks noGrp="1"/>
          </p:cNvSpPr>
          <p:nvPr>
            <p:ph type="title"/>
          </p:nvPr>
        </p:nvSpPr>
        <p:spPr>
          <a:xfrm>
            <a:off x="330993" y="313420"/>
            <a:ext cx="8482014" cy="307777"/>
          </a:xfrm>
        </p:spPr>
        <p:txBody>
          <a:bodyPr/>
          <a:lstStyle/>
          <a:p>
            <a:pPr algn="ctr"/>
            <a:r>
              <a:rPr lang="es-MX" noProof="0" dirty="0"/>
              <a:t>Actividad 8</a:t>
            </a:r>
          </a:p>
        </p:txBody>
      </p:sp>
      <p:sp>
        <p:nvSpPr>
          <p:cNvPr id="3" name="CuadroTexto 7">
            <a:extLst>
              <a:ext uri="{FF2B5EF4-FFF2-40B4-BE49-F238E27FC236}">
                <a16:creationId xmlns:a16="http://schemas.microsoft.com/office/drawing/2014/main" id="{EB8690E7-DC47-F712-6ADB-43D6A53D4B3D}"/>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Desenterrando la verdad</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B2504C91-2FBE-275C-984A-FAF20E9523D8}"/>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805A96C1-9154-8186-B779-68E347EFA9DF}"/>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 de 5 porques </a:t>
            </a:r>
          </a:p>
        </p:txBody>
      </p:sp>
      <p:sp>
        <p:nvSpPr>
          <p:cNvPr id="25" name="CuadroTexto 7">
            <a:extLst>
              <a:ext uri="{FF2B5EF4-FFF2-40B4-BE49-F238E27FC236}">
                <a16:creationId xmlns:a16="http://schemas.microsoft.com/office/drawing/2014/main" id="{773A83AB-B400-037F-75AA-3C1AA5CF578C}"/>
              </a:ext>
            </a:extLst>
          </p:cNvPr>
          <p:cNvSpPr txBox="1"/>
          <p:nvPr/>
        </p:nvSpPr>
        <p:spPr>
          <a:xfrm>
            <a:off x="2512674" y="3872239"/>
            <a:ext cx="4244510"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endParaRPr lang="es-MX" sz="1100" noProof="0">
              <a:solidFill>
                <a:schemeClr val="bg1"/>
              </a:solidFill>
            </a:endParaRPr>
          </a:p>
          <a:p>
            <a:pPr algn="ctr"/>
            <a:r>
              <a:rPr lang="es-MX" sz="1100" noProof="0">
                <a:solidFill>
                  <a:schemeClr val="bg1"/>
                </a:solidFill>
              </a:rPr>
              <a:t>Avance del proyecto final hasta el análisis de los 5 porqués </a:t>
            </a:r>
          </a:p>
        </p:txBody>
      </p:sp>
      <p:sp>
        <p:nvSpPr>
          <p:cNvPr id="8" name="Title 1">
            <a:extLst>
              <a:ext uri="{FF2B5EF4-FFF2-40B4-BE49-F238E27FC236}">
                <a16:creationId xmlns:a16="http://schemas.microsoft.com/office/drawing/2014/main" id="{60C8F547-E549-E5EC-F015-5BDDCC59F968}"/>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a:t>
            </a:r>
            <a:r>
              <a:rPr lang="es-MX" sz="1400" noProof="0" err="1">
                <a:solidFill>
                  <a:schemeClr val="bg1"/>
                </a:solidFill>
              </a:rPr>
              <a:t>duos</a:t>
            </a:r>
            <a:endParaRPr lang="es-MX" sz="1400" b="0" noProof="0">
              <a:solidFill>
                <a:schemeClr val="bg1"/>
              </a:solidFill>
            </a:endParaRPr>
          </a:p>
        </p:txBody>
      </p:sp>
      <p:sp>
        <p:nvSpPr>
          <p:cNvPr id="20" name="Title 1">
            <a:extLst>
              <a:ext uri="{FF2B5EF4-FFF2-40B4-BE49-F238E27FC236}">
                <a16:creationId xmlns:a16="http://schemas.microsoft.com/office/drawing/2014/main" id="{AB094605-E7C6-A708-8F72-94E60DA6934F}"/>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Reflexión entre los miembros</a:t>
            </a:r>
          </a:p>
        </p:txBody>
      </p:sp>
      <p:pic>
        <p:nvPicPr>
          <p:cNvPr id="21" name="Gráfico 20" descr="Lluvia de ideas de grupo con relleno sólido">
            <a:extLst>
              <a:ext uri="{FF2B5EF4-FFF2-40B4-BE49-F238E27FC236}">
                <a16:creationId xmlns:a16="http://schemas.microsoft.com/office/drawing/2014/main" id="{F2B4F83F-2B37-F95B-CA8C-91AF86CCE1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43239" y="1747596"/>
            <a:ext cx="1112454" cy="1112454"/>
          </a:xfrm>
          <a:prstGeom prst="rect">
            <a:avLst/>
          </a:prstGeom>
        </p:spPr>
      </p:pic>
      <p:pic>
        <p:nvPicPr>
          <p:cNvPr id="4" name="Gráfico 3" descr="Perfil de hombre con relleno sólido">
            <a:extLst>
              <a:ext uri="{FF2B5EF4-FFF2-40B4-BE49-F238E27FC236}">
                <a16:creationId xmlns:a16="http://schemas.microsoft.com/office/drawing/2014/main" id="{753389AA-0E58-43BF-EFE0-F9490CBD9C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9436" y="1665521"/>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A0B81E1A-FC33-E0FB-F759-DD59F92383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8877" y="1665521"/>
            <a:ext cx="1102058" cy="1102058"/>
          </a:xfrm>
          <a:prstGeom prst="rect">
            <a:avLst/>
          </a:prstGeom>
        </p:spPr>
      </p:pic>
      <p:sp>
        <p:nvSpPr>
          <p:cNvPr id="14" name="Rectángulo 13">
            <a:extLst>
              <a:ext uri="{FF2B5EF4-FFF2-40B4-BE49-F238E27FC236}">
                <a16:creationId xmlns:a16="http://schemas.microsoft.com/office/drawing/2014/main" id="{DBE0505B-C0A1-7CBD-0321-692E2062A23E}"/>
              </a:ext>
            </a:extLst>
          </p:cNvPr>
          <p:cNvSpPr/>
          <p:nvPr/>
        </p:nvSpPr>
        <p:spPr>
          <a:xfrm flipV="1">
            <a:off x="4138519" y="1747596"/>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7" name="Rectángulo 16">
            <a:extLst>
              <a:ext uri="{FF2B5EF4-FFF2-40B4-BE49-F238E27FC236}">
                <a16:creationId xmlns:a16="http://schemas.microsoft.com/office/drawing/2014/main" id="{B70C2B2D-76B8-2224-37FB-795EAC07FBAC}"/>
              </a:ext>
            </a:extLst>
          </p:cNvPr>
          <p:cNvSpPr/>
          <p:nvPr/>
        </p:nvSpPr>
        <p:spPr>
          <a:xfrm flipV="1">
            <a:off x="4147385" y="1953169"/>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19" name="Rectángulo 18">
            <a:extLst>
              <a:ext uri="{FF2B5EF4-FFF2-40B4-BE49-F238E27FC236}">
                <a16:creationId xmlns:a16="http://schemas.microsoft.com/office/drawing/2014/main" id="{01D7711A-4F11-640D-814D-8F649213F5BA}"/>
              </a:ext>
            </a:extLst>
          </p:cNvPr>
          <p:cNvSpPr/>
          <p:nvPr/>
        </p:nvSpPr>
        <p:spPr>
          <a:xfrm flipV="1">
            <a:off x="4147384" y="2170205"/>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2" name="Rectángulo 21">
            <a:extLst>
              <a:ext uri="{FF2B5EF4-FFF2-40B4-BE49-F238E27FC236}">
                <a16:creationId xmlns:a16="http://schemas.microsoft.com/office/drawing/2014/main" id="{4323E6C9-6D59-81F3-26BF-EF39B9833BC5}"/>
              </a:ext>
            </a:extLst>
          </p:cNvPr>
          <p:cNvSpPr/>
          <p:nvPr/>
        </p:nvSpPr>
        <p:spPr>
          <a:xfrm flipV="1">
            <a:off x="4147383" y="2389180"/>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6" name="Rectángulo 25">
            <a:extLst>
              <a:ext uri="{FF2B5EF4-FFF2-40B4-BE49-F238E27FC236}">
                <a16:creationId xmlns:a16="http://schemas.microsoft.com/office/drawing/2014/main" id="{010E69C2-4602-EB1B-0A5B-C1B40259A660}"/>
              </a:ext>
            </a:extLst>
          </p:cNvPr>
          <p:cNvSpPr/>
          <p:nvPr/>
        </p:nvSpPr>
        <p:spPr>
          <a:xfrm flipV="1">
            <a:off x="4147383" y="2603182"/>
            <a:ext cx="849227" cy="151139"/>
          </a:xfrm>
          <a:prstGeom prst="rect">
            <a:avLst/>
          </a:prstGeom>
          <a:solidFill>
            <a:schemeClr val="bg1"/>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7" name="Gráfico 26" descr="Flecha lineal: curva con sentido de las agujas del reloj con relleno sólido">
            <a:extLst>
              <a:ext uri="{FF2B5EF4-FFF2-40B4-BE49-F238E27FC236}">
                <a16:creationId xmlns:a16="http://schemas.microsoft.com/office/drawing/2014/main" id="{2D403E86-A5F1-F180-DF06-E7BD932CC0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4072" y="1831649"/>
            <a:ext cx="221847" cy="195317"/>
          </a:xfrm>
          <a:prstGeom prst="rect">
            <a:avLst/>
          </a:prstGeom>
          <a:effectLst>
            <a:outerShdw blurRad="50800" dist="38100" dir="2700000" algn="tl" rotWithShape="0">
              <a:prstClr val="black">
                <a:alpha val="40000"/>
              </a:prstClr>
            </a:outerShdw>
          </a:effectLst>
        </p:spPr>
      </p:pic>
      <p:pic>
        <p:nvPicPr>
          <p:cNvPr id="29" name="Gráfico 28" descr="Flecha lineal: curva con sentido de las agujas del reloj con relleno sólido">
            <a:extLst>
              <a:ext uri="{FF2B5EF4-FFF2-40B4-BE49-F238E27FC236}">
                <a16:creationId xmlns:a16="http://schemas.microsoft.com/office/drawing/2014/main" id="{AF6F2807-1237-792D-EBD9-EA5CF65760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8620" y="2083038"/>
            <a:ext cx="221847" cy="195317"/>
          </a:xfrm>
          <a:prstGeom prst="rect">
            <a:avLst/>
          </a:prstGeom>
          <a:effectLst>
            <a:outerShdw blurRad="50800" dist="38100" dir="2700000" algn="tl" rotWithShape="0">
              <a:prstClr val="black">
                <a:alpha val="40000"/>
              </a:prstClr>
            </a:outerShdw>
          </a:effectLst>
        </p:spPr>
      </p:pic>
      <p:pic>
        <p:nvPicPr>
          <p:cNvPr id="30" name="Gráfico 29" descr="Flecha lineal: curva con sentido de las agujas del reloj con relleno sólido">
            <a:extLst>
              <a:ext uri="{FF2B5EF4-FFF2-40B4-BE49-F238E27FC236}">
                <a16:creationId xmlns:a16="http://schemas.microsoft.com/office/drawing/2014/main" id="{0CA70026-890A-9D5F-37A2-513F6F5D29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64072" y="2301063"/>
            <a:ext cx="221847" cy="195317"/>
          </a:xfrm>
          <a:prstGeom prst="rect">
            <a:avLst/>
          </a:prstGeom>
          <a:effectLst>
            <a:outerShdw blurRad="50800" dist="38100" dir="2700000" algn="tl" rotWithShape="0">
              <a:prstClr val="black">
                <a:alpha val="40000"/>
              </a:prstClr>
            </a:outerShdw>
          </a:effectLst>
        </p:spPr>
      </p:pic>
      <p:pic>
        <p:nvPicPr>
          <p:cNvPr id="34" name="Gráfico 33" descr="Flecha lineal: curva con sentido de las agujas del reloj con relleno sólido">
            <a:extLst>
              <a:ext uri="{FF2B5EF4-FFF2-40B4-BE49-F238E27FC236}">
                <a16:creationId xmlns:a16="http://schemas.microsoft.com/office/drawing/2014/main" id="{CBE93378-2A25-44FF-8CBF-015FC6916EF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8954590" flipH="1">
            <a:off x="3959522" y="2552743"/>
            <a:ext cx="221847" cy="195317"/>
          </a:xfrm>
          <a:prstGeom prst="rect">
            <a:avLst/>
          </a:prstGeom>
          <a:effectLst>
            <a:outerShdw blurRad="50800" dist="38100" dir="2700000" algn="tl" rotWithShape="0">
              <a:prstClr val="black">
                <a:alpha val="40000"/>
              </a:prstClr>
            </a:outerShdw>
          </a:effectLst>
        </p:spPr>
      </p:pic>
      <p:pic>
        <p:nvPicPr>
          <p:cNvPr id="35" name="Gráfico 34" descr="Flecha lineal: curva con sentido de las agujas del reloj con relleno sólido">
            <a:extLst>
              <a:ext uri="{FF2B5EF4-FFF2-40B4-BE49-F238E27FC236}">
                <a16:creationId xmlns:a16="http://schemas.microsoft.com/office/drawing/2014/main" id="{C073F579-22C0-E663-DF28-E62D33373FB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53804" y="1830407"/>
            <a:ext cx="221847" cy="195317"/>
          </a:xfrm>
          <a:prstGeom prst="rect">
            <a:avLst/>
          </a:prstGeom>
          <a:effectLst>
            <a:outerShdw blurRad="50800" dist="38100" dir="2700000" algn="tl" rotWithShape="0">
              <a:prstClr val="black">
                <a:alpha val="40000"/>
              </a:prstClr>
            </a:outerShdw>
          </a:effectLst>
        </p:spPr>
      </p:pic>
      <p:pic>
        <p:nvPicPr>
          <p:cNvPr id="36" name="Gráfico 35" descr="Flecha lineal: curva con sentido de las agujas del reloj con relleno sólido">
            <a:extLst>
              <a:ext uri="{FF2B5EF4-FFF2-40B4-BE49-F238E27FC236}">
                <a16:creationId xmlns:a16="http://schemas.microsoft.com/office/drawing/2014/main" id="{57647373-60FF-E03F-A621-35E04D475E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58352" y="2067688"/>
            <a:ext cx="221847" cy="195317"/>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F07BEC82-902E-A8DB-2EE3-E1C1E95B9A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65083" y="2297237"/>
            <a:ext cx="221847" cy="195317"/>
          </a:xfrm>
          <a:prstGeom prst="rect">
            <a:avLst/>
          </a:prstGeom>
          <a:effectLst>
            <a:outerShdw blurRad="50800" dist="38100" dir="2700000" algn="tl" rotWithShape="0">
              <a:prstClr val="black">
                <a:alpha val="40000"/>
              </a:prstClr>
            </a:outerShdw>
          </a:effectLst>
        </p:spPr>
      </p:pic>
      <p:pic>
        <p:nvPicPr>
          <p:cNvPr id="38" name="Gráfico 37" descr="Flecha lineal: curva con sentido de las agujas del reloj con relleno sólido">
            <a:extLst>
              <a:ext uri="{FF2B5EF4-FFF2-40B4-BE49-F238E27FC236}">
                <a16:creationId xmlns:a16="http://schemas.microsoft.com/office/drawing/2014/main" id="{9D1DAF4C-8AAA-A48C-77D9-400B1BD227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9656065" flipH="1">
            <a:off x="4969634" y="2527652"/>
            <a:ext cx="221847" cy="195317"/>
          </a:xfrm>
          <a:prstGeom prst="rect">
            <a:avLst/>
          </a:prstGeom>
          <a:effectLst>
            <a:outerShdw blurRad="50800" dist="38100" dir="2700000" algn="tl" rotWithShape="0">
              <a:prstClr val="black">
                <a:alpha val="40000"/>
              </a:prstClr>
            </a:outerShdw>
          </a:effectLst>
        </p:spPr>
      </p:pic>
      <p:pic>
        <p:nvPicPr>
          <p:cNvPr id="18" name="Gráfico 17" descr="Cursor con relleno sólido">
            <a:extLst>
              <a:ext uri="{FF2B5EF4-FFF2-40B4-BE49-F238E27FC236}">
                <a16:creationId xmlns:a16="http://schemas.microsoft.com/office/drawing/2014/main" id="{121FCA18-5B3A-D679-623D-21EB9ADE7E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315804" y="4314686"/>
            <a:ext cx="515394" cy="515394"/>
          </a:xfrm>
          <a:prstGeom prst="rect">
            <a:avLst/>
          </a:prstGeom>
        </p:spPr>
      </p:pic>
      <p:sp>
        <p:nvSpPr>
          <p:cNvPr id="9" name="CuadroTexto 8">
            <a:extLst>
              <a:ext uri="{FF2B5EF4-FFF2-40B4-BE49-F238E27FC236}">
                <a16:creationId xmlns:a16="http://schemas.microsoft.com/office/drawing/2014/main" id="{86570A8E-69E4-C793-2683-DA5840B51BD8}"/>
              </a:ext>
            </a:extLst>
          </p:cNvPr>
          <p:cNvSpPr txBox="1"/>
          <p:nvPr/>
        </p:nvSpPr>
        <p:spPr>
          <a:xfrm>
            <a:off x="434271" y="4048408"/>
            <a:ext cx="4572000" cy="30008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7">
                  <a:extLst>
                    <a:ext uri="{A12FA001-AC4F-418D-AE19-62706E023703}">
                      <ahyp:hlinkClr xmlns:ahyp="http://schemas.microsoft.com/office/drawing/2018/hyperlinkcolor" val="tx"/>
                    </a:ext>
                  </a:extLst>
                </a:hlinkClick>
              </a:rPr>
              <a:t>Plantilla 5 porqués.</a:t>
            </a:r>
            <a:endParaRPr lang="es-MX" noProof="0">
              <a:solidFill>
                <a:schemeClr val="accent6"/>
              </a:solidFill>
            </a:endParaRPr>
          </a:p>
        </p:txBody>
      </p:sp>
    </p:spTree>
    <p:extLst>
      <p:ext uri="{BB962C8B-B14F-4D97-AF65-F5344CB8AC3E}">
        <p14:creationId xmlns:p14="http://schemas.microsoft.com/office/powerpoint/2010/main" val="2283906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091BC-3C78-788B-E399-33D4038483D7}"/>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D2CD168-1BC5-682A-0031-860DD89908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D2CD168-1BC5-682A-0031-860DD899083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73CF26FD-D773-BD18-4F2D-A46A998AA9AD}"/>
              </a:ext>
            </a:extLst>
          </p:cNvPr>
          <p:cNvSpPr>
            <a:spLocks noGrp="1"/>
          </p:cNvSpPr>
          <p:nvPr>
            <p:ph type="title"/>
          </p:nvPr>
        </p:nvSpPr>
        <p:spPr>
          <a:xfrm>
            <a:off x="3937397" y="242102"/>
            <a:ext cx="1708118" cy="307777"/>
          </a:xfrm>
        </p:spPr>
        <p:txBody>
          <a:bodyPr vert="horz"/>
          <a:lstStyle/>
          <a:p>
            <a:r>
              <a:rPr lang="es-MX" noProof="0"/>
              <a:t>Reflexión</a:t>
            </a:r>
          </a:p>
        </p:txBody>
      </p:sp>
      <p:pic>
        <p:nvPicPr>
          <p:cNvPr id="4" name="Imagen 3" descr="Imagen que contiene Icono&#10;&#10;El contenido generado por IA puede ser incorrecto.">
            <a:extLst>
              <a:ext uri="{FF2B5EF4-FFF2-40B4-BE49-F238E27FC236}">
                <a16:creationId xmlns:a16="http://schemas.microsoft.com/office/drawing/2014/main" id="{2C72823C-4161-32B0-2703-4C1A07D2083A}"/>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B9478EE-A28C-60CE-56C9-3B57CE948B18}"/>
              </a:ext>
            </a:extLst>
          </p:cNvPr>
          <p:cNvSpPr/>
          <p:nvPr/>
        </p:nvSpPr>
        <p:spPr>
          <a:xfrm>
            <a:off x="836676" y="1417517"/>
            <a:ext cx="7470648" cy="270791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¿Consideras que es complicado encontrar la causa raíz?</a:t>
            </a:r>
          </a:p>
          <a:p>
            <a:pPr algn="ctr">
              <a:lnSpc>
                <a:spcPct val="250000"/>
              </a:lnSpc>
            </a:pPr>
            <a:r>
              <a:rPr lang="es-MX" sz="1600" b="1" noProof="0">
                <a:solidFill>
                  <a:srgbClr val="FFFFFF"/>
                </a:solidFill>
              </a:rPr>
              <a:t>¿Cuáles fueron los principales inconvenientes durante el análisis?</a:t>
            </a:r>
          </a:p>
          <a:p>
            <a:pPr algn="ctr">
              <a:lnSpc>
                <a:spcPct val="250000"/>
              </a:lnSpc>
            </a:pPr>
            <a:r>
              <a:rPr lang="es-MX" sz="1600" b="1" noProof="0">
                <a:solidFill>
                  <a:srgbClr val="FFFFFF"/>
                </a:solidFill>
              </a:rPr>
              <a:t>¿Qué recomendaciones le darías a una persona nueva para hacer un buen análisis?</a:t>
            </a:r>
          </a:p>
        </p:txBody>
      </p:sp>
    </p:spTree>
    <p:extLst>
      <p:ext uri="{BB962C8B-B14F-4D97-AF65-F5344CB8AC3E}">
        <p14:creationId xmlns:p14="http://schemas.microsoft.com/office/powerpoint/2010/main" val="755044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FA57D-2885-E4EE-A184-24283CD40376}"/>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CCB1BCA1-836A-1267-EE36-C89DAC0391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CCB1BCA1-836A-1267-EE36-C89DAC0391D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6DF38653-51BE-2BCE-99C1-CDBF2DF01661}"/>
              </a:ext>
            </a:extLst>
          </p:cNvPr>
          <p:cNvSpPr>
            <a:spLocks noGrp="1"/>
          </p:cNvSpPr>
          <p:nvPr>
            <p:ph type="title"/>
          </p:nvPr>
        </p:nvSpPr>
        <p:spPr>
          <a:xfrm>
            <a:off x="3547797" y="242102"/>
            <a:ext cx="2240766" cy="615553"/>
          </a:xfrm>
        </p:spPr>
        <p:txBody>
          <a:bodyPr vert="horz"/>
          <a:lstStyle/>
          <a:p>
            <a:r>
              <a:rPr lang="es-MX" noProof="0"/>
              <a:t>Contramedidas</a:t>
            </a:r>
          </a:p>
        </p:txBody>
      </p:sp>
      <p:pic>
        <p:nvPicPr>
          <p:cNvPr id="4" name="Imagen 3" descr="Imagen que contiene Icono&#10;&#10;El contenido generado por IA puede ser incorrecto.">
            <a:extLst>
              <a:ext uri="{FF2B5EF4-FFF2-40B4-BE49-F238E27FC236}">
                <a16:creationId xmlns:a16="http://schemas.microsoft.com/office/drawing/2014/main" id="{1694E445-57F1-F1B2-FF8B-118F28FD3856}"/>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F5BF51E-CD96-8AEE-02E7-08B7A7D80BFE}"/>
              </a:ext>
            </a:extLst>
          </p:cNvPr>
          <p:cNvSpPr/>
          <p:nvPr/>
        </p:nvSpPr>
        <p:spPr>
          <a:xfrm>
            <a:off x="836676" y="1243781"/>
            <a:ext cx="3457028" cy="3229378"/>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2" name="CuadroTexto 7">
            <a:extLst>
              <a:ext uri="{FF2B5EF4-FFF2-40B4-BE49-F238E27FC236}">
                <a16:creationId xmlns:a16="http://schemas.microsoft.com/office/drawing/2014/main" id="{D9AF51CB-E615-4136-2F41-6B4AE16B37D1}"/>
              </a:ext>
            </a:extLst>
          </p:cNvPr>
          <p:cNvSpPr txBox="1"/>
          <p:nvPr/>
        </p:nvSpPr>
        <p:spPr>
          <a:xfrm>
            <a:off x="2440122" y="496605"/>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bg1"/>
                </a:solidFill>
              </a:rPr>
              <a:t>Acciones para reducir o eliminar la raíz de un problema </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5" name="Rectángulo: esquinas redondeadas 4">
            <a:extLst>
              <a:ext uri="{FF2B5EF4-FFF2-40B4-BE49-F238E27FC236}">
                <a16:creationId xmlns:a16="http://schemas.microsoft.com/office/drawing/2014/main" id="{FB192637-7893-8B95-D666-F6CF1CDD53F1}"/>
              </a:ext>
            </a:extLst>
          </p:cNvPr>
          <p:cNvSpPr/>
          <p:nvPr/>
        </p:nvSpPr>
        <p:spPr>
          <a:xfrm>
            <a:off x="4572000" y="1243781"/>
            <a:ext cx="3457028" cy="3229378"/>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6" name="Rectángulo: esquinas redondeadas 5">
            <a:extLst>
              <a:ext uri="{FF2B5EF4-FFF2-40B4-BE49-F238E27FC236}">
                <a16:creationId xmlns:a16="http://schemas.microsoft.com/office/drawing/2014/main" id="{50831EAC-7CF3-380A-353E-D42BCD5D4A28}"/>
              </a:ext>
            </a:extLst>
          </p:cNvPr>
          <p:cNvSpPr/>
          <p:nvPr/>
        </p:nvSpPr>
        <p:spPr>
          <a:xfrm>
            <a:off x="836677" y="1151717"/>
            <a:ext cx="3457027" cy="769441"/>
          </a:xfrm>
          <a:prstGeom prst="roundRect">
            <a:avLst>
              <a:gd name="adj" fmla="val 10705"/>
            </a:avLst>
          </a:prstGeom>
          <a:solidFill>
            <a:srgbClr val="0D4479"/>
          </a:solidFill>
          <a:ln w="9525" cap="rnd" cmpd="sng" algn="ctr">
            <a:solidFill>
              <a:srgbClr val="0C4478"/>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7" name="Rectángulo 6">
            <a:extLst>
              <a:ext uri="{FF2B5EF4-FFF2-40B4-BE49-F238E27FC236}">
                <a16:creationId xmlns:a16="http://schemas.microsoft.com/office/drawing/2014/main" id="{F5A7D46A-F754-4009-7F95-D06A5972B877}"/>
              </a:ext>
            </a:extLst>
          </p:cNvPr>
          <p:cNvSpPr/>
          <p:nvPr/>
        </p:nvSpPr>
        <p:spPr>
          <a:xfrm>
            <a:off x="838234" y="1536437"/>
            <a:ext cx="3457028" cy="424385"/>
          </a:xfrm>
          <a:prstGeom prst="rect">
            <a:avLst/>
          </a:prstGeom>
          <a:solidFill>
            <a:srgbClr val="0D4479"/>
          </a:solidFill>
          <a:ln w="9525" cap="rnd" cmpd="sng" algn="ctr">
            <a:solidFill>
              <a:srgbClr val="0C447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8" name="Rectángulo: esquinas redondeadas 7">
            <a:extLst>
              <a:ext uri="{FF2B5EF4-FFF2-40B4-BE49-F238E27FC236}">
                <a16:creationId xmlns:a16="http://schemas.microsoft.com/office/drawing/2014/main" id="{00FE3838-90E6-48AC-CC84-17F1AC7CD26E}"/>
              </a:ext>
            </a:extLst>
          </p:cNvPr>
          <p:cNvSpPr/>
          <p:nvPr/>
        </p:nvSpPr>
        <p:spPr>
          <a:xfrm>
            <a:off x="4572000" y="1151717"/>
            <a:ext cx="3462559" cy="769441"/>
          </a:xfrm>
          <a:prstGeom prst="roundRect">
            <a:avLst>
              <a:gd name="adj" fmla="val 10705"/>
            </a:avLst>
          </a:prstGeom>
          <a:solidFill>
            <a:srgbClr val="238242"/>
          </a:solidFill>
          <a:ln w="9525" cap="rnd" cmpd="sng" algn="ctr">
            <a:solidFill>
              <a:srgbClr val="238242"/>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9" name="Rectángulo 8">
            <a:extLst>
              <a:ext uri="{FF2B5EF4-FFF2-40B4-BE49-F238E27FC236}">
                <a16:creationId xmlns:a16="http://schemas.microsoft.com/office/drawing/2014/main" id="{47EFE60D-15EA-BF45-A0D7-CF0811879636}"/>
              </a:ext>
            </a:extLst>
          </p:cNvPr>
          <p:cNvSpPr/>
          <p:nvPr/>
        </p:nvSpPr>
        <p:spPr>
          <a:xfrm>
            <a:off x="4572000" y="1536437"/>
            <a:ext cx="3457028" cy="424385"/>
          </a:xfrm>
          <a:prstGeom prst="rect">
            <a:avLst/>
          </a:prstGeom>
          <a:solidFill>
            <a:srgbClr val="238242"/>
          </a:solidFill>
          <a:ln w="9525" cap="rnd" cmpd="sng" algn="ctr">
            <a:solidFill>
              <a:srgbClr val="23824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10" name="Title 1">
            <a:extLst>
              <a:ext uri="{FF2B5EF4-FFF2-40B4-BE49-F238E27FC236}">
                <a16:creationId xmlns:a16="http://schemas.microsoft.com/office/drawing/2014/main" id="{3E426BEC-5DEA-D016-4AA2-53657A92E307}"/>
              </a:ext>
            </a:extLst>
          </p:cNvPr>
          <p:cNvSpPr txBox="1">
            <a:spLocks/>
          </p:cNvSpPr>
          <p:nvPr/>
        </p:nvSpPr>
        <p:spPr>
          <a:xfrm>
            <a:off x="1010203" y="2248513"/>
            <a:ext cx="282113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a:solidFill>
                  <a:schemeClr val="bg1"/>
                </a:solidFill>
              </a:rPr>
              <a:t>Reducen el impacto del problema, pero no eliminan la causa raíz.</a:t>
            </a:r>
          </a:p>
        </p:txBody>
      </p:sp>
      <p:sp>
        <p:nvSpPr>
          <p:cNvPr id="11" name="Title 1">
            <a:extLst>
              <a:ext uri="{FF2B5EF4-FFF2-40B4-BE49-F238E27FC236}">
                <a16:creationId xmlns:a16="http://schemas.microsoft.com/office/drawing/2014/main" id="{0466E7D3-54E1-6F8A-EB00-4F983D61E8DE}"/>
              </a:ext>
            </a:extLst>
          </p:cNvPr>
          <p:cNvSpPr txBox="1">
            <a:spLocks/>
          </p:cNvSpPr>
          <p:nvPr/>
        </p:nvSpPr>
        <p:spPr>
          <a:xfrm>
            <a:off x="1010203" y="3647508"/>
            <a:ext cx="3021374"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noProof="0">
                <a:solidFill>
                  <a:schemeClr val="bg1"/>
                </a:solidFill>
              </a:rPr>
              <a:t>Ejemplo:</a:t>
            </a:r>
          </a:p>
          <a:p>
            <a:pPr algn="just"/>
            <a:r>
              <a:rPr lang="es-MX" sz="1400" b="0" noProof="0">
                <a:solidFill>
                  <a:schemeClr val="bg1"/>
                </a:solidFill>
              </a:rPr>
              <a:t>Colocar un ventilador para reducir el calor excesivo</a:t>
            </a:r>
          </a:p>
        </p:txBody>
      </p:sp>
      <p:sp>
        <p:nvSpPr>
          <p:cNvPr id="14" name="Elipse 13">
            <a:extLst>
              <a:ext uri="{FF2B5EF4-FFF2-40B4-BE49-F238E27FC236}">
                <a16:creationId xmlns:a16="http://schemas.microsoft.com/office/drawing/2014/main" id="{C3864E9B-6247-EE05-AB4A-24C87B97C7D4}"/>
              </a:ext>
            </a:extLst>
          </p:cNvPr>
          <p:cNvSpPr/>
          <p:nvPr/>
        </p:nvSpPr>
        <p:spPr>
          <a:xfrm>
            <a:off x="3117177" y="2787222"/>
            <a:ext cx="914400" cy="914400"/>
          </a:xfrm>
          <a:prstGeom prst="ellipse">
            <a:avLst/>
          </a:prstGeom>
          <a:solidFill>
            <a:srgbClr val="0D4479"/>
          </a:solidFill>
          <a:ln w="9525" cap="rnd" cmpd="sng" algn="ctr">
            <a:solidFill>
              <a:srgbClr val="0C4478"/>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3" name="Imagen 12" descr="Imagen en blanco y negro&#10;&#10;El contenido generado por IA puede ser incorrecto.">
            <a:extLst>
              <a:ext uri="{FF2B5EF4-FFF2-40B4-BE49-F238E27FC236}">
                <a16:creationId xmlns:a16="http://schemas.microsoft.com/office/drawing/2014/main" id="{F6467F92-9F92-FE6B-3959-EDF6561B1ACC}"/>
              </a:ext>
            </a:extLst>
          </p:cNvPr>
          <p:cNvPicPr>
            <a:picLocks noChangeAspect="1"/>
          </p:cNvPicPr>
          <p:nvPr/>
        </p:nvPicPr>
        <p:blipFill>
          <a:blip r:embed="rId7">
            <a:lum bright="70000" contrast="-70000"/>
            <a:extLst>
              <a:ext uri="{BEBA8EAE-BF5A-486C-A8C5-ECC9F3942E4B}">
                <a14:imgProps xmlns:a14="http://schemas.microsoft.com/office/drawing/2010/main">
                  <a14:imgLayer r:embed="rId8">
                    <a14:imgEffect>
                      <a14:colorTemperature colorTemp="8800"/>
                    </a14:imgEffect>
                  </a14:imgLayer>
                </a14:imgProps>
              </a:ext>
            </a:extLst>
          </a:blip>
          <a:stretch>
            <a:fillRect/>
          </a:stretch>
        </p:blipFill>
        <p:spPr>
          <a:xfrm>
            <a:off x="3251289" y="2910646"/>
            <a:ext cx="659162" cy="659162"/>
          </a:xfrm>
          <a:prstGeom prst="rect">
            <a:avLst/>
          </a:prstGeom>
        </p:spPr>
      </p:pic>
      <p:sp>
        <p:nvSpPr>
          <p:cNvPr id="15" name="Title 1">
            <a:extLst>
              <a:ext uri="{FF2B5EF4-FFF2-40B4-BE49-F238E27FC236}">
                <a16:creationId xmlns:a16="http://schemas.microsoft.com/office/drawing/2014/main" id="{2F6F8310-AE29-586D-A2EF-04E7FCAC81F9}"/>
              </a:ext>
            </a:extLst>
          </p:cNvPr>
          <p:cNvSpPr txBox="1">
            <a:spLocks/>
          </p:cNvSpPr>
          <p:nvPr/>
        </p:nvSpPr>
        <p:spPr>
          <a:xfrm>
            <a:off x="1169892" y="1295252"/>
            <a:ext cx="2821134"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solidFill>
                  <a:schemeClr val="bg1"/>
                </a:solidFill>
              </a:rPr>
              <a:t>Contramedidas de mitigación</a:t>
            </a:r>
          </a:p>
        </p:txBody>
      </p:sp>
      <p:sp>
        <p:nvSpPr>
          <p:cNvPr id="17" name="Title 1">
            <a:extLst>
              <a:ext uri="{FF2B5EF4-FFF2-40B4-BE49-F238E27FC236}">
                <a16:creationId xmlns:a16="http://schemas.microsoft.com/office/drawing/2014/main" id="{55C1380D-E7B5-C90E-7A75-94C4E66FB86E}"/>
              </a:ext>
            </a:extLst>
          </p:cNvPr>
          <p:cNvSpPr txBox="1">
            <a:spLocks/>
          </p:cNvSpPr>
          <p:nvPr/>
        </p:nvSpPr>
        <p:spPr>
          <a:xfrm>
            <a:off x="4889947" y="1282826"/>
            <a:ext cx="2821134" cy="55399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800" noProof="0">
                <a:solidFill>
                  <a:schemeClr val="bg1"/>
                </a:solidFill>
              </a:rPr>
              <a:t>Contramedidas que eliminan la causa raíz</a:t>
            </a:r>
          </a:p>
        </p:txBody>
      </p:sp>
      <p:sp>
        <p:nvSpPr>
          <p:cNvPr id="19" name="Title 1">
            <a:extLst>
              <a:ext uri="{FF2B5EF4-FFF2-40B4-BE49-F238E27FC236}">
                <a16:creationId xmlns:a16="http://schemas.microsoft.com/office/drawing/2014/main" id="{91EF6750-D6F7-90D9-E64D-4E099F38D188}"/>
              </a:ext>
            </a:extLst>
          </p:cNvPr>
          <p:cNvSpPr txBox="1">
            <a:spLocks/>
          </p:cNvSpPr>
          <p:nvPr/>
        </p:nvSpPr>
        <p:spPr>
          <a:xfrm>
            <a:off x="4889947" y="2213814"/>
            <a:ext cx="282113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b="0" noProof="0">
                <a:solidFill>
                  <a:schemeClr val="bg1"/>
                </a:solidFill>
              </a:rPr>
              <a:t>Atacan directamente la causa raíz, evitando recurrencias.</a:t>
            </a:r>
          </a:p>
        </p:txBody>
      </p:sp>
      <p:sp>
        <p:nvSpPr>
          <p:cNvPr id="20" name="Title 1">
            <a:extLst>
              <a:ext uri="{FF2B5EF4-FFF2-40B4-BE49-F238E27FC236}">
                <a16:creationId xmlns:a16="http://schemas.microsoft.com/office/drawing/2014/main" id="{A364D49D-8CE7-CAFD-460F-EDE1A6EA2BC0}"/>
              </a:ext>
            </a:extLst>
          </p:cNvPr>
          <p:cNvSpPr txBox="1">
            <a:spLocks/>
          </p:cNvSpPr>
          <p:nvPr/>
        </p:nvSpPr>
        <p:spPr>
          <a:xfrm>
            <a:off x="4789827" y="3647508"/>
            <a:ext cx="3021374" cy="64633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r>
              <a:rPr lang="es-MX" sz="1400" noProof="0">
                <a:solidFill>
                  <a:schemeClr val="bg1"/>
                </a:solidFill>
              </a:rPr>
              <a:t>Ejemplo:</a:t>
            </a:r>
          </a:p>
          <a:p>
            <a:pPr algn="just"/>
            <a:r>
              <a:rPr lang="es-MX" sz="1400" b="0" noProof="0">
                <a:solidFill>
                  <a:schemeClr val="bg1"/>
                </a:solidFill>
              </a:rPr>
              <a:t>Reparar el sistema de refrigeración defectuoso</a:t>
            </a:r>
          </a:p>
        </p:txBody>
      </p:sp>
      <p:sp>
        <p:nvSpPr>
          <p:cNvPr id="21" name="Elipse 20">
            <a:extLst>
              <a:ext uri="{FF2B5EF4-FFF2-40B4-BE49-F238E27FC236}">
                <a16:creationId xmlns:a16="http://schemas.microsoft.com/office/drawing/2014/main" id="{70767DD8-5CD1-216E-C9AE-0760B4297841}"/>
              </a:ext>
            </a:extLst>
          </p:cNvPr>
          <p:cNvSpPr/>
          <p:nvPr/>
        </p:nvSpPr>
        <p:spPr>
          <a:xfrm>
            <a:off x="6784356" y="2787222"/>
            <a:ext cx="914400" cy="914400"/>
          </a:xfrm>
          <a:prstGeom prst="ellipse">
            <a:avLst/>
          </a:prstGeom>
          <a:solidFill>
            <a:srgbClr val="238242"/>
          </a:solidFill>
          <a:ln w="9525" cap="rnd" cmpd="sng" algn="ctr">
            <a:solidFill>
              <a:srgbClr val="238242"/>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3" name="Imagen 22" descr="Forma&#10;&#10;El contenido generado por IA puede ser incorrecto.">
            <a:extLst>
              <a:ext uri="{FF2B5EF4-FFF2-40B4-BE49-F238E27FC236}">
                <a16:creationId xmlns:a16="http://schemas.microsoft.com/office/drawing/2014/main" id="{0D0A0635-9269-0357-A209-A1FE536B302D}"/>
              </a:ext>
            </a:extLst>
          </p:cNvPr>
          <p:cNvPicPr>
            <a:picLocks noChangeAspect="1"/>
          </p:cNvPicPr>
          <p:nvPr/>
        </p:nvPicPr>
        <p:blipFill>
          <a:blip r:embed="rId9">
            <a:lum bright="70000" contrast="-70000"/>
          </a:blip>
          <a:stretch>
            <a:fillRect/>
          </a:stretch>
        </p:blipFill>
        <p:spPr>
          <a:xfrm>
            <a:off x="6896167" y="2863740"/>
            <a:ext cx="720785" cy="720785"/>
          </a:xfrm>
          <a:prstGeom prst="rect">
            <a:avLst/>
          </a:prstGeom>
        </p:spPr>
      </p:pic>
    </p:spTree>
    <p:extLst>
      <p:ext uri="{BB962C8B-B14F-4D97-AF65-F5344CB8AC3E}">
        <p14:creationId xmlns:p14="http://schemas.microsoft.com/office/powerpoint/2010/main" val="432263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5618-2624-9AC5-0F83-56F58C06D806}"/>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BD165A96-9425-3812-D999-FF51C518E797}"/>
              </a:ext>
            </a:extLst>
          </p:cNvPr>
          <p:cNvPicPr>
            <a:picLocks noChangeAspect="1"/>
          </p:cNvPicPr>
          <p:nvPr/>
        </p:nvPicPr>
        <p:blipFill>
          <a:blip r:embed="rId2"/>
          <a:stretch>
            <a:fillRect/>
          </a:stretch>
        </p:blipFill>
        <p:spPr>
          <a:xfrm>
            <a:off x="8661417" y="109943"/>
            <a:ext cx="466952" cy="466952"/>
          </a:xfrm>
          <a:prstGeom prst="rect">
            <a:avLst/>
          </a:prstGeom>
        </p:spPr>
      </p:pic>
      <p:sp>
        <p:nvSpPr>
          <p:cNvPr id="9" name="Rectángulo: esquinas redondeadas 8">
            <a:extLst>
              <a:ext uri="{FF2B5EF4-FFF2-40B4-BE49-F238E27FC236}">
                <a16:creationId xmlns:a16="http://schemas.microsoft.com/office/drawing/2014/main" id="{662EC266-59D9-78AA-9972-BD4D5B8671AB}"/>
              </a:ext>
            </a:extLst>
          </p:cNvPr>
          <p:cNvSpPr/>
          <p:nvPr/>
        </p:nvSpPr>
        <p:spPr>
          <a:xfrm>
            <a:off x="616115" y="1007360"/>
            <a:ext cx="8045302" cy="3458314"/>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87" name="CuadroTexto 7">
            <a:extLst>
              <a:ext uri="{FF2B5EF4-FFF2-40B4-BE49-F238E27FC236}">
                <a16:creationId xmlns:a16="http://schemas.microsoft.com/office/drawing/2014/main" id="{2EA14EA2-5C23-4BB3-D396-3CE7AF1F9890}"/>
              </a:ext>
            </a:extLst>
          </p:cNvPr>
          <p:cNvSpPr txBox="1"/>
          <p:nvPr/>
        </p:nvSpPr>
        <p:spPr>
          <a:xfrm>
            <a:off x="2440122" y="496605"/>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8 Criterios</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7" name="Title 15">
            <a:extLst>
              <a:ext uri="{FF2B5EF4-FFF2-40B4-BE49-F238E27FC236}">
                <a16:creationId xmlns:a16="http://schemas.microsoft.com/office/drawing/2014/main" id="{1D841644-834B-71A5-F5C0-E53ADEF4EB30}"/>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Contramedidas</a:t>
            </a:r>
          </a:p>
        </p:txBody>
      </p:sp>
      <p:sp>
        <p:nvSpPr>
          <p:cNvPr id="8" name="Rectángulo: esquinas redondeadas 7">
            <a:extLst>
              <a:ext uri="{FF2B5EF4-FFF2-40B4-BE49-F238E27FC236}">
                <a16:creationId xmlns:a16="http://schemas.microsoft.com/office/drawing/2014/main" id="{4951BA7E-0C1F-064A-B488-8E81E84A849B}"/>
              </a:ext>
            </a:extLst>
          </p:cNvPr>
          <p:cNvSpPr/>
          <p:nvPr/>
        </p:nvSpPr>
        <p:spPr>
          <a:xfrm>
            <a:off x="985284" y="1266046"/>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1</a:t>
            </a:r>
          </a:p>
        </p:txBody>
      </p:sp>
      <p:sp>
        <p:nvSpPr>
          <p:cNvPr id="10" name="Rectángulo: esquinas redondeadas 9">
            <a:extLst>
              <a:ext uri="{FF2B5EF4-FFF2-40B4-BE49-F238E27FC236}">
                <a16:creationId xmlns:a16="http://schemas.microsoft.com/office/drawing/2014/main" id="{00D2D0D2-1990-876D-CB27-4DC7DF0AD46A}"/>
              </a:ext>
            </a:extLst>
          </p:cNvPr>
          <p:cNvSpPr/>
          <p:nvPr/>
        </p:nvSpPr>
        <p:spPr>
          <a:xfrm>
            <a:off x="985284" y="2030059"/>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2</a:t>
            </a:r>
          </a:p>
        </p:txBody>
      </p:sp>
      <p:sp>
        <p:nvSpPr>
          <p:cNvPr id="12" name="Rectángulo: esquinas redondeadas 11">
            <a:extLst>
              <a:ext uri="{FF2B5EF4-FFF2-40B4-BE49-F238E27FC236}">
                <a16:creationId xmlns:a16="http://schemas.microsoft.com/office/drawing/2014/main" id="{DE20576D-118B-E475-2B96-9A880EC228F2}"/>
              </a:ext>
            </a:extLst>
          </p:cNvPr>
          <p:cNvSpPr/>
          <p:nvPr/>
        </p:nvSpPr>
        <p:spPr>
          <a:xfrm>
            <a:off x="985284" y="2842513"/>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3</a:t>
            </a:r>
          </a:p>
        </p:txBody>
      </p:sp>
      <p:sp>
        <p:nvSpPr>
          <p:cNvPr id="13" name="Rectángulo: esquinas redondeadas 12">
            <a:extLst>
              <a:ext uri="{FF2B5EF4-FFF2-40B4-BE49-F238E27FC236}">
                <a16:creationId xmlns:a16="http://schemas.microsoft.com/office/drawing/2014/main" id="{3926AC18-F092-644C-3F09-FED3FDAD8927}"/>
              </a:ext>
            </a:extLst>
          </p:cNvPr>
          <p:cNvSpPr/>
          <p:nvPr/>
        </p:nvSpPr>
        <p:spPr>
          <a:xfrm>
            <a:off x="985284" y="3659524"/>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4</a:t>
            </a:r>
          </a:p>
        </p:txBody>
      </p:sp>
      <p:sp>
        <p:nvSpPr>
          <p:cNvPr id="14" name="Rectángulo: esquinas redondeadas 13">
            <a:extLst>
              <a:ext uri="{FF2B5EF4-FFF2-40B4-BE49-F238E27FC236}">
                <a16:creationId xmlns:a16="http://schemas.microsoft.com/office/drawing/2014/main" id="{0035F72D-5CCD-04EE-6BC0-60D69475220F}"/>
              </a:ext>
            </a:extLst>
          </p:cNvPr>
          <p:cNvSpPr/>
          <p:nvPr/>
        </p:nvSpPr>
        <p:spPr>
          <a:xfrm>
            <a:off x="4699405" y="1260652"/>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5</a:t>
            </a:r>
          </a:p>
        </p:txBody>
      </p:sp>
      <p:sp>
        <p:nvSpPr>
          <p:cNvPr id="15" name="Rectángulo: esquinas redondeadas 14">
            <a:extLst>
              <a:ext uri="{FF2B5EF4-FFF2-40B4-BE49-F238E27FC236}">
                <a16:creationId xmlns:a16="http://schemas.microsoft.com/office/drawing/2014/main" id="{E52B70F3-ECDD-477B-6596-83EDF9101C5C}"/>
              </a:ext>
            </a:extLst>
          </p:cNvPr>
          <p:cNvSpPr/>
          <p:nvPr/>
        </p:nvSpPr>
        <p:spPr>
          <a:xfrm>
            <a:off x="4699405" y="2035453"/>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6</a:t>
            </a:r>
          </a:p>
        </p:txBody>
      </p:sp>
      <p:sp>
        <p:nvSpPr>
          <p:cNvPr id="16" name="Rectángulo: esquinas redondeadas 15">
            <a:extLst>
              <a:ext uri="{FF2B5EF4-FFF2-40B4-BE49-F238E27FC236}">
                <a16:creationId xmlns:a16="http://schemas.microsoft.com/office/drawing/2014/main" id="{4F555B32-E272-BD50-5766-13D8C058913E}"/>
              </a:ext>
            </a:extLst>
          </p:cNvPr>
          <p:cNvSpPr/>
          <p:nvPr/>
        </p:nvSpPr>
        <p:spPr>
          <a:xfrm>
            <a:off x="4699405" y="2847907"/>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7</a:t>
            </a:r>
          </a:p>
        </p:txBody>
      </p:sp>
      <p:sp>
        <p:nvSpPr>
          <p:cNvPr id="17" name="Rectángulo: esquinas redondeadas 16">
            <a:extLst>
              <a:ext uri="{FF2B5EF4-FFF2-40B4-BE49-F238E27FC236}">
                <a16:creationId xmlns:a16="http://schemas.microsoft.com/office/drawing/2014/main" id="{1B2C6F09-023D-0E2B-90F2-697BE97B65B2}"/>
              </a:ext>
            </a:extLst>
          </p:cNvPr>
          <p:cNvSpPr/>
          <p:nvPr/>
        </p:nvSpPr>
        <p:spPr>
          <a:xfrm>
            <a:off x="4699405" y="3664918"/>
            <a:ext cx="507436" cy="435859"/>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2000" b="1" noProof="0">
                <a:solidFill>
                  <a:srgbClr val="FFFFFF"/>
                </a:solidFill>
              </a:rPr>
              <a:t>8</a:t>
            </a:r>
          </a:p>
        </p:txBody>
      </p:sp>
      <p:sp>
        <p:nvSpPr>
          <p:cNvPr id="18" name="Rectángulo: esquinas redondeadas 17">
            <a:extLst>
              <a:ext uri="{FF2B5EF4-FFF2-40B4-BE49-F238E27FC236}">
                <a16:creationId xmlns:a16="http://schemas.microsoft.com/office/drawing/2014/main" id="{6F42EF6C-6FB4-54A1-0ADE-8939AA934A80}"/>
              </a:ext>
            </a:extLst>
          </p:cNvPr>
          <p:cNvSpPr/>
          <p:nvPr/>
        </p:nvSpPr>
        <p:spPr>
          <a:xfrm>
            <a:off x="1608170" y="126065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Enfoque en la causa raíz</a:t>
            </a:r>
          </a:p>
        </p:txBody>
      </p:sp>
      <p:sp>
        <p:nvSpPr>
          <p:cNvPr id="19" name="Rectángulo: esquinas redondeadas 18">
            <a:extLst>
              <a:ext uri="{FF2B5EF4-FFF2-40B4-BE49-F238E27FC236}">
                <a16:creationId xmlns:a16="http://schemas.microsoft.com/office/drawing/2014/main" id="{A97F251A-13DC-6DB5-EE2D-BCE96078E50C}"/>
              </a:ext>
            </a:extLst>
          </p:cNvPr>
          <p:cNvSpPr/>
          <p:nvPr/>
        </p:nvSpPr>
        <p:spPr>
          <a:xfrm>
            <a:off x="1608170" y="2030059"/>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Posible de realizar con los recursos disponibles</a:t>
            </a:r>
          </a:p>
        </p:txBody>
      </p:sp>
      <p:sp>
        <p:nvSpPr>
          <p:cNvPr id="20" name="Rectángulo: esquinas redondeadas 19">
            <a:extLst>
              <a:ext uri="{FF2B5EF4-FFF2-40B4-BE49-F238E27FC236}">
                <a16:creationId xmlns:a16="http://schemas.microsoft.com/office/drawing/2014/main" id="{D09B121C-02A1-5B13-158B-BA600964BB86}"/>
              </a:ext>
            </a:extLst>
          </p:cNvPr>
          <p:cNvSpPr/>
          <p:nvPr/>
        </p:nvSpPr>
        <p:spPr>
          <a:xfrm>
            <a:off x="1608169" y="284251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Costo – beneficio favorable</a:t>
            </a:r>
          </a:p>
        </p:txBody>
      </p:sp>
      <p:sp>
        <p:nvSpPr>
          <p:cNvPr id="22" name="Rectángulo: esquinas redondeadas 21">
            <a:extLst>
              <a:ext uri="{FF2B5EF4-FFF2-40B4-BE49-F238E27FC236}">
                <a16:creationId xmlns:a16="http://schemas.microsoft.com/office/drawing/2014/main" id="{88ED0C77-9063-3195-EF08-97E07CBC9D7D}"/>
              </a:ext>
            </a:extLst>
          </p:cNvPr>
          <p:cNvSpPr/>
          <p:nvPr/>
        </p:nvSpPr>
        <p:spPr>
          <a:xfrm>
            <a:off x="1608168" y="3659524"/>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Sostenible en el tiempo</a:t>
            </a:r>
          </a:p>
        </p:txBody>
      </p:sp>
      <p:sp>
        <p:nvSpPr>
          <p:cNvPr id="24" name="Rectángulo: esquinas redondeadas 23">
            <a:extLst>
              <a:ext uri="{FF2B5EF4-FFF2-40B4-BE49-F238E27FC236}">
                <a16:creationId xmlns:a16="http://schemas.microsoft.com/office/drawing/2014/main" id="{81FC5DAA-C4F6-6685-C520-CF6F88117605}"/>
              </a:ext>
            </a:extLst>
          </p:cNvPr>
          <p:cNvSpPr/>
          <p:nvPr/>
        </p:nvSpPr>
        <p:spPr>
          <a:xfrm>
            <a:off x="5353174" y="126065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Cumplimiento normativo y de seguridad</a:t>
            </a:r>
          </a:p>
        </p:txBody>
      </p:sp>
      <p:sp>
        <p:nvSpPr>
          <p:cNvPr id="27" name="Rectángulo: esquinas redondeadas 26">
            <a:extLst>
              <a:ext uri="{FF2B5EF4-FFF2-40B4-BE49-F238E27FC236}">
                <a16:creationId xmlns:a16="http://schemas.microsoft.com/office/drawing/2014/main" id="{B8FF9C58-004F-3E43-4A21-61261461E41E}"/>
              </a:ext>
            </a:extLst>
          </p:cNvPr>
          <p:cNvSpPr/>
          <p:nvPr/>
        </p:nvSpPr>
        <p:spPr>
          <a:xfrm>
            <a:off x="5353174" y="2030059"/>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Fácil de implementar</a:t>
            </a:r>
          </a:p>
        </p:txBody>
      </p:sp>
      <p:sp>
        <p:nvSpPr>
          <p:cNvPr id="30" name="Rectángulo: esquinas redondeadas 29">
            <a:extLst>
              <a:ext uri="{FF2B5EF4-FFF2-40B4-BE49-F238E27FC236}">
                <a16:creationId xmlns:a16="http://schemas.microsoft.com/office/drawing/2014/main" id="{EFA9B844-D375-3D30-ED7F-44608C6A099C}"/>
              </a:ext>
            </a:extLst>
          </p:cNvPr>
          <p:cNvSpPr/>
          <p:nvPr/>
        </p:nvSpPr>
        <p:spPr>
          <a:xfrm>
            <a:off x="5353173" y="2842512"/>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Medible y verificable</a:t>
            </a:r>
          </a:p>
        </p:txBody>
      </p:sp>
      <p:sp>
        <p:nvSpPr>
          <p:cNvPr id="31" name="Rectángulo: esquinas redondeadas 30">
            <a:extLst>
              <a:ext uri="{FF2B5EF4-FFF2-40B4-BE49-F238E27FC236}">
                <a16:creationId xmlns:a16="http://schemas.microsoft.com/office/drawing/2014/main" id="{F042BC53-2713-8322-8672-8044ADB670DB}"/>
              </a:ext>
            </a:extLst>
          </p:cNvPr>
          <p:cNvSpPr/>
          <p:nvPr/>
        </p:nvSpPr>
        <p:spPr>
          <a:xfrm>
            <a:off x="5353172" y="3659524"/>
            <a:ext cx="2963829" cy="435859"/>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Aceptación del equipo</a:t>
            </a:r>
          </a:p>
        </p:txBody>
      </p:sp>
    </p:spTree>
    <p:extLst>
      <p:ext uri="{BB962C8B-B14F-4D97-AF65-F5344CB8AC3E}">
        <p14:creationId xmlns:p14="http://schemas.microsoft.com/office/powerpoint/2010/main" val="1952153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AAD71-8C8A-F3C7-5CFA-8303632544DE}"/>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2FED91D0-D34B-5346-ED7C-581831F6758E}"/>
              </a:ext>
            </a:extLst>
          </p:cNvPr>
          <p:cNvPicPr>
            <a:picLocks noChangeAspect="1"/>
          </p:cNvPicPr>
          <p:nvPr/>
        </p:nvPicPr>
        <p:blipFill>
          <a:blip r:embed="rId2"/>
          <a:stretch>
            <a:fillRect/>
          </a:stretch>
        </p:blipFill>
        <p:spPr>
          <a:xfrm>
            <a:off x="8661417" y="109943"/>
            <a:ext cx="466952" cy="466952"/>
          </a:xfrm>
          <a:prstGeom prst="rect">
            <a:avLst/>
          </a:prstGeom>
        </p:spPr>
      </p:pic>
      <p:sp>
        <p:nvSpPr>
          <p:cNvPr id="87" name="CuadroTexto 7">
            <a:extLst>
              <a:ext uri="{FF2B5EF4-FFF2-40B4-BE49-F238E27FC236}">
                <a16:creationId xmlns:a16="http://schemas.microsoft.com/office/drawing/2014/main" id="{2B85B595-4D9F-4594-AE24-6B1941E5F5DB}"/>
              </a:ext>
            </a:extLst>
          </p:cNvPr>
          <p:cNvSpPr txBox="1"/>
          <p:nvPr/>
        </p:nvSpPr>
        <p:spPr>
          <a:xfrm>
            <a:off x="2440122" y="496605"/>
            <a:ext cx="4149986"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Primeros pasos</a:t>
            </a:r>
          </a:p>
        </p:txBody>
      </p:sp>
      <p:sp>
        <p:nvSpPr>
          <p:cNvPr id="7" name="Title 15">
            <a:extLst>
              <a:ext uri="{FF2B5EF4-FFF2-40B4-BE49-F238E27FC236}">
                <a16:creationId xmlns:a16="http://schemas.microsoft.com/office/drawing/2014/main" id="{73BAEB7B-49F6-3F9B-67F4-ACEB37849226}"/>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Contramedidas</a:t>
            </a:r>
          </a:p>
        </p:txBody>
      </p:sp>
      <p:sp>
        <p:nvSpPr>
          <p:cNvPr id="11" name="Rectángulo: esquinas redondeadas 10">
            <a:extLst>
              <a:ext uri="{FF2B5EF4-FFF2-40B4-BE49-F238E27FC236}">
                <a16:creationId xmlns:a16="http://schemas.microsoft.com/office/drawing/2014/main" id="{2CCE09A4-FD1C-3619-9161-61B2815FF7BB}"/>
              </a:ext>
            </a:extLst>
          </p:cNvPr>
          <p:cNvSpPr/>
          <p:nvPr/>
        </p:nvSpPr>
        <p:spPr>
          <a:xfrm>
            <a:off x="4825635" y="1380468"/>
            <a:ext cx="414998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Rectángulo: esquinas redondeadas 20">
            <a:extLst>
              <a:ext uri="{FF2B5EF4-FFF2-40B4-BE49-F238E27FC236}">
                <a16:creationId xmlns:a16="http://schemas.microsoft.com/office/drawing/2014/main" id="{3A18DCC3-7C90-3C98-C767-FD9C0E08C9AE}"/>
              </a:ext>
            </a:extLst>
          </p:cNvPr>
          <p:cNvSpPr/>
          <p:nvPr/>
        </p:nvSpPr>
        <p:spPr>
          <a:xfrm>
            <a:off x="140027" y="1380468"/>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3" name="Imagen 22">
            <a:extLst>
              <a:ext uri="{FF2B5EF4-FFF2-40B4-BE49-F238E27FC236}">
                <a16:creationId xmlns:a16="http://schemas.microsoft.com/office/drawing/2014/main" id="{A6123DA1-5BB8-9803-58BC-9632EBFFDF4F}"/>
              </a:ext>
            </a:extLst>
          </p:cNvPr>
          <p:cNvPicPr>
            <a:picLocks noChangeAspect="1"/>
          </p:cNvPicPr>
          <p:nvPr/>
        </p:nvPicPr>
        <p:blipFill>
          <a:blip r:embed="rId3"/>
          <a:stretch>
            <a:fillRect/>
          </a:stretch>
        </p:blipFill>
        <p:spPr>
          <a:xfrm>
            <a:off x="280690" y="1503681"/>
            <a:ext cx="4200555" cy="2390742"/>
          </a:xfrm>
          <a:prstGeom prst="rect">
            <a:avLst/>
          </a:prstGeom>
        </p:spPr>
      </p:pic>
      <p:sp>
        <p:nvSpPr>
          <p:cNvPr id="25" name="CuadroTexto 24">
            <a:extLst>
              <a:ext uri="{FF2B5EF4-FFF2-40B4-BE49-F238E27FC236}">
                <a16:creationId xmlns:a16="http://schemas.microsoft.com/office/drawing/2014/main" id="{5B35057F-D4FD-B8AC-A0F0-81B7AE5BCD60}"/>
              </a:ext>
            </a:extLst>
          </p:cNvPr>
          <p:cNvSpPr txBox="1"/>
          <p:nvPr/>
        </p:nvSpPr>
        <p:spPr>
          <a:xfrm>
            <a:off x="1810297" y="1632128"/>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Espera de tractocamión</a:t>
            </a:r>
          </a:p>
        </p:txBody>
      </p:sp>
      <p:sp>
        <p:nvSpPr>
          <p:cNvPr id="26" name="CuadroTexto 25">
            <a:extLst>
              <a:ext uri="{FF2B5EF4-FFF2-40B4-BE49-F238E27FC236}">
                <a16:creationId xmlns:a16="http://schemas.microsoft.com/office/drawing/2014/main" id="{D584C75F-558D-18FE-D2D9-CAD6D7A38F9D}"/>
              </a:ext>
            </a:extLst>
          </p:cNvPr>
          <p:cNvSpPr txBox="1"/>
          <p:nvPr/>
        </p:nvSpPr>
        <p:spPr>
          <a:xfrm>
            <a:off x="1565764" y="1985177"/>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Es mucha la distancia entre el patio y la grúa</a:t>
            </a:r>
          </a:p>
        </p:txBody>
      </p:sp>
      <p:sp>
        <p:nvSpPr>
          <p:cNvPr id="28" name="CuadroTexto 27">
            <a:extLst>
              <a:ext uri="{FF2B5EF4-FFF2-40B4-BE49-F238E27FC236}">
                <a16:creationId xmlns:a16="http://schemas.microsoft.com/office/drawing/2014/main" id="{8F74E047-C905-AC96-5A04-BE2AFF85AC83}"/>
              </a:ext>
            </a:extLst>
          </p:cNvPr>
          <p:cNvSpPr txBox="1"/>
          <p:nvPr/>
        </p:nvSpPr>
        <p:spPr>
          <a:xfrm>
            <a:off x="1565763" y="229480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Asignación del muelle 1 desde la planificación naviera</a:t>
            </a:r>
          </a:p>
        </p:txBody>
      </p:sp>
      <p:sp>
        <p:nvSpPr>
          <p:cNvPr id="29" name="CuadroTexto 28">
            <a:extLst>
              <a:ext uri="{FF2B5EF4-FFF2-40B4-BE49-F238E27FC236}">
                <a16:creationId xmlns:a16="http://schemas.microsoft.com/office/drawing/2014/main" id="{040B64F1-DEAE-5888-F9D9-EECCB3C60330}"/>
              </a:ext>
            </a:extLst>
          </p:cNvPr>
          <p:cNvSpPr txBox="1"/>
          <p:nvPr/>
        </p:nvSpPr>
        <p:spPr>
          <a:xfrm>
            <a:off x="1565762" y="260691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Muelle 5 no disponible para operaciones de contenedores</a:t>
            </a:r>
          </a:p>
        </p:txBody>
      </p:sp>
      <p:sp>
        <p:nvSpPr>
          <p:cNvPr id="32" name="CuadroTexto 31">
            <a:extLst>
              <a:ext uri="{FF2B5EF4-FFF2-40B4-BE49-F238E27FC236}">
                <a16:creationId xmlns:a16="http://schemas.microsoft.com/office/drawing/2014/main" id="{7E17DCCD-DEEB-BEFA-2EB2-534E83BF3633}"/>
              </a:ext>
            </a:extLst>
          </p:cNvPr>
          <p:cNvSpPr txBox="1"/>
          <p:nvPr/>
        </p:nvSpPr>
        <p:spPr>
          <a:xfrm>
            <a:off x="1583628" y="292393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Grúa MHC no se puede posicionar en el muelle 5 </a:t>
            </a:r>
          </a:p>
        </p:txBody>
      </p:sp>
      <p:sp>
        <p:nvSpPr>
          <p:cNvPr id="33" name="CuadroTexto 32">
            <a:extLst>
              <a:ext uri="{FF2B5EF4-FFF2-40B4-BE49-F238E27FC236}">
                <a16:creationId xmlns:a16="http://schemas.microsoft.com/office/drawing/2014/main" id="{6035318E-B1C6-9EE1-4CC1-E5EA701695A6}"/>
              </a:ext>
            </a:extLst>
          </p:cNvPr>
          <p:cNvSpPr txBox="1"/>
          <p:nvPr/>
        </p:nvSpPr>
        <p:spPr>
          <a:xfrm>
            <a:off x="1623514" y="324727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El peso de la MHC afecta la estructura del muelle 5</a:t>
            </a:r>
          </a:p>
        </p:txBody>
      </p:sp>
      <p:sp>
        <p:nvSpPr>
          <p:cNvPr id="34" name="CuadroTexto 33">
            <a:extLst>
              <a:ext uri="{FF2B5EF4-FFF2-40B4-BE49-F238E27FC236}">
                <a16:creationId xmlns:a16="http://schemas.microsoft.com/office/drawing/2014/main" id="{B5B53783-3D33-9599-1A41-CDD9A8B2174E}"/>
              </a:ext>
            </a:extLst>
          </p:cNvPr>
          <p:cNvSpPr txBox="1"/>
          <p:nvPr/>
        </p:nvSpPr>
        <p:spPr>
          <a:xfrm>
            <a:off x="1588367" y="359244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Daño estructural del muelle 5</a:t>
            </a:r>
          </a:p>
        </p:txBody>
      </p:sp>
      <p:graphicFrame>
        <p:nvGraphicFramePr>
          <p:cNvPr id="3" name="Table 6">
            <a:extLst>
              <a:ext uri="{FF2B5EF4-FFF2-40B4-BE49-F238E27FC236}">
                <a16:creationId xmlns:a16="http://schemas.microsoft.com/office/drawing/2014/main" id="{0EE0BE8F-3A42-CD5B-883B-C582C8244C24}"/>
              </a:ext>
            </a:extLst>
          </p:cNvPr>
          <p:cNvGraphicFramePr>
            <a:graphicFrameLocks noGrp="1"/>
          </p:cNvGraphicFramePr>
          <p:nvPr>
            <p:extLst>
              <p:ext uri="{D42A27DB-BD31-4B8C-83A1-F6EECF244321}">
                <p14:modId xmlns:p14="http://schemas.microsoft.com/office/powerpoint/2010/main" val="903469796"/>
              </p:ext>
            </p:extLst>
          </p:nvPr>
        </p:nvGraphicFramePr>
        <p:xfrm>
          <a:off x="5045875" y="1552575"/>
          <a:ext cx="3731521" cy="2279350"/>
        </p:xfrm>
        <a:graphic>
          <a:graphicData uri="http://schemas.openxmlformats.org/drawingml/2006/table">
            <a:tbl>
              <a:tblPr firstRow="1" bandRow="1">
                <a:tableStyleId>{5940675A-B579-460E-94D1-54222C63F5DA}</a:tableStyleId>
              </a:tblPr>
              <a:tblGrid>
                <a:gridCol w="1354925">
                  <a:extLst>
                    <a:ext uri="{9D8B030D-6E8A-4147-A177-3AD203B41FA5}">
                      <a16:colId xmlns:a16="http://schemas.microsoft.com/office/drawing/2014/main" val="1251009115"/>
                    </a:ext>
                  </a:extLst>
                </a:gridCol>
                <a:gridCol w="1219200">
                  <a:extLst>
                    <a:ext uri="{9D8B030D-6E8A-4147-A177-3AD203B41FA5}">
                      <a16:colId xmlns:a16="http://schemas.microsoft.com/office/drawing/2014/main" val="3952995582"/>
                    </a:ext>
                  </a:extLst>
                </a:gridCol>
                <a:gridCol w="616688">
                  <a:extLst>
                    <a:ext uri="{9D8B030D-6E8A-4147-A177-3AD203B41FA5}">
                      <a16:colId xmlns:a16="http://schemas.microsoft.com/office/drawing/2014/main" val="1602179548"/>
                    </a:ext>
                  </a:extLst>
                </a:gridCol>
                <a:gridCol w="540708">
                  <a:extLst>
                    <a:ext uri="{9D8B030D-6E8A-4147-A177-3AD203B41FA5}">
                      <a16:colId xmlns:a16="http://schemas.microsoft.com/office/drawing/2014/main" val="3972208118"/>
                    </a:ext>
                  </a:extLst>
                </a:gridCol>
              </a:tblGrid>
              <a:tr h="301100">
                <a:tc gridSpan="4">
                  <a:txBody>
                    <a:bodyPr/>
                    <a:lstStyle/>
                    <a:p>
                      <a:pPr algn="ctr"/>
                      <a:r>
                        <a:rPr lang="es-MX" sz="12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69042">
                <a:tc>
                  <a:txBody>
                    <a:bodyPr/>
                    <a:lstStyle/>
                    <a:p>
                      <a:pPr algn="ctr"/>
                      <a:r>
                        <a:rPr lang="es-MX" sz="900" noProof="0">
                          <a:solidFill>
                            <a:schemeClr val="bg1"/>
                          </a:solidFill>
                        </a:rPr>
                        <a:t>Causa raíz</a:t>
                      </a:r>
                    </a:p>
                  </a:txBody>
                  <a:tcPr anchor="ctr">
                    <a:solidFill>
                      <a:schemeClr val="accent5"/>
                    </a:solidFill>
                  </a:tcPr>
                </a:tc>
                <a:tc>
                  <a:txBody>
                    <a:bodyPr/>
                    <a:lstStyle/>
                    <a:p>
                      <a:pPr algn="ctr"/>
                      <a:r>
                        <a:rPr lang="es-MX" sz="900" noProof="0">
                          <a:solidFill>
                            <a:schemeClr val="bg1"/>
                          </a:solidFill>
                        </a:rPr>
                        <a:t>Acción</a:t>
                      </a:r>
                    </a:p>
                  </a:txBody>
                  <a:tcPr anchor="ctr">
                    <a:solidFill>
                      <a:schemeClr val="accent5"/>
                    </a:solidFill>
                  </a:tcPr>
                </a:tc>
                <a:tc>
                  <a:txBody>
                    <a:bodyPr/>
                    <a:lstStyle/>
                    <a:p>
                      <a:pPr algn="ctr"/>
                      <a:r>
                        <a:rPr lang="es-MX" sz="900" noProof="0">
                          <a:solidFill>
                            <a:schemeClr val="bg1"/>
                          </a:solidFill>
                        </a:rPr>
                        <a:t>Quien</a:t>
                      </a:r>
                    </a:p>
                  </a:txBody>
                  <a:tcPr anchor="ctr">
                    <a:solidFill>
                      <a:schemeClr val="accent5"/>
                    </a:solidFill>
                  </a:tcPr>
                </a:tc>
                <a:tc>
                  <a:txBody>
                    <a:bodyPr/>
                    <a:lstStyle/>
                    <a:p>
                      <a:r>
                        <a:rPr lang="es-MX" sz="900" noProof="0">
                          <a:solidFill>
                            <a:schemeClr val="bg1"/>
                          </a:solidFill>
                        </a:rPr>
                        <a:t>Fecha</a:t>
                      </a:r>
                    </a:p>
                  </a:txBody>
                  <a:tcPr>
                    <a:solidFill>
                      <a:schemeClr val="accent5"/>
                    </a:solidFill>
                  </a:tcPr>
                </a:tc>
                <a:extLst>
                  <a:ext uri="{0D108BD9-81ED-4DB2-BD59-A6C34878D82A}">
                    <a16:rowId xmlns:a16="http://schemas.microsoft.com/office/drawing/2014/main" val="2426604569"/>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Tree>
    <p:extLst>
      <p:ext uri="{BB962C8B-B14F-4D97-AF65-F5344CB8AC3E}">
        <p14:creationId xmlns:p14="http://schemas.microsoft.com/office/powerpoint/2010/main" val="3519558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5E8BD-5FAA-9A84-0045-8860B6576E93}"/>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D6AD9BA3-2A58-00F0-4F9F-9364223255D8}"/>
              </a:ext>
            </a:extLst>
          </p:cNvPr>
          <p:cNvPicPr>
            <a:picLocks noChangeAspect="1"/>
          </p:cNvPicPr>
          <p:nvPr/>
        </p:nvPicPr>
        <p:blipFill>
          <a:blip r:embed="rId2"/>
          <a:stretch>
            <a:fillRect/>
          </a:stretch>
        </p:blipFill>
        <p:spPr>
          <a:xfrm>
            <a:off x="8661417" y="109943"/>
            <a:ext cx="466952" cy="466952"/>
          </a:xfrm>
          <a:prstGeom prst="rect">
            <a:avLst/>
          </a:prstGeom>
        </p:spPr>
      </p:pic>
      <p:sp>
        <p:nvSpPr>
          <p:cNvPr id="87" name="CuadroTexto 7">
            <a:extLst>
              <a:ext uri="{FF2B5EF4-FFF2-40B4-BE49-F238E27FC236}">
                <a16:creationId xmlns:a16="http://schemas.microsoft.com/office/drawing/2014/main" id="{DC6FB313-2E67-AB2F-B5A4-BAFC5B971CBD}"/>
              </a:ext>
            </a:extLst>
          </p:cNvPr>
          <p:cNvSpPr txBox="1"/>
          <p:nvPr/>
        </p:nvSpPr>
        <p:spPr>
          <a:xfrm>
            <a:off x="2440122" y="496605"/>
            <a:ext cx="4149986" cy="31489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Primeros pasos</a:t>
            </a:r>
          </a:p>
        </p:txBody>
      </p:sp>
      <p:sp>
        <p:nvSpPr>
          <p:cNvPr id="7" name="Title 15">
            <a:extLst>
              <a:ext uri="{FF2B5EF4-FFF2-40B4-BE49-F238E27FC236}">
                <a16:creationId xmlns:a16="http://schemas.microsoft.com/office/drawing/2014/main" id="{940050C7-BB84-0A28-F3D4-5D581A861EE5}"/>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Contramedidas</a:t>
            </a:r>
          </a:p>
        </p:txBody>
      </p:sp>
      <p:sp>
        <p:nvSpPr>
          <p:cNvPr id="11" name="Rectángulo: esquinas redondeadas 10">
            <a:extLst>
              <a:ext uri="{FF2B5EF4-FFF2-40B4-BE49-F238E27FC236}">
                <a16:creationId xmlns:a16="http://schemas.microsoft.com/office/drawing/2014/main" id="{63039A12-7A5D-E665-F8F2-7094BDC50C4B}"/>
              </a:ext>
            </a:extLst>
          </p:cNvPr>
          <p:cNvSpPr/>
          <p:nvPr/>
        </p:nvSpPr>
        <p:spPr>
          <a:xfrm>
            <a:off x="4825635" y="1380468"/>
            <a:ext cx="414998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1" name="Rectángulo: esquinas redondeadas 20">
            <a:extLst>
              <a:ext uri="{FF2B5EF4-FFF2-40B4-BE49-F238E27FC236}">
                <a16:creationId xmlns:a16="http://schemas.microsoft.com/office/drawing/2014/main" id="{027365F3-2876-CAF3-05CF-0F001CC4F841}"/>
              </a:ext>
            </a:extLst>
          </p:cNvPr>
          <p:cNvSpPr/>
          <p:nvPr/>
        </p:nvSpPr>
        <p:spPr>
          <a:xfrm>
            <a:off x="140027" y="1380468"/>
            <a:ext cx="4528896" cy="2637169"/>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3" name="Imagen 22">
            <a:extLst>
              <a:ext uri="{FF2B5EF4-FFF2-40B4-BE49-F238E27FC236}">
                <a16:creationId xmlns:a16="http://schemas.microsoft.com/office/drawing/2014/main" id="{1DE88E41-C9DF-379F-0208-BD8F8C69BC65}"/>
              </a:ext>
            </a:extLst>
          </p:cNvPr>
          <p:cNvPicPr>
            <a:picLocks noChangeAspect="1"/>
          </p:cNvPicPr>
          <p:nvPr/>
        </p:nvPicPr>
        <p:blipFill>
          <a:blip r:embed="rId3"/>
          <a:stretch>
            <a:fillRect/>
          </a:stretch>
        </p:blipFill>
        <p:spPr>
          <a:xfrm>
            <a:off x="280690" y="1503681"/>
            <a:ext cx="4200555" cy="2390742"/>
          </a:xfrm>
          <a:prstGeom prst="rect">
            <a:avLst/>
          </a:prstGeom>
        </p:spPr>
      </p:pic>
      <p:sp>
        <p:nvSpPr>
          <p:cNvPr id="26" name="CuadroTexto 25">
            <a:extLst>
              <a:ext uri="{FF2B5EF4-FFF2-40B4-BE49-F238E27FC236}">
                <a16:creationId xmlns:a16="http://schemas.microsoft.com/office/drawing/2014/main" id="{276FF796-1C4F-92C0-BCB3-68E573D909E9}"/>
              </a:ext>
            </a:extLst>
          </p:cNvPr>
          <p:cNvSpPr txBox="1"/>
          <p:nvPr/>
        </p:nvSpPr>
        <p:spPr>
          <a:xfrm>
            <a:off x="1565764" y="1985177"/>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Es mucha la distancia entre el patio y la grúa</a:t>
            </a:r>
          </a:p>
        </p:txBody>
      </p:sp>
      <p:sp>
        <p:nvSpPr>
          <p:cNvPr id="28" name="CuadroTexto 27">
            <a:extLst>
              <a:ext uri="{FF2B5EF4-FFF2-40B4-BE49-F238E27FC236}">
                <a16:creationId xmlns:a16="http://schemas.microsoft.com/office/drawing/2014/main" id="{36E52D82-1CCD-70E9-8632-512E800A6763}"/>
              </a:ext>
            </a:extLst>
          </p:cNvPr>
          <p:cNvSpPr txBox="1"/>
          <p:nvPr/>
        </p:nvSpPr>
        <p:spPr>
          <a:xfrm>
            <a:off x="1565763" y="2294804"/>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Asignación del muelle 1 desde la planificación naviera</a:t>
            </a:r>
          </a:p>
        </p:txBody>
      </p:sp>
      <p:sp>
        <p:nvSpPr>
          <p:cNvPr id="29" name="CuadroTexto 28">
            <a:extLst>
              <a:ext uri="{FF2B5EF4-FFF2-40B4-BE49-F238E27FC236}">
                <a16:creationId xmlns:a16="http://schemas.microsoft.com/office/drawing/2014/main" id="{F4D4FD72-01A6-6C76-AAFA-3E432D382800}"/>
              </a:ext>
            </a:extLst>
          </p:cNvPr>
          <p:cNvSpPr txBox="1"/>
          <p:nvPr/>
        </p:nvSpPr>
        <p:spPr>
          <a:xfrm>
            <a:off x="1565762" y="260691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Muelle 5 no disponible para operaciones de contenedores</a:t>
            </a:r>
          </a:p>
        </p:txBody>
      </p:sp>
      <p:sp>
        <p:nvSpPr>
          <p:cNvPr id="32" name="CuadroTexto 31">
            <a:extLst>
              <a:ext uri="{FF2B5EF4-FFF2-40B4-BE49-F238E27FC236}">
                <a16:creationId xmlns:a16="http://schemas.microsoft.com/office/drawing/2014/main" id="{1A2E62B6-0B9A-071C-D6E5-403275A9DD22}"/>
              </a:ext>
            </a:extLst>
          </p:cNvPr>
          <p:cNvSpPr txBox="1"/>
          <p:nvPr/>
        </p:nvSpPr>
        <p:spPr>
          <a:xfrm>
            <a:off x="1583628" y="2923939"/>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Grúa MHC no se puede posicionar en el muelle 5 </a:t>
            </a:r>
          </a:p>
        </p:txBody>
      </p:sp>
      <p:sp>
        <p:nvSpPr>
          <p:cNvPr id="33" name="CuadroTexto 32">
            <a:extLst>
              <a:ext uri="{FF2B5EF4-FFF2-40B4-BE49-F238E27FC236}">
                <a16:creationId xmlns:a16="http://schemas.microsoft.com/office/drawing/2014/main" id="{4B8199D1-8D60-6D84-754F-544F9B855B78}"/>
              </a:ext>
            </a:extLst>
          </p:cNvPr>
          <p:cNvSpPr txBox="1"/>
          <p:nvPr/>
        </p:nvSpPr>
        <p:spPr>
          <a:xfrm>
            <a:off x="1623514" y="3247273"/>
            <a:ext cx="2119423" cy="17067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bg1"/>
                </a:solidFill>
              </a:rPr>
              <a:t>El peso de la MHC afecta la estructura del muelle 5</a:t>
            </a:r>
          </a:p>
        </p:txBody>
      </p:sp>
      <p:graphicFrame>
        <p:nvGraphicFramePr>
          <p:cNvPr id="35" name="Table 6">
            <a:extLst>
              <a:ext uri="{FF2B5EF4-FFF2-40B4-BE49-F238E27FC236}">
                <a16:creationId xmlns:a16="http://schemas.microsoft.com/office/drawing/2014/main" id="{98904894-CF1F-438D-E5D4-7522D85E867E}"/>
              </a:ext>
            </a:extLst>
          </p:cNvPr>
          <p:cNvGraphicFramePr>
            <a:graphicFrameLocks noGrp="1"/>
          </p:cNvGraphicFramePr>
          <p:nvPr>
            <p:extLst>
              <p:ext uri="{D42A27DB-BD31-4B8C-83A1-F6EECF244321}">
                <p14:modId xmlns:p14="http://schemas.microsoft.com/office/powerpoint/2010/main" val="4055050395"/>
              </p:ext>
            </p:extLst>
          </p:nvPr>
        </p:nvGraphicFramePr>
        <p:xfrm>
          <a:off x="5045875" y="1552575"/>
          <a:ext cx="3731521" cy="2279350"/>
        </p:xfrm>
        <a:graphic>
          <a:graphicData uri="http://schemas.openxmlformats.org/drawingml/2006/table">
            <a:tbl>
              <a:tblPr firstRow="1" bandRow="1">
                <a:tableStyleId>{5940675A-B579-460E-94D1-54222C63F5DA}</a:tableStyleId>
              </a:tblPr>
              <a:tblGrid>
                <a:gridCol w="1354925">
                  <a:extLst>
                    <a:ext uri="{9D8B030D-6E8A-4147-A177-3AD203B41FA5}">
                      <a16:colId xmlns:a16="http://schemas.microsoft.com/office/drawing/2014/main" val="1251009115"/>
                    </a:ext>
                  </a:extLst>
                </a:gridCol>
                <a:gridCol w="1219200">
                  <a:extLst>
                    <a:ext uri="{9D8B030D-6E8A-4147-A177-3AD203B41FA5}">
                      <a16:colId xmlns:a16="http://schemas.microsoft.com/office/drawing/2014/main" val="3952995582"/>
                    </a:ext>
                  </a:extLst>
                </a:gridCol>
                <a:gridCol w="616688">
                  <a:extLst>
                    <a:ext uri="{9D8B030D-6E8A-4147-A177-3AD203B41FA5}">
                      <a16:colId xmlns:a16="http://schemas.microsoft.com/office/drawing/2014/main" val="1602179548"/>
                    </a:ext>
                  </a:extLst>
                </a:gridCol>
                <a:gridCol w="540708">
                  <a:extLst>
                    <a:ext uri="{9D8B030D-6E8A-4147-A177-3AD203B41FA5}">
                      <a16:colId xmlns:a16="http://schemas.microsoft.com/office/drawing/2014/main" val="3972208118"/>
                    </a:ext>
                  </a:extLst>
                </a:gridCol>
              </a:tblGrid>
              <a:tr h="301100">
                <a:tc gridSpan="4">
                  <a:txBody>
                    <a:bodyPr/>
                    <a:lstStyle/>
                    <a:p>
                      <a:pPr algn="ctr"/>
                      <a:r>
                        <a:rPr lang="es-MX" sz="12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269042">
                <a:tc>
                  <a:txBody>
                    <a:bodyPr/>
                    <a:lstStyle/>
                    <a:p>
                      <a:pPr algn="ctr"/>
                      <a:r>
                        <a:rPr lang="es-MX" sz="900" noProof="0">
                          <a:solidFill>
                            <a:schemeClr val="bg1"/>
                          </a:solidFill>
                        </a:rPr>
                        <a:t>Causa raíz</a:t>
                      </a:r>
                    </a:p>
                  </a:txBody>
                  <a:tcPr anchor="ctr">
                    <a:solidFill>
                      <a:schemeClr val="accent5"/>
                    </a:solidFill>
                  </a:tcPr>
                </a:tc>
                <a:tc>
                  <a:txBody>
                    <a:bodyPr/>
                    <a:lstStyle/>
                    <a:p>
                      <a:pPr algn="ctr"/>
                      <a:r>
                        <a:rPr lang="es-MX" sz="900" noProof="0">
                          <a:solidFill>
                            <a:schemeClr val="bg1"/>
                          </a:solidFill>
                        </a:rPr>
                        <a:t>Acción</a:t>
                      </a:r>
                    </a:p>
                  </a:txBody>
                  <a:tcPr anchor="ctr">
                    <a:solidFill>
                      <a:schemeClr val="accent5"/>
                    </a:solidFill>
                  </a:tcPr>
                </a:tc>
                <a:tc>
                  <a:txBody>
                    <a:bodyPr/>
                    <a:lstStyle/>
                    <a:p>
                      <a:pPr algn="ctr"/>
                      <a:r>
                        <a:rPr lang="es-MX" sz="900" noProof="0">
                          <a:solidFill>
                            <a:schemeClr val="bg1"/>
                          </a:solidFill>
                        </a:rPr>
                        <a:t>Quien</a:t>
                      </a:r>
                    </a:p>
                  </a:txBody>
                  <a:tcPr anchor="ctr">
                    <a:solidFill>
                      <a:schemeClr val="accent5"/>
                    </a:solidFill>
                  </a:tcPr>
                </a:tc>
                <a:tc>
                  <a:txBody>
                    <a:bodyPr/>
                    <a:lstStyle/>
                    <a:p>
                      <a:r>
                        <a:rPr lang="es-MX" sz="900" noProof="0">
                          <a:solidFill>
                            <a:schemeClr val="bg1"/>
                          </a:solidFill>
                        </a:rPr>
                        <a:t>Fecha</a:t>
                      </a:r>
                    </a:p>
                  </a:txBody>
                  <a:tcPr>
                    <a:solidFill>
                      <a:schemeClr val="accent5"/>
                    </a:solidFill>
                  </a:tcPr>
                </a:tc>
                <a:extLst>
                  <a:ext uri="{0D108BD9-81ED-4DB2-BD59-A6C34878D82A}">
                    <a16:rowId xmlns:a16="http://schemas.microsoft.com/office/drawing/2014/main" val="2426604569"/>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284868">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
        <p:nvSpPr>
          <p:cNvPr id="2" name="CuadroTexto 1">
            <a:extLst>
              <a:ext uri="{FF2B5EF4-FFF2-40B4-BE49-F238E27FC236}">
                <a16:creationId xmlns:a16="http://schemas.microsoft.com/office/drawing/2014/main" id="{29E8D5D7-A1B3-D0BC-08A9-10903230B0B4}"/>
              </a:ext>
            </a:extLst>
          </p:cNvPr>
          <p:cNvSpPr txBox="1"/>
          <p:nvPr/>
        </p:nvSpPr>
        <p:spPr>
          <a:xfrm>
            <a:off x="4956656" y="212256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Daño estructural del muelle 5</a:t>
            </a:r>
          </a:p>
        </p:txBody>
      </p:sp>
      <p:sp>
        <p:nvSpPr>
          <p:cNvPr id="3" name="CuadroTexto 2">
            <a:extLst>
              <a:ext uri="{FF2B5EF4-FFF2-40B4-BE49-F238E27FC236}">
                <a16:creationId xmlns:a16="http://schemas.microsoft.com/office/drawing/2014/main" id="{53C8B246-0A6C-11B9-B71B-5484C90FE6FC}"/>
              </a:ext>
            </a:extLst>
          </p:cNvPr>
          <p:cNvSpPr txBox="1"/>
          <p:nvPr/>
        </p:nvSpPr>
        <p:spPr>
          <a:xfrm>
            <a:off x="1810297" y="1632128"/>
            <a:ext cx="1518185" cy="12084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noProof="0">
                <a:solidFill>
                  <a:schemeClr val="bg1"/>
                </a:solidFill>
              </a:rPr>
              <a:t>Espera de tractocamión</a:t>
            </a:r>
          </a:p>
        </p:txBody>
      </p:sp>
      <p:sp>
        <p:nvSpPr>
          <p:cNvPr id="4" name="CuadroTexto 3">
            <a:extLst>
              <a:ext uri="{FF2B5EF4-FFF2-40B4-BE49-F238E27FC236}">
                <a16:creationId xmlns:a16="http://schemas.microsoft.com/office/drawing/2014/main" id="{C25269B4-7E3A-5B7A-6291-AD4A9CE0FB9C}"/>
              </a:ext>
            </a:extLst>
          </p:cNvPr>
          <p:cNvSpPr txBox="1"/>
          <p:nvPr/>
        </p:nvSpPr>
        <p:spPr>
          <a:xfrm>
            <a:off x="6496910" y="2136151"/>
            <a:ext cx="1218658"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700" noProof="0">
                <a:solidFill>
                  <a:schemeClr val="accent5"/>
                </a:solidFill>
              </a:rPr>
              <a:t>Reparación del sitio 5</a:t>
            </a:r>
          </a:p>
        </p:txBody>
      </p:sp>
      <p:sp>
        <p:nvSpPr>
          <p:cNvPr id="8" name="CuadroTexto 7">
            <a:extLst>
              <a:ext uri="{FF2B5EF4-FFF2-40B4-BE49-F238E27FC236}">
                <a16:creationId xmlns:a16="http://schemas.microsoft.com/office/drawing/2014/main" id="{68395DB8-97D2-9BAD-22F5-0D2B96D5A796}"/>
              </a:ext>
            </a:extLst>
          </p:cNvPr>
          <p:cNvSpPr txBox="1"/>
          <p:nvPr/>
        </p:nvSpPr>
        <p:spPr>
          <a:xfrm>
            <a:off x="8268958" y="2134587"/>
            <a:ext cx="537184"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s-MX" sz="700" noProof="0">
              <a:solidFill>
                <a:schemeClr val="accent5"/>
              </a:solidFill>
            </a:endParaRPr>
          </a:p>
        </p:txBody>
      </p:sp>
      <p:sp>
        <p:nvSpPr>
          <p:cNvPr id="9" name="Rectángulo: esquinas redondeadas 8">
            <a:extLst>
              <a:ext uri="{FF2B5EF4-FFF2-40B4-BE49-F238E27FC236}">
                <a16:creationId xmlns:a16="http://schemas.microsoft.com/office/drawing/2014/main" id="{E33A5880-2920-9BB2-D648-28BBB1328782}"/>
              </a:ext>
            </a:extLst>
          </p:cNvPr>
          <p:cNvSpPr/>
          <p:nvPr/>
        </p:nvSpPr>
        <p:spPr>
          <a:xfrm>
            <a:off x="2500486" y="4271717"/>
            <a:ext cx="4528896" cy="51952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Cada Causa raíz identificada en el análisis de los 5 porques contara con su respectiva contramedida</a:t>
            </a:r>
          </a:p>
        </p:txBody>
      </p:sp>
      <p:sp>
        <p:nvSpPr>
          <p:cNvPr id="10" name="CuadroTexto 9">
            <a:extLst>
              <a:ext uri="{FF2B5EF4-FFF2-40B4-BE49-F238E27FC236}">
                <a16:creationId xmlns:a16="http://schemas.microsoft.com/office/drawing/2014/main" id="{AF3DDD98-44C1-8B20-C73F-C5020581029A}"/>
              </a:ext>
            </a:extLst>
          </p:cNvPr>
          <p:cNvSpPr txBox="1"/>
          <p:nvPr/>
        </p:nvSpPr>
        <p:spPr>
          <a:xfrm>
            <a:off x="4956656" y="2424236"/>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TT insuficientes</a:t>
            </a:r>
          </a:p>
        </p:txBody>
      </p:sp>
      <p:sp>
        <p:nvSpPr>
          <p:cNvPr id="12" name="CuadroTexto 11">
            <a:extLst>
              <a:ext uri="{FF2B5EF4-FFF2-40B4-BE49-F238E27FC236}">
                <a16:creationId xmlns:a16="http://schemas.microsoft.com/office/drawing/2014/main" id="{1D9957D2-75E4-723F-E37B-BCF734DB0237}"/>
              </a:ext>
            </a:extLst>
          </p:cNvPr>
          <p:cNvSpPr txBox="1"/>
          <p:nvPr/>
        </p:nvSpPr>
        <p:spPr>
          <a:xfrm>
            <a:off x="4956655" y="269684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Causa raíz 3</a:t>
            </a:r>
          </a:p>
        </p:txBody>
      </p:sp>
      <p:sp>
        <p:nvSpPr>
          <p:cNvPr id="13" name="CuadroTexto 12">
            <a:extLst>
              <a:ext uri="{FF2B5EF4-FFF2-40B4-BE49-F238E27FC236}">
                <a16:creationId xmlns:a16="http://schemas.microsoft.com/office/drawing/2014/main" id="{1D4D6182-23DE-9BED-15A0-77F0ECE512F7}"/>
              </a:ext>
            </a:extLst>
          </p:cNvPr>
          <p:cNvSpPr txBox="1"/>
          <p:nvPr/>
        </p:nvSpPr>
        <p:spPr>
          <a:xfrm>
            <a:off x="6342859" y="2430330"/>
            <a:ext cx="1304157" cy="2285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Estándar de TT de acuerdo a las distancias en patio</a:t>
            </a:r>
          </a:p>
        </p:txBody>
      </p:sp>
      <p:sp>
        <p:nvSpPr>
          <p:cNvPr id="14" name="CuadroTexto 13">
            <a:extLst>
              <a:ext uri="{FF2B5EF4-FFF2-40B4-BE49-F238E27FC236}">
                <a16:creationId xmlns:a16="http://schemas.microsoft.com/office/drawing/2014/main" id="{7CE9594E-A28A-799D-EAF7-3CAD17483D91}"/>
              </a:ext>
            </a:extLst>
          </p:cNvPr>
          <p:cNvSpPr txBox="1"/>
          <p:nvPr/>
        </p:nvSpPr>
        <p:spPr>
          <a:xfrm>
            <a:off x="6257695" y="2710326"/>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noProof="0">
                <a:solidFill>
                  <a:schemeClr val="accent5"/>
                </a:solidFill>
              </a:rPr>
              <a:t>Acción 3</a:t>
            </a:r>
          </a:p>
        </p:txBody>
      </p:sp>
    </p:spTree>
    <p:extLst>
      <p:ext uri="{BB962C8B-B14F-4D97-AF65-F5344CB8AC3E}">
        <p14:creationId xmlns:p14="http://schemas.microsoft.com/office/powerpoint/2010/main" val="1172570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p:bldP spid="12" grpId="0"/>
      <p:bldP spid="13" grpId="0"/>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05634-2FAB-E231-6885-82B14C152967}"/>
            </a:ext>
          </a:extLst>
        </p:cNvPr>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10A2E424-A6D8-6615-9C6D-7DEE4C10498E}"/>
              </a:ext>
            </a:extLst>
          </p:cNvPr>
          <p:cNvSpPr/>
          <p:nvPr/>
        </p:nvSpPr>
        <p:spPr>
          <a:xfrm>
            <a:off x="3225089" y="1652959"/>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5" name="Imagen 4" descr="Dibujo de una persona&#10;&#10;El contenido generado por IA puede ser incorrecto.">
            <a:extLst>
              <a:ext uri="{FF2B5EF4-FFF2-40B4-BE49-F238E27FC236}">
                <a16:creationId xmlns:a16="http://schemas.microsoft.com/office/drawing/2014/main" id="{2555D607-4C14-BFAE-0775-08B30398D2A7}"/>
              </a:ext>
            </a:extLst>
          </p:cNvPr>
          <p:cNvPicPr>
            <a:picLocks noChangeAspect="1"/>
          </p:cNvPicPr>
          <p:nvPr/>
        </p:nvPicPr>
        <p:blipFill>
          <a:blip r:embed="rId3"/>
          <a:stretch>
            <a:fillRect/>
          </a:stretch>
        </p:blipFill>
        <p:spPr>
          <a:xfrm>
            <a:off x="8661417" y="109943"/>
            <a:ext cx="466952" cy="466952"/>
          </a:xfrm>
          <a:prstGeom prst="rect">
            <a:avLst/>
          </a:prstGeom>
        </p:spPr>
      </p:pic>
      <p:sp>
        <p:nvSpPr>
          <p:cNvPr id="7" name="Title 15">
            <a:extLst>
              <a:ext uri="{FF2B5EF4-FFF2-40B4-BE49-F238E27FC236}">
                <a16:creationId xmlns:a16="http://schemas.microsoft.com/office/drawing/2014/main" id="{87B3C9AC-DB5C-1C3E-611D-9314717F03EF}"/>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Priorización de contramedidas</a:t>
            </a:r>
          </a:p>
        </p:txBody>
      </p:sp>
      <p:sp>
        <p:nvSpPr>
          <p:cNvPr id="2" name="Rectángulo: esquinas redondeadas 1">
            <a:extLst>
              <a:ext uri="{FF2B5EF4-FFF2-40B4-BE49-F238E27FC236}">
                <a16:creationId xmlns:a16="http://schemas.microsoft.com/office/drawing/2014/main" id="{4638EE21-E9FE-A3AD-461C-EC9DFC35C8CD}"/>
              </a:ext>
            </a:extLst>
          </p:cNvPr>
          <p:cNvSpPr/>
          <p:nvPr/>
        </p:nvSpPr>
        <p:spPr>
          <a:xfrm>
            <a:off x="217975" y="1652959"/>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 name="CuadroTexto 2">
            <a:extLst>
              <a:ext uri="{FF2B5EF4-FFF2-40B4-BE49-F238E27FC236}">
                <a16:creationId xmlns:a16="http://schemas.microsoft.com/office/drawing/2014/main" id="{29FDE0CD-05D1-FEF1-5E5F-4DD04B4A0E5C}"/>
              </a:ext>
            </a:extLst>
          </p:cNvPr>
          <p:cNvSpPr txBox="1"/>
          <p:nvPr/>
        </p:nvSpPr>
        <p:spPr>
          <a:xfrm>
            <a:off x="280390" y="1785530"/>
            <a:ext cx="2482939"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Las contramedidas propuestas deberán ser evaluadas por el coordinador/supervisor del área designando responsables</a:t>
            </a:r>
          </a:p>
          <a:p>
            <a:pPr algn="ctr"/>
            <a:endParaRPr lang="es-MX" sz="1200" b="1" noProof="0">
              <a:solidFill>
                <a:schemeClr val="bg1"/>
              </a:solidFill>
            </a:endParaRPr>
          </a:p>
        </p:txBody>
      </p:sp>
      <p:pic>
        <p:nvPicPr>
          <p:cNvPr id="19" name="Gráfico 18" descr="Sala de juntas con relleno sólido">
            <a:extLst>
              <a:ext uri="{FF2B5EF4-FFF2-40B4-BE49-F238E27FC236}">
                <a16:creationId xmlns:a16="http://schemas.microsoft.com/office/drawing/2014/main" id="{6A92B223-97E5-FA0D-01FB-9A934FCF01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38895" y="2511927"/>
            <a:ext cx="1451633" cy="1451633"/>
          </a:xfrm>
          <a:prstGeom prst="rect">
            <a:avLst/>
          </a:prstGeom>
        </p:spPr>
      </p:pic>
      <p:sp>
        <p:nvSpPr>
          <p:cNvPr id="20" name="CuadroTexto 19">
            <a:extLst>
              <a:ext uri="{FF2B5EF4-FFF2-40B4-BE49-F238E27FC236}">
                <a16:creationId xmlns:a16="http://schemas.microsoft.com/office/drawing/2014/main" id="{A9E892BC-CDE4-FF30-844E-3660F2B57894}"/>
              </a:ext>
            </a:extLst>
          </p:cNvPr>
          <p:cNvSpPr txBox="1"/>
          <p:nvPr/>
        </p:nvSpPr>
        <p:spPr>
          <a:xfrm>
            <a:off x="3302764" y="1744117"/>
            <a:ext cx="2495842"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Se retroalimenta al líder del </a:t>
            </a:r>
            <a:r>
              <a:rPr lang="es-MX" sz="1200" noProof="0" err="1">
                <a:solidFill>
                  <a:schemeClr val="bg1"/>
                </a:solidFill>
              </a:rPr>
              <a:t>Problem</a:t>
            </a:r>
            <a:r>
              <a:rPr lang="es-MX" sz="1200" noProof="0">
                <a:solidFill>
                  <a:schemeClr val="bg1"/>
                </a:solidFill>
              </a:rPr>
              <a:t> </a:t>
            </a:r>
            <a:r>
              <a:rPr lang="es-MX" sz="1200" noProof="0" err="1">
                <a:solidFill>
                  <a:schemeClr val="bg1"/>
                </a:solidFill>
              </a:rPr>
              <a:t>Solving</a:t>
            </a:r>
            <a:r>
              <a:rPr lang="es-MX" sz="1200" noProof="0">
                <a:solidFill>
                  <a:schemeClr val="bg1"/>
                </a:solidFill>
              </a:rPr>
              <a:t> sobre las soluciones conversadas  </a:t>
            </a:r>
          </a:p>
          <a:p>
            <a:pPr algn="ctr"/>
            <a:endParaRPr lang="es-MX" sz="1200" b="1" noProof="0">
              <a:solidFill>
                <a:schemeClr val="bg1"/>
              </a:solidFill>
            </a:endParaRPr>
          </a:p>
        </p:txBody>
      </p:sp>
      <p:sp>
        <p:nvSpPr>
          <p:cNvPr id="25" name="Rectángulo: esquinas redondeadas 24">
            <a:extLst>
              <a:ext uri="{FF2B5EF4-FFF2-40B4-BE49-F238E27FC236}">
                <a16:creationId xmlns:a16="http://schemas.microsoft.com/office/drawing/2014/main" id="{BC0ED4CB-F039-BFE5-6BF5-CEC9EC628A62}"/>
              </a:ext>
            </a:extLst>
          </p:cNvPr>
          <p:cNvSpPr/>
          <p:nvPr/>
        </p:nvSpPr>
        <p:spPr>
          <a:xfrm>
            <a:off x="6275624" y="1681067"/>
            <a:ext cx="2607770" cy="2456952"/>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6" name="CuadroTexto 25">
            <a:extLst>
              <a:ext uri="{FF2B5EF4-FFF2-40B4-BE49-F238E27FC236}">
                <a16:creationId xmlns:a16="http://schemas.microsoft.com/office/drawing/2014/main" id="{635157CE-89E7-1C45-9692-0C6B1D551637}"/>
              </a:ext>
            </a:extLst>
          </p:cNvPr>
          <p:cNvSpPr txBox="1"/>
          <p:nvPr/>
        </p:nvSpPr>
        <p:spPr>
          <a:xfrm>
            <a:off x="6398580" y="1891350"/>
            <a:ext cx="2361853" cy="97173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chemeClr val="bg1"/>
                </a:solidFill>
              </a:rPr>
              <a:t>El líder notifica al responsable del plan de acción formalmente mismo que deberá desarrollarlo y establecer una fecha compromiso</a:t>
            </a:r>
          </a:p>
          <a:p>
            <a:pPr algn="ctr"/>
            <a:endParaRPr lang="es-MX" sz="1200" b="1" noProof="0">
              <a:solidFill>
                <a:schemeClr val="bg1"/>
              </a:solidFill>
            </a:endParaRPr>
          </a:p>
        </p:txBody>
      </p:sp>
      <p:pic>
        <p:nvPicPr>
          <p:cNvPr id="28" name="Gráfico 27" descr="Persona con idea con relleno sólido">
            <a:extLst>
              <a:ext uri="{FF2B5EF4-FFF2-40B4-BE49-F238E27FC236}">
                <a16:creationId xmlns:a16="http://schemas.microsoft.com/office/drawing/2014/main" id="{B8E746DC-2C68-A12F-0159-9A319EB488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22675" y="2766281"/>
            <a:ext cx="1113665" cy="1113665"/>
          </a:xfrm>
          <a:prstGeom prst="rect">
            <a:avLst/>
          </a:prstGeom>
        </p:spPr>
      </p:pic>
      <p:pic>
        <p:nvPicPr>
          <p:cNvPr id="36" name="Gráfico 35" descr="Flecha lineal: curva con sentido de las agujas del reloj con relleno sólido">
            <a:extLst>
              <a:ext uri="{FF2B5EF4-FFF2-40B4-BE49-F238E27FC236}">
                <a16:creationId xmlns:a16="http://schemas.microsoft.com/office/drawing/2014/main" id="{83C7D3C0-2D61-CC31-E9E3-9B76C75916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404711" flipH="1" flipV="1">
            <a:off x="2480318" y="709874"/>
            <a:ext cx="964889" cy="1377518"/>
          </a:xfrm>
          <a:prstGeom prst="rect">
            <a:avLst/>
          </a:prstGeom>
          <a:effectLst>
            <a:outerShdw blurRad="50800" dist="38100" dir="2700000" algn="tl" rotWithShape="0">
              <a:prstClr val="black">
                <a:alpha val="40000"/>
              </a:prstClr>
            </a:outerShdw>
          </a:effectLst>
        </p:spPr>
      </p:pic>
      <p:pic>
        <p:nvPicPr>
          <p:cNvPr id="37" name="Gráfico 36" descr="Flecha lineal: curva con sentido de las agujas del reloj con relleno sólido">
            <a:extLst>
              <a:ext uri="{FF2B5EF4-FFF2-40B4-BE49-F238E27FC236}">
                <a16:creationId xmlns:a16="http://schemas.microsoft.com/office/drawing/2014/main" id="{8BEA0B83-EA26-41F5-B0B4-5B936FA577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7404711" flipH="1" flipV="1">
            <a:off x="5530853" y="756651"/>
            <a:ext cx="964889" cy="1377518"/>
          </a:xfrm>
          <a:prstGeom prst="rect">
            <a:avLst/>
          </a:prstGeom>
          <a:effectLst>
            <a:outerShdw blurRad="50800" dist="38100" dir="2700000" algn="tl" rotWithShape="0">
              <a:prstClr val="black">
                <a:alpha val="40000"/>
              </a:prstClr>
            </a:outerShdw>
          </a:effectLst>
        </p:spPr>
      </p:pic>
      <p:pic>
        <p:nvPicPr>
          <p:cNvPr id="6" name="Gráfico 5" descr="Hombre trabajador de la construcción con relleno sólido">
            <a:extLst>
              <a:ext uri="{FF2B5EF4-FFF2-40B4-BE49-F238E27FC236}">
                <a16:creationId xmlns:a16="http://schemas.microsoft.com/office/drawing/2014/main" id="{D3357D89-4919-0376-F84A-60E9B5CF55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8911" y="2726505"/>
            <a:ext cx="1022478" cy="1022478"/>
          </a:xfrm>
          <a:prstGeom prst="rect">
            <a:avLst/>
          </a:prstGeom>
        </p:spPr>
      </p:pic>
      <p:sp>
        <p:nvSpPr>
          <p:cNvPr id="4" name="Rectángulo 3">
            <a:extLst>
              <a:ext uri="{FF2B5EF4-FFF2-40B4-BE49-F238E27FC236}">
                <a16:creationId xmlns:a16="http://schemas.microsoft.com/office/drawing/2014/main" id="{9144F5A7-46E2-67B2-C168-196E76DD8058}"/>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2648349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3E31-4657-583B-5490-FB03E0E6CB2E}"/>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49DA8564-50E1-D919-7853-6200D75AF01F}"/>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Title 15">
            <a:extLst>
              <a:ext uri="{FF2B5EF4-FFF2-40B4-BE49-F238E27FC236}">
                <a16:creationId xmlns:a16="http://schemas.microsoft.com/office/drawing/2014/main" id="{01D8160B-B658-B9AB-C736-D1F283F71142}"/>
              </a:ext>
            </a:extLst>
          </p:cNvPr>
          <p:cNvSpPr txBox="1">
            <a:spLocks/>
          </p:cNvSpPr>
          <p:nvPr/>
        </p:nvSpPr>
        <p:spPr>
          <a:xfrm>
            <a:off x="177031" y="242102"/>
            <a:ext cx="8789937"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Priorización de contramedidas</a:t>
            </a:r>
          </a:p>
        </p:txBody>
      </p:sp>
      <p:sp>
        <p:nvSpPr>
          <p:cNvPr id="2" name="Rectángulo: esquinas redondeadas 1">
            <a:extLst>
              <a:ext uri="{FF2B5EF4-FFF2-40B4-BE49-F238E27FC236}">
                <a16:creationId xmlns:a16="http://schemas.microsoft.com/office/drawing/2014/main" id="{9D9915F8-1150-467E-1BDD-F2E2BFB66946}"/>
              </a:ext>
            </a:extLst>
          </p:cNvPr>
          <p:cNvSpPr/>
          <p:nvPr/>
        </p:nvSpPr>
        <p:spPr>
          <a:xfrm>
            <a:off x="508077" y="997575"/>
            <a:ext cx="5892723" cy="3582376"/>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graphicFrame>
        <p:nvGraphicFramePr>
          <p:cNvPr id="4" name="Table 6">
            <a:extLst>
              <a:ext uri="{FF2B5EF4-FFF2-40B4-BE49-F238E27FC236}">
                <a16:creationId xmlns:a16="http://schemas.microsoft.com/office/drawing/2014/main" id="{E65F548C-1630-C156-8E35-EDA4E4EAABC7}"/>
              </a:ext>
            </a:extLst>
          </p:cNvPr>
          <p:cNvGraphicFramePr>
            <a:graphicFrameLocks noGrp="1"/>
          </p:cNvGraphicFramePr>
          <p:nvPr>
            <p:extLst>
              <p:ext uri="{D42A27DB-BD31-4B8C-83A1-F6EECF244321}">
                <p14:modId xmlns:p14="http://schemas.microsoft.com/office/powerpoint/2010/main" val="1313326622"/>
              </p:ext>
            </p:extLst>
          </p:nvPr>
        </p:nvGraphicFramePr>
        <p:xfrm>
          <a:off x="773216" y="1205283"/>
          <a:ext cx="5327128" cy="3096311"/>
        </p:xfrm>
        <a:graphic>
          <a:graphicData uri="http://schemas.openxmlformats.org/drawingml/2006/table">
            <a:tbl>
              <a:tblPr firstRow="1" bandRow="1">
                <a:tableStyleId>{5940675A-B579-460E-94D1-54222C63F5DA}</a:tableStyleId>
              </a:tblPr>
              <a:tblGrid>
                <a:gridCol w="1934294">
                  <a:extLst>
                    <a:ext uri="{9D8B030D-6E8A-4147-A177-3AD203B41FA5}">
                      <a16:colId xmlns:a16="http://schemas.microsoft.com/office/drawing/2014/main" val="1251009115"/>
                    </a:ext>
                  </a:extLst>
                </a:gridCol>
                <a:gridCol w="1740533">
                  <a:extLst>
                    <a:ext uri="{9D8B030D-6E8A-4147-A177-3AD203B41FA5}">
                      <a16:colId xmlns:a16="http://schemas.microsoft.com/office/drawing/2014/main" val="3952995582"/>
                    </a:ext>
                  </a:extLst>
                </a:gridCol>
                <a:gridCol w="880385">
                  <a:extLst>
                    <a:ext uri="{9D8B030D-6E8A-4147-A177-3AD203B41FA5}">
                      <a16:colId xmlns:a16="http://schemas.microsoft.com/office/drawing/2014/main" val="1602179548"/>
                    </a:ext>
                  </a:extLst>
                </a:gridCol>
                <a:gridCol w="771916">
                  <a:extLst>
                    <a:ext uri="{9D8B030D-6E8A-4147-A177-3AD203B41FA5}">
                      <a16:colId xmlns:a16="http://schemas.microsoft.com/office/drawing/2014/main" val="3972208118"/>
                    </a:ext>
                  </a:extLst>
                </a:gridCol>
              </a:tblGrid>
              <a:tr h="409020">
                <a:tc gridSpan="4">
                  <a:txBody>
                    <a:bodyPr/>
                    <a:lstStyle/>
                    <a:p>
                      <a:pPr algn="ctr"/>
                      <a:r>
                        <a:rPr lang="es-MX" sz="1800" b="1" noProof="0">
                          <a:solidFill>
                            <a:schemeClr val="bg1"/>
                          </a:solidFill>
                        </a:rPr>
                        <a:t>Contramedidas</a:t>
                      </a:r>
                    </a:p>
                  </a:txBody>
                  <a:tcPr>
                    <a:solidFill>
                      <a:schemeClr val="accent6"/>
                    </a:solidFill>
                  </a:tcPr>
                </a:tc>
                <a:tc hMerge="1">
                  <a:txBody>
                    <a:bodyPr/>
                    <a:lstStyle/>
                    <a:p>
                      <a:endParaRPr lang="es-MX"/>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13857654"/>
                  </a:ext>
                </a:extLst>
              </a:tr>
              <a:tr h="365471">
                <a:tc>
                  <a:txBody>
                    <a:bodyPr/>
                    <a:lstStyle/>
                    <a:p>
                      <a:pPr algn="ctr"/>
                      <a:r>
                        <a:rPr lang="es-MX" sz="1100" noProof="0">
                          <a:solidFill>
                            <a:schemeClr val="bg1"/>
                          </a:solidFill>
                        </a:rPr>
                        <a:t>Causa raíz</a:t>
                      </a:r>
                    </a:p>
                  </a:txBody>
                  <a:tcPr anchor="ctr">
                    <a:solidFill>
                      <a:schemeClr val="accent5"/>
                    </a:solidFill>
                  </a:tcPr>
                </a:tc>
                <a:tc>
                  <a:txBody>
                    <a:bodyPr/>
                    <a:lstStyle/>
                    <a:p>
                      <a:pPr algn="ctr"/>
                      <a:r>
                        <a:rPr lang="es-MX" sz="1100" noProof="0">
                          <a:solidFill>
                            <a:schemeClr val="bg1"/>
                          </a:solidFill>
                        </a:rPr>
                        <a:t>Acción</a:t>
                      </a:r>
                    </a:p>
                  </a:txBody>
                  <a:tcPr anchor="ctr">
                    <a:solidFill>
                      <a:schemeClr val="accent5"/>
                    </a:solidFill>
                  </a:tcPr>
                </a:tc>
                <a:tc>
                  <a:txBody>
                    <a:bodyPr/>
                    <a:lstStyle/>
                    <a:p>
                      <a:pPr algn="ctr"/>
                      <a:r>
                        <a:rPr lang="es-MX" sz="1100" noProof="0">
                          <a:solidFill>
                            <a:schemeClr val="bg1"/>
                          </a:solidFill>
                        </a:rPr>
                        <a:t>Quien</a:t>
                      </a:r>
                    </a:p>
                  </a:txBody>
                  <a:tcPr anchor="ctr">
                    <a:solidFill>
                      <a:schemeClr val="accent5"/>
                    </a:solidFill>
                  </a:tcPr>
                </a:tc>
                <a:tc>
                  <a:txBody>
                    <a:bodyPr/>
                    <a:lstStyle/>
                    <a:p>
                      <a:pPr algn="ctr"/>
                      <a:r>
                        <a:rPr lang="es-MX" sz="1100" noProof="0">
                          <a:solidFill>
                            <a:schemeClr val="bg1"/>
                          </a:solidFill>
                        </a:rPr>
                        <a:t>Fecha</a:t>
                      </a:r>
                    </a:p>
                  </a:txBody>
                  <a:tcPr anchor="ctr">
                    <a:solidFill>
                      <a:schemeClr val="accent5"/>
                    </a:solidFill>
                  </a:tcPr>
                </a:tc>
                <a:extLst>
                  <a:ext uri="{0D108BD9-81ED-4DB2-BD59-A6C34878D82A}">
                    <a16:rowId xmlns:a16="http://schemas.microsoft.com/office/drawing/2014/main" val="2426604569"/>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10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656974264"/>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258483285"/>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092968453"/>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3649096743"/>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869567622"/>
                  </a:ext>
                </a:extLst>
              </a:tr>
              <a:tr h="386970">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tc>
                  <a:txBody>
                    <a:bodyPr/>
                    <a:lstStyle/>
                    <a:p>
                      <a:endParaRPr lang="es-MX" sz="700" noProof="0">
                        <a:solidFill>
                          <a:schemeClr val="accent5"/>
                        </a:solidFill>
                      </a:endParaRPr>
                    </a:p>
                  </a:txBody>
                  <a:tcPr>
                    <a:solidFill>
                      <a:schemeClr val="bg1"/>
                    </a:solidFill>
                  </a:tcPr>
                </a:tc>
                <a:extLst>
                  <a:ext uri="{0D108BD9-81ED-4DB2-BD59-A6C34878D82A}">
                    <a16:rowId xmlns:a16="http://schemas.microsoft.com/office/drawing/2014/main" val="1075875363"/>
                  </a:ext>
                </a:extLst>
              </a:tr>
            </a:tbl>
          </a:graphicData>
        </a:graphic>
      </p:graphicFrame>
      <p:sp>
        <p:nvSpPr>
          <p:cNvPr id="6" name="CuadroTexto 5">
            <a:extLst>
              <a:ext uri="{FF2B5EF4-FFF2-40B4-BE49-F238E27FC236}">
                <a16:creationId xmlns:a16="http://schemas.microsoft.com/office/drawing/2014/main" id="{62EA94C6-82A9-89E3-A5DB-3A4ACDB443DF}"/>
              </a:ext>
            </a:extLst>
          </p:cNvPr>
          <p:cNvSpPr txBox="1"/>
          <p:nvPr/>
        </p:nvSpPr>
        <p:spPr>
          <a:xfrm>
            <a:off x="777532" y="2065389"/>
            <a:ext cx="1911720"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Daño estructural del muelle 5</a:t>
            </a:r>
          </a:p>
        </p:txBody>
      </p:sp>
      <p:sp>
        <p:nvSpPr>
          <p:cNvPr id="10" name="CuadroTexto 9">
            <a:extLst>
              <a:ext uri="{FF2B5EF4-FFF2-40B4-BE49-F238E27FC236}">
                <a16:creationId xmlns:a16="http://schemas.microsoft.com/office/drawing/2014/main" id="{101752BD-4F5C-6C1D-4F94-1735371216A5}"/>
              </a:ext>
            </a:extLst>
          </p:cNvPr>
          <p:cNvSpPr txBox="1"/>
          <p:nvPr/>
        </p:nvSpPr>
        <p:spPr>
          <a:xfrm>
            <a:off x="4572604" y="2050401"/>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José L</a:t>
            </a:r>
            <a:r>
              <a:rPr lang="es-MX" sz="700" noProof="0">
                <a:solidFill>
                  <a:schemeClr val="accent5"/>
                </a:solidFill>
              </a:rPr>
              <a:t>.</a:t>
            </a:r>
          </a:p>
        </p:txBody>
      </p:sp>
      <p:sp>
        <p:nvSpPr>
          <p:cNvPr id="12" name="CuadroTexto 11">
            <a:extLst>
              <a:ext uri="{FF2B5EF4-FFF2-40B4-BE49-F238E27FC236}">
                <a16:creationId xmlns:a16="http://schemas.microsoft.com/office/drawing/2014/main" id="{1A588A1E-62B0-B6CC-AC1B-FDE93A1CA0BE}"/>
              </a:ext>
            </a:extLst>
          </p:cNvPr>
          <p:cNvSpPr txBox="1"/>
          <p:nvPr/>
        </p:nvSpPr>
        <p:spPr>
          <a:xfrm>
            <a:off x="996970" y="2436642"/>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TT insuficientes</a:t>
            </a:r>
          </a:p>
        </p:txBody>
      </p:sp>
      <p:sp>
        <p:nvSpPr>
          <p:cNvPr id="13" name="CuadroTexto 12">
            <a:extLst>
              <a:ext uri="{FF2B5EF4-FFF2-40B4-BE49-F238E27FC236}">
                <a16:creationId xmlns:a16="http://schemas.microsoft.com/office/drawing/2014/main" id="{C713F42E-CBE3-D68E-65CB-A56B0189DFC1}"/>
              </a:ext>
            </a:extLst>
          </p:cNvPr>
          <p:cNvSpPr txBox="1"/>
          <p:nvPr/>
        </p:nvSpPr>
        <p:spPr>
          <a:xfrm>
            <a:off x="996970" y="2832245"/>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Causa raíz 3</a:t>
            </a:r>
          </a:p>
        </p:txBody>
      </p:sp>
      <p:sp>
        <p:nvSpPr>
          <p:cNvPr id="15" name="CuadroTexto 14">
            <a:extLst>
              <a:ext uri="{FF2B5EF4-FFF2-40B4-BE49-F238E27FC236}">
                <a16:creationId xmlns:a16="http://schemas.microsoft.com/office/drawing/2014/main" id="{2934DE3D-8BCC-02C4-A9D0-AE84792D9546}"/>
              </a:ext>
            </a:extLst>
          </p:cNvPr>
          <p:cNvSpPr txBox="1"/>
          <p:nvPr/>
        </p:nvSpPr>
        <p:spPr>
          <a:xfrm>
            <a:off x="2764094" y="2809562"/>
            <a:ext cx="1543371" cy="25912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Acción 3</a:t>
            </a:r>
          </a:p>
        </p:txBody>
      </p:sp>
      <p:sp>
        <p:nvSpPr>
          <p:cNvPr id="22" name="CuadroTexto 21">
            <a:extLst>
              <a:ext uri="{FF2B5EF4-FFF2-40B4-BE49-F238E27FC236}">
                <a16:creationId xmlns:a16="http://schemas.microsoft.com/office/drawing/2014/main" id="{4347B8B2-6A4C-A37F-1C72-6267F6B0F87C}"/>
              </a:ext>
            </a:extLst>
          </p:cNvPr>
          <p:cNvSpPr txBox="1"/>
          <p:nvPr/>
        </p:nvSpPr>
        <p:spPr>
          <a:xfrm>
            <a:off x="2819003" y="2061929"/>
            <a:ext cx="1488462"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Reparación del sitio 5</a:t>
            </a:r>
          </a:p>
        </p:txBody>
      </p:sp>
      <p:sp>
        <p:nvSpPr>
          <p:cNvPr id="24" name="CuadroTexto 23">
            <a:extLst>
              <a:ext uri="{FF2B5EF4-FFF2-40B4-BE49-F238E27FC236}">
                <a16:creationId xmlns:a16="http://schemas.microsoft.com/office/drawing/2014/main" id="{DE455FE1-8049-FB04-8724-B70201D9301D}"/>
              </a:ext>
            </a:extLst>
          </p:cNvPr>
          <p:cNvSpPr txBox="1"/>
          <p:nvPr/>
        </p:nvSpPr>
        <p:spPr>
          <a:xfrm>
            <a:off x="2665225" y="2430133"/>
            <a:ext cx="1796017" cy="24741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noProof="0">
                <a:solidFill>
                  <a:schemeClr val="accent5"/>
                </a:solidFill>
              </a:rPr>
              <a:t>Estándar de TT de acuerdo a las distancias en patio</a:t>
            </a:r>
          </a:p>
        </p:txBody>
      </p:sp>
      <p:sp>
        <p:nvSpPr>
          <p:cNvPr id="27" name="CuadroTexto 26">
            <a:extLst>
              <a:ext uri="{FF2B5EF4-FFF2-40B4-BE49-F238E27FC236}">
                <a16:creationId xmlns:a16="http://schemas.microsoft.com/office/drawing/2014/main" id="{444DB6D7-16BD-0B5D-E5EB-AD1D62D1B45D}"/>
              </a:ext>
            </a:extLst>
          </p:cNvPr>
          <p:cNvSpPr txBox="1"/>
          <p:nvPr/>
        </p:nvSpPr>
        <p:spPr>
          <a:xfrm>
            <a:off x="4500999" y="2451296"/>
            <a:ext cx="786575" cy="24090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Miguel C</a:t>
            </a:r>
            <a:r>
              <a:rPr lang="es-MX" sz="700" noProof="0">
                <a:solidFill>
                  <a:schemeClr val="accent5"/>
                </a:solidFill>
              </a:rPr>
              <a:t>.</a:t>
            </a:r>
          </a:p>
        </p:txBody>
      </p:sp>
      <p:sp>
        <p:nvSpPr>
          <p:cNvPr id="30" name="CuadroTexto 29">
            <a:extLst>
              <a:ext uri="{FF2B5EF4-FFF2-40B4-BE49-F238E27FC236}">
                <a16:creationId xmlns:a16="http://schemas.microsoft.com/office/drawing/2014/main" id="{A9F3E34A-545F-8E71-029D-BE1B8AE4050C}"/>
              </a:ext>
            </a:extLst>
          </p:cNvPr>
          <p:cNvSpPr txBox="1"/>
          <p:nvPr/>
        </p:nvSpPr>
        <p:spPr>
          <a:xfrm>
            <a:off x="4500999" y="2818672"/>
            <a:ext cx="905888" cy="25001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Roberto G.</a:t>
            </a:r>
            <a:endParaRPr lang="es-MX" sz="700" noProof="0">
              <a:solidFill>
                <a:schemeClr val="accent5"/>
              </a:solidFill>
            </a:endParaRPr>
          </a:p>
        </p:txBody>
      </p:sp>
      <p:sp>
        <p:nvSpPr>
          <p:cNvPr id="31" name="CuadroTexto 30">
            <a:extLst>
              <a:ext uri="{FF2B5EF4-FFF2-40B4-BE49-F238E27FC236}">
                <a16:creationId xmlns:a16="http://schemas.microsoft.com/office/drawing/2014/main" id="{4B98F9FA-6A0F-A84B-D02D-58C3AEB5B633}"/>
              </a:ext>
            </a:extLst>
          </p:cNvPr>
          <p:cNvSpPr txBox="1"/>
          <p:nvPr/>
        </p:nvSpPr>
        <p:spPr>
          <a:xfrm>
            <a:off x="5465292" y="2050400"/>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01</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5" name="CuadroTexto 34">
            <a:extLst>
              <a:ext uri="{FF2B5EF4-FFF2-40B4-BE49-F238E27FC236}">
                <a16:creationId xmlns:a16="http://schemas.microsoft.com/office/drawing/2014/main" id="{A9E2469A-2AB9-710E-B86F-C0F6C39E1235}"/>
              </a:ext>
            </a:extLst>
          </p:cNvPr>
          <p:cNvSpPr txBox="1"/>
          <p:nvPr/>
        </p:nvSpPr>
        <p:spPr>
          <a:xfrm>
            <a:off x="5472795" y="2426944"/>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15</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6" name="CuadroTexto 35">
            <a:extLst>
              <a:ext uri="{FF2B5EF4-FFF2-40B4-BE49-F238E27FC236}">
                <a16:creationId xmlns:a16="http://schemas.microsoft.com/office/drawing/2014/main" id="{293FE523-CD5F-99A2-BC36-A7FEF41B1552}"/>
              </a:ext>
            </a:extLst>
          </p:cNvPr>
          <p:cNvSpPr txBox="1"/>
          <p:nvPr/>
        </p:nvSpPr>
        <p:spPr>
          <a:xfrm>
            <a:off x="5465292" y="2791515"/>
            <a:ext cx="627549" cy="25379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000" noProof="0">
                <a:solidFill>
                  <a:schemeClr val="accent5"/>
                </a:solidFill>
              </a:rPr>
              <a:t>15</a:t>
            </a:r>
            <a:r>
              <a:rPr lang="es-MX" sz="1100" noProof="0">
                <a:solidFill>
                  <a:schemeClr val="accent5"/>
                </a:solidFill>
              </a:rPr>
              <a:t>/</a:t>
            </a:r>
            <a:r>
              <a:rPr lang="es-MX" sz="1000" noProof="0">
                <a:solidFill>
                  <a:schemeClr val="accent5"/>
                </a:solidFill>
              </a:rPr>
              <a:t>01</a:t>
            </a:r>
            <a:endParaRPr lang="es-MX" sz="1100" noProof="0">
              <a:solidFill>
                <a:schemeClr val="accent5"/>
              </a:solidFill>
            </a:endParaRPr>
          </a:p>
        </p:txBody>
      </p:sp>
      <p:sp>
        <p:nvSpPr>
          <p:cNvPr id="37" name="Rectángulo: esquinas redondeadas 36">
            <a:extLst>
              <a:ext uri="{FF2B5EF4-FFF2-40B4-BE49-F238E27FC236}">
                <a16:creationId xmlns:a16="http://schemas.microsoft.com/office/drawing/2014/main" id="{255DF252-CA65-6819-7B9B-4E6B0FB4D515}"/>
              </a:ext>
            </a:extLst>
          </p:cNvPr>
          <p:cNvSpPr/>
          <p:nvPr/>
        </p:nvSpPr>
        <p:spPr>
          <a:xfrm>
            <a:off x="6862086" y="1097408"/>
            <a:ext cx="1887608" cy="158368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bg1"/>
                </a:solidFill>
              </a:rPr>
              <a:t>Se complementa la tabla de contramedidas agregando responsables y fechas compromiso</a:t>
            </a:r>
          </a:p>
        </p:txBody>
      </p:sp>
    </p:spTree>
    <p:extLst>
      <p:ext uri="{BB962C8B-B14F-4D97-AF65-F5344CB8AC3E}">
        <p14:creationId xmlns:p14="http://schemas.microsoft.com/office/powerpoint/2010/main" val="10939552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P spid="30" grpId="0"/>
      <p:bldP spid="31" grpId="0"/>
      <p:bldP spid="35" grpId="0"/>
      <p:bldP spid="36" grpId="0"/>
      <p:bldP spid="3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985E4-EA65-ED86-E087-363CDC1780A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503BABBC-A58C-626B-25EF-85D40A6243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03BABBC-A58C-626B-25EF-85D40A6243F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C9EDC10F-7D2F-F2C0-6026-083D6A076561}"/>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E68ED819-CE87-F75D-262E-2CD1F20BDE0C}"/>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69C12C89-7B10-55A5-5E8D-8E2158604552}"/>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17B08D7D-1C93-0F36-CCB8-22F5B34CFF33}"/>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1E952CCA-769F-A143-E7B7-CA25C749E57E}"/>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Hacer…</a:t>
            </a:r>
          </a:p>
        </p:txBody>
      </p:sp>
      <p:pic>
        <p:nvPicPr>
          <p:cNvPr id="12" name="Gráfico 11" descr="Señal de pulgar hacia arriba  con relleno sólido">
            <a:extLst>
              <a:ext uri="{FF2B5EF4-FFF2-40B4-BE49-F238E27FC236}">
                <a16:creationId xmlns:a16="http://schemas.microsoft.com/office/drawing/2014/main" id="{B5E179BF-6378-E9E0-A8E8-B95E9F8A7EB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08B32494-8987-671B-C722-07CA89C8A2A0}"/>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7CC6A0CB-4D97-15C8-141F-32401D00C04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FDF7D383-0018-7764-8783-8C41674A2EC8}"/>
              </a:ext>
            </a:extLst>
          </p:cNvPr>
          <p:cNvSpPr txBox="1">
            <a:spLocks/>
          </p:cNvSpPr>
          <p:nvPr/>
        </p:nvSpPr>
        <p:spPr>
          <a:xfrm>
            <a:off x="712094" y="1710261"/>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Haz preguntas que lleven al equipo a descubrir la causa raíz</a:t>
            </a:r>
          </a:p>
          <a:p>
            <a:pPr marL="285750" indent="-285750" algn="just">
              <a:lnSpc>
                <a:spcPct val="150000"/>
              </a:lnSpc>
              <a:buFont typeface="Arial" panose="020B0604020202020204" pitchFamily="34" charset="0"/>
              <a:buChar char="•"/>
            </a:pPr>
            <a:r>
              <a:rPr lang="es-MX" sz="1050" b="0" noProof="0">
                <a:solidFill>
                  <a:schemeClr val="bg1"/>
                </a:solidFill>
              </a:rPr>
              <a:t>Validar cada “por qué” con evidencia</a:t>
            </a:r>
          </a:p>
          <a:p>
            <a:pPr marL="285750" indent="-285750" algn="just">
              <a:lnSpc>
                <a:spcPct val="150000"/>
              </a:lnSpc>
              <a:buFont typeface="Arial" panose="020B0604020202020204" pitchFamily="34" charset="0"/>
              <a:buChar char="•"/>
            </a:pPr>
            <a:r>
              <a:rPr lang="es-MX" sz="1050" b="0" noProof="0">
                <a:solidFill>
                  <a:schemeClr val="bg1"/>
                </a:solidFill>
              </a:rPr>
              <a:t>Mantener enfoque en la causa original y apoyarse del recurso “puede causar” para evitar desviarse</a:t>
            </a:r>
          </a:p>
          <a:p>
            <a:pPr marL="285750" indent="-285750" algn="just">
              <a:lnSpc>
                <a:spcPct val="150000"/>
              </a:lnSpc>
              <a:buFont typeface="Arial" panose="020B0604020202020204" pitchFamily="34" charset="0"/>
              <a:buChar char="•"/>
            </a:pPr>
            <a:r>
              <a:rPr lang="es-MX" sz="1050" b="0" noProof="0">
                <a:solidFill>
                  <a:schemeClr val="bg1"/>
                </a:solidFill>
              </a:rPr>
              <a:t>Involucra al equipo en proponer soluciones prácticas y sostenibles</a:t>
            </a:r>
          </a:p>
          <a:p>
            <a:pPr marL="285750" indent="-285750" algn="just">
              <a:lnSpc>
                <a:spcPct val="150000"/>
              </a:lnSpc>
              <a:buFont typeface="Arial" panose="020B0604020202020204" pitchFamily="34" charset="0"/>
              <a:buChar char="•"/>
            </a:pPr>
            <a:r>
              <a:rPr lang="es-MX" sz="1050" b="0" noProof="0">
                <a:solidFill>
                  <a:schemeClr val="bg1"/>
                </a:solidFill>
              </a:rPr>
              <a:t>Priorizar soluciones que ataquen la causa raíz</a:t>
            </a:r>
          </a:p>
        </p:txBody>
      </p:sp>
      <p:sp>
        <p:nvSpPr>
          <p:cNvPr id="17" name="Title 1">
            <a:extLst>
              <a:ext uri="{FF2B5EF4-FFF2-40B4-BE49-F238E27FC236}">
                <a16:creationId xmlns:a16="http://schemas.microsoft.com/office/drawing/2014/main" id="{C052E2B8-6103-809F-4CE1-E043637430DC}"/>
              </a:ext>
            </a:extLst>
          </p:cNvPr>
          <p:cNvSpPr txBox="1">
            <a:spLocks/>
          </p:cNvSpPr>
          <p:nvPr/>
        </p:nvSpPr>
        <p:spPr>
          <a:xfrm>
            <a:off x="712094" y="3533542"/>
            <a:ext cx="7299141" cy="939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Aceptar respuestas vagas como: “porque siempre ha sido así” o “porque hay falta de compromiso”</a:t>
            </a:r>
          </a:p>
          <a:p>
            <a:pPr marL="285750" indent="-285750" algn="just">
              <a:lnSpc>
                <a:spcPct val="150000"/>
              </a:lnSpc>
              <a:buFont typeface="Arial" panose="020B0604020202020204" pitchFamily="34" charset="0"/>
              <a:buChar char="•"/>
            </a:pPr>
            <a:r>
              <a:rPr lang="es-MX" sz="1050" b="0" noProof="0">
                <a:solidFill>
                  <a:schemeClr val="bg1"/>
                </a:solidFill>
              </a:rPr>
              <a:t>Imponer contramedidas sin consenso</a:t>
            </a:r>
          </a:p>
          <a:p>
            <a:pPr marL="285750" indent="-285750" algn="just">
              <a:lnSpc>
                <a:spcPct val="150000"/>
              </a:lnSpc>
              <a:buFont typeface="Arial" panose="020B0604020202020204" pitchFamily="34" charset="0"/>
              <a:buChar char="•"/>
            </a:pPr>
            <a:r>
              <a:rPr lang="es-MX" sz="1050" b="0" noProof="0">
                <a:solidFill>
                  <a:schemeClr val="bg1"/>
                </a:solidFill>
              </a:rPr>
              <a:t>Confundir acción inmediata con solución definitiva</a:t>
            </a:r>
          </a:p>
          <a:p>
            <a:pPr marL="285750" indent="-285750" algn="just">
              <a:lnSpc>
                <a:spcPct val="150000"/>
              </a:lnSpc>
              <a:buFont typeface="Arial" panose="020B0604020202020204" pitchFamily="34" charset="0"/>
              <a:buChar char="•"/>
            </a:pPr>
            <a:endParaRPr lang="es-MX" sz="1050" b="0" noProof="0">
              <a:solidFill>
                <a:schemeClr val="bg1"/>
              </a:solidFill>
            </a:endParaRPr>
          </a:p>
        </p:txBody>
      </p:sp>
      <p:sp>
        <p:nvSpPr>
          <p:cNvPr id="6" name="Title 15">
            <a:extLst>
              <a:ext uri="{FF2B5EF4-FFF2-40B4-BE49-F238E27FC236}">
                <a16:creationId xmlns:a16="http://schemas.microsoft.com/office/drawing/2014/main" id="{1DF92C96-86FE-128B-AF74-6C6393103CC0}"/>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dirty="0" err="1"/>
              <a:t>Tips</a:t>
            </a:r>
            <a:r>
              <a:rPr lang="es-MX" noProof="0" dirty="0"/>
              <a:t> para lideres</a:t>
            </a:r>
            <a:br>
              <a:rPr lang="es-MX" noProof="0" dirty="0"/>
            </a:br>
            <a:r>
              <a:rPr lang="es-MX" sz="1050" noProof="0" dirty="0">
                <a:solidFill>
                  <a:schemeClr val="bg1"/>
                </a:solidFill>
              </a:rPr>
              <a:t>Fase: Observa y analiza pt.2</a:t>
            </a:r>
            <a:endParaRPr lang="es-MX" noProof="0" dirty="0">
              <a:solidFill>
                <a:schemeClr val="bg1"/>
              </a:solidFill>
            </a:endParaRPr>
          </a:p>
        </p:txBody>
      </p:sp>
      <p:sp>
        <p:nvSpPr>
          <p:cNvPr id="2" name="Rectángulo 1">
            <a:extLst>
              <a:ext uri="{FF2B5EF4-FFF2-40B4-BE49-F238E27FC236}">
                <a16:creationId xmlns:a16="http://schemas.microsoft.com/office/drawing/2014/main" id="{15F14584-A8C7-DDC0-6355-262DFD5FAF6C}"/>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094022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1847-B5F8-52BA-D7F9-523AA18303AF}"/>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3F936CED-A0C9-7C80-E33C-F075440293B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AD706CB3-D8B0-4E76-86BD-017CC53D7E31}"/>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9CF341A4-5FFF-3482-8C55-A45E3B8E4588}"/>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D76BA6B8-8EFA-C419-B95C-08B3789D932E}"/>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9CE3F159-978D-89C3-4D2A-1928F59B155C}"/>
              </a:ext>
            </a:extLst>
          </p:cNvPr>
          <p:cNvSpPr>
            <a:spLocks noGrp="1"/>
          </p:cNvSpPr>
          <p:nvPr>
            <p:ph type="title"/>
          </p:nvPr>
        </p:nvSpPr>
        <p:spPr>
          <a:xfrm>
            <a:off x="330993" y="313420"/>
            <a:ext cx="8482014" cy="307777"/>
          </a:xfrm>
        </p:spPr>
        <p:txBody>
          <a:bodyPr/>
          <a:lstStyle/>
          <a:p>
            <a:pPr algn="ctr"/>
            <a:r>
              <a:rPr lang="es-MX" noProof="0" dirty="0"/>
              <a:t>Actividad 9</a:t>
            </a:r>
          </a:p>
        </p:txBody>
      </p:sp>
      <p:sp>
        <p:nvSpPr>
          <p:cNvPr id="3" name="CuadroTexto 7">
            <a:extLst>
              <a:ext uri="{FF2B5EF4-FFF2-40B4-BE49-F238E27FC236}">
                <a16:creationId xmlns:a16="http://schemas.microsoft.com/office/drawing/2014/main" id="{D4DB2C94-CEFB-D5BF-FF50-E50C4D8F003C}"/>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De la causa a la cura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EF408C2-34D4-FDEF-0C8F-0C45931D4849}"/>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11F89F62-28B9-5F1A-CFFF-E2AF57ABF6F9}"/>
              </a:ext>
            </a:extLst>
          </p:cNvPr>
          <p:cNvSpPr txBox="1">
            <a:spLocks/>
          </p:cNvSpPr>
          <p:nvPr/>
        </p:nvSpPr>
        <p:spPr>
          <a:xfrm>
            <a:off x="3812322" y="2918453"/>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Proponer contramedidas</a:t>
            </a:r>
          </a:p>
        </p:txBody>
      </p:sp>
      <p:sp>
        <p:nvSpPr>
          <p:cNvPr id="25" name="CuadroTexto 7">
            <a:extLst>
              <a:ext uri="{FF2B5EF4-FFF2-40B4-BE49-F238E27FC236}">
                <a16:creationId xmlns:a16="http://schemas.microsoft.com/office/drawing/2014/main" id="{D7EBE994-CF29-8259-9180-C268C5A27816}"/>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endParaRPr lang="es-MX" sz="1100" noProof="0">
              <a:solidFill>
                <a:schemeClr val="bg1"/>
              </a:solidFill>
            </a:endParaRPr>
          </a:p>
          <a:p>
            <a:pPr algn="ctr"/>
            <a:r>
              <a:rPr lang="es-MX" sz="1100" noProof="0">
                <a:solidFill>
                  <a:schemeClr val="bg1"/>
                </a:solidFill>
              </a:rPr>
              <a:t>Propuestas de contramedidas en la tabla del formato (sin responsable, ni fecha), presentación en la próxima sesión</a:t>
            </a:r>
          </a:p>
        </p:txBody>
      </p:sp>
      <p:sp>
        <p:nvSpPr>
          <p:cNvPr id="8" name="Title 1">
            <a:extLst>
              <a:ext uri="{FF2B5EF4-FFF2-40B4-BE49-F238E27FC236}">
                <a16:creationId xmlns:a16="http://schemas.microsoft.com/office/drawing/2014/main" id="{EFBFD768-1730-D5CB-D0B3-1ED726CD439F}"/>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a:t>
            </a:r>
            <a:r>
              <a:rPr lang="es-MX" sz="1400" noProof="0" err="1">
                <a:solidFill>
                  <a:schemeClr val="bg1"/>
                </a:solidFill>
              </a:rPr>
              <a:t>duos</a:t>
            </a:r>
            <a:endParaRPr lang="es-MX" sz="1400" b="0" noProof="0">
              <a:solidFill>
                <a:schemeClr val="bg1"/>
              </a:solidFill>
            </a:endParaRPr>
          </a:p>
        </p:txBody>
      </p:sp>
      <p:sp>
        <p:nvSpPr>
          <p:cNvPr id="20" name="Title 1">
            <a:extLst>
              <a:ext uri="{FF2B5EF4-FFF2-40B4-BE49-F238E27FC236}">
                <a16:creationId xmlns:a16="http://schemas.microsoft.com/office/drawing/2014/main" id="{F6A033B8-7498-4DD5-CE1B-13CD191BB5D6}"/>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Presentación de propuestas</a:t>
            </a:r>
          </a:p>
        </p:txBody>
      </p:sp>
      <p:pic>
        <p:nvPicPr>
          <p:cNvPr id="4" name="Gráfico 3" descr="Perfil de hombre con relleno sólido">
            <a:extLst>
              <a:ext uri="{FF2B5EF4-FFF2-40B4-BE49-F238E27FC236}">
                <a16:creationId xmlns:a16="http://schemas.microsoft.com/office/drawing/2014/main" id="{F4511A50-B90F-5C6D-1BC2-66EE737E004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1EC8BE34-EA43-1263-A4B8-5BA6B3636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7" name="Rectángulo 6">
            <a:extLst>
              <a:ext uri="{FF2B5EF4-FFF2-40B4-BE49-F238E27FC236}">
                <a16:creationId xmlns:a16="http://schemas.microsoft.com/office/drawing/2014/main" id="{92230822-FEBC-2D9F-04EA-853AD81DCF1A}"/>
              </a:ext>
            </a:extLst>
          </p:cNvPr>
          <p:cNvSpPr/>
          <p:nvPr/>
        </p:nvSpPr>
        <p:spPr>
          <a:xfrm>
            <a:off x="3846279" y="1806192"/>
            <a:ext cx="1451441" cy="193378"/>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8">
            <a:extLst>
              <a:ext uri="{FF2B5EF4-FFF2-40B4-BE49-F238E27FC236}">
                <a16:creationId xmlns:a16="http://schemas.microsoft.com/office/drawing/2014/main" id="{FE475018-C32E-906E-8283-09233B9FFFCD}"/>
              </a:ext>
            </a:extLst>
          </p:cNvPr>
          <p:cNvSpPr/>
          <p:nvPr/>
        </p:nvSpPr>
        <p:spPr>
          <a:xfrm>
            <a:off x="3846279" y="1999570"/>
            <a:ext cx="1451441" cy="778819"/>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11" name="Conector recto 10">
            <a:extLst>
              <a:ext uri="{FF2B5EF4-FFF2-40B4-BE49-F238E27FC236}">
                <a16:creationId xmlns:a16="http://schemas.microsoft.com/office/drawing/2014/main" id="{D97DC2AC-1CAE-E882-9636-5BE216BBF77C}"/>
              </a:ext>
            </a:extLst>
          </p:cNvPr>
          <p:cNvCxnSpPr/>
          <p:nvPr/>
        </p:nvCxnSpPr>
        <p:spPr>
          <a:xfrm>
            <a:off x="3846279" y="2186609"/>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26D3FA89-835C-FA15-9FD6-C7DC664A7A3A}"/>
              </a:ext>
            </a:extLst>
          </p:cNvPr>
          <p:cNvCxnSpPr/>
          <p:nvPr/>
        </p:nvCxnSpPr>
        <p:spPr>
          <a:xfrm>
            <a:off x="3846279" y="235491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E435E1E3-5B59-E9F4-96FC-E1E1ED744C23}"/>
              </a:ext>
            </a:extLst>
          </p:cNvPr>
          <p:cNvCxnSpPr/>
          <p:nvPr/>
        </p:nvCxnSpPr>
        <p:spPr>
          <a:xfrm>
            <a:off x="3846279" y="258235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B1BA45A-2037-5FB3-23AB-FF2E3707219E}"/>
              </a:ext>
            </a:extLst>
          </p:cNvPr>
          <p:cNvCxnSpPr>
            <a:cxnSpLocks/>
          </p:cNvCxnSpPr>
          <p:nvPr/>
        </p:nvCxnSpPr>
        <p:spPr>
          <a:xfrm>
            <a:off x="4269023" y="1999570"/>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A6DB84AE-94F7-935C-9495-C275C52D347A}"/>
              </a:ext>
            </a:extLst>
          </p:cNvPr>
          <p:cNvCxnSpPr>
            <a:cxnSpLocks/>
          </p:cNvCxnSpPr>
          <p:nvPr/>
        </p:nvCxnSpPr>
        <p:spPr>
          <a:xfrm>
            <a:off x="4723572" y="1999570"/>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1173FA9E-B34E-E20E-8F08-CF7828E8D29E}"/>
              </a:ext>
            </a:extLst>
          </p:cNvPr>
          <p:cNvCxnSpPr>
            <a:cxnSpLocks/>
          </p:cNvCxnSpPr>
          <p:nvPr/>
        </p:nvCxnSpPr>
        <p:spPr>
          <a:xfrm>
            <a:off x="5019095" y="2002221"/>
            <a:ext cx="0" cy="778819"/>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9" name="Gráfico 38" descr="Maestro con relleno sólido">
            <a:extLst>
              <a:ext uri="{FF2B5EF4-FFF2-40B4-BE49-F238E27FC236}">
                <a16:creationId xmlns:a16="http://schemas.microsoft.com/office/drawing/2014/main" id="{FFEADBDC-E0B9-7CF1-A267-35D31E27FF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75686" y="1697024"/>
            <a:ext cx="1176076" cy="1176076"/>
          </a:xfrm>
          <a:prstGeom prst="rect">
            <a:avLst/>
          </a:prstGeom>
        </p:spPr>
      </p:pic>
      <p:sp>
        <p:nvSpPr>
          <p:cNvPr id="14" name="CuadroTexto 13">
            <a:extLst>
              <a:ext uri="{FF2B5EF4-FFF2-40B4-BE49-F238E27FC236}">
                <a16:creationId xmlns:a16="http://schemas.microsoft.com/office/drawing/2014/main" id="{9DC542FF-E4B2-185D-7C68-8F4BE1302A17}"/>
              </a:ext>
            </a:extLst>
          </p:cNvPr>
          <p:cNvSpPr txBox="1"/>
          <p:nvPr/>
        </p:nvSpPr>
        <p:spPr>
          <a:xfrm>
            <a:off x="224557" y="3872239"/>
            <a:ext cx="2451815"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MX" noProof="0">
                <a:solidFill>
                  <a:schemeClr val="accent6"/>
                </a:solidFill>
                <a:hlinkClick r:id="rId5">
                  <a:extLst>
                    <a:ext uri="{A12FA001-AC4F-418D-AE19-62706E023703}">
                      <ahyp:hlinkClr xmlns:ahyp="http://schemas.microsoft.com/office/drawing/2018/hyperlinkcolor" val="tx"/>
                    </a:ext>
                  </a:extLst>
                </a:hlinkClick>
              </a:rPr>
              <a:t>Plantilla de definición de contramedidas.</a:t>
            </a:r>
            <a:endParaRPr lang="es-MX" noProof="0">
              <a:solidFill>
                <a:schemeClr val="accent6"/>
              </a:solidFill>
            </a:endParaRPr>
          </a:p>
        </p:txBody>
      </p:sp>
      <p:pic>
        <p:nvPicPr>
          <p:cNvPr id="17" name="Gráfico 16" descr="Cursor con relleno sólido">
            <a:extLst>
              <a:ext uri="{FF2B5EF4-FFF2-40B4-BE49-F238E27FC236}">
                <a16:creationId xmlns:a16="http://schemas.microsoft.com/office/drawing/2014/main" id="{99CCB8AE-ACCE-930A-8517-133A49D552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11180" y="4311330"/>
            <a:ext cx="515394" cy="515394"/>
          </a:xfrm>
          <a:prstGeom prst="rect">
            <a:avLst/>
          </a:prstGeom>
        </p:spPr>
      </p:pic>
    </p:spTree>
    <p:extLst>
      <p:ext uri="{BB962C8B-B14F-4D97-AF65-F5344CB8AC3E}">
        <p14:creationId xmlns:p14="http://schemas.microsoft.com/office/powerpoint/2010/main" val="3563909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02909-49CF-1020-CE26-407F636FA5C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D30489E-0C88-29D7-701F-9A86AB4D528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DD30489E-0C88-29D7-701F-9A86AB4D52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4859BA-AC0B-2DCA-56BE-0474064CB713}"/>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9D13FB22-E915-FEC3-38AD-8F4800F73543}"/>
              </a:ext>
            </a:extLst>
          </p:cNvPr>
          <p:cNvSpPr>
            <a:spLocks noGrp="1"/>
          </p:cNvSpPr>
          <p:nvPr>
            <p:ph type="subTitle" idx="1"/>
          </p:nvPr>
        </p:nvSpPr>
        <p:spPr>
          <a:xfrm>
            <a:off x="4500665" y="2369320"/>
            <a:ext cx="4174902" cy="292931"/>
          </a:xfrm>
        </p:spPr>
        <p:txBody>
          <a:bodyPr/>
          <a:lstStyle/>
          <a:p>
            <a:pPr>
              <a:buNone/>
            </a:pPr>
            <a:r>
              <a:rPr lang="es-MX" noProof="0" err="1"/>
              <a:t>Problem</a:t>
            </a:r>
            <a:r>
              <a:rPr lang="es-MX" noProof="0"/>
              <a:t> </a:t>
            </a:r>
            <a:r>
              <a:rPr lang="es-MX" noProof="0" err="1"/>
              <a:t>Solving</a:t>
            </a:r>
            <a:r>
              <a:rPr lang="es-MX" noProof="0"/>
              <a:t> </a:t>
            </a:r>
            <a:r>
              <a:rPr lang="es-MX" noProof="0" err="1"/>
              <a:t>System</a:t>
            </a:r>
            <a:r>
              <a:rPr lang="es-MX" noProof="0"/>
              <a:t> (PO</a:t>
            </a:r>
            <a:r>
              <a:rPr lang="es-MX" noProof="0">
                <a:solidFill>
                  <a:schemeClr val="accent6"/>
                </a:solidFill>
              </a:rPr>
              <a:t>R</a:t>
            </a:r>
            <a:r>
              <a:rPr lang="es-MX" noProof="0"/>
              <a:t>T™) </a:t>
            </a:r>
          </a:p>
          <a:p>
            <a:pPr>
              <a:buNone/>
            </a:pPr>
            <a:r>
              <a:rPr lang="es-MX" i="1" noProof="0"/>
              <a:t> </a:t>
            </a:r>
            <a:r>
              <a:rPr lang="es-MX" i="1" noProof="0" err="1"/>
              <a:t>Week</a:t>
            </a:r>
            <a:r>
              <a:rPr lang="es-MX" i="1" noProof="0"/>
              <a:t> 5: </a:t>
            </a:r>
            <a:r>
              <a:rPr lang="es-MX" b="1" i="1" noProof="0" err="1">
                <a:solidFill>
                  <a:schemeClr val="accent6"/>
                </a:solidFill>
              </a:rPr>
              <a:t>Resolve</a:t>
            </a:r>
            <a:r>
              <a:rPr lang="es-MX" b="1" i="1" noProof="0">
                <a:solidFill>
                  <a:schemeClr val="accent6"/>
                </a:solidFill>
              </a:rPr>
              <a:t> </a:t>
            </a:r>
            <a:r>
              <a:rPr lang="es-MX" b="1" i="1" noProof="0" err="1">
                <a:solidFill>
                  <a:schemeClr val="accent6"/>
                </a:solidFill>
              </a:rPr>
              <a:t>with</a:t>
            </a:r>
            <a:r>
              <a:rPr lang="es-MX" b="1" i="1" noProof="0">
                <a:solidFill>
                  <a:schemeClr val="accent6"/>
                </a:solidFill>
              </a:rPr>
              <a:t> </a:t>
            </a:r>
            <a:r>
              <a:rPr lang="es-MX" b="1" i="1" noProof="0" err="1">
                <a:solidFill>
                  <a:schemeClr val="accent6"/>
                </a:solidFill>
              </a:rPr>
              <a:t>actions</a:t>
            </a: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A8DB52DA-6D02-39EE-EDF1-070757B5A62E}"/>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1176136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A1E21-9D12-390E-DCCD-7E170E5EDEC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624FF7A1-3B22-0A14-5EA9-C001AC5F858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624FF7A1-3B22-0A14-5EA9-C001AC5F858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35C4177A-BBE4-601C-8940-189CDD6D001C}"/>
              </a:ext>
            </a:extLst>
          </p:cNvPr>
          <p:cNvSpPr>
            <a:spLocks noGrp="1"/>
          </p:cNvSpPr>
          <p:nvPr>
            <p:ph type="title"/>
          </p:nvPr>
        </p:nvSpPr>
        <p:spPr>
          <a:xfrm>
            <a:off x="135922" y="242102"/>
            <a:ext cx="8789937" cy="307777"/>
          </a:xfrm>
        </p:spPr>
        <p:txBody>
          <a:bodyPr vert="horz"/>
          <a:lstStyle/>
          <a:p>
            <a:pPr algn="ctr"/>
            <a:r>
              <a:rPr lang="es-MX" noProof="0"/>
              <a:t>Formación</a:t>
            </a:r>
          </a:p>
        </p:txBody>
      </p:sp>
      <p:sp>
        <p:nvSpPr>
          <p:cNvPr id="5" name="TextBox 4">
            <a:extLst>
              <a:ext uri="{FF2B5EF4-FFF2-40B4-BE49-F238E27FC236}">
                <a16:creationId xmlns:a16="http://schemas.microsoft.com/office/drawing/2014/main" id="{E7F70885-C380-65DF-39BC-37E69B7E14FB}"/>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5: Resuelve con acciones</a:t>
            </a:r>
          </a:p>
          <a:p>
            <a:pPr>
              <a:spcBef>
                <a:spcPts val="225"/>
              </a:spcBef>
              <a:spcAft>
                <a:spcPts val="225"/>
              </a:spcAft>
              <a:buClr>
                <a:srgbClr val="000000"/>
              </a:buClr>
              <a:defRPr/>
            </a:pP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p>
        </p:txBody>
      </p:sp>
      <p:cxnSp>
        <p:nvCxnSpPr>
          <p:cNvPr id="56" name="Straight Connector 79">
            <a:extLst>
              <a:ext uri="{FF2B5EF4-FFF2-40B4-BE49-F238E27FC236}">
                <a16:creationId xmlns:a16="http://schemas.microsoft.com/office/drawing/2014/main" id="{B0BC3FD9-AD27-38D9-72F5-A0C747BF363B}"/>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EC14B40F-9824-E2EF-84A8-81D2AEBA395E}"/>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2AA9CAAC-0DE9-485D-0B30-9843959522D3}"/>
              </a:ext>
            </a:extLst>
          </p:cNvPr>
          <p:cNvSpPr txBox="1"/>
          <p:nvPr/>
        </p:nvSpPr>
        <p:spPr>
          <a:xfrm>
            <a:off x="212093" y="1309052"/>
            <a:ext cx="3938488" cy="249780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Presentación de la actividad 9: De la causa a la cura</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Validación de plan de acción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Prueba piloto de las contramedidas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Plan de comunicación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Actividad 10: Planifica, prueba, triunfa </a:t>
            </a:r>
          </a:p>
          <a:p>
            <a:pPr>
              <a:lnSpc>
                <a:spcPct val="250000"/>
              </a:lnSpc>
              <a:spcBef>
                <a:spcPts val="225"/>
              </a:spcBef>
              <a:spcAft>
                <a:spcPts val="225"/>
              </a:spcAft>
              <a:buClr>
                <a:schemeClr val="bg2"/>
              </a:buClr>
              <a:buNone/>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  </a:t>
            </a:r>
          </a:p>
        </p:txBody>
      </p:sp>
    </p:spTree>
    <p:extLst>
      <p:ext uri="{BB962C8B-B14F-4D97-AF65-F5344CB8AC3E}">
        <p14:creationId xmlns:p14="http://schemas.microsoft.com/office/powerpoint/2010/main" val="1574265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7FE18-3DAC-DE13-ECC0-9FCC327B3569}"/>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68A2BF6C-42C7-2EEA-9D03-0DCBA615D9BA}"/>
              </a:ext>
            </a:extLst>
          </p:cNvPr>
          <p:cNvSpPr/>
          <p:nvPr/>
        </p:nvSpPr>
        <p:spPr>
          <a:xfrm>
            <a:off x="1965278" y="1482657"/>
            <a:ext cx="5349921" cy="2359188"/>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6641BA06-E2A3-83F8-9DB2-C6393C0FF082}"/>
              </a:ext>
            </a:extLst>
          </p:cNvPr>
          <p:cNvSpPr>
            <a:spLocks noGrp="1"/>
          </p:cNvSpPr>
          <p:nvPr>
            <p:ph type="title"/>
          </p:nvPr>
        </p:nvSpPr>
        <p:spPr>
          <a:xfrm>
            <a:off x="330993" y="313420"/>
            <a:ext cx="8482014" cy="307777"/>
          </a:xfrm>
        </p:spPr>
        <p:txBody>
          <a:bodyPr/>
          <a:lstStyle/>
          <a:p>
            <a:pPr algn="ctr"/>
            <a:r>
              <a:rPr lang="es-MX" noProof="0" dirty="0"/>
              <a:t>Presentación de actividad 9</a:t>
            </a:r>
          </a:p>
        </p:txBody>
      </p:sp>
      <p:sp>
        <p:nvSpPr>
          <p:cNvPr id="3" name="CuadroTexto 7">
            <a:extLst>
              <a:ext uri="{FF2B5EF4-FFF2-40B4-BE49-F238E27FC236}">
                <a16:creationId xmlns:a16="http://schemas.microsoft.com/office/drawing/2014/main" id="{C7D3371C-6F94-96B4-9233-4B99C5684BD9}"/>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De la causa a la cura</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CBCC2D65-F577-F460-B2B7-A1E1D907F180}"/>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7" name="Gráfico 6" descr="Maestro con relleno sólido">
            <a:extLst>
              <a:ext uri="{FF2B5EF4-FFF2-40B4-BE49-F238E27FC236}">
                <a16:creationId xmlns:a16="http://schemas.microsoft.com/office/drawing/2014/main" id="{FD44B0CE-EDF4-1FB1-DC83-04990DD1F3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98151" y="1544159"/>
            <a:ext cx="1176076" cy="1176076"/>
          </a:xfrm>
          <a:prstGeom prst="rect">
            <a:avLst/>
          </a:prstGeom>
        </p:spPr>
      </p:pic>
      <p:sp>
        <p:nvSpPr>
          <p:cNvPr id="13" name="CuadroTexto 12">
            <a:extLst>
              <a:ext uri="{FF2B5EF4-FFF2-40B4-BE49-F238E27FC236}">
                <a16:creationId xmlns:a16="http://schemas.microsoft.com/office/drawing/2014/main" id="{E63DF896-EB52-D4E9-9267-82794D6A85B0}"/>
              </a:ext>
            </a:extLst>
          </p:cNvPr>
          <p:cNvSpPr txBox="1"/>
          <p:nvPr/>
        </p:nvSpPr>
        <p:spPr>
          <a:xfrm>
            <a:off x="2110433" y="1946843"/>
            <a:ext cx="4696310" cy="131811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gn="just">
              <a:lnSpc>
                <a:spcPct val="200000"/>
              </a:lnSpc>
              <a:buFont typeface="Wingdings" panose="05000000000000000000" pitchFamily="2" charset="2"/>
              <a:buChar char="Ø"/>
            </a:pPr>
            <a:r>
              <a:rPr lang="es-MX" sz="1400" noProof="0">
                <a:solidFill>
                  <a:schemeClr val="bg1"/>
                </a:solidFill>
              </a:rPr>
              <a:t>¿Cuáles son las contramedidas propuestas?</a:t>
            </a:r>
          </a:p>
          <a:p>
            <a:pPr marL="171450" indent="-171450" algn="just">
              <a:lnSpc>
                <a:spcPct val="200000"/>
              </a:lnSpc>
              <a:buFont typeface="Wingdings" panose="05000000000000000000" pitchFamily="2" charset="2"/>
              <a:buChar char="Ø"/>
            </a:pPr>
            <a:r>
              <a:rPr lang="es-MX" sz="1400" noProof="0">
                <a:solidFill>
                  <a:schemeClr val="bg1"/>
                </a:solidFill>
              </a:rPr>
              <a:t>¿Por qué consideran que esas contramedidas van a eliminar la causa raíz del problema?</a:t>
            </a:r>
          </a:p>
        </p:txBody>
      </p:sp>
      <p:sp>
        <p:nvSpPr>
          <p:cNvPr id="17" name="Rectángulo: esquinas redondeadas 16">
            <a:extLst>
              <a:ext uri="{FF2B5EF4-FFF2-40B4-BE49-F238E27FC236}">
                <a16:creationId xmlns:a16="http://schemas.microsoft.com/office/drawing/2014/main" id="{3F13F061-0DDA-15F7-82B0-C8572B8BACAB}"/>
              </a:ext>
            </a:extLst>
          </p:cNvPr>
          <p:cNvSpPr/>
          <p:nvPr/>
        </p:nvSpPr>
        <p:spPr>
          <a:xfrm>
            <a:off x="3356212" y="4109373"/>
            <a:ext cx="2431575" cy="80471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15">
            <a:extLst>
              <a:ext uri="{FF2B5EF4-FFF2-40B4-BE49-F238E27FC236}">
                <a16:creationId xmlns:a16="http://schemas.microsoft.com/office/drawing/2014/main" id="{8B678763-6CA3-903F-1E5C-62CAE28B823E}"/>
              </a:ext>
            </a:extLst>
          </p:cNvPr>
          <p:cNvSpPr txBox="1"/>
          <p:nvPr/>
        </p:nvSpPr>
        <p:spPr>
          <a:xfrm>
            <a:off x="2300864" y="4133546"/>
            <a:ext cx="457200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endParaRPr lang="es-MX" sz="1400" b="1" noProof="0">
              <a:solidFill>
                <a:schemeClr val="accent6"/>
              </a:solidFill>
            </a:endParaRPr>
          </a:p>
          <a:p>
            <a:pPr algn="ctr"/>
            <a:r>
              <a:rPr lang="es-MX" sz="1400" b="1" noProof="0">
                <a:solidFill>
                  <a:schemeClr val="accent6"/>
                </a:solidFill>
              </a:rPr>
              <a:t>5 Minutos por equipo</a:t>
            </a:r>
          </a:p>
        </p:txBody>
      </p:sp>
    </p:spTree>
    <p:extLst>
      <p:ext uri="{BB962C8B-B14F-4D97-AF65-F5344CB8AC3E}">
        <p14:creationId xmlns:p14="http://schemas.microsoft.com/office/powerpoint/2010/main" val="2770626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F5E56-C120-1534-30D8-23EE84ECAFFE}"/>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447ECE6-D471-A3CF-F938-D593D3B95E8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447ECE6-D471-A3CF-F938-D593D3B95E8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8390CB4-BE5D-30A6-7550-5D1203A0867F}"/>
              </a:ext>
            </a:extLst>
          </p:cNvPr>
          <p:cNvSpPr>
            <a:spLocks noGrp="1"/>
          </p:cNvSpPr>
          <p:nvPr>
            <p:ph type="title"/>
          </p:nvPr>
        </p:nvSpPr>
        <p:spPr>
          <a:xfrm>
            <a:off x="177031" y="242102"/>
            <a:ext cx="8789937" cy="307777"/>
          </a:xfrm>
        </p:spPr>
        <p:txBody>
          <a:bodyPr vert="horz"/>
          <a:lstStyle/>
          <a:p>
            <a:pPr algn="ctr"/>
            <a:r>
              <a:rPr lang="es-MX" noProof="0"/>
              <a:t>Resuelve con acciones</a:t>
            </a:r>
          </a:p>
        </p:txBody>
      </p:sp>
      <p:sp>
        <p:nvSpPr>
          <p:cNvPr id="35" name="TextBox 4">
            <a:extLst>
              <a:ext uri="{FF2B5EF4-FFF2-40B4-BE49-F238E27FC236}">
                <a16:creationId xmlns:a16="http://schemas.microsoft.com/office/drawing/2014/main" id="{8054261E-0814-1B2C-2554-617BF74913E3}"/>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76563CF1-7B2F-DA0D-416B-4C841B5163F0}"/>
              </a:ext>
            </a:extLst>
          </p:cNvPr>
          <p:cNvPicPr>
            <a:picLocks noChangeAspect="1"/>
          </p:cNvPicPr>
          <p:nvPr/>
        </p:nvPicPr>
        <p:blipFill>
          <a:blip r:embed="rId6"/>
          <a:stretch>
            <a:fillRect/>
          </a:stretch>
        </p:blipFill>
        <p:spPr>
          <a:xfrm>
            <a:off x="8738529" y="130779"/>
            <a:ext cx="297258" cy="419100"/>
          </a:xfrm>
          <a:prstGeom prst="rect">
            <a:avLst/>
          </a:prstGeom>
        </p:spPr>
      </p:pic>
      <p:sp>
        <p:nvSpPr>
          <p:cNvPr id="4" name="Rectángulo: esquinas redondeadas 3">
            <a:extLst>
              <a:ext uri="{FF2B5EF4-FFF2-40B4-BE49-F238E27FC236}">
                <a16:creationId xmlns:a16="http://schemas.microsoft.com/office/drawing/2014/main" id="{9CEF2848-12FB-ACCC-7A7C-F73C6411C8D9}"/>
              </a:ext>
            </a:extLst>
          </p:cNvPr>
          <p:cNvSpPr/>
          <p:nvPr/>
        </p:nvSpPr>
        <p:spPr>
          <a:xfrm>
            <a:off x="237938"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Gráfico 7" descr="Diana con relleno sólido">
            <a:extLst>
              <a:ext uri="{FF2B5EF4-FFF2-40B4-BE49-F238E27FC236}">
                <a16:creationId xmlns:a16="http://schemas.microsoft.com/office/drawing/2014/main" id="{8D8CC86F-A124-630A-7BE9-1ACEAE88186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08" y="1017951"/>
            <a:ext cx="697957" cy="697957"/>
          </a:xfrm>
          <a:prstGeom prst="rect">
            <a:avLst/>
          </a:prstGeom>
        </p:spPr>
      </p:pic>
      <p:sp>
        <p:nvSpPr>
          <p:cNvPr id="19" name="Rectangle 3">
            <a:extLst>
              <a:ext uri="{FF2B5EF4-FFF2-40B4-BE49-F238E27FC236}">
                <a16:creationId xmlns:a16="http://schemas.microsoft.com/office/drawing/2014/main" id="{29599B37-13BF-B881-65FF-E3EFB5DC071D}"/>
              </a:ext>
            </a:extLst>
          </p:cNvPr>
          <p:cNvSpPr>
            <a:spLocks/>
          </p:cNvSpPr>
          <p:nvPr/>
        </p:nvSpPr>
        <p:spPr bwMode="gray">
          <a:xfrm>
            <a:off x="394270" y="1737579"/>
            <a:ext cx="1232231"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a:t>
            </a:r>
          </a:p>
        </p:txBody>
      </p:sp>
      <p:sp>
        <p:nvSpPr>
          <p:cNvPr id="22" name="Rectángulo: esquinas redondeadas 21">
            <a:extLst>
              <a:ext uri="{FF2B5EF4-FFF2-40B4-BE49-F238E27FC236}">
                <a16:creationId xmlns:a16="http://schemas.microsoft.com/office/drawing/2014/main" id="{FE4DA18B-4E4E-7D15-F48B-003C38B3A939}"/>
              </a:ext>
            </a:extLst>
          </p:cNvPr>
          <p:cNvSpPr/>
          <p:nvPr/>
        </p:nvSpPr>
        <p:spPr>
          <a:xfrm>
            <a:off x="2133599" y="930915"/>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7" name="Rectángulo: esquinas redondeadas 26">
            <a:extLst>
              <a:ext uri="{FF2B5EF4-FFF2-40B4-BE49-F238E27FC236}">
                <a16:creationId xmlns:a16="http://schemas.microsoft.com/office/drawing/2014/main" id="{0A956751-BC71-C2EF-8F2E-036D7D1EC0A4}"/>
              </a:ext>
            </a:extLst>
          </p:cNvPr>
          <p:cNvSpPr/>
          <p:nvPr/>
        </p:nvSpPr>
        <p:spPr>
          <a:xfrm>
            <a:off x="2133599" y="3735343"/>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C9CDEDAD-C9C3-2BD0-47A6-482689EF3748}"/>
              </a:ext>
            </a:extLst>
          </p:cNvPr>
          <p:cNvSpPr>
            <a:spLocks/>
          </p:cNvSpPr>
          <p:nvPr/>
        </p:nvSpPr>
        <p:spPr bwMode="gray">
          <a:xfrm>
            <a:off x="2473553" y="3854560"/>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Las contramedidas efectivas eliminan la causa raíz de los problemas, evitando que se repitan en el futuro</a:t>
            </a:r>
          </a:p>
        </p:txBody>
      </p:sp>
      <p:sp>
        <p:nvSpPr>
          <p:cNvPr id="5" name="AutoShape 4">
            <a:extLst>
              <a:ext uri="{FF2B5EF4-FFF2-40B4-BE49-F238E27FC236}">
                <a16:creationId xmlns:a16="http://schemas.microsoft.com/office/drawing/2014/main" id="{5259D1B3-CACD-1B94-5F7F-BC1793D7A220}"/>
              </a:ext>
            </a:extLst>
          </p:cNvPr>
          <p:cNvSpPr>
            <a:spLocks noChangeAspect="1" noChangeArrowheads="1"/>
          </p:cNvSpPr>
          <p:nvPr/>
        </p:nvSpPr>
        <p:spPr bwMode="auto">
          <a:xfrm>
            <a:off x="6039573" y="2038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noProof="0"/>
          </a:p>
        </p:txBody>
      </p:sp>
      <p:sp>
        <p:nvSpPr>
          <p:cNvPr id="9" name="Rectángulo 8">
            <a:extLst>
              <a:ext uri="{FF2B5EF4-FFF2-40B4-BE49-F238E27FC236}">
                <a16:creationId xmlns:a16="http://schemas.microsoft.com/office/drawing/2014/main" id="{A2204F30-7404-1EA4-DBA2-193E269E736D}"/>
              </a:ext>
            </a:extLst>
          </p:cNvPr>
          <p:cNvSpPr/>
          <p:nvPr/>
        </p:nvSpPr>
        <p:spPr>
          <a:xfrm>
            <a:off x="2269942" y="1043790"/>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7" name="Imagen 6" descr="Imagen en blanco y negro de un hombre con traje y sombrero&#10;&#10;El contenido generado por IA puede ser incorrecto.">
            <a:extLst>
              <a:ext uri="{FF2B5EF4-FFF2-40B4-BE49-F238E27FC236}">
                <a16:creationId xmlns:a16="http://schemas.microsoft.com/office/drawing/2014/main" id="{224625A2-C53A-A09D-6696-E592E048CDAC}"/>
              </a:ext>
            </a:extLst>
          </p:cNvPr>
          <p:cNvPicPr>
            <a:picLocks noChangeAspect="1"/>
          </p:cNvPicPr>
          <p:nvPr/>
        </p:nvPicPr>
        <p:blipFill>
          <a:blip r:embed="rId8">
            <a:duotone>
              <a:schemeClr val="accent5">
                <a:shade val="45000"/>
                <a:satMod val="135000"/>
              </a:schemeClr>
              <a:prstClr val="white"/>
            </a:duotone>
          </a:blip>
          <a:srcRect t="1" r="1120" b="6768"/>
          <a:stretch>
            <a:fillRect/>
          </a:stretch>
        </p:blipFill>
        <p:spPr>
          <a:xfrm>
            <a:off x="5289058" y="1213308"/>
            <a:ext cx="1550481" cy="2192893"/>
          </a:xfrm>
          <a:prstGeom prst="rect">
            <a:avLst/>
          </a:prstGeom>
        </p:spPr>
      </p:pic>
      <p:sp>
        <p:nvSpPr>
          <p:cNvPr id="26" name="TextBox 8">
            <a:extLst>
              <a:ext uri="{FF2B5EF4-FFF2-40B4-BE49-F238E27FC236}">
                <a16:creationId xmlns:a16="http://schemas.microsoft.com/office/drawing/2014/main" id="{CD6865FF-69E9-D1BB-081D-08EBDFE09341}"/>
              </a:ext>
            </a:extLst>
          </p:cNvPr>
          <p:cNvSpPr txBox="1"/>
          <p:nvPr/>
        </p:nvSpPr>
        <p:spPr>
          <a:xfrm>
            <a:off x="2558592" y="1294074"/>
            <a:ext cx="2460785" cy="1615827"/>
          </a:xfrm>
          <a:prstGeom prst="rect">
            <a:avLst/>
          </a:prstGeom>
          <a:noFill/>
        </p:spPr>
        <p:txBody>
          <a:bodyPr wrap="square" rtlCol="0">
            <a:spAutoFit/>
          </a:bodyPr>
          <a:lstStyle/>
          <a:p>
            <a:pPr>
              <a:defRPr/>
            </a:pPr>
            <a:r>
              <a:rPr lang="es-MX" sz="1200" b="1" noProof="0">
                <a:solidFill>
                  <a:schemeClr val="accent5"/>
                </a:solidFill>
              </a:rPr>
              <a:t>“No busques culpables, busca causas. Las contramedidas deben eliminar el problema, no ocultarlo.”</a:t>
            </a: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r>
              <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rPr>
              <a:t>- Taiichi Ohno</a:t>
            </a:r>
            <a:r>
              <a:rPr lang="es-MX" b="1" i="1" noProof="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sp>
        <p:nvSpPr>
          <p:cNvPr id="11" name="Rectángulo: esquinas redondeadas 10">
            <a:extLst>
              <a:ext uri="{FF2B5EF4-FFF2-40B4-BE49-F238E27FC236}">
                <a16:creationId xmlns:a16="http://schemas.microsoft.com/office/drawing/2014/main" id="{57C55086-4F0C-4ACE-6D94-72E9ECE89311}"/>
              </a:ext>
            </a:extLst>
          </p:cNvPr>
          <p:cNvSpPr/>
          <p:nvPr/>
        </p:nvSpPr>
        <p:spPr>
          <a:xfrm>
            <a:off x="274514" y="2382617"/>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481022ED-16F8-69DF-083E-0DDE9FC6E437}"/>
              </a:ext>
            </a:extLst>
          </p:cNvPr>
          <p:cNvSpPr/>
          <p:nvPr/>
        </p:nvSpPr>
        <p:spPr>
          <a:xfrm>
            <a:off x="307555"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6EDF9B99-8F75-34F7-5849-C5284F6D0A91}"/>
              </a:ext>
            </a:extLst>
          </p:cNvPr>
          <p:cNvSpPr/>
          <p:nvPr/>
        </p:nvSpPr>
        <p:spPr>
          <a:xfrm>
            <a:off x="7333453" y="930915"/>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633E650D-AF15-7909-1D1B-4C10F062EC8F}"/>
              </a:ext>
            </a:extLst>
          </p:cNvPr>
          <p:cNvSpPr/>
          <p:nvPr/>
        </p:nvSpPr>
        <p:spPr>
          <a:xfrm>
            <a:off x="7328290" y="2382617"/>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Rectangle 3">
            <a:extLst>
              <a:ext uri="{FF2B5EF4-FFF2-40B4-BE49-F238E27FC236}">
                <a16:creationId xmlns:a16="http://schemas.microsoft.com/office/drawing/2014/main" id="{2B1C6C53-0ABF-17E2-5733-08FA407F8E23}"/>
              </a:ext>
            </a:extLst>
          </p:cNvPr>
          <p:cNvSpPr>
            <a:spLocks/>
          </p:cNvSpPr>
          <p:nvPr/>
        </p:nvSpPr>
        <p:spPr bwMode="gray">
          <a:xfrm>
            <a:off x="472437" y="1715908"/>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Prevención de recurrencias</a:t>
            </a:r>
          </a:p>
        </p:txBody>
      </p:sp>
      <p:sp>
        <p:nvSpPr>
          <p:cNvPr id="31" name="Rectangle 3">
            <a:extLst>
              <a:ext uri="{FF2B5EF4-FFF2-40B4-BE49-F238E27FC236}">
                <a16:creationId xmlns:a16="http://schemas.microsoft.com/office/drawing/2014/main" id="{6F6EAFBA-17A7-293E-50DC-756E368ED163}"/>
              </a:ext>
            </a:extLst>
          </p:cNvPr>
          <p:cNvSpPr>
            <a:spLocks/>
          </p:cNvSpPr>
          <p:nvPr/>
        </p:nvSpPr>
        <p:spPr bwMode="gray">
          <a:xfrm>
            <a:off x="298244" y="3189363"/>
            <a:ext cx="15635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Confiabilidad y seguridad</a:t>
            </a:r>
          </a:p>
        </p:txBody>
      </p:sp>
      <p:sp>
        <p:nvSpPr>
          <p:cNvPr id="32" name="Rectangle 3">
            <a:extLst>
              <a:ext uri="{FF2B5EF4-FFF2-40B4-BE49-F238E27FC236}">
                <a16:creationId xmlns:a16="http://schemas.microsoft.com/office/drawing/2014/main" id="{83FD950C-8DF9-C18D-BE80-CBE99D3FC7AB}"/>
              </a:ext>
            </a:extLst>
          </p:cNvPr>
          <p:cNvSpPr>
            <a:spLocks/>
          </p:cNvSpPr>
          <p:nvPr/>
        </p:nvSpPr>
        <p:spPr bwMode="gray">
          <a:xfrm>
            <a:off x="7342543" y="1914372"/>
            <a:ext cx="1563519"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Cierre de brecha</a:t>
            </a:r>
          </a:p>
        </p:txBody>
      </p:sp>
      <p:sp>
        <p:nvSpPr>
          <p:cNvPr id="33" name="Rectangle 3">
            <a:extLst>
              <a:ext uri="{FF2B5EF4-FFF2-40B4-BE49-F238E27FC236}">
                <a16:creationId xmlns:a16="http://schemas.microsoft.com/office/drawing/2014/main" id="{EE9209B5-4317-C3F5-1A12-5CD95397BEA7}"/>
              </a:ext>
            </a:extLst>
          </p:cNvPr>
          <p:cNvSpPr>
            <a:spLocks/>
          </p:cNvSpPr>
          <p:nvPr/>
        </p:nvSpPr>
        <p:spPr bwMode="gray">
          <a:xfrm>
            <a:off x="7342543" y="3327433"/>
            <a:ext cx="1563519"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Toma de decisiones</a:t>
            </a:r>
          </a:p>
        </p:txBody>
      </p:sp>
      <p:pic>
        <p:nvPicPr>
          <p:cNvPr id="36" name="Gráfico 35" descr="Repetir contorno">
            <a:extLst>
              <a:ext uri="{FF2B5EF4-FFF2-40B4-BE49-F238E27FC236}">
                <a16:creationId xmlns:a16="http://schemas.microsoft.com/office/drawing/2014/main" id="{8CB6D4D2-E9F9-4D64-5F20-A4B8DABE772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8658" y="889816"/>
            <a:ext cx="914400" cy="914400"/>
          </a:xfrm>
          <a:prstGeom prst="rect">
            <a:avLst/>
          </a:prstGeom>
        </p:spPr>
      </p:pic>
      <p:pic>
        <p:nvPicPr>
          <p:cNvPr id="46" name="Gráfico 45" descr="Marca de escudo con relleno sólido">
            <a:extLst>
              <a:ext uri="{FF2B5EF4-FFF2-40B4-BE49-F238E27FC236}">
                <a16:creationId xmlns:a16="http://schemas.microsoft.com/office/drawing/2014/main" id="{E488AB92-AC04-2913-BB1A-F9272B4510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3976" y="2369587"/>
            <a:ext cx="851650" cy="851650"/>
          </a:xfrm>
          <a:prstGeom prst="rect">
            <a:avLst/>
          </a:prstGeom>
        </p:spPr>
      </p:pic>
      <p:pic>
        <p:nvPicPr>
          <p:cNvPr id="50" name="Gráfico 49" descr="División en la carretera con relleno sólido">
            <a:extLst>
              <a:ext uri="{FF2B5EF4-FFF2-40B4-BE49-F238E27FC236}">
                <a16:creationId xmlns:a16="http://schemas.microsoft.com/office/drawing/2014/main" id="{A63750F5-3C03-FDC6-FB75-BBAB68FA0E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43539" y="2413033"/>
            <a:ext cx="914400" cy="914400"/>
          </a:xfrm>
          <a:prstGeom prst="rect">
            <a:avLst/>
          </a:prstGeom>
        </p:spPr>
      </p:pic>
      <p:pic>
        <p:nvPicPr>
          <p:cNvPr id="52" name="Gráfico 51" descr="Dirigir dos pines por un camino con relleno sólido">
            <a:extLst>
              <a:ext uri="{FF2B5EF4-FFF2-40B4-BE49-F238E27FC236}">
                <a16:creationId xmlns:a16="http://schemas.microsoft.com/office/drawing/2014/main" id="{DD461B22-8EC4-283F-ABE4-792012ACCB6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630663" y="965444"/>
            <a:ext cx="914400" cy="914400"/>
          </a:xfrm>
          <a:prstGeom prst="rect">
            <a:avLst/>
          </a:prstGeom>
        </p:spPr>
      </p:pic>
    </p:spTree>
    <p:extLst>
      <p:ext uri="{BB962C8B-B14F-4D97-AF65-F5344CB8AC3E}">
        <p14:creationId xmlns:p14="http://schemas.microsoft.com/office/powerpoint/2010/main" val="3742054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DA9C-FF50-6B43-A7A7-8863EFADD0EA}"/>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C9E9F528-23F9-DD06-DBF5-B62F2A25594F}"/>
              </a:ext>
            </a:extLst>
          </p:cNvPr>
          <p:cNvSpPr/>
          <p:nvPr/>
        </p:nvSpPr>
        <p:spPr>
          <a:xfrm>
            <a:off x="5391008"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48A4B28A-250C-3233-47C2-76C4D2988ECE}"/>
              </a:ext>
            </a:extLst>
          </p:cNvPr>
          <p:cNvSpPr>
            <a:spLocks noGrp="1"/>
          </p:cNvSpPr>
          <p:nvPr>
            <p:ph type="title"/>
          </p:nvPr>
        </p:nvSpPr>
        <p:spPr>
          <a:xfrm>
            <a:off x="330993" y="313420"/>
            <a:ext cx="8482014" cy="307777"/>
          </a:xfrm>
        </p:spPr>
        <p:txBody>
          <a:bodyPr/>
          <a:lstStyle/>
          <a:p>
            <a:pPr algn="ctr"/>
            <a:r>
              <a:rPr lang="es-MX" noProof="0"/>
              <a:t>Validación del plan de acción </a:t>
            </a:r>
          </a:p>
        </p:txBody>
      </p:sp>
      <p:sp>
        <p:nvSpPr>
          <p:cNvPr id="3" name="CuadroTexto 7">
            <a:extLst>
              <a:ext uri="{FF2B5EF4-FFF2-40B4-BE49-F238E27FC236}">
                <a16:creationId xmlns:a16="http://schemas.microsoft.com/office/drawing/2014/main" id="{724E9271-C0E5-BFD1-796F-1F201B3DE415}"/>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Si no medimos, no mejoramos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0694EED6-A92A-EF41-232F-0E4E36139878}"/>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EF4C246F-ED35-E616-4348-13D1902930F6}"/>
              </a:ext>
            </a:extLst>
          </p:cNvPr>
          <p:cNvSpPr txBox="1">
            <a:spLocks/>
          </p:cNvSpPr>
          <p:nvPr/>
        </p:nvSpPr>
        <p:spPr>
          <a:xfrm>
            <a:off x="5240281" y="3784394"/>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dirty="0" err="1">
                <a:solidFill>
                  <a:schemeClr val="bg1"/>
                </a:solidFill>
              </a:rPr>
              <a:t>KIPs</a:t>
            </a:r>
            <a:endParaRPr lang="es-MX" noProof="0" dirty="0">
              <a:solidFill>
                <a:schemeClr val="bg1"/>
              </a:solidFill>
            </a:endParaRPr>
          </a:p>
        </p:txBody>
      </p:sp>
      <p:sp>
        <p:nvSpPr>
          <p:cNvPr id="15" name="Title 1">
            <a:extLst>
              <a:ext uri="{FF2B5EF4-FFF2-40B4-BE49-F238E27FC236}">
                <a16:creationId xmlns:a16="http://schemas.microsoft.com/office/drawing/2014/main" id="{385D7125-CF4F-813A-96FC-06C69EDE5063}"/>
              </a:ext>
            </a:extLst>
          </p:cNvPr>
          <p:cNvSpPr txBox="1">
            <a:spLocks/>
          </p:cNvSpPr>
          <p:nvPr/>
        </p:nvSpPr>
        <p:spPr>
          <a:xfrm>
            <a:off x="3186989" y="398518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16" name="Gráfico 15" descr="Agregar con relleno sólido">
            <a:extLst>
              <a:ext uri="{FF2B5EF4-FFF2-40B4-BE49-F238E27FC236}">
                <a16:creationId xmlns:a16="http://schemas.microsoft.com/office/drawing/2014/main" id="{7DDD75E1-C079-8BC2-E8B6-69811511C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8067" y="3070782"/>
            <a:ext cx="914400" cy="914400"/>
          </a:xfrm>
          <a:prstGeom prst="rect">
            <a:avLst/>
          </a:prstGeom>
          <a:effectLst>
            <a:outerShdw blurRad="50800" dist="38100" dir="2700000" algn="tl" rotWithShape="0">
              <a:prstClr val="black">
                <a:alpha val="40000"/>
              </a:prstClr>
            </a:outerShdw>
          </a:effectLst>
        </p:spPr>
      </p:pic>
      <p:sp>
        <p:nvSpPr>
          <p:cNvPr id="17" name="Rectángulo: esquinas redondeadas 16">
            <a:extLst>
              <a:ext uri="{FF2B5EF4-FFF2-40B4-BE49-F238E27FC236}">
                <a16:creationId xmlns:a16="http://schemas.microsoft.com/office/drawing/2014/main" id="{1848D719-CDB1-E106-9645-51BD4A24621A}"/>
              </a:ext>
            </a:extLst>
          </p:cNvPr>
          <p:cNvSpPr/>
          <p:nvPr/>
        </p:nvSpPr>
        <p:spPr>
          <a:xfrm>
            <a:off x="1833591"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F2D2A383-575D-C6E3-B409-FACA1E0A646B}"/>
              </a:ext>
            </a:extLst>
          </p:cNvPr>
          <p:cNvSpPr txBox="1">
            <a:spLocks/>
          </p:cNvSpPr>
          <p:nvPr/>
        </p:nvSpPr>
        <p:spPr>
          <a:xfrm>
            <a:off x="1689072" y="2676400"/>
            <a:ext cx="2022699" cy="141577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sz="3600" noProof="0">
                <a:solidFill>
                  <a:schemeClr val="bg1"/>
                </a:solidFill>
              </a:rPr>
              <a:t>8</a:t>
            </a:r>
          </a:p>
          <a:p>
            <a:pPr algn="ctr"/>
            <a:r>
              <a:rPr lang="es-MX" noProof="0">
                <a:solidFill>
                  <a:schemeClr val="bg1"/>
                </a:solidFill>
              </a:rPr>
              <a:t>Criterios</a:t>
            </a:r>
          </a:p>
        </p:txBody>
      </p:sp>
      <p:pic>
        <p:nvPicPr>
          <p:cNvPr id="23" name="Gráfico 22" descr="Velocímetro en el medio con relleno sólido">
            <a:extLst>
              <a:ext uri="{FF2B5EF4-FFF2-40B4-BE49-F238E27FC236}">
                <a16:creationId xmlns:a16="http://schemas.microsoft.com/office/drawing/2014/main" id="{6E8A2A69-BFBB-3532-B5DF-E8E54AD2A3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94430" y="2869994"/>
            <a:ext cx="914400" cy="914400"/>
          </a:xfrm>
          <a:prstGeom prst="rect">
            <a:avLst/>
          </a:prstGeom>
        </p:spPr>
      </p:pic>
      <p:sp>
        <p:nvSpPr>
          <p:cNvPr id="24" name="Rectángulo: esquinas redondeadas 23">
            <a:extLst>
              <a:ext uri="{FF2B5EF4-FFF2-40B4-BE49-F238E27FC236}">
                <a16:creationId xmlns:a16="http://schemas.microsoft.com/office/drawing/2014/main" id="{6D8783A8-809A-9FDF-9284-BA9CCAB883AC}"/>
              </a:ext>
            </a:extLst>
          </p:cNvPr>
          <p:cNvSpPr/>
          <p:nvPr/>
        </p:nvSpPr>
        <p:spPr>
          <a:xfrm>
            <a:off x="1498981" y="137668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Validar el plan de acción es crítico para garantizar que la solución realmente resuelve el problema y no genera efectos secundarios</a:t>
            </a:r>
          </a:p>
        </p:txBody>
      </p:sp>
    </p:spTree>
    <p:extLst>
      <p:ext uri="{BB962C8B-B14F-4D97-AF65-F5344CB8AC3E}">
        <p14:creationId xmlns:p14="http://schemas.microsoft.com/office/powerpoint/2010/main" val="17433712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F8EF-9B57-28C5-1088-A7EE60538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5C565-0729-2868-44CF-5EF167769937}"/>
              </a:ext>
            </a:extLst>
          </p:cNvPr>
          <p:cNvSpPr>
            <a:spLocks noGrp="1"/>
          </p:cNvSpPr>
          <p:nvPr>
            <p:ph type="title"/>
          </p:nvPr>
        </p:nvSpPr>
        <p:spPr>
          <a:xfrm>
            <a:off x="330993" y="313420"/>
            <a:ext cx="8482014" cy="307777"/>
          </a:xfrm>
        </p:spPr>
        <p:txBody>
          <a:bodyPr/>
          <a:lstStyle/>
          <a:p>
            <a:pPr algn="ctr"/>
            <a:r>
              <a:rPr lang="es-MX" noProof="0"/>
              <a:t>Validación del plan de acción </a:t>
            </a:r>
          </a:p>
        </p:txBody>
      </p:sp>
      <p:sp>
        <p:nvSpPr>
          <p:cNvPr id="3" name="CuadroTexto 7">
            <a:extLst>
              <a:ext uri="{FF2B5EF4-FFF2-40B4-BE49-F238E27FC236}">
                <a16:creationId xmlns:a16="http://schemas.microsoft.com/office/drawing/2014/main" id="{C12DB21D-75EB-31B4-06A7-B1F7B0C0FEFD}"/>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Si no medimos, no mejoramos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FF58CBA5-BB24-CAEA-C1B1-03525D24B9E2}"/>
              </a:ext>
            </a:extLst>
          </p:cNvPr>
          <p:cNvPicPr>
            <a:picLocks noChangeAspect="1"/>
          </p:cNvPicPr>
          <p:nvPr/>
        </p:nvPicPr>
        <p:blipFill>
          <a:blip r:embed="rId2"/>
          <a:stretch>
            <a:fillRect/>
          </a:stretch>
        </p:blipFill>
        <p:spPr>
          <a:xfrm>
            <a:off x="8661417" y="109943"/>
            <a:ext cx="466952" cy="466952"/>
          </a:xfrm>
          <a:prstGeom prst="rect">
            <a:avLst/>
          </a:prstGeom>
        </p:spPr>
      </p:pic>
      <p:sp>
        <p:nvSpPr>
          <p:cNvPr id="17" name="Rectángulo: esquinas redondeadas 16">
            <a:extLst>
              <a:ext uri="{FF2B5EF4-FFF2-40B4-BE49-F238E27FC236}">
                <a16:creationId xmlns:a16="http://schemas.microsoft.com/office/drawing/2014/main" id="{153ABB23-0F19-5019-074E-0C0DA7450A95}"/>
              </a:ext>
            </a:extLst>
          </p:cNvPr>
          <p:cNvSpPr/>
          <p:nvPr/>
        </p:nvSpPr>
        <p:spPr>
          <a:xfrm>
            <a:off x="3104508" y="1074588"/>
            <a:ext cx="2679700" cy="55541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91532FD7-FD4A-A3D4-36EE-46671B311045}"/>
              </a:ext>
            </a:extLst>
          </p:cNvPr>
          <p:cNvSpPr txBox="1">
            <a:spLocks/>
          </p:cNvSpPr>
          <p:nvPr/>
        </p:nvSpPr>
        <p:spPr>
          <a:xfrm>
            <a:off x="1674173" y="543241"/>
            <a:ext cx="5491644" cy="1077218"/>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noProof="0">
                <a:solidFill>
                  <a:schemeClr val="bg1"/>
                </a:solidFill>
              </a:rPr>
              <a:t>8</a:t>
            </a:r>
          </a:p>
          <a:p>
            <a:pPr algn="ctr"/>
            <a:r>
              <a:rPr lang="es-MX" sz="1200" noProof="0">
                <a:solidFill>
                  <a:schemeClr val="bg1"/>
                </a:solidFill>
              </a:rPr>
              <a:t>Criterios</a:t>
            </a:r>
          </a:p>
        </p:txBody>
      </p:sp>
      <p:sp>
        <p:nvSpPr>
          <p:cNvPr id="30" name="Elipse 29">
            <a:extLst>
              <a:ext uri="{FF2B5EF4-FFF2-40B4-BE49-F238E27FC236}">
                <a16:creationId xmlns:a16="http://schemas.microsoft.com/office/drawing/2014/main" id="{C31BFDDB-83FF-4956-6B3B-E1E441DF31E4}"/>
              </a:ext>
            </a:extLst>
          </p:cNvPr>
          <p:cNvSpPr/>
          <p:nvPr/>
        </p:nvSpPr>
        <p:spPr>
          <a:xfrm>
            <a:off x="146843" y="2107701"/>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1</a:t>
            </a:r>
          </a:p>
        </p:txBody>
      </p:sp>
      <p:sp>
        <p:nvSpPr>
          <p:cNvPr id="31" name="Rectángulo: esquinas redondeadas 30">
            <a:extLst>
              <a:ext uri="{FF2B5EF4-FFF2-40B4-BE49-F238E27FC236}">
                <a16:creationId xmlns:a16="http://schemas.microsoft.com/office/drawing/2014/main" id="{714568A0-358D-E576-F579-8A466F6C60E7}"/>
              </a:ext>
            </a:extLst>
          </p:cNvPr>
          <p:cNvSpPr/>
          <p:nvPr/>
        </p:nvSpPr>
        <p:spPr>
          <a:xfrm>
            <a:off x="592171" y="2138107"/>
            <a:ext cx="2906680"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Enfoque en la causa raíz</a:t>
            </a:r>
          </a:p>
        </p:txBody>
      </p:sp>
      <p:pic>
        <p:nvPicPr>
          <p:cNvPr id="32" name="Gráfico 31" descr="Planta con raíces con relleno sólido">
            <a:extLst>
              <a:ext uri="{FF2B5EF4-FFF2-40B4-BE49-F238E27FC236}">
                <a16:creationId xmlns:a16="http://schemas.microsoft.com/office/drawing/2014/main" id="{9E93AFF4-8E38-81FE-42B7-E7FBD38B27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61658" y="2155821"/>
            <a:ext cx="241942" cy="241942"/>
          </a:xfrm>
          <a:prstGeom prst="rect">
            <a:avLst/>
          </a:prstGeom>
        </p:spPr>
      </p:pic>
      <p:sp>
        <p:nvSpPr>
          <p:cNvPr id="33" name="Elipse 32">
            <a:extLst>
              <a:ext uri="{FF2B5EF4-FFF2-40B4-BE49-F238E27FC236}">
                <a16:creationId xmlns:a16="http://schemas.microsoft.com/office/drawing/2014/main" id="{9F9F7DB8-F5A8-11D8-2B96-7EF511E2052A}"/>
              </a:ext>
            </a:extLst>
          </p:cNvPr>
          <p:cNvSpPr/>
          <p:nvPr/>
        </p:nvSpPr>
        <p:spPr>
          <a:xfrm>
            <a:off x="592171" y="271096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2</a:t>
            </a:r>
          </a:p>
        </p:txBody>
      </p:sp>
      <p:sp>
        <p:nvSpPr>
          <p:cNvPr id="34" name="Rectángulo: esquinas redondeadas 33">
            <a:extLst>
              <a:ext uri="{FF2B5EF4-FFF2-40B4-BE49-F238E27FC236}">
                <a16:creationId xmlns:a16="http://schemas.microsoft.com/office/drawing/2014/main" id="{DC73CECA-696A-1882-5C17-D7F54C524571}"/>
              </a:ext>
            </a:extLst>
          </p:cNvPr>
          <p:cNvSpPr/>
          <p:nvPr/>
        </p:nvSpPr>
        <p:spPr>
          <a:xfrm>
            <a:off x="1037498" y="2741370"/>
            <a:ext cx="3192429"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Posible con los recursos disp. </a:t>
            </a:r>
          </a:p>
        </p:txBody>
      </p:sp>
      <p:pic>
        <p:nvPicPr>
          <p:cNvPr id="36" name="Gráfico 35" descr="Materias primas con relleno sólido">
            <a:extLst>
              <a:ext uri="{FF2B5EF4-FFF2-40B4-BE49-F238E27FC236}">
                <a16:creationId xmlns:a16="http://schemas.microsoft.com/office/drawing/2014/main" id="{7913D4F6-1D61-6EE5-23B0-0A078C79E9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73501" y="2714733"/>
            <a:ext cx="304008" cy="304008"/>
          </a:xfrm>
          <a:prstGeom prst="rect">
            <a:avLst/>
          </a:prstGeom>
        </p:spPr>
      </p:pic>
      <p:sp>
        <p:nvSpPr>
          <p:cNvPr id="37" name="Elipse 36">
            <a:extLst>
              <a:ext uri="{FF2B5EF4-FFF2-40B4-BE49-F238E27FC236}">
                <a16:creationId xmlns:a16="http://schemas.microsoft.com/office/drawing/2014/main" id="{7A438A5C-EFBC-076C-498A-78BF36D4BC73}"/>
              </a:ext>
            </a:extLst>
          </p:cNvPr>
          <p:cNvSpPr/>
          <p:nvPr/>
        </p:nvSpPr>
        <p:spPr>
          <a:xfrm>
            <a:off x="1037498" y="3341689"/>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3</a:t>
            </a:r>
          </a:p>
        </p:txBody>
      </p:sp>
      <p:sp>
        <p:nvSpPr>
          <p:cNvPr id="38" name="Rectángulo: esquinas redondeadas 37">
            <a:extLst>
              <a:ext uri="{FF2B5EF4-FFF2-40B4-BE49-F238E27FC236}">
                <a16:creationId xmlns:a16="http://schemas.microsoft.com/office/drawing/2014/main" id="{F4B054E7-FF2C-B037-2B18-B7D68DF6AD3E}"/>
              </a:ext>
            </a:extLst>
          </p:cNvPr>
          <p:cNvSpPr/>
          <p:nvPr/>
        </p:nvSpPr>
        <p:spPr>
          <a:xfrm>
            <a:off x="1482825" y="3372095"/>
            <a:ext cx="3192429"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Costo – beneficio favorable  </a:t>
            </a:r>
          </a:p>
        </p:txBody>
      </p:sp>
      <p:pic>
        <p:nvPicPr>
          <p:cNvPr id="40" name="Gráfico 39" descr="Dinero con relleno sólido">
            <a:extLst>
              <a:ext uri="{FF2B5EF4-FFF2-40B4-BE49-F238E27FC236}">
                <a16:creationId xmlns:a16="http://schemas.microsoft.com/office/drawing/2014/main" id="{A8EA77B6-5DB2-916B-7845-C1C4691453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67282" y="3348268"/>
            <a:ext cx="304007" cy="304007"/>
          </a:xfrm>
          <a:prstGeom prst="rect">
            <a:avLst/>
          </a:prstGeom>
        </p:spPr>
      </p:pic>
      <p:sp>
        <p:nvSpPr>
          <p:cNvPr id="41" name="Elipse 40">
            <a:extLst>
              <a:ext uri="{FF2B5EF4-FFF2-40B4-BE49-F238E27FC236}">
                <a16:creationId xmlns:a16="http://schemas.microsoft.com/office/drawing/2014/main" id="{3D073D4F-3488-641D-BCFA-8616DFFFC0F6}"/>
              </a:ext>
            </a:extLst>
          </p:cNvPr>
          <p:cNvSpPr/>
          <p:nvPr/>
        </p:nvSpPr>
        <p:spPr>
          <a:xfrm>
            <a:off x="1482825" y="397241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4</a:t>
            </a:r>
          </a:p>
        </p:txBody>
      </p:sp>
      <p:sp>
        <p:nvSpPr>
          <p:cNvPr id="42" name="Rectángulo: esquinas redondeadas 41">
            <a:extLst>
              <a:ext uri="{FF2B5EF4-FFF2-40B4-BE49-F238E27FC236}">
                <a16:creationId xmlns:a16="http://schemas.microsoft.com/office/drawing/2014/main" id="{FA76180B-9F5D-7D24-7630-35217099EB65}"/>
              </a:ext>
            </a:extLst>
          </p:cNvPr>
          <p:cNvSpPr/>
          <p:nvPr/>
        </p:nvSpPr>
        <p:spPr>
          <a:xfrm>
            <a:off x="1928152" y="4002820"/>
            <a:ext cx="2938395"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Sostenible en el tiempo</a:t>
            </a:r>
          </a:p>
        </p:txBody>
      </p:sp>
      <p:sp>
        <p:nvSpPr>
          <p:cNvPr id="45" name="Elipse 44">
            <a:extLst>
              <a:ext uri="{FF2B5EF4-FFF2-40B4-BE49-F238E27FC236}">
                <a16:creationId xmlns:a16="http://schemas.microsoft.com/office/drawing/2014/main" id="{10852962-B53E-36E4-7BE6-7CAE872AB93E}"/>
              </a:ext>
            </a:extLst>
          </p:cNvPr>
          <p:cNvSpPr/>
          <p:nvPr/>
        </p:nvSpPr>
        <p:spPr>
          <a:xfrm>
            <a:off x="3925920" y="2110645"/>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5</a:t>
            </a:r>
          </a:p>
        </p:txBody>
      </p:sp>
      <p:sp>
        <p:nvSpPr>
          <p:cNvPr id="46" name="Rectángulo: esquinas redondeadas 45">
            <a:extLst>
              <a:ext uri="{FF2B5EF4-FFF2-40B4-BE49-F238E27FC236}">
                <a16:creationId xmlns:a16="http://schemas.microsoft.com/office/drawing/2014/main" id="{01400FC2-71E2-AF5A-2578-62713EDC821D}"/>
              </a:ext>
            </a:extLst>
          </p:cNvPr>
          <p:cNvSpPr/>
          <p:nvPr/>
        </p:nvSpPr>
        <p:spPr>
          <a:xfrm>
            <a:off x="4371247" y="2141051"/>
            <a:ext cx="3979003"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Cumplimiento normativo y de seguridad</a:t>
            </a:r>
          </a:p>
        </p:txBody>
      </p:sp>
      <p:sp>
        <p:nvSpPr>
          <p:cNvPr id="53" name="Elipse 52">
            <a:extLst>
              <a:ext uri="{FF2B5EF4-FFF2-40B4-BE49-F238E27FC236}">
                <a16:creationId xmlns:a16="http://schemas.microsoft.com/office/drawing/2014/main" id="{EE4F14DB-103D-EC26-D69B-C14AC0CECFD6}"/>
              </a:ext>
            </a:extLst>
          </p:cNvPr>
          <p:cNvSpPr/>
          <p:nvPr/>
        </p:nvSpPr>
        <p:spPr>
          <a:xfrm>
            <a:off x="4421220" y="2709926"/>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6</a:t>
            </a:r>
          </a:p>
        </p:txBody>
      </p:sp>
      <p:sp>
        <p:nvSpPr>
          <p:cNvPr id="54" name="Rectángulo: esquinas redondeadas 53">
            <a:extLst>
              <a:ext uri="{FF2B5EF4-FFF2-40B4-BE49-F238E27FC236}">
                <a16:creationId xmlns:a16="http://schemas.microsoft.com/office/drawing/2014/main" id="{8D8B0773-0CF7-F8F2-EF65-B9A508F51675}"/>
              </a:ext>
            </a:extLst>
          </p:cNvPr>
          <p:cNvSpPr/>
          <p:nvPr/>
        </p:nvSpPr>
        <p:spPr>
          <a:xfrm>
            <a:off x="4866547" y="2740332"/>
            <a:ext cx="3713130"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Fácil de implementar</a:t>
            </a:r>
          </a:p>
        </p:txBody>
      </p:sp>
      <p:pic>
        <p:nvPicPr>
          <p:cNvPr id="52" name="Gráfico 51" descr="Señal de pulgar hacia arriba  con relleno sólido">
            <a:extLst>
              <a:ext uri="{FF2B5EF4-FFF2-40B4-BE49-F238E27FC236}">
                <a16:creationId xmlns:a16="http://schemas.microsoft.com/office/drawing/2014/main" id="{79DCA1EA-6A3B-2664-23A0-650AB41427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34350" y="2716852"/>
            <a:ext cx="307777" cy="307777"/>
          </a:xfrm>
          <a:prstGeom prst="rect">
            <a:avLst/>
          </a:prstGeom>
        </p:spPr>
      </p:pic>
      <p:pic>
        <p:nvPicPr>
          <p:cNvPr id="44" name="Gráfico 43" descr="Juez con relleno sólido">
            <a:extLst>
              <a:ext uri="{FF2B5EF4-FFF2-40B4-BE49-F238E27FC236}">
                <a16:creationId xmlns:a16="http://schemas.microsoft.com/office/drawing/2014/main" id="{2D4F1FE5-A4F9-8C25-DBCA-E2616CC6ADA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08667" y="2146397"/>
            <a:ext cx="251366" cy="251366"/>
          </a:xfrm>
          <a:prstGeom prst="rect">
            <a:avLst/>
          </a:prstGeom>
        </p:spPr>
      </p:pic>
      <p:pic>
        <p:nvPicPr>
          <p:cNvPr id="56" name="Gráfico 55" descr="Pared de ladrillo de edificio con relleno sólido">
            <a:extLst>
              <a:ext uri="{FF2B5EF4-FFF2-40B4-BE49-F238E27FC236}">
                <a16:creationId xmlns:a16="http://schemas.microsoft.com/office/drawing/2014/main" id="{1B598CC8-71A3-E4DB-133D-60F14491B4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37796" y="4013205"/>
            <a:ext cx="266986" cy="266986"/>
          </a:xfrm>
          <a:prstGeom prst="rect">
            <a:avLst/>
          </a:prstGeom>
        </p:spPr>
      </p:pic>
      <p:sp>
        <p:nvSpPr>
          <p:cNvPr id="57" name="Elipse 56">
            <a:extLst>
              <a:ext uri="{FF2B5EF4-FFF2-40B4-BE49-F238E27FC236}">
                <a16:creationId xmlns:a16="http://schemas.microsoft.com/office/drawing/2014/main" id="{3117F11A-0829-B25E-33E8-7EEC7E188696}"/>
              </a:ext>
            </a:extLst>
          </p:cNvPr>
          <p:cNvSpPr/>
          <p:nvPr/>
        </p:nvSpPr>
        <p:spPr>
          <a:xfrm>
            <a:off x="4866547" y="335247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7</a:t>
            </a:r>
          </a:p>
        </p:txBody>
      </p:sp>
      <p:sp>
        <p:nvSpPr>
          <p:cNvPr id="58" name="Rectángulo: esquinas redondeadas 57">
            <a:extLst>
              <a:ext uri="{FF2B5EF4-FFF2-40B4-BE49-F238E27FC236}">
                <a16:creationId xmlns:a16="http://schemas.microsoft.com/office/drawing/2014/main" id="{6F4C912B-8948-0545-128E-8EFC6E67F0FC}"/>
              </a:ext>
            </a:extLst>
          </p:cNvPr>
          <p:cNvSpPr/>
          <p:nvPr/>
        </p:nvSpPr>
        <p:spPr>
          <a:xfrm>
            <a:off x="5311874" y="3382880"/>
            <a:ext cx="3383722"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Medible y verificable</a:t>
            </a:r>
          </a:p>
        </p:txBody>
      </p:sp>
      <p:pic>
        <p:nvPicPr>
          <p:cNvPr id="60" name="Gráfico 59" descr="Termómetro con relleno sólido">
            <a:extLst>
              <a:ext uri="{FF2B5EF4-FFF2-40B4-BE49-F238E27FC236}">
                <a16:creationId xmlns:a16="http://schemas.microsoft.com/office/drawing/2014/main" id="{9A1D592A-480F-1B9E-1AF7-A0E1A6B69C1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23841" y="3389806"/>
            <a:ext cx="255836" cy="255836"/>
          </a:xfrm>
          <a:prstGeom prst="rect">
            <a:avLst/>
          </a:prstGeom>
        </p:spPr>
      </p:pic>
      <p:sp>
        <p:nvSpPr>
          <p:cNvPr id="61" name="Elipse 60">
            <a:extLst>
              <a:ext uri="{FF2B5EF4-FFF2-40B4-BE49-F238E27FC236}">
                <a16:creationId xmlns:a16="http://schemas.microsoft.com/office/drawing/2014/main" id="{4ADF7612-DCFE-D810-7C64-E035790B811B}"/>
              </a:ext>
            </a:extLst>
          </p:cNvPr>
          <p:cNvSpPr/>
          <p:nvPr/>
        </p:nvSpPr>
        <p:spPr>
          <a:xfrm>
            <a:off x="5192960" y="3972414"/>
            <a:ext cx="304007" cy="307777"/>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8</a:t>
            </a:r>
          </a:p>
        </p:txBody>
      </p:sp>
      <p:sp>
        <p:nvSpPr>
          <p:cNvPr id="62" name="Rectángulo: esquinas redondeadas 61">
            <a:extLst>
              <a:ext uri="{FF2B5EF4-FFF2-40B4-BE49-F238E27FC236}">
                <a16:creationId xmlns:a16="http://schemas.microsoft.com/office/drawing/2014/main" id="{9AFBCA60-C92B-EF55-09A3-AE7613D311D3}"/>
              </a:ext>
            </a:extLst>
          </p:cNvPr>
          <p:cNvSpPr/>
          <p:nvPr/>
        </p:nvSpPr>
        <p:spPr>
          <a:xfrm>
            <a:off x="5638287" y="4002820"/>
            <a:ext cx="3383722" cy="27737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400" b="1" noProof="0">
                <a:solidFill>
                  <a:srgbClr val="FFFFFF"/>
                </a:solidFill>
              </a:rPr>
              <a:t>Aceptación del equipo</a:t>
            </a:r>
          </a:p>
        </p:txBody>
      </p:sp>
      <p:pic>
        <p:nvPicPr>
          <p:cNvPr id="64" name="Gráfico 63" descr="Usuarios con relleno sólido">
            <a:extLst>
              <a:ext uri="{FF2B5EF4-FFF2-40B4-BE49-F238E27FC236}">
                <a16:creationId xmlns:a16="http://schemas.microsoft.com/office/drawing/2014/main" id="{5A9DBE8B-6D32-7AE5-1D1C-C0557575744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648036" y="3989501"/>
            <a:ext cx="304007" cy="304007"/>
          </a:xfrm>
          <a:prstGeom prst="rect">
            <a:avLst/>
          </a:prstGeom>
        </p:spPr>
      </p:pic>
    </p:spTree>
    <p:extLst>
      <p:ext uri="{BB962C8B-B14F-4D97-AF65-F5344CB8AC3E}">
        <p14:creationId xmlns:p14="http://schemas.microsoft.com/office/powerpoint/2010/main" val="634344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0DF6-C26D-38F0-3E4F-CE1E4CE5AA18}"/>
            </a:ext>
          </a:extLst>
        </p:cNvPr>
        <p:cNvGrpSpPr/>
        <p:nvPr/>
      </p:nvGrpSpPr>
      <p:grpSpPr>
        <a:xfrm>
          <a:off x="0" y="0"/>
          <a:ext cx="0" cy="0"/>
          <a:chOff x="0" y="0"/>
          <a:chExt cx="0" cy="0"/>
        </a:xfrm>
      </p:grpSpPr>
      <p:sp>
        <p:nvSpPr>
          <p:cNvPr id="12" name="Rectángulo: esquinas redondeadas 11">
            <a:extLst>
              <a:ext uri="{FF2B5EF4-FFF2-40B4-BE49-F238E27FC236}">
                <a16:creationId xmlns:a16="http://schemas.microsoft.com/office/drawing/2014/main" id="{689908B4-9E3C-6570-E2A6-80291B56D093}"/>
              </a:ext>
            </a:extLst>
          </p:cNvPr>
          <p:cNvSpPr/>
          <p:nvPr/>
        </p:nvSpPr>
        <p:spPr>
          <a:xfrm>
            <a:off x="5391008"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68BCD54A-28CC-81C2-BF18-AEE3319AFEF7}"/>
              </a:ext>
            </a:extLst>
          </p:cNvPr>
          <p:cNvSpPr>
            <a:spLocks noGrp="1"/>
          </p:cNvSpPr>
          <p:nvPr>
            <p:ph type="title"/>
          </p:nvPr>
        </p:nvSpPr>
        <p:spPr>
          <a:xfrm>
            <a:off x="330993" y="313420"/>
            <a:ext cx="8482014" cy="307777"/>
          </a:xfrm>
        </p:spPr>
        <p:txBody>
          <a:bodyPr/>
          <a:lstStyle/>
          <a:p>
            <a:pPr algn="ctr"/>
            <a:r>
              <a:rPr lang="es-MX" noProof="0"/>
              <a:t>Validación del plan de acción </a:t>
            </a:r>
          </a:p>
        </p:txBody>
      </p:sp>
      <p:sp>
        <p:nvSpPr>
          <p:cNvPr id="3" name="CuadroTexto 7">
            <a:extLst>
              <a:ext uri="{FF2B5EF4-FFF2-40B4-BE49-F238E27FC236}">
                <a16:creationId xmlns:a16="http://schemas.microsoft.com/office/drawing/2014/main" id="{48D91315-B593-2975-767F-7C541DC31D16}"/>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Si no medimos, no mejoramos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F5699FA0-85A3-B9CA-85DE-462BC0157EFA}"/>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A77A0476-6638-0A14-7B7B-43870F45759A}"/>
              </a:ext>
            </a:extLst>
          </p:cNvPr>
          <p:cNvSpPr txBox="1">
            <a:spLocks/>
          </p:cNvSpPr>
          <p:nvPr/>
        </p:nvSpPr>
        <p:spPr>
          <a:xfrm>
            <a:off x="5240281" y="3784394"/>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dirty="0" err="1">
                <a:solidFill>
                  <a:schemeClr val="bg1"/>
                </a:solidFill>
              </a:rPr>
              <a:t>KIPs</a:t>
            </a:r>
            <a:endParaRPr lang="es-MX" noProof="0" dirty="0">
              <a:solidFill>
                <a:schemeClr val="bg1"/>
              </a:solidFill>
            </a:endParaRPr>
          </a:p>
        </p:txBody>
      </p:sp>
      <p:sp>
        <p:nvSpPr>
          <p:cNvPr id="15" name="Title 1">
            <a:extLst>
              <a:ext uri="{FF2B5EF4-FFF2-40B4-BE49-F238E27FC236}">
                <a16:creationId xmlns:a16="http://schemas.microsoft.com/office/drawing/2014/main" id="{EFBDCDFC-5A24-39FF-E4E9-FD9BFBC15772}"/>
              </a:ext>
            </a:extLst>
          </p:cNvPr>
          <p:cNvSpPr txBox="1">
            <a:spLocks/>
          </p:cNvSpPr>
          <p:nvPr/>
        </p:nvSpPr>
        <p:spPr>
          <a:xfrm>
            <a:off x="3186989" y="398518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sp>
        <p:nvSpPr>
          <p:cNvPr id="17" name="Rectángulo: esquinas redondeadas 16">
            <a:extLst>
              <a:ext uri="{FF2B5EF4-FFF2-40B4-BE49-F238E27FC236}">
                <a16:creationId xmlns:a16="http://schemas.microsoft.com/office/drawing/2014/main" id="{4098362A-1ED3-452E-E801-1C85B309FCE7}"/>
              </a:ext>
            </a:extLst>
          </p:cNvPr>
          <p:cNvSpPr/>
          <p:nvPr/>
        </p:nvSpPr>
        <p:spPr>
          <a:xfrm>
            <a:off x="1833591" y="2794001"/>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0" name="Title 1">
            <a:extLst>
              <a:ext uri="{FF2B5EF4-FFF2-40B4-BE49-F238E27FC236}">
                <a16:creationId xmlns:a16="http://schemas.microsoft.com/office/drawing/2014/main" id="{C9C1D0A4-65BE-00E2-9F36-D37E0706116F}"/>
              </a:ext>
            </a:extLst>
          </p:cNvPr>
          <p:cNvSpPr txBox="1">
            <a:spLocks/>
          </p:cNvSpPr>
          <p:nvPr/>
        </p:nvSpPr>
        <p:spPr>
          <a:xfrm>
            <a:off x="1689072" y="2676400"/>
            <a:ext cx="2022699" cy="141577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endParaRPr lang="es-MX" sz="3600" noProof="0">
              <a:solidFill>
                <a:schemeClr val="bg1"/>
              </a:solidFill>
            </a:endParaRPr>
          </a:p>
          <a:p>
            <a:pPr algn="ctr"/>
            <a:r>
              <a:rPr lang="es-MX" sz="3600" noProof="0">
                <a:solidFill>
                  <a:schemeClr val="bg1"/>
                </a:solidFill>
              </a:rPr>
              <a:t>8</a:t>
            </a:r>
          </a:p>
          <a:p>
            <a:pPr algn="ctr"/>
            <a:r>
              <a:rPr lang="es-MX" noProof="0">
                <a:solidFill>
                  <a:schemeClr val="bg1"/>
                </a:solidFill>
              </a:rPr>
              <a:t>Criterios</a:t>
            </a:r>
          </a:p>
        </p:txBody>
      </p:sp>
      <p:pic>
        <p:nvPicPr>
          <p:cNvPr id="23" name="Gráfico 22" descr="Velocímetro en el medio con relleno sólido">
            <a:extLst>
              <a:ext uri="{FF2B5EF4-FFF2-40B4-BE49-F238E27FC236}">
                <a16:creationId xmlns:a16="http://schemas.microsoft.com/office/drawing/2014/main" id="{47D65482-99C3-0A04-8233-5E5CBEF55A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4430" y="2869994"/>
            <a:ext cx="914400" cy="914400"/>
          </a:xfrm>
          <a:prstGeom prst="rect">
            <a:avLst/>
          </a:prstGeom>
        </p:spPr>
      </p:pic>
      <p:sp>
        <p:nvSpPr>
          <p:cNvPr id="24" name="Rectángulo: esquinas redondeadas 23">
            <a:extLst>
              <a:ext uri="{FF2B5EF4-FFF2-40B4-BE49-F238E27FC236}">
                <a16:creationId xmlns:a16="http://schemas.microsoft.com/office/drawing/2014/main" id="{F02B5993-2FD6-5476-46C2-DC304597E884}"/>
              </a:ext>
            </a:extLst>
          </p:cNvPr>
          <p:cNvSpPr/>
          <p:nvPr/>
        </p:nvSpPr>
        <p:spPr>
          <a:xfrm>
            <a:off x="1498981" y="137668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Validar el plan de acción es crítico para garantizar que la solución realmente resuelve el problema y no genera efectos secundarios</a:t>
            </a:r>
          </a:p>
        </p:txBody>
      </p:sp>
      <p:pic>
        <p:nvPicPr>
          <p:cNvPr id="4" name="Gráfico 3" descr="Agregar con relleno sólido">
            <a:extLst>
              <a:ext uri="{FF2B5EF4-FFF2-40B4-BE49-F238E27FC236}">
                <a16:creationId xmlns:a16="http://schemas.microsoft.com/office/drawing/2014/main" id="{6E835E65-73AB-D2CA-7D22-719E29F874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48067" y="3070782"/>
            <a:ext cx="914400" cy="9144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64934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66073-B5AF-B91C-58C0-2B6CF9CBF0E6}"/>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36AE9FA0-B987-A211-DB26-9EAD53FA7299}"/>
              </a:ext>
            </a:extLst>
          </p:cNvPr>
          <p:cNvSpPr/>
          <p:nvPr/>
        </p:nvSpPr>
        <p:spPr>
          <a:xfrm>
            <a:off x="596900" y="1409700"/>
            <a:ext cx="7835748" cy="1543050"/>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8492780-B55F-8C8B-095D-57A4DE706F6D}"/>
              </a:ext>
            </a:extLst>
          </p:cNvPr>
          <p:cNvSpPr>
            <a:spLocks noGrp="1"/>
          </p:cNvSpPr>
          <p:nvPr>
            <p:ph type="title"/>
          </p:nvPr>
        </p:nvSpPr>
        <p:spPr>
          <a:xfrm>
            <a:off x="330993" y="313420"/>
            <a:ext cx="8482014" cy="307777"/>
          </a:xfrm>
        </p:spPr>
        <p:txBody>
          <a:bodyPr/>
          <a:lstStyle/>
          <a:p>
            <a:pPr algn="ctr"/>
            <a:r>
              <a:rPr lang="es-MX" noProof="0"/>
              <a:t>Validación del plan de acción </a:t>
            </a:r>
          </a:p>
        </p:txBody>
      </p:sp>
      <p:sp>
        <p:nvSpPr>
          <p:cNvPr id="3" name="CuadroTexto 7">
            <a:extLst>
              <a:ext uri="{FF2B5EF4-FFF2-40B4-BE49-F238E27FC236}">
                <a16:creationId xmlns:a16="http://schemas.microsoft.com/office/drawing/2014/main" id="{BFB9837B-038A-5A7C-0D64-EBD7767EEB4A}"/>
              </a:ext>
            </a:extLst>
          </p:cNvPr>
          <p:cNvSpPr txBox="1"/>
          <p:nvPr/>
        </p:nvSpPr>
        <p:spPr>
          <a:xfrm>
            <a:off x="2310274" y="552785"/>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Si no medimos, no mejoramos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1247D03-7052-8A98-0ABE-ABF5B85025E6}"/>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3C1B0B25-0078-7EDE-1286-06F57D7DC1C1}"/>
              </a:ext>
            </a:extLst>
          </p:cNvPr>
          <p:cNvSpPr txBox="1">
            <a:spLocks/>
          </p:cNvSpPr>
          <p:nvPr/>
        </p:nvSpPr>
        <p:spPr>
          <a:xfrm>
            <a:off x="401875" y="2325572"/>
            <a:ext cx="2022699"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err="1">
                <a:solidFill>
                  <a:schemeClr val="bg1"/>
                </a:solidFill>
              </a:rPr>
              <a:t>KIP’s</a:t>
            </a:r>
            <a:endParaRPr lang="es-MX" noProof="0">
              <a:solidFill>
                <a:schemeClr val="bg1"/>
              </a:solidFill>
            </a:endParaRPr>
          </a:p>
        </p:txBody>
      </p:sp>
      <p:sp>
        <p:nvSpPr>
          <p:cNvPr id="15" name="Title 1">
            <a:extLst>
              <a:ext uri="{FF2B5EF4-FFF2-40B4-BE49-F238E27FC236}">
                <a16:creationId xmlns:a16="http://schemas.microsoft.com/office/drawing/2014/main" id="{B66F9713-A34F-0484-D4D4-DBD091BC4F5D}"/>
              </a:ext>
            </a:extLst>
          </p:cNvPr>
          <p:cNvSpPr txBox="1">
            <a:spLocks/>
          </p:cNvSpPr>
          <p:nvPr/>
        </p:nvSpPr>
        <p:spPr>
          <a:xfrm>
            <a:off x="3085389" y="4004232"/>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23" name="Gráfico 22" descr="Velocímetro en el medio con relleno sólido">
            <a:extLst>
              <a:ext uri="{FF2B5EF4-FFF2-40B4-BE49-F238E27FC236}">
                <a16:creationId xmlns:a16="http://schemas.microsoft.com/office/drawing/2014/main" id="{405981A9-2D76-7207-77D7-5C23E3B660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0624" y="1457029"/>
            <a:ext cx="914400" cy="914400"/>
          </a:xfrm>
          <a:prstGeom prst="rect">
            <a:avLst/>
          </a:prstGeom>
        </p:spPr>
      </p:pic>
      <p:pic>
        <p:nvPicPr>
          <p:cNvPr id="8" name="Gráfico 7" descr="Grúa con relleno sólido">
            <a:extLst>
              <a:ext uri="{FF2B5EF4-FFF2-40B4-BE49-F238E27FC236}">
                <a16:creationId xmlns:a16="http://schemas.microsoft.com/office/drawing/2014/main" id="{2CB758A0-B269-4410-5D6B-1420DE44F6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94927" y="3260524"/>
            <a:ext cx="782821" cy="782821"/>
          </a:xfrm>
          <a:prstGeom prst="rect">
            <a:avLst/>
          </a:prstGeom>
        </p:spPr>
      </p:pic>
      <p:pic>
        <p:nvPicPr>
          <p:cNvPr id="10" name="Gráfico 9" descr="Reloj de arena terminado con relleno sólido">
            <a:extLst>
              <a:ext uri="{FF2B5EF4-FFF2-40B4-BE49-F238E27FC236}">
                <a16:creationId xmlns:a16="http://schemas.microsoft.com/office/drawing/2014/main" id="{817DBD35-AC31-D823-F051-E169353A1EC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55622" y="3260524"/>
            <a:ext cx="782821" cy="782821"/>
          </a:xfrm>
          <a:prstGeom prst="rect">
            <a:avLst/>
          </a:prstGeom>
        </p:spPr>
      </p:pic>
      <p:pic>
        <p:nvPicPr>
          <p:cNvPr id="13" name="Gráfico 12" descr="Portapapeles parcialmente tachado con relleno sólido">
            <a:extLst>
              <a:ext uri="{FF2B5EF4-FFF2-40B4-BE49-F238E27FC236}">
                <a16:creationId xmlns:a16="http://schemas.microsoft.com/office/drawing/2014/main" id="{C0BB6601-C053-0A66-BADE-DFA1783DDA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41137" y="3227627"/>
            <a:ext cx="848613" cy="848613"/>
          </a:xfrm>
          <a:prstGeom prst="rect">
            <a:avLst/>
          </a:prstGeom>
        </p:spPr>
      </p:pic>
      <p:sp>
        <p:nvSpPr>
          <p:cNvPr id="14" name="CuadroTexto 13">
            <a:extLst>
              <a:ext uri="{FF2B5EF4-FFF2-40B4-BE49-F238E27FC236}">
                <a16:creationId xmlns:a16="http://schemas.microsoft.com/office/drawing/2014/main" id="{7FCC334D-3DD6-88A0-4AD2-B8E098B8D9FB}"/>
              </a:ext>
            </a:extLst>
          </p:cNvPr>
          <p:cNvSpPr txBox="1"/>
          <p:nvPr/>
        </p:nvSpPr>
        <p:spPr>
          <a:xfrm>
            <a:off x="2040049" y="1850528"/>
            <a:ext cx="6191250" cy="7828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noProof="0">
                <a:solidFill>
                  <a:srgbClr val="FFFFFF"/>
                </a:solidFill>
              </a:rPr>
              <a:t>Los </a:t>
            </a:r>
            <a:r>
              <a:rPr lang="es-MX" sz="1600" noProof="0" err="1">
                <a:solidFill>
                  <a:srgbClr val="FFFFFF"/>
                </a:solidFill>
              </a:rPr>
              <a:t>KPI’s</a:t>
            </a:r>
            <a:r>
              <a:rPr lang="es-MX" sz="1600" noProof="0">
                <a:solidFill>
                  <a:srgbClr val="FFFFFF"/>
                </a:solidFill>
              </a:rPr>
              <a:t> son la herramienta que permite medir objetivamente el éxito y la sostenibilidad de las acciones</a:t>
            </a:r>
          </a:p>
          <a:p>
            <a:pPr algn="ctr"/>
            <a:endParaRPr lang="es-MX" sz="1200" noProof="0">
              <a:solidFill>
                <a:schemeClr val="tx1"/>
              </a:solidFill>
            </a:endParaRPr>
          </a:p>
        </p:txBody>
      </p:sp>
      <p:sp>
        <p:nvSpPr>
          <p:cNvPr id="18" name="CuadroTexto 17">
            <a:extLst>
              <a:ext uri="{FF2B5EF4-FFF2-40B4-BE49-F238E27FC236}">
                <a16:creationId xmlns:a16="http://schemas.microsoft.com/office/drawing/2014/main" id="{91FCFF53-2F12-27B0-D349-5A1B5EC222B9}"/>
              </a:ext>
            </a:extLst>
          </p:cNvPr>
          <p:cNvSpPr txBox="1"/>
          <p:nvPr/>
        </p:nvSpPr>
        <p:spPr>
          <a:xfrm>
            <a:off x="1311624" y="4127342"/>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GMPH</a:t>
            </a:r>
          </a:p>
        </p:txBody>
      </p:sp>
      <p:sp>
        <p:nvSpPr>
          <p:cNvPr id="19" name="CuadroTexto 18">
            <a:extLst>
              <a:ext uri="{FF2B5EF4-FFF2-40B4-BE49-F238E27FC236}">
                <a16:creationId xmlns:a16="http://schemas.microsoft.com/office/drawing/2014/main" id="{E480F6CD-25AD-D12D-EFDF-EE8514E3DD47}"/>
              </a:ext>
            </a:extLst>
          </p:cNvPr>
          <p:cNvSpPr txBox="1"/>
          <p:nvPr/>
        </p:nvSpPr>
        <p:spPr>
          <a:xfrm>
            <a:off x="3691398" y="4208958"/>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Tiempo de espera</a:t>
            </a:r>
          </a:p>
        </p:txBody>
      </p:sp>
      <p:sp>
        <p:nvSpPr>
          <p:cNvPr id="21" name="CuadroTexto 20">
            <a:extLst>
              <a:ext uri="{FF2B5EF4-FFF2-40B4-BE49-F238E27FC236}">
                <a16:creationId xmlns:a16="http://schemas.microsoft.com/office/drawing/2014/main" id="{635D36DD-B542-2368-61E8-FE365F14656A}"/>
              </a:ext>
            </a:extLst>
          </p:cNvPr>
          <p:cNvSpPr txBox="1"/>
          <p:nvPr/>
        </p:nvSpPr>
        <p:spPr>
          <a:xfrm>
            <a:off x="5794105" y="4208958"/>
            <a:ext cx="134267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chemeClr val="accent5"/>
                </a:solidFill>
              </a:rPr>
              <a:t>Número de errores</a:t>
            </a:r>
          </a:p>
        </p:txBody>
      </p:sp>
      <p:sp>
        <p:nvSpPr>
          <p:cNvPr id="22" name="CuadroTexto 21">
            <a:extLst>
              <a:ext uri="{FF2B5EF4-FFF2-40B4-BE49-F238E27FC236}">
                <a16:creationId xmlns:a16="http://schemas.microsoft.com/office/drawing/2014/main" id="{BBC69319-FB91-D4BA-C9E7-E4E2115BEC19}"/>
              </a:ext>
            </a:extLst>
          </p:cNvPr>
          <p:cNvSpPr txBox="1"/>
          <p:nvPr/>
        </p:nvSpPr>
        <p:spPr>
          <a:xfrm>
            <a:off x="7629176" y="4126882"/>
            <a:ext cx="890224"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err="1">
                <a:solidFill>
                  <a:schemeClr val="accent5"/>
                </a:solidFill>
              </a:rPr>
              <a:t>Etc</a:t>
            </a:r>
            <a:r>
              <a:rPr lang="es-MX" sz="1200" noProof="0">
                <a:solidFill>
                  <a:schemeClr val="accent5"/>
                </a:solidFill>
              </a:rPr>
              <a:t>…</a:t>
            </a:r>
          </a:p>
        </p:txBody>
      </p:sp>
    </p:spTree>
    <p:extLst>
      <p:ext uri="{BB962C8B-B14F-4D97-AF65-F5344CB8AC3E}">
        <p14:creationId xmlns:p14="http://schemas.microsoft.com/office/powerpoint/2010/main" val="38105448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EFE71-DBB2-0B6D-75B7-D6FB18F1E389}"/>
            </a:ext>
          </a:extLst>
        </p:cNvPr>
        <p:cNvGrpSpPr/>
        <p:nvPr/>
      </p:nvGrpSpPr>
      <p:grpSpPr>
        <a:xfrm>
          <a:off x="0" y="0"/>
          <a:ext cx="0" cy="0"/>
          <a:chOff x="0" y="0"/>
          <a:chExt cx="0" cy="0"/>
        </a:xfrm>
      </p:grpSpPr>
      <p:sp>
        <p:nvSpPr>
          <p:cNvPr id="37" name="Rectángulo: esquinas redondeadas 36">
            <a:extLst>
              <a:ext uri="{FF2B5EF4-FFF2-40B4-BE49-F238E27FC236}">
                <a16:creationId xmlns:a16="http://schemas.microsoft.com/office/drawing/2014/main" id="{71EC1802-AF51-5ED9-68DD-3D40DD1E627E}"/>
              </a:ext>
            </a:extLst>
          </p:cNvPr>
          <p:cNvSpPr/>
          <p:nvPr/>
        </p:nvSpPr>
        <p:spPr>
          <a:xfrm>
            <a:off x="5937617" y="2781928"/>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6" name="Rectángulo: esquinas redondeadas 35">
            <a:extLst>
              <a:ext uri="{FF2B5EF4-FFF2-40B4-BE49-F238E27FC236}">
                <a16:creationId xmlns:a16="http://schemas.microsoft.com/office/drawing/2014/main" id="{F74E6D9F-6C0A-C220-5ADE-C5612D583474}"/>
              </a:ext>
            </a:extLst>
          </p:cNvPr>
          <p:cNvSpPr/>
          <p:nvPr/>
        </p:nvSpPr>
        <p:spPr>
          <a:xfrm>
            <a:off x="3675891" y="2796145"/>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30" name="Rectángulo: esquinas redondeadas 29">
            <a:extLst>
              <a:ext uri="{FF2B5EF4-FFF2-40B4-BE49-F238E27FC236}">
                <a16:creationId xmlns:a16="http://schemas.microsoft.com/office/drawing/2014/main" id="{7CA3FD06-EDA2-0A08-2458-1773401513F2}"/>
              </a:ext>
            </a:extLst>
          </p:cNvPr>
          <p:cNvSpPr/>
          <p:nvPr/>
        </p:nvSpPr>
        <p:spPr>
          <a:xfrm>
            <a:off x="1511680" y="2781929"/>
            <a:ext cx="1733663" cy="1514475"/>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0A67B711-DBB6-0A14-8CE3-C03A964880C0}"/>
              </a:ext>
            </a:extLst>
          </p:cNvPr>
          <p:cNvSpPr>
            <a:spLocks noGrp="1"/>
          </p:cNvSpPr>
          <p:nvPr>
            <p:ph type="title"/>
          </p:nvPr>
        </p:nvSpPr>
        <p:spPr>
          <a:xfrm>
            <a:off x="330993" y="313420"/>
            <a:ext cx="8482014" cy="307777"/>
          </a:xfrm>
        </p:spPr>
        <p:txBody>
          <a:bodyPr/>
          <a:lstStyle/>
          <a:p>
            <a:pPr algn="ctr"/>
            <a:r>
              <a:rPr lang="es-MX" noProof="0"/>
              <a:t>Prueba piloto de las contramedidas</a:t>
            </a:r>
          </a:p>
        </p:txBody>
      </p:sp>
      <p:sp>
        <p:nvSpPr>
          <p:cNvPr id="3" name="CuadroTexto 7">
            <a:extLst>
              <a:ext uri="{FF2B5EF4-FFF2-40B4-BE49-F238E27FC236}">
                <a16:creationId xmlns:a16="http://schemas.microsoft.com/office/drawing/2014/main" id="{9FA2B754-7D65-2D29-7D05-5E4EC5481E23}"/>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Validación en un entorno controlado</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D083F666-9BF1-718A-F501-FD2436A35B88}"/>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55DA24A3-D1C6-8F87-9347-D5F20ADCDA09}"/>
              </a:ext>
            </a:extLst>
          </p:cNvPr>
          <p:cNvSpPr/>
          <p:nvPr/>
        </p:nvSpPr>
        <p:spPr>
          <a:xfrm>
            <a:off x="1606931" y="1497332"/>
            <a:ext cx="5925610" cy="798822"/>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7">
            <a:extLst>
              <a:ext uri="{FF2B5EF4-FFF2-40B4-BE49-F238E27FC236}">
                <a16:creationId xmlns:a16="http://schemas.microsoft.com/office/drawing/2014/main" id="{E8C389AC-84CF-2ED0-C0BB-072AFC374151}"/>
              </a:ext>
            </a:extLst>
          </p:cNvPr>
          <p:cNvSpPr txBox="1"/>
          <p:nvPr/>
        </p:nvSpPr>
        <p:spPr>
          <a:xfrm>
            <a:off x="1606931" y="1572395"/>
            <a:ext cx="5953877"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Una prueba piloto es una implementación temporal y controlada de una solución o contramedida en un alcance reducido, con el objetivo de validar su efectividad andes de aplicarla a gran escala</a:t>
            </a:r>
          </a:p>
        </p:txBody>
      </p:sp>
      <p:pic>
        <p:nvPicPr>
          <p:cNvPr id="23" name="Gráfico 22" descr="Gráfico de barras con relleno sólido">
            <a:extLst>
              <a:ext uri="{FF2B5EF4-FFF2-40B4-BE49-F238E27FC236}">
                <a16:creationId xmlns:a16="http://schemas.microsoft.com/office/drawing/2014/main" id="{D8C88703-510A-B6B3-6385-15296168A8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3027" y="2866860"/>
            <a:ext cx="914400" cy="914400"/>
          </a:xfrm>
          <a:prstGeom prst="rect">
            <a:avLst/>
          </a:prstGeom>
        </p:spPr>
      </p:pic>
      <p:pic>
        <p:nvPicPr>
          <p:cNvPr id="27" name="Gráfico 26" descr="Monedas contorno">
            <a:extLst>
              <a:ext uri="{FF2B5EF4-FFF2-40B4-BE49-F238E27FC236}">
                <a16:creationId xmlns:a16="http://schemas.microsoft.com/office/drawing/2014/main" id="{6FE6ED05-5252-6550-FBA4-E08E9BB3F9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85523" y="2819235"/>
            <a:ext cx="914400" cy="914400"/>
          </a:xfrm>
          <a:prstGeom prst="rect">
            <a:avLst/>
          </a:prstGeom>
        </p:spPr>
      </p:pic>
      <p:pic>
        <p:nvPicPr>
          <p:cNvPr id="29" name="Gráfico 28" descr="Advertencia con relleno sólido">
            <a:extLst>
              <a:ext uri="{FF2B5EF4-FFF2-40B4-BE49-F238E27FC236}">
                <a16:creationId xmlns:a16="http://schemas.microsoft.com/office/drawing/2014/main" id="{B1073B53-C19D-AD95-7033-D8794E4BFE0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41382" y="2866860"/>
            <a:ext cx="722469" cy="722469"/>
          </a:xfrm>
          <a:prstGeom prst="rect">
            <a:avLst/>
          </a:prstGeom>
        </p:spPr>
      </p:pic>
      <p:pic>
        <p:nvPicPr>
          <p:cNvPr id="19" name="Gráfico 18" descr="Flecha abajo con relleno sólido">
            <a:extLst>
              <a:ext uri="{FF2B5EF4-FFF2-40B4-BE49-F238E27FC236}">
                <a16:creationId xmlns:a16="http://schemas.microsoft.com/office/drawing/2014/main" id="{3254740F-D972-D5E0-68E2-4A60FECC41D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83986" y="2966189"/>
            <a:ext cx="420842" cy="309339"/>
          </a:xfrm>
          <a:prstGeom prst="rect">
            <a:avLst/>
          </a:prstGeom>
        </p:spPr>
      </p:pic>
      <p:sp>
        <p:nvSpPr>
          <p:cNvPr id="35" name="CuadroTexto 7">
            <a:extLst>
              <a:ext uri="{FF2B5EF4-FFF2-40B4-BE49-F238E27FC236}">
                <a16:creationId xmlns:a16="http://schemas.microsoft.com/office/drawing/2014/main" id="{87CA7432-2D35-306F-679C-A2B377B71855}"/>
              </a:ext>
            </a:extLst>
          </p:cNvPr>
          <p:cNvSpPr txBox="1"/>
          <p:nvPr/>
        </p:nvSpPr>
        <p:spPr>
          <a:xfrm>
            <a:off x="1496559" y="3679656"/>
            <a:ext cx="1777151"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Reduce riesgos de fallas en la implementación global</a:t>
            </a:r>
          </a:p>
        </p:txBody>
      </p:sp>
      <p:sp>
        <p:nvSpPr>
          <p:cNvPr id="38" name="CuadroTexto 7">
            <a:extLst>
              <a:ext uri="{FF2B5EF4-FFF2-40B4-BE49-F238E27FC236}">
                <a16:creationId xmlns:a16="http://schemas.microsoft.com/office/drawing/2014/main" id="{896A1829-60F1-4FB8-1FBE-F4138FF354EB}"/>
              </a:ext>
            </a:extLst>
          </p:cNvPr>
          <p:cNvSpPr txBox="1"/>
          <p:nvPr/>
        </p:nvSpPr>
        <p:spPr>
          <a:xfrm>
            <a:off x="3731271" y="3657997"/>
            <a:ext cx="1676929"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Ahorra costos y tiempo al detectar problemas temprano</a:t>
            </a:r>
          </a:p>
        </p:txBody>
      </p:sp>
      <p:sp>
        <p:nvSpPr>
          <p:cNvPr id="39" name="CuadroTexto 7">
            <a:extLst>
              <a:ext uri="{FF2B5EF4-FFF2-40B4-BE49-F238E27FC236}">
                <a16:creationId xmlns:a16="http://schemas.microsoft.com/office/drawing/2014/main" id="{803DCFEE-857A-1114-EAEA-4B280FEA06EB}"/>
              </a:ext>
            </a:extLst>
          </p:cNvPr>
          <p:cNvSpPr txBox="1"/>
          <p:nvPr/>
        </p:nvSpPr>
        <p:spPr>
          <a:xfrm>
            <a:off x="5965983" y="3679656"/>
            <a:ext cx="1676929"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Genera evidencia para tomar decisiones basadas en datos</a:t>
            </a:r>
          </a:p>
        </p:txBody>
      </p:sp>
    </p:spTree>
    <p:extLst>
      <p:ext uri="{BB962C8B-B14F-4D97-AF65-F5344CB8AC3E}">
        <p14:creationId xmlns:p14="http://schemas.microsoft.com/office/powerpoint/2010/main" val="21748280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BDEF1-7D56-B937-945E-808A4CC919A8}"/>
            </a:ext>
          </a:extLst>
        </p:cNvPr>
        <p:cNvGrpSpPr/>
        <p:nvPr/>
      </p:nvGrpSpPr>
      <p:grpSpPr>
        <a:xfrm>
          <a:off x="0" y="0"/>
          <a:ext cx="0" cy="0"/>
          <a:chOff x="0" y="0"/>
          <a:chExt cx="0" cy="0"/>
        </a:xfrm>
      </p:grpSpPr>
      <p:sp>
        <p:nvSpPr>
          <p:cNvPr id="14" name="Rectángulo: esquinas redondeadas 13">
            <a:extLst>
              <a:ext uri="{FF2B5EF4-FFF2-40B4-BE49-F238E27FC236}">
                <a16:creationId xmlns:a16="http://schemas.microsoft.com/office/drawing/2014/main" id="{6B130F91-F8A7-4AED-99F5-0C47559974AE}"/>
              </a:ext>
            </a:extLst>
          </p:cNvPr>
          <p:cNvSpPr/>
          <p:nvPr/>
        </p:nvSpPr>
        <p:spPr>
          <a:xfrm>
            <a:off x="1207550" y="1032387"/>
            <a:ext cx="7169534" cy="3583030"/>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 name="Title 1">
            <a:extLst>
              <a:ext uri="{FF2B5EF4-FFF2-40B4-BE49-F238E27FC236}">
                <a16:creationId xmlns:a16="http://schemas.microsoft.com/office/drawing/2014/main" id="{FECDD3C6-C91F-CC6C-0AC5-4B9039D7AF14}"/>
              </a:ext>
            </a:extLst>
          </p:cNvPr>
          <p:cNvSpPr>
            <a:spLocks noGrp="1"/>
          </p:cNvSpPr>
          <p:nvPr>
            <p:ph type="title"/>
          </p:nvPr>
        </p:nvSpPr>
        <p:spPr>
          <a:xfrm>
            <a:off x="330993" y="313420"/>
            <a:ext cx="8482014" cy="307777"/>
          </a:xfrm>
        </p:spPr>
        <p:txBody>
          <a:bodyPr/>
          <a:lstStyle/>
          <a:p>
            <a:pPr algn="ctr"/>
            <a:r>
              <a:rPr lang="es-MX" noProof="0"/>
              <a:t>Prueba piloto de las contramedidas</a:t>
            </a:r>
          </a:p>
        </p:txBody>
      </p:sp>
      <p:sp>
        <p:nvSpPr>
          <p:cNvPr id="3" name="CuadroTexto 7">
            <a:extLst>
              <a:ext uri="{FF2B5EF4-FFF2-40B4-BE49-F238E27FC236}">
                <a16:creationId xmlns:a16="http://schemas.microsoft.com/office/drawing/2014/main" id="{56C6EF6A-0C78-0756-9FE1-41D82DC10E54}"/>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Validación en un entorno controlado</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B9C11A8-E4CC-80E6-0CF5-1E0DB98756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13" name="CuadroTexto 12">
            <a:extLst>
              <a:ext uri="{FF2B5EF4-FFF2-40B4-BE49-F238E27FC236}">
                <a16:creationId xmlns:a16="http://schemas.microsoft.com/office/drawing/2014/main" id="{30D89094-BFDC-3B28-7EF5-EB1D7B71AD21}"/>
              </a:ext>
            </a:extLst>
          </p:cNvPr>
          <p:cNvSpPr txBox="1"/>
          <p:nvPr/>
        </p:nvSpPr>
        <p:spPr>
          <a:xfrm>
            <a:off x="3507138" y="1272934"/>
            <a:ext cx="4825702" cy="32571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gn="just">
              <a:lnSpc>
                <a:spcPct val="200000"/>
              </a:lnSpc>
              <a:buFont typeface="Arial" panose="020B0604020202020204" pitchFamily="34" charset="0"/>
              <a:buChar char="•"/>
            </a:pPr>
            <a:r>
              <a:rPr lang="es-MX" sz="1400" noProof="0">
                <a:solidFill>
                  <a:schemeClr val="bg1"/>
                </a:solidFill>
              </a:rPr>
              <a:t>Objetivo: Confirmar efectividad antes de oficializar</a:t>
            </a:r>
          </a:p>
          <a:p>
            <a:pPr marL="285750" indent="-285750" algn="just">
              <a:lnSpc>
                <a:spcPct val="200000"/>
              </a:lnSpc>
              <a:buFont typeface="Arial" panose="020B0604020202020204" pitchFamily="34" charset="0"/>
              <a:buChar char="•"/>
            </a:pPr>
            <a:r>
              <a:rPr lang="es-MX" sz="1400" noProof="0">
                <a:solidFill>
                  <a:schemeClr val="bg1"/>
                </a:solidFill>
              </a:rPr>
              <a:t>Alcance: Una cuadrilla, turno o equipo en especifico</a:t>
            </a:r>
          </a:p>
          <a:p>
            <a:pPr marL="285750" indent="-285750" algn="just">
              <a:lnSpc>
                <a:spcPct val="200000"/>
              </a:lnSpc>
              <a:buFont typeface="Arial" panose="020B0604020202020204" pitchFamily="34" charset="0"/>
              <a:buChar char="•"/>
            </a:pPr>
            <a:r>
              <a:rPr lang="es-MX" sz="1400" noProof="0">
                <a:solidFill>
                  <a:schemeClr val="bg1"/>
                </a:solidFill>
              </a:rPr>
              <a:t>Indicadores: KPI clave (ej. GMPH, tiempo de espera, numero de errores)</a:t>
            </a:r>
          </a:p>
          <a:p>
            <a:pPr marL="285750" indent="-285750" algn="just">
              <a:lnSpc>
                <a:spcPct val="200000"/>
              </a:lnSpc>
              <a:buFont typeface="Arial" panose="020B0604020202020204" pitchFamily="34" charset="0"/>
              <a:buChar char="•"/>
            </a:pPr>
            <a:r>
              <a:rPr lang="es-MX" sz="1400" noProof="0">
                <a:solidFill>
                  <a:schemeClr val="bg1"/>
                </a:solidFill>
              </a:rPr>
              <a:t>Duración: 1 – 4 semanas (dependiendo del caso)</a:t>
            </a:r>
          </a:p>
          <a:p>
            <a:pPr marL="285750" indent="-285750" algn="just">
              <a:lnSpc>
                <a:spcPct val="150000"/>
              </a:lnSpc>
              <a:buFont typeface="Arial" panose="020B0604020202020204" pitchFamily="34" charset="0"/>
              <a:buChar char="•"/>
            </a:pPr>
            <a:endParaRPr lang="es-MX" sz="1400" noProof="0">
              <a:solidFill>
                <a:schemeClr val="bg1"/>
              </a:solidFill>
            </a:endParaRPr>
          </a:p>
          <a:p>
            <a:pPr marL="285750" indent="-285750" algn="just">
              <a:lnSpc>
                <a:spcPct val="150000"/>
              </a:lnSpc>
              <a:buFont typeface="Arial" panose="020B0604020202020204" pitchFamily="34" charset="0"/>
              <a:buChar char="•"/>
            </a:pPr>
            <a:endParaRPr lang="es-MX" sz="1400" noProof="0">
              <a:solidFill>
                <a:schemeClr val="bg1"/>
              </a:solidFill>
            </a:endParaRPr>
          </a:p>
          <a:p>
            <a:pPr algn="just">
              <a:lnSpc>
                <a:spcPct val="200000"/>
              </a:lnSpc>
            </a:pPr>
            <a:endParaRPr lang="es-MX" sz="1400" noProof="0">
              <a:solidFill>
                <a:schemeClr val="bg1"/>
              </a:solidFill>
            </a:endParaRPr>
          </a:p>
        </p:txBody>
      </p:sp>
      <p:sp>
        <p:nvSpPr>
          <p:cNvPr id="9" name="Rectángulo: esquinas redondeadas 8">
            <a:extLst>
              <a:ext uri="{FF2B5EF4-FFF2-40B4-BE49-F238E27FC236}">
                <a16:creationId xmlns:a16="http://schemas.microsoft.com/office/drawing/2014/main" id="{EC4AC270-5335-1DF9-CB36-36D4481DF0DC}"/>
              </a:ext>
            </a:extLst>
          </p:cNvPr>
          <p:cNvSpPr/>
          <p:nvPr/>
        </p:nvSpPr>
        <p:spPr>
          <a:xfrm>
            <a:off x="1207550" y="1032387"/>
            <a:ext cx="2221450" cy="3583030"/>
          </a:xfrm>
          <a:prstGeom prst="roundRect">
            <a:avLst>
              <a:gd name="adj" fmla="val 4761"/>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0" name="Rectángulo 9">
            <a:extLst>
              <a:ext uri="{FF2B5EF4-FFF2-40B4-BE49-F238E27FC236}">
                <a16:creationId xmlns:a16="http://schemas.microsoft.com/office/drawing/2014/main" id="{E678A457-F8DC-2BDA-0090-C4C44D75A896}"/>
              </a:ext>
            </a:extLst>
          </p:cNvPr>
          <p:cNvSpPr/>
          <p:nvPr/>
        </p:nvSpPr>
        <p:spPr>
          <a:xfrm>
            <a:off x="3325762" y="1032387"/>
            <a:ext cx="103238" cy="3583030"/>
          </a:xfrm>
          <a:prstGeom prst="rect">
            <a:avLst/>
          </a:prstGeom>
          <a:solidFill>
            <a:schemeClr val="accent6"/>
          </a:solidFill>
          <a:ln w="9525" cap="rnd" cmpd="sng" algn="ctr">
            <a:solidFill>
              <a:schemeClr val="accent6"/>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Rectángulo: esquinas redondeadas 21">
            <a:extLst>
              <a:ext uri="{FF2B5EF4-FFF2-40B4-BE49-F238E27FC236}">
                <a16:creationId xmlns:a16="http://schemas.microsoft.com/office/drawing/2014/main" id="{EB443206-3818-7688-5A9D-E97E49D9AF9B}"/>
              </a:ext>
            </a:extLst>
          </p:cNvPr>
          <p:cNvSpPr/>
          <p:nvPr/>
        </p:nvSpPr>
        <p:spPr>
          <a:xfrm>
            <a:off x="1785948" y="3575438"/>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20" name="Gráfico 19" descr="Marca de verificación con relleno sólido">
            <a:extLst>
              <a:ext uri="{FF2B5EF4-FFF2-40B4-BE49-F238E27FC236}">
                <a16:creationId xmlns:a16="http://schemas.microsoft.com/office/drawing/2014/main" id="{C07BF564-FAA2-078B-75F9-129D58B547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38044" y="3611206"/>
            <a:ext cx="760459" cy="760459"/>
          </a:xfrm>
          <a:prstGeom prst="rect">
            <a:avLst/>
          </a:prstGeom>
          <a:effectLst>
            <a:outerShdw blurRad="50800" dist="38100" dir="2700000" algn="tl" rotWithShape="0">
              <a:prstClr val="black">
                <a:alpha val="40000"/>
              </a:prstClr>
            </a:outerShdw>
          </a:effectLst>
        </p:spPr>
      </p:pic>
      <p:sp>
        <p:nvSpPr>
          <p:cNvPr id="24" name="Rectángulo: esquinas redondeadas 23">
            <a:extLst>
              <a:ext uri="{FF2B5EF4-FFF2-40B4-BE49-F238E27FC236}">
                <a16:creationId xmlns:a16="http://schemas.microsoft.com/office/drawing/2014/main" id="{5162FCFA-ABD9-1617-FE13-BF73D730A4B3}"/>
              </a:ext>
            </a:extLst>
          </p:cNvPr>
          <p:cNvSpPr/>
          <p:nvPr/>
        </p:nvSpPr>
        <p:spPr>
          <a:xfrm>
            <a:off x="1757674" y="2407903"/>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25" name="Rectángulo: esquinas redondeadas 24">
            <a:extLst>
              <a:ext uri="{FF2B5EF4-FFF2-40B4-BE49-F238E27FC236}">
                <a16:creationId xmlns:a16="http://schemas.microsoft.com/office/drawing/2014/main" id="{E7E0A80C-7C00-519C-A035-238655B0D414}"/>
              </a:ext>
            </a:extLst>
          </p:cNvPr>
          <p:cNvSpPr/>
          <p:nvPr/>
        </p:nvSpPr>
        <p:spPr>
          <a:xfrm>
            <a:off x="1757674" y="1242949"/>
            <a:ext cx="1049905" cy="831997"/>
          </a:xfrm>
          <a:prstGeom prst="roundRect">
            <a:avLst>
              <a:gd name="adj" fmla="val 4761"/>
            </a:avLst>
          </a:prstGeom>
          <a:solidFill>
            <a:schemeClr val="bg1"/>
          </a:solidFill>
          <a:ln w="9525" cap="rnd" cmpd="sng" algn="ctr">
            <a:solidFill>
              <a:schemeClr val="bg1"/>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pic>
        <p:nvPicPr>
          <p:cNvPr id="12" name="Gráfico 11" descr="Engranajes con relleno sólido">
            <a:extLst>
              <a:ext uri="{FF2B5EF4-FFF2-40B4-BE49-F238E27FC236}">
                <a16:creationId xmlns:a16="http://schemas.microsoft.com/office/drawing/2014/main" id="{E6396638-B74C-48E4-BF8E-17473F64BB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02461" y="2375880"/>
            <a:ext cx="896042" cy="896042"/>
          </a:xfrm>
          <a:prstGeom prst="rect">
            <a:avLst/>
          </a:prstGeom>
          <a:effectLst>
            <a:outerShdw blurRad="50800" dist="38100" dir="2700000" algn="tl" rotWithShape="0">
              <a:prstClr val="black">
                <a:alpha val="40000"/>
              </a:prstClr>
            </a:outerShdw>
          </a:effectLst>
        </p:spPr>
      </p:pic>
      <p:pic>
        <p:nvPicPr>
          <p:cNvPr id="18" name="Gráfico 17" descr="Lupa con relleno sólido">
            <a:extLst>
              <a:ext uri="{FF2B5EF4-FFF2-40B4-BE49-F238E27FC236}">
                <a16:creationId xmlns:a16="http://schemas.microsoft.com/office/drawing/2014/main" id="{0AE50983-F5B5-F9E8-A9BF-495BA7B757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91713" y="1241741"/>
            <a:ext cx="789231" cy="789231"/>
          </a:xfrm>
          <a:prstGeom prst="rect">
            <a:avLst/>
          </a:prstGeom>
          <a:effectLst>
            <a:outerShdw blurRad="50800" dist="38100" dir="2700000" algn="tl" rotWithShape="0">
              <a:prstClr val="black">
                <a:alpha val="40000"/>
              </a:prstClr>
            </a:outerShdw>
          </a:effectLst>
        </p:spPr>
      </p:pic>
      <p:sp>
        <p:nvSpPr>
          <p:cNvPr id="26" name="Rectángulo 25">
            <a:extLst>
              <a:ext uri="{FF2B5EF4-FFF2-40B4-BE49-F238E27FC236}">
                <a16:creationId xmlns:a16="http://schemas.microsoft.com/office/drawing/2014/main" id="{8DB56E82-5EB7-98A6-C62F-BE0D428C34AE}"/>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133907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F03A0-C424-A517-AFB1-39B6268A58D6}"/>
            </a:ext>
          </a:extLst>
        </p:cNvPr>
        <p:cNvGrpSpPr/>
        <p:nvPr/>
      </p:nvGrpSpPr>
      <p:grpSpPr>
        <a:xfrm>
          <a:off x="0" y="0"/>
          <a:ext cx="0" cy="0"/>
          <a:chOff x="0" y="0"/>
          <a:chExt cx="0" cy="0"/>
        </a:xfrm>
      </p:grpSpPr>
      <p:pic>
        <p:nvPicPr>
          <p:cNvPr id="8" name="Gráfico 7" descr="Hombre trabajador de la construcción con relleno sólido">
            <a:extLst>
              <a:ext uri="{FF2B5EF4-FFF2-40B4-BE49-F238E27FC236}">
                <a16:creationId xmlns:a16="http://schemas.microsoft.com/office/drawing/2014/main" id="{50A2B507-4557-C8DC-8F32-550F11F245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9968" y="1826185"/>
            <a:ext cx="914400" cy="914400"/>
          </a:xfrm>
          <a:prstGeom prst="rect">
            <a:avLst/>
          </a:prstGeom>
        </p:spPr>
      </p:pic>
      <p:sp>
        <p:nvSpPr>
          <p:cNvPr id="2" name="Title 1">
            <a:extLst>
              <a:ext uri="{FF2B5EF4-FFF2-40B4-BE49-F238E27FC236}">
                <a16:creationId xmlns:a16="http://schemas.microsoft.com/office/drawing/2014/main" id="{BC62F554-404B-F90F-919E-F98AC0BB6D95}"/>
              </a:ext>
            </a:extLst>
          </p:cNvPr>
          <p:cNvSpPr>
            <a:spLocks noGrp="1"/>
          </p:cNvSpPr>
          <p:nvPr>
            <p:ph type="title"/>
          </p:nvPr>
        </p:nvSpPr>
        <p:spPr>
          <a:xfrm>
            <a:off x="330993" y="313420"/>
            <a:ext cx="8482014" cy="307777"/>
          </a:xfrm>
        </p:spPr>
        <p:txBody>
          <a:bodyPr/>
          <a:lstStyle/>
          <a:p>
            <a:pPr algn="ctr"/>
            <a:r>
              <a:rPr lang="es-MX" noProof="0"/>
              <a:t>Prueba piloto de las contramedidas</a:t>
            </a:r>
          </a:p>
        </p:txBody>
      </p:sp>
      <p:sp>
        <p:nvSpPr>
          <p:cNvPr id="3" name="CuadroTexto 7">
            <a:extLst>
              <a:ext uri="{FF2B5EF4-FFF2-40B4-BE49-F238E27FC236}">
                <a16:creationId xmlns:a16="http://schemas.microsoft.com/office/drawing/2014/main" id="{7F3AA310-5394-524B-D33C-40A6346FE6C4}"/>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Pasos para llevarla a cabo </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7AA64D0-2EF6-08D5-8276-AE78B28E31AE}"/>
              </a:ext>
            </a:extLst>
          </p:cNvPr>
          <p:cNvPicPr>
            <a:picLocks noChangeAspect="1"/>
          </p:cNvPicPr>
          <p:nvPr/>
        </p:nvPicPr>
        <p:blipFill>
          <a:blip r:embed="rId3"/>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0260CE0A-F01D-F4BA-7264-0E3EC202B9AC}"/>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1</a:t>
            </a:r>
          </a:p>
        </p:txBody>
      </p:sp>
      <p:sp>
        <p:nvSpPr>
          <p:cNvPr id="6" name="Title 1">
            <a:extLst>
              <a:ext uri="{FF2B5EF4-FFF2-40B4-BE49-F238E27FC236}">
                <a16:creationId xmlns:a16="http://schemas.microsoft.com/office/drawing/2014/main" id="{83A13E23-5827-EBD8-1D35-E010EEAC2EB1}"/>
              </a:ext>
            </a:extLst>
          </p:cNvPr>
          <p:cNvSpPr txBox="1">
            <a:spLocks/>
          </p:cNvSpPr>
          <p:nvPr/>
        </p:nvSpPr>
        <p:spPr>
          <a:xfrm>
            <a:off x="1066799" y="1281198"/>
            <a:ext cx="2695575"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Planifica la prueba piloto   </a:t>
            </a:r>
          </a:p>
        </p:txBody>
      </p:sp>
      <p:pic>
        <p:nvPicPr>
          <p:cNvPr id="16" name="Gráfico 15" descr="Hombre trabajador de la construcción con relleno sólido">
            <a:extLst>
              <a:ext uri="{FF2B5EF4-FFF2-40B4-BE49-F238E27FC236}">
                <a16:creationId xmlns:a16="http://schemas.microsoft.com/office/drawing/2014/main" id="{DE981EFC-5220-7F4E-207B-49CD8917EC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049" y="1826185"/>
            <a:ext cx="914400" cy="914400"/>
          </a:xfrm>
          <a:prstGeom prst="rect">
            <a:avLst/>
          </a:prstGeom>
        </p:spPr>
      </p:pic>
      <p:pic>
        <p:nvPicPr>
          <p:cNvPr id="21" name="Gráfico 20" descr="Velocímetro en el medio con relleno sólido">
            <a:extLst>
              <a:ext uri="{FF2B5EF4-FFF2-40B4-BE49-F238E27FC236}">
                <a16:creationId xmlns:a16="http://schemas.microsoft.com/office/drawing/2014/main" id="{FC20B008-2709-4809-0EF0-61D673097B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17298" y="2657829"/>
            <a:ext cx="914400" cy="914400"/>
          </a:xfrm>
          <a:prstGeom prst="rect">
            <a:avLst/>
          </a:prstGeom>
        </p:spPr>
      </p:pic>
      <p:pic>
        <p:nvPicPr>
          <p:cNvPr id="26" name="Gráfico 25" descr="Calendario mensual con relleno sólido">
            <a:extLst>
              <a:ext uri="{FF2B5EF4-FFF2-40B4-BE49-F238E27FC236}">
                <a16:creationId xmlns:a16="http://schemas.microsoft.com/office/drawing/2014/main" id="{B9779114-A43C-713A-9C29-5BFAABEF9E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47150" y="3575905"/>
            <a:ext cx="760657" cy="760657"/>
          </a:xfrm>
          <a:prstGeom prst="rect">
            <a:avLst/>
          </a:prstGeom>
        </p:spPr>
      </p:pic>
      <p:pic>
        <p:nvPicPr>
          <p:cNvPr id="28" name="Gráfico 27" descr="Reloj con relleno sólido">
            <a:extLst>
              <a:ext uri="{FF2B5EF4-FFF2-40B4-BE49-F238E27FC236}">
                <a16:creationId xmlns:a16="http://schemas.microsoft.com/office/drawing/2014/main" id="{8E0D09A4-703B-C73F-EB01-44C8FF63FB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67074" y="3754908"/>
            <a:ext cx="771992" cy="771992"/>
          </a:xfrm>
          <a:prstGeom prst="rect">
            <a:avLst/>
          </a:prstGeom>
        </p:spPr>
      </p:pic>
      <p:sp>
        <p:nvSpPr>
          <p:cNvPr id="29" name="Title 1">
            <a:extLst>
              <a:ext uri="{FF2B5EF4-FFF2-40B4-BE49-F238E27FC236}">
                <a16:creationId xmlns:a16="http://schemas.microsoft.com/office/drawing/2014/main" id="{29210F39-19E1-8B6C-712A-629C2844A4FB}"/>
              </a:ext>
            </a:extLst>
          </p:cNvPr>
          <p:cNvSpPr txBox="1">
            <a:spLocks/>
          </p:cNvSpPr>
          <p:nvPr/>
        </p:nvSpPr>
        <p:spPr>
          <a:xfrm>
            <a:off x="2281525" y="2132055"/>
            <a:ext cx="4179113"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Selecciona la cuadrilla, herramienta o equipo en especifico</a:t>
            </a:r>
          </a:p>
        </p:txBody>
      </p:sp>
      <p:pic>
        <p:nvPicPr>
          <p:cNvPr id="32" name="Gráfico 31" descr="Hombre trabajador de la construcción con relleno sólido">
            <a:extLst>
              <a:ext uri="{FF2B5EF4-FFF2-40B4-BE49-F238E27FC236}">
                <a16:creationId xmlns:a16="http://schemas.microsoft.com/office/drawing/2014/main" id="{E762B5FF-9936-DE39-9E6D-96CA29654B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61255" y="1826185"/>
            <a:ext cx="914400" cy="914400"/>
          </a:xfrm>
          <a:prstGeom prst="rect">
            <a:avLst/>
          </a:prstGeom>
        </p:spPr>
      </p:pic>
      <p:sp>
        <p:nvSpPr>
          <p:cNvPr id="33" name="Title 1">
            <a:extLst>
              <a:ext uri="{FF2B5EF4-FFF2-40B4-BE49-F238E27FC236}">
                <a16:creationId xmlns:a16="http://schemas.microsoft.com/office/drawing/2014/main" id="{B50BBAEC-5406-8918-96BA-0DE1A410797F}"/>
              </a:ext>
            </a:extLst>
          </p:cNvPr>
          <p:cNvSpPr txBox="1">
            <a:spLocks/>
          </p:cNvSpPr>
          <p:nvPr/>
        </p:nvSpPr>
        <p:spPr>
          <a:xfrm>
            <a:off x="3031698" y="2950774"/>
            <a:ext cx="4179113"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Define los </a:t>
            </a:r>
            <a:r>
              <a:rPr lang="es-MX" sz="1600" b="0" noProof="0" err="1"/>
              <a:t>KPI´s</a:t>
            </a:r>
            <a:r>
              <a:rPr lang="es-MX" sz="1600" b="0" noProof="0"/>
              <a:t> que ayudaran a medir la efectividad</a:t>
            </a:r>
          </a:p>
        </p:txBody>
      </p:sp>
      <p:sp>
        <p:nvSpPr>
          <p:cNvPr id="34" name="Title 1">
            <a:extLst>
              <a:ext uri="{FF2B5EF4-FFF2-40B4-BE49-F238E27FC236}">
                <a16:creationId xmlns:a16="http://schemas.microsoft.com/office/drawing/2014/main" id="{BF4CCB4A-29B4-4650-025F-00FEC0EBB051}"/>
              </a:ext>
            </a:extLst>
          </p:cNvPr>
          <p:cNvSpPr txBox="1">
            <a:spLocks/>
          </p:cNvSpPr>
          <p:nvPr/>
        </p:nvSpPr>
        <p:spPr>
          <a:xfrm>
            <a:off x="4244974" y="3889325"/>
            <a:ext cx="3975118"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Establece el tiempo para realizar la prueba</a:t>
            </a:r>
          </a:p>
        </p:txBody>
      </p:sp>
      <p:sp>
        <p:nvSpPr>
          <p:cNvPr id="35" name="Title 1">
            <a:extLst>
              <a:ext uri="{FF2B5EF4-FFF2-40B4-BE49-F238E27FC236}">
                <a16:creationId xmlns:a16="http://schemas.microsoft.com/office/drawing/2014/main" id="{F6F3DFFA-CBE6-7041-5A9B-BBA6E8B07D06}"/>
              </a:ext>
            </a:extLst>
          </p:cNvPr>
          <p:cNvSpPr txBox="1">
            <a:spLocks/>
          </p:cNvSpPr>
          <p:nvPr/>
        </p:nvSpPr>
        <p:spPr>
          <a:xfrm>
            <a:off x="4987846" y="4626241"/>
            <a:ext cx="2425874"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Plan de comunicación</a:t>
            </a:r>
          </a:p>
        </p:txBody>
      </p:sp>
      <p:pic>
        <p:nvPicPr>
          <p:cNvPr id="36" name="Gráfico 35" descr="Micrófono de radiocomunicación con relleno sólido">
            <a:extLst>
              <a:ext uri="{FF2B5EF4-FFF2-40B4-BE49-F238E27FC236}">
                <a16:creationId xmlns:a16="http://schemas.microsoft.com/office/drawing/2014/main" id="{FA14AD5A-ACAB-CFB7-4532-3C8B9A9BB8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78689" y="4399638"/>
            <a:ext cx="609157" cy="609157"/>
          </a:xfrm>
          <a:prstGeom prst="rect">
            <a:avLst/>
          </a:prstGeom>
        </p:spPr>
      </p:pic>
      <p:sp>
        <p:nvSpPr>
          <p:cNvPr id="37" name="Rectángulo 36">
            <a:extLst>
              <a:ext uri="{FF2B5EF4-FFF2-40B4-BE49-F238E27FC236}">
                <a16:creationId xmlns:a16="http://schemas.microsoft.com/office/drawing/2014/main" id="{093AE4FD-63FF-5D71-E653-9B00472C2891}"/>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993746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4F425-7A68-8603-E59E-31FD7580E3A5}"/>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30DF96A5-100F-6303-89F3-D3EB29F0C64F}"/>
              </a:ext>
            </a:extLst>
          </p:cNvPr>
          <p:cNvPicPr>
            <a:picLocks noChangeAspect="1"/>
          </p:cNvPicPr>
          <p:nvPr/>
        </p:nvPicPr>
        <p:blipFill>
          <a:blip r:embed="rId2"/>
          <a:stretch>
            <a:fillRect/>
          </a:stretch>
        </p:blipFill>
        <p:spPr>
          <a:xfrm>
            <a:off x="8661417" y="109943"/>
            <a:ext cx="466952" cy="466952"/>
          </a:xfrm>
          <a:prstGeom prst="rect">
            <a:avLst/>
          </a:prstGeom>
        </p:spPr>
      </p:pic>
      <p:sp>
        <p:nvSpPr>
          <p:cNvPr id="8" name="Title 1">
            <a:extLst>
              <a:ext uri="{FF2B5EF4-FFF2-40B4-BE49-F238E27FC236}">
                <a16:creationId xmlns:a16="http://schemas.microsoft.com/office/drawing/2014/main" id="{122C94F3-14F1-3722-8BED-9790059FC2BD}"/>
              </a:ext>
            </a:extLst>
          </p:cNvPr>
          <p:cNvSpPr txBox="1">
            <a:spLocks/>
          </p:cNvSpPr>
          <p:nvPr/>
        </p:nvSpPr>
        <p:spPr>
          <a:xfrm>
            <a:off x="3086845" y="343419"/>
            <a:ext cx="2965623"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Plan de comunicación</a:t>
            </a:r>
          </a:p>
        </p:txBody>
      </p:sp>
      <p:sp>
        <p:nvSpPr>
          <p:cNvPr id="12" name="Rectángulo: esquinas redondeadas 11">
            <a:extLst>
              <a:ext uri="{FF2B5EF4-FFF2-40B4-BE49-F238E27FC236}">
                <a16:creationId xmlns:a16="http://schemas.microsoft.com/office/drawing/2014/main" id="{76991C27-C8B8-5328-D6BE-69F7B515B56F}"/>
              </a:ext>
            </a:extLst>
          </p:cNvPr>
          <p:cNvSpPr/>
          <p:nvPr/>
        </p:nvSpPr>
        <p:spPr>
          <a:xfrm>
            <a:off x="1432306" y="923642"/>
            <a:ext cx="5925610" cy="972818"/>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4" name="CuadroTexto 7">
            <a:extLst>
              <a:ext uri="{FF2B5EF4-FFF2-40B4-BE49-F238E27FC236}">
                <a16:creationId xmlns:a16="http://schemas.microsoft.com/office/drawing/2014/main" id="{FA514497-219C-21A9-6F25-403B348186AC}"/>
              </a:ext>
            </a:extLst>
          </p:cNvPr>
          <p:cNvSpPr txBox="1"/>
          <p:nvPr/>
        </p:nvSpPr>
        <p:spPr>
          <a:xfrm>
            <a:off x="1432306" y="1030455"/>
            <a:ext cx="5953877"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Es una estrategia estructurada para informar, coordinar y alinear a todos los involucrado en el proceso de implementación de las contramedidas. Su objetivo es garantizar que cada persona entienda qué se hará, por qué, cómo y cuándo, evitando confusión y resistencia al cambio</a:t>
            </a:r>
          </a:p>
        </p:txBody>
      </p:sp>
      <p:sp>
        <p:nvSpPr>
          <p:cNvPr id="16" name="Rectángulo: esquinas redondeadas 15">
            <a:extLst>
              <a:ext uri="{FF2B5EF4-FFF2-40B4-BE49-F238E27FC236}">
                <a16:creationId xmlns:a16="http://schemas.microsoft.com/office/drawing/2014/main" id="{4288EDC6-B595-6344-3C41-EF5B82C73BC1}"/>
              </a:ext>
            </a:extLst>
          </p:cNvPr>
          <p:cNvSpPr/>
          <p:nvPr/>
        </p:nvSpPr>
        <p:spPr>
          <a:xfrm>
            <a:off x="3559257" y="2082232"/>
            <a:ext cx="1442278" cy="121047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7" name="CuadroTexto 7">
            <a:extLst>
              <a:ext uri="{FF2B5EF4-FFF2-40B4-BE49-F238E27FC236}">
                <a16:creationId xmlns:a16="http://schemas.microsoft.com/office/drawing/2014/main" id="{B80F8330-27F5-A540-4732-11BAE58FFAB6}"/>
              </a:ext>
            </a:extLst>
          </p:cNvPr>
          <p:cNvSpPr txBox="1"/>
          <p:nvPr/>
        </p:nvSpPr>
        <p:spPr>
          <a:xfrm>
            <a:off x="3503444" y="2728345"/>
            <a:ext cx="1553903" cy="55399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000" noProof="0">
                <a:solidFill>
                  <a:schemeClr val="bg1"/>
                </a:solidFill>
              </a:rPr>
              <a:t>Ocurre antes, durante y después de la implementación </a:t>
            </a:r>
          </a:p>
        </p:txBody>
      </p:sp>
      <p:sp>
        <p:nvSpPr>
          <p:cNvPr id="27" name="Rectángulo 26">
            <a:extLst>
              <a:ext uri="{FF2B5EF4-FFF2-40B4-BE49-F238E27FC236}">
                <a16:creationId xmlns:a16="http://schemas.microsoft.com/office/drawing/2014/main" id="{A3275476-78FA-7251-E030-F2A6A51C3574}"/>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
        <p:nvSpPr>
          <p:cNvPr id="37" name="CuadroTexto 7">
            <a:extLst>
              <a:ext uri="{FF2B5EF4-FFF2-40B4-BE49-F238E27FC236}">
                <a16:creationId xmlns:a16="http://schemas.microsoft.com/office/drawing/2014/main" id="{EFF4A72E-6493-DD29-ECDB-5343CC05733C}"/>
              </a:ext>
            </a:extLst>
          </p:cNvPr>
          <p:cNvSpPr txBox="1"/>
          <p:nvPr/>
        </p:nvSpPr>
        <p:spPr>
          <a:xfrm>
            <a:off x="2209167" y="57480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Comunicar = coordinar</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6" name="Gráfico 5" descr="Flechas de cheurón con relleno sólido">
            <a:extLst>
              <a:ext uri="{FF2B5EF4-FFF2-40B4-BE49-F238E27FC236}">
                <a16:creationId xmlns:a16="http://schemas.microsoft.com/office/drawing/2014/main" id="{988FB5E8-E73F-3C89-230E-D0E7953926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0418" y="2052901"/>
            <a:ext cx="769441" cy="769441"/>
          </a:xfrm>
          <a:prstGeom prst="rect">
            <a:avLst/>
          </a:prstGeom>
        </p:spPr>
      </p:pic>
      <p:sp>
        <p:nvSpPr>
          <p:cNvPr id="7" name="Rectángulo: esquinas redondeadas 6">
            <a:extLst>
              <a:ext uri="{FF2B5EF4-FFF2-40B4-BE49-F238E27FC236}">
                <a16:creationId xmlns:a16="http://schemas.microsoft.com/office/drawing/2014/main" id="{F2FB63C5-8441-3CCB-DDCB-5C1D894B302B}"/>
              </a:ext>
            </a:extLst>
          </p:cNvPr>
          <p:cNvSpPr/>
          <p:nvPr/>
        </p:nvSpPr>
        <p:spPr>
          <a:xfrm>
            <a:off x="1014857" y="3507808"/>
            <a:ext cx="1442278" cy="1378517"/>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9" name="Rectángulo: esquinas redondeadas 8">
            <a:extLst>
              <a:ext uri="{FF2B5EF4-FFF2-40B4-BE49-F238E27FC236}">
                <a16:creationId xmlns:a16="http://schemas.microsoft.com/office/drawing/2014/main" id="{FDD32382-F44C-AC4D-A7EB-29622E7E3669}"/>
              </a:ext>
            </a:extLst>
          </p:cNvPr>
          <p:cNvSpPr/>
          <p:nvPr/>
        </p:nvSpPr>
        <p:spPr>
          <a:xfrm>
            <a:off x="2684908"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0" name="Rectángulo: esquinas redondeadas 9">
            <a:extLst>
              <a:ext uri="{FF2B5EF4-FFF2-40B4-BE49-F238E27FC236}">
                <a16:creationId xmlns:a16="http://schemas.microsoft.com/office/drawing/2014/main" id="{80331405-D35F-9011-2962-00ED00E694B0}"/>
              </a:ext>
            </a:extLst>
          </p:cNvPr>
          <p:cNvSpPr/>
          <p:nvPr/>
        </p:nvSpPr>
        <p:spPr>
          <a:xfrm>
            <a:off x="4361813"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1" name="Rectángulo: esquinas redondeadas 10">
            <a:extLst>
              <a:ext uri="{FF2B5EF4-FFF2-40B4-BE49-F238E27FC236}">
                <a16:creationId xmlns:a16="http://schemas.microsoft.com/office/drawing/2014/main" id="{DBE5BDD3-8F2A-3D8E-86BC-D21F968C46AF}"/>
              </a:ext>
            </a:extLst>
          </p:cNvPr>
          <p:cNvSpPr/>
          <p:nvPr/>
        </p:nvSpPr>
        <p:spPr>
          <a:xfrm>
            <a:off x="6010254" y="3507808"/>
            <a:ext cx="1442278" cy="1349423"/>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bg1"/>
              </a:solidFill>
            </a:endParaRPr>
          </a:p>
        </p:txBody>
      </p:sp>
      <p:sp>
        <p:nvSpPr>
          <p:cNvPr id="13" name="CuadroTexto 7">
            <a:extLst>
              <a:ext uri="{FF2B5EF4-FFF2-40B4-BE49-F238E27FC236}">
                <a16:creationId xmlns:a16="http://schemas.microsoft.com/office/drawing/2014/main" id="{4F50DED3-F262-4CBD-D7A5-7B97D907DA9E}"/>
              </a:ext>
            </a:extLst>
          </p:cNvPr>
          <p:cNvSpPr txBox="1"/>
          <p:nvPr/>
        </p:nvSpPr>
        <p:spPr>
          <a:xfrm>
            <a:off x="1036467" y="4280150"/>
            <a:ext cx="1442278" cy="57708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050" noProof="0">
                <a:solidFill>
                  <a:schemeClr val="bg1"/>
                </a:solidFill>
              </a:rPr>
              <a:t>Generar conciencia del cambio que se avecina </a:t>
            </a:r>
          </a:p>
        </p:txBody>
      </p:sp>
      <p:sp>
        <p:nvSpPr>
          <p:cNvPr id="15" name="CuadroTexto 7">
            <a:extLst>
              <a:ext uri="{FF2B5EF4-FFF2-40B4-BE49-F238E27FC236}">
                <a16:creationId xmlns:a16="http://schemas.microsoft.com/office/drawing/2014/main" id="{225539B1-635B-AB79-98B1-89B3070550E1}"/>
              </a:ext>
            </a:extLst>
          </p:cNvPr>
          <p:cNvSpPr txBox="1"/>
          <p:nvPr/>
        </p:nvSpPr>
        <p:spPr>
          <a:xfrm>
            <a:off x="2737701" y="4353246"/>
            <a:ext cx="1376653"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Asegura la sostenibilidad</a:t>
            </a:r>
          </a:p>
        </p:txBody>
      </p:sp>
      <p:sp>
        <p:nvSpPr>
          <p:cNvPr id="18" name="CuadroTexto 7">
            <a:extLst>
              <a:ext uri="{FF2B5EF4-FFF2-40B4-BE49-F238E27FC236}">
                <a16:creationId xmlns:a16="http://schemas.microsoft.com/office/drawing/2014/main" id="{11270CB5-B904-C04B-C98E-E3F8E41AC98A}"/>
              </a:ext>
            </a:extLst>
          </p:cNvPr>
          <p:cNvSpPr txBox="1"/>
          <p:nvPr/>
        </p:nvSpPr>
        <p:spPr>
          <a:xfrm>
            <a:off x="4194376" y="4492419"/>
            <a:ext cx="177715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Comparte resultados</a:t>
            </a:r>
          </a:p>
        </p:txBody>
      </p:sp>
      <p:sp>
        <p:nvSpPr>
          <p:cNvPr id="21" name="CuadroTexto 7">
            <a:extLst>
              <a:ext uri="{FF2B5EF4-FFF2-40B4-BE49-F238E27FC236}">
                <a16:creationId xmlns:a16="http://schemas.microsoft.com/office/drawing/2014/main" id="{35A855B4-F8CF-00E6-9484-02009CB3AE36}"/>
              </a:ext>
            </a:extLst>
          </p:cNvPr>
          <p:cNvSpPr txBox="1"/>
          <p:nvPr/>
        </p:nvSpPr>
        <p:spPr>
          <a:xfrm>
            <a:off x="5842817" y="4489038"/>
            <a:ext cx="1777151"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Reconoce logros </a:t>
            </a:r>
          </a:p>
        </p:txBody>
      </p:sp>
      <p:pic>
        <p:nvPicPr>
          <p:cNvPr id="22" name="Gráfico 21" descr="Pared de ladrillo de edificio con relleno sólido">
            <a:extLst>
              <a:ext uri="{FF2B5EF4-FFF2-40B4-BE49-F238E27FC236}">
                <a16:creationId xmlns:a16="http://schemas.microsoft.com/office/drawing/2014/main" id="{78146F28-43CB-50A7-8912-800F153F14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52274" y="3522180"/>
            <a:ext cx="914400" cy="914400"/>
          </a:xfrm>
          <a:prstGeom prst="rect">
            <a:avLst/>
          </a:prstGeom>
        </p:spPr>
      </p:pic>
      <p:pic>
        <p:nvPicPr>
          <p:cNvPr id="28" name="Gráfico 27" descr="Presentación con gráfico circular con relleno sólido">
            <a:extLst>
              <a:ext uri="{FF2B5EF4-FFF2-40B4-BE49-F238E27FC236}">
                <a16:creationId xmlns:a16="http://schemas.microsoft.com/office/drawing/2014/main" id="{9C28CEF4-2B47-07CB-8A88-891F8EB7EE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25751" y="3576329"/>
            <a:ext cx="914400" cy="914400"/>
          </a:xfrm>
          <a:prstGeom prst="rect">
            <a:avLst/>
          </a:prstGeom>
        </p:spPr>
      </p:pic>
      <p:pic>
        <p:nvPicPr>
          <p:cNvPr id="29" name="Gráfico 28" descr="Medalla con relleno sólido">
            <a:extLst>
              <a:ext uri="{FF2B5EF4-FFF2-40B4-BE49-F238E27FC236}">
                <a16:creationId xmlns:a16="http://schemas.microsoft.com/office/drawing/2014/main" id="{FF556D89-FEB6-E839-827D-C67CFE36CC2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2493" y="3655164"/>
            <a:ext cx="802505" cy="802505"/>
          </a:xfrm>
          <a:prstGeom prst="rect">
            <a:avLst/>
          </a:prstGeom>
        </p:spPr>
      </p:pic>
      <p:pic>
        <p:nvPicPr>
          <p:cNvPr id="33" name="Gráfico 32" descr="Cerebro izquierdo y derecho con relleno sólido">
            <a:extLst>
              <a:ext uri="{FF2B5EF4-FFF2-40B4-BE49-F238E27FC236}">
                <a16:creationId xmlns:a16="http://schemas.microsoft.com/office/drawing/2014/main" id="{8CBC8ADA-9258-3DE5-A11B-A387484B660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84085" y="3627469"/>
            <a:ext cx="703821" cy="703821"/>
          </a:xfrm>
          <a:prstGeom prst="rect">
            <a:avLst/>
          </a:prstGeom>
        </p:spPr>
      </p:pic>
    </p:spTree>
    <p:extLst>
      <p:ext uri="{BB962C8B-B14F-4D97-AF65-F5344CB8AC3E}">
        <p14:creationId xmlns:p14="http://schemas.microsoft.com/office/powerpoint/2010/main" val="64057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B8E15-C9F6-EDC9-BA61-2F703374D4A9}"/>
            </a:ext>
          </a:extLst>
        </p:cNvPr>
        <p:cNvGrpSpPr/>
        <p:nvPr/>
      </p:nvGrpSpPr>
      <p:grpSpPr>
        <a:xfrm>
          <a:off x="0" y="0"/>
          <a:ext cx="0" cy="0"/>
          <a:chOff x="0" y="0"/>
          <a:chExt cx="0" cy="0"/>
        </a:xfrm>
      </p:grpSpPr>
      <p:pic>
        <p:nvPicPr>
          <p:cNvPr id="5" name="Imagen 4" descr="Dibujo de una persona&#10;&#10;El contenido generado por IA puede ser incorrecto.">
            <a:extLst>
              <a:ext uri="{FF2B5EF4-FFF2-40B4-BE49-F238E27FC236}">
                <a16:creationId xmlns:a16="http://schemas.microsoft.com/office/drawing/2014/main" id="{022EA96B-1DC2-4DD8-5B02-57A9EB865821}"/>
              </a:ext>
            </a:extLst>
          </p:cNvPr>
          <p:cNvPicPr>
            <a:picLocks noChangeAspect="1"/>
          </p:cNvPicPr>
          <p:nvPr/>
        </p:nvPicPr>
        <p:blipFill>
          <a:blip r:embed="rId2"/>
          <a:stretch>
            <a:fillRect/>
          </a:stretch>
        </p:blipFill>
        <p:spPr>
          <a:xfrm>
            <a:off x="8661417" y="109943"/>
            <a:ext cx="466952" cy="466952"/>
          </a:xfrm>
          <a:prstGeom prst="rect">
            <a:avLst/>
          </a:prstGeom>
        </p:spPr>
      </p:pic>
      <p:sp>
        <p:nvSpPr>
          <p:cNvPr id="8" name="Title 1">
            <a:extLst>
              <a:ext uri="{FF2B5EF4-FFF2-40B4-BE49-F238E27FC236}">
                <a16:creationId xmlns:a16="http://schemas.microsoft.com/office/drawing/2014/main" id="{5F329D17-96A0-177D-2876-13129C026501}"/>
              </a:ext>
            </a:extLst>
          </p:cNvPr>
          <p:cNvSpPr txBox="1">
            <a:spLocks/>
          </p:cNvSpPr>
          <p:nvPr/>
        </p:nvSpPr>
        <p:spPr>
          <a:xfrm>
            <a:off x="3086845" y="343419"/>
            <a:ext cx="2965623"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noProof="0"/>
              <a:t>Plan de comunicación</a:t>
            </a:r>
          </a:p>
        </p:txBody>
      </p:sp>
      <p:sp>
        <p:nvSpPr>
          <p:cNvPr id="14" name="CuadroTexto 7">
            <a:extLst>
              <a:ext uri="{FF2B5EF4-FFF2-40B4-BE49-F238E27FC236}">
                <a16:creationId xmlns:a16="http://schemas.microsoft.com/office/drawing/2014/main" id="{C796D507-FCC6-8BA8-1A23-9C409D372BED}"/>
              </a:ext>
            </a:extLst>
          </p:cNvPr>
          <p:cNvSpPr txBox="1"/>
          <p:nvPr/>
        </p:nvSpPr>
        <p:spPr>
          <a:xfrm>
            <a:off x="1470714" y="1598166"/>
            <a:ext cx="5953877"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Es una estrategia estructurada para informar, coordinar y alinear a todos los involucrado en el proceso de implementación de las contramedidas. Su objetivo es garantizar que cada persona entienda qué se hará, por qué, cómo y cuándo, evitando confusión y resistencia al cambio</a:t>
            </a:r>
          </a:p>
        </p:txBody>
      </p:sp>
      <p:sp>
        <p:nvSpPr>
          <p:cNvPr id="27" name="Rectángulo 26">
            <a:extLst>
              <a:ext uri="{FF2B5EF4-FFF2-40B4-BE49-F238E27FC236}">
                <a16:creationId xmlns:a16="http://schemas.microsoft.com/office/drawing/2014/main" id="{860C7B75-ACD9-C8C3-5B83-05B543842709}"/>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
        <p:nvSpPr>
          <p:cNvPr id="37" name="CuadroTexto 7">
            <a:extLst>
              <a:ext uri="{FF2B5EF4-FFF2-40B4-BE49-F238E27FC236}">
                <a16:creationId xmlns:a16="http://schemas.microsoft.com/office/drawing/2014/main" id="{44B3E0E2-FE51-30C8-7FDC-5A8E1CD72A63}"/>
              </a:ext>
            </a:extLst>
          </p:cNvPr>
          <p:cNvSpPr txBox="1"/>
          <p:nvPr/>
        </p:nvSpPr>
        <p:spPr>
          <a:xfrm>
            <a:off x="2209167" y="57480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Ejemplo</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2" name="Rectángulo 1">
            <a:extLst>
              <a:ext uri="{FF2B5EF4-FFF2-40B4-BE49-F238E27FC236}">
                <a16:creationId xmlns:a16="http://schemas.microsoft.com/office/drawing/2014/main" id="{E569F2B5-E237-8864-1804-B6EB1D1161F3}"/>
              </a:ext>
            </a:extLst>
          </p:cNvPr>
          <p:cNvSpPr/>
          <p:nvPr/>
        </p:nvSpPr>
        <p:spPr>
          <a:xfrm>
            <a:off x="431990" y="972305"/>
            <a:ext cx="8280019" cy="3596385"/>
          </a:xfrm>
          <a:prstGeom prst="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graphicFrame>
        <p:nvGraphicFramePr>
          <p:cNvPr id="3" name="Tabla 2">
            <a:extLst>
              <a:ext uri="{FF2B5EF4-FFF2-40B4-BE49-F238E27FC236}">
                <a16:creationId xmlns:a16="http://schemas.microsoft.com/office/drawing/2014/main" id="{98F2A922-B073-42EA-B1C3-4ABADF0F5218}"/>
              </a:ext>
            </a:extLst>
          </p:cNvPr>
          <p:cNvGraphicFramePr>
            <a:graphicFrameLocks noGrp="1"/>
          </p:cNvGraphicFramePr>
          <p:nvPr>
            <p:extLst>
              <p:ext uri="{D42A27DB-BD31-4B8C-83A1-F6EECF244321}">
                <p14:modId xmlns:p14="http://schemas.microsoft.com/office/powerpoint/2010/main" val="2060808045"/>
              </p:ext>
            </p:extLst>
          </p:nvPr>
        </p:nvGraphicFramePr>
        <p:xfrm>
          <a:off x="514349" y="1046604"/>
          <a:ext cx="8102604" cy="3430144"/>
        </p:xfrm>
        <a:graphic>
          <a:graphicData uri="http://schemas.openxmlformats.org/drawingml/2006/table">
            <a:tbl>
              <a:tblPr firstRow="1" bandRow="1">
                <a:tableStyleId>{5C22544A-7EE6-4342-B048-85BDC9FD1C3A}</a:tableStyleId>
              </a:tblPr>
              <a:tblGrid>
                <a:gridCol w="866776">
                  <a:extLst>
                    <a:ext uri="{9D8B030D-6E8A-4147-A177-3AD203B41FA5}">
                      <a16:colId xmlns:a16="http://schemas.microsoft.com/office/drawing/2014/main" val="904072833"/>
                    </a:ext>
                  </a:extLst>
                </a:gridCol>
                <a:gridCol w="1834092">
                  <a:extLst>
                    <a:ext uri="{9D8B030D-6E8A-4147-A177-3AD203B41FA5}">
                      <a16:colId xmlns:a16="http://schemas.microsoft.com/office/drawing/2014/main" val="2588125377"/>
                    </a:ext>
                  </a:extLst>
                </a:gridCol>
                <a:gridCol w="1604433">
                  <a:extLst>
                    <a:ext uri="{9D8B030D-6E8A-4147-A177-3AD203B41FA5}">
                      <a16:colId xmlns:a16="http://schemas.microsoft.com/office/drawing/2014/main" val="2549834250"/>
                    </a:ext>
                  </a:extLst>
                </a:gridCol>
                <a:gridCol w="1096435">
                  <a:extLst>
                    <a:ext uri="{9D8B030D-6E8A-4147-A177-3AD203B41FA5}">
                      <a16:colId xmlns:a16="http://schemas.microsoft.com/office/drawing/2014/main" val="3975955741"/>
                    </a:ext>
                  </a:extLst>
                </a:gridCol>
                <a:gridCol w="1350434">
                  <a:extLst>
                    <a:ext uri="{9D8B030D-6E8A-4147-A177-3AD203B41FA5}">
                      <a16:colId xmlns:a16="http://schemas.microsoft.com/office/drawing/2014/main" val="2667006077"/>
                    </a:ext>
                  </a:extLst>
                </a:gridCol>
                <a:gridCol w="1350434">
                  <a:extLst>
                    <a:ext uri="{9D8B030D-6E8A-4147-A177-3AD203B41FA5}">
                      <a16:colId xmlns:a16="http://schemas.microsoft.com/office/drawing/2014/main" val="3290517147"/>
                    </a:ext>
                  </a:extLst>
                </a:gridCol>
              </a:tblGrid>
              <a:tr h="531431">
                <a:tc>
                  <a:txBody>
                    <a:bodyPr/>
                    <a:lstStyle/>
                    <a:p>
                      <a:r>
                        <a:rPr lang="es-MX" noProof="0"/>
                        <a:t>Etapa</a:t>
                      </a:r>
                    </a:p>
                  </a:txBody>
                  <a:tcPr>
                    <a:solidFill>
                      <a:schemeClr val="accent4">
                        <a:lumMod val="75000"/>
                      </a:schemeClr>
                    </a:solidFill>
                  </a:tcPr>
                </a:tc>
                <a:tc>
                  <a:txBody>
                    <a:bodyPr/>
                    <a:lstStyle/>
                    <a:p>
                      <a:r>
                        <a:rPr lang="es-MX" noProof="0"/>
                        <a:t>Objetivo</a:t>
                      </a:r>
                    </a:p>
                  </a:txBody>
                  <a:tcPr>
                    <a:solidFill>
                      <a:schemeClr val="accent4">
                        <a:lumMod val="75000"/>
                      </a:schemeClr>
                    </a:solidFill>
                  </a:tcPr>
                </a:tc>
                <a:tc>
                  <a:txBody>
                    <a:bodyPr/>
                    <a:lstStyle/>
                    <a:p>
                      <a:r>
                        <a:rPr lang="es-MX" noProof="0"/>
                        <a:t>Canal </a:t>
                      </a:r>
                    </a:p>
                  </a:txBody>
                  <a:tcPr>
                    <a:solidFill>
                      <a:schemeClr val="accent4">
                        <a:lumMod val="75000"/>
                      </a:schemeClr>
                    </a:solidFill>
                  </a:tcPr>
                </a:tc>
                <a:tc>
                  <a:txBody>
                    <a:bodyPr/>
                    <a:lstStyle/>
                    <a:p>
                      <a:r>
                        <a:rPr lang="es-MX" noProof="0"/>
                        <a:t>Frecuencia </a:t>
                      </a:r>
                    </a:p>
                  </a:txBody>
                  <a:tcPr>
                    <a:solidFill>
                      <a:schemeClr val="accent4">
                        <a:lumMod val="75000"/>
                      </a:schemeClr>
                    </a:solidFill>
                  </a:tcPr>
                </a:tc>
                <a:tc>
                  <a:txBody>
                    <a:bodyPr/>
                    <a:lstStyle/>
                    <a:p>
                      <a:r>
                        <a:rPr lang="es-MX" noProof="0"/>
                        <a:t>Responsable</a:t>
                      </a:r>
                    </a:p>
                  </a:txBody>
                  <a:tcPr>
                    <a:solidFill>
                      <a:schemeClr val="accent4">
                        <a:lumMod val="75000"/>
                      </a:schemeClr>
                    </a:solidFill>
                  </a:tcPr>
                </a:tc>
                <a:tc>
                  <a:txBody>
                    <a:bodyPr/>
                    <a:lstStyle/>
                    <a:p>
                      <a:r>
                        <a:rPr lang="es-MX" noProof="0"/>
                        <a:t>Contenido Clave</a:t>
                      </a:r>
                    </a:p>
                  </a:txBody>
                  <a:tcPr>
                    <a:solidFill>
                      <a:schemeClr val="accent4">
                        <a:lumMod val="75000"/>
                      </a:schemeClr>
                    </a:solidFill>
                  </a:tcPr>
                </a:tc>
                <a:extLst>
                  <a:ext uri="{0D108BD9-81ED-4DB2-BD59-A6C34878D82A}">
                    <a16:rowId xmlns:a16="http://schemas.microsoft.com/office/drawing/2014/main" val="1134505348"/>
                  </a:ext>
                </a:extLst>
              </a:tr>
              <a:tr h="1401045">
                <a:tc>
                  <a:txBody>
                    <a:bodyPr/>
                    <a:lstStyle/>
                    <a:p>
                      <a:r>
                        <a:rPr lang="es-MX" noProof="0">
                          <a:solidFill>
                            <a:schemeClr val="bg1"/>
                          </a:solidFill>
                        </a:rPr>
                        <a:t>Antes</a:t>
                      </a:r>
                    </a:p>
                  </a:txBody>
                  <a:tcPr>
                    <a:noFill/>
                  </a:tcPr>
                </a:tc>
                <a:tc>
                  <a:txBody>
                    <a:bodyPr/>
                    <a:lstStyle/>
                    <a:p>
                      <a:r>
                        <a:rPr lang="es-MX" noProof="0">
                          <a:solidFill>
                            <a:schemeClr val="bg1"/>
                          </a:solidFill>
                        </a:rPr>
                        <a:t>Informar propósito, beneficios y preparar a las personas para el cambio</a:t>
                      </a:r>
                    </a:p>
                  </a:txBody>
                  <a:tcPr>
                    <a:noFill/>
                  </a:tcPr>
                </a:tc>
                <a:tc>
                  <a:txBody>
                    <a:bodyPr/>
                    <a:lstStyle/>
                    <a:p>
                      <a:r>
                        <a:rPr lang="es-MX" noProof="0">
                          <a:solidFill>
                            <a:schemeClr val="bg1"/>
                          </a:solidFill>
                        </a:rPr>
                        <a:t>Reunión inicial / correo electrónico</a:t>
                      </a:r>
                    </a:p>
                  </a:txBody>
                  <a:tcPr>
                    <a:noFill/>
                  </a:tcPr>
                </a:tc>
                <a:tc>
                  <a:txBody>
                    <a:bodyPr/>
                    <a:lstStyle/>
                    <a:p>
                      <a:r>
                        <a:rPr lang="es-MX" noProof="0">
                          <a:solidFill>
                            <a:schemeClr val="bg1"/>
                          </a:solidFill>
                        </a:rPr>
                        <a:t>Una vez</a:t>
                      </a:r>
                    </a:p>
                  </a:txBody>
                  <a:tcPr>
                    <a:noFill/>
                  </a:tcPr>
                </a:tc>
                <a:tc>
                  <a:txBody>
                    <a:bodyPr/>
                    <a:lstStyle/>
                    <a:p>
                      <a:r>
                        <a:rPr lang="es-MX" noProof="0">
                          <a:solidFill>
                            <a:schemeClr val="bg1"/>
                          </a:solidFill>
                        </a:rPr>
                        <a:t>Líder de contramedida</a:t>
                      </a:r>
                    </a:p>
                  </a:txBody>
                  <a:tcPr>
                    <a:noFill/>
                  </a:tcPr>
                </a:tc>
                <a:tc>
                  <a:txBody>
                    <a:bodyPr/>
                    <a:lstStyle/>
                    <a:p>
                      <a:r>
                        <a:rPr lang="es-MX" noProof="0">
                          <a:solidFill>
                            <a:schemeClr val="bg1"/>
                          </a:solidFill>
                        </a:rPr>
                        <a:t>Objetivo, alcance, roles, cronograma</a:t>
                      </a:r>
                    </a:p>
                  </a:txBody>
                  <a:tcPr>
                    <a:noFill/>
                  </a:tcPr>
                </a:tc>
                <a:extLst>
                  <a:ext uri="{0D108BD9-81ED-4DB2-BD59-A6C34878D82A}">
                    <a16:rowId xmlns:a16="http://schemas.microsoft.com/office/drawing/2014/main" val="1804384757"/>
                  </a:ext>
                </a:extLst>
              </a:tr>
              <a:tr h="748834">
                <a:tc>
                  <a:txBody>
                    <a:bodyPr/>
                    <a:lstStyle/>
                    <a:p>
                      <a:r>
                        <a:rPr lang="es-MX" noProof="0">
                          <a:solidFill>
                            <a:schemeClr val="bg1"/>
                          </a:solidFill>
                        </a:rPr>
                        <a:t>Durante</a:t>
                      </a:r>
                    </a:p>
                  </a:txBody>
                  <a:tcPr>
                    <a:noFill/>
                  </a:tcPr>
                </a:tc>
                <a:tc>
                  <a:txBody>
                    <a:bodyPr/>
                    <a:lstStyle/>
                    <a:p>
                      <a:r>
                        <a:rPr lang="es-MX" noProof="0">
                          <a:solidFill>
                            <a:schemeClr val="bg1"/>
                          </a:solidFill>
                        </a:rPr>
                        <a:t>Monitorear avances y resolver dudas</a:t>
                      </a:r>
                    </a:p>
                  </a:txBody>
                  <a:tcPr>
                    <a:noFill/>
                  </a:tcPr>
                </a:tc>
                <a:tc>
                  <a:txBody>
                    <a:bodyPr/>
                    <a:lstStyle/>
                    <a:p>
                      <a:r>
                        <a:rPr lang="es-MX" noProof="0">
                          <a:solidFill>
                            <a:schemeClr val="bg1"/>
                          </a:solidFill>
                        </a:rPr>
                        <a:t>Reunión semanal / pizarra</a:t>
                      </a:r>
                    </a:p>
                  </a:txBody>
                  <a:tcPr>
                    <a:noFill/>
                  </a:tcPr>
                </a:tc>
                <a:tc>
                  <a:txBody>
                    <a:bodyPr/>
                    <a:lstStyle/>
                    <a:p>
                      <a:r>
                        <a:rPr lang="es-MX" noProof="0">
                          <a:solidFill>
                            <a:schemeClr val="bg1"/>
                          </a:solidFill>
                        </a:rPr>
                        <a:t>Semanal </a:t>
                      </a:r>
                    </a:p>
                  </a:txBody>
                  <a:tcPr>
                    <a:noFill/>
                  </a:tcPr>
                </a:tc>
                <a:tc>
                  <a:txBody>
                    <a:bodyPr/>
                    <a:lstStyle/>
                    <a:p>
                      <a:r>
                        <a:rPr lang="es-MX" noProof="0">
                          <a:solidFill>
                            <a:schemeClr val="bg1"/>
                          </a:solidFill>
                        </a:rPr>
                        <a:t>Supervisor</a:t>
                      </a:r>
                    </a:p>
                  </a:txBody>
                  <a:tcPr>
                    <a:noFill/>
                  </a:tcPr>
                </a:tc>
                <a:tc>
                  <a:txBody>
                    <a:bodyPr/>
                    <a:lstStyle/>
                    <a:p>
                      <a:r>
                        <a:rPr lang="es-MX" noProof="0">
                          <a:solidFill>
                            <a:schemeClr val="bg1"/>
                          </a:solidFill>
                        </a:rPr>
                        <a:t>Alertas</a:t>
                      </a:r>
                    </a:p>
                  </a:txBody>
                  <a:tcPr>
                    <a:noFill/>
                  </a:tcPr>
                </a:tc>
                <a:extLst>
                  <a:ext uri="{0D108BD9-81ED-4DB2-BD59-A6C34878D82A}">
                    <a16:rowId xmlns:a16="http://schemas.microsoft.com/office/drawing/2014/main" val="1593084771"/>
                  </a:ext>
                </a:extLst>
              </a:tr>
              <a:tr h="748834">
                <a:tc>
                  <a:txBody>
                    <a:bodyPr/>
                    <a:lstStyle/>
                    <a:p>
                      <a:r>
                        <a:rPr lang="es-MX" noProof="0">
                          <a:solidFill>
                            <a:schemeClr val="bg1"/>
                          </a:solidFill>
                        </a:rPr>
                        <a:t>Después</a:t>
                      </a:r>
                    </a:p>
                  </a:txBody>
                  <a:tcPr>
                    <a:noFill/>
                  </a:tcPr>
                </a:tc>
                <a:tc>
                  <a:txBody>
                    <a:bodyPr/>
                    <a:lstStyle/>
                    <a:p>
                      <a:r>
                        <a:rPr lang="es-MX" noProof="0">
                          <a:solidFill>
                            <a:schemeClr val="bg1"/>
                          </a:solidFill>
                        </a:rPr>
                        <a:t>Compartir resultados</a:t>
                      </a:r>
                    </a:p>
                  </a:txBody>
                  <a:tcPr>
                    <a:noFill/>
                  </a:tcPr>
                </a:tc>
                <a:tc>
                  <a:txBody>
                    <a:bodyPr/>
                    <a:lstStyle/>
                    <a:p>
                      <a:r>
                        <a:rPr lang="es-MX" noProof="0">
                          <a:solidFill>
                            <a:schemeClr val="bg1"/>
                          </a:solidFill>
                        </a:rPr>
                        <a:t>Reunión mensual / reporte</a:t>
                      </a:r>
                    </a:p>
                  </a:txBody>
                  <a:tcPr>
                    <a:noFill/>
                  </a:tcPr>
                </a:tc>
                <a:tc>
                  <a:txBody>
                    <a:bodyPr/>
                    <a:lstStyle/>
                    <a:p>
                      <a:r>
                        <a:rPr lang="es-MX" noProof="0">
                          <a:solidFill>
                            <a:schemeClr val="bg1"/>
                          </a:solidFill>
                        </a:rPr>
                        <a:t>Mensual </a:t>
                      </a:r>
                    </a:p>
                  </a:txBody>
                  <a:tcPr>
                    <a:noFill/>
                  </a:tcPr>
                </a:tc>
                <a:tc>
                  <a:txBody>
                    <a:bodyPr/>
                    <a:lstStyle/>
                    <a:p>
                      <a:r>
                        <a:rPr lang="es-MX" noProof="0">
                          <a:solidFill>
                            <a:schemeClr val="bg1"/>
                          </a:solidFill>
                        </a:rPr>
                        <a:t>Gerente </a:t>
                      </a:r>
                    </a:p>
                  </a:txBody>
                  <a:tcPr>
                    <a:noFill/>
                  </a:tcPr>
                </a:tc>
                <a:tc>
                  <a:txBody>
                    <a:bodyPr/>
                    <a:lstStyle/>
                    <a:p>
                      <a:r>
                        <a:rPr lang="es-MX" noProof="0" err="1">
                          <a:solidFill>
                            <a:schemeClr val="bg1"/>
                          </a:solidFill>
                        </a:rPr>
                        <a:t>KPIs</a:t>
                      </a:r>
                      <a:r>
                        <a:rPr lang="es-MX" noProof="0">
                          <a:solidFill>
                            <a:schemeClr val="bg1"/>
                          </a:solidFill>
                        </a:rPr>
                        <a:t> logrados, lecciones, próximo pasos</a:t>
                      </a:r>
                    </a:p>
                  </a:txBody>
                  <a:tcPr>
                    <a:noFill/>
                  </a:tcPr>
                </a:tc>
                <a:extLst>
                  <a:ext uri="{0D108BD9-81ED-4DB2-BD59-A6C34878D82A}">
                    <a16:rowId xmlns:a16="http://schemas.microsoft.com/office/drawing/2014/main" val="3240981608"/>
                  </a:ext>
                </a:extLst>
              </a:tr>
            </a:tbl>
          </a:graphicData>
        </a:graphic>
      </p:graphicFrame>
    </p:spTree>
    <p:extLst>
      <p:ext uri="{BB962C8B-B14F-4D97-AF65-F5344CB8AC3E}">
        <p14:creationId xmlns:p14="http://schemas.microsoft.com/office/powerpoint/2010/main" val="3110757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D7CD-8E41-5956-D362-5F21252C8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6A761-E943-5D72-43BF-C1EC695101E8}"/>
              </a:ext>
            </a:extLst>
          </p:cNvPr>
          <p:cNvSpPr>
            <a:spLocks noGrp="1"/>
          </p:cNvSpPr>
          <p:nvPr>
            <p:ph type="title"/>
          </p:nvPr>
        </p:nvSpPr>
        <p:spPr>
          <a:xfrm>
            <a:off x="330993" y="313420"/>
            <a:ext cx="8482014" cy="307777"/>
          </a:xfrm>
        </p:spPr>
        <p:txBody>
          <a:bodyPr/>
          <a:lstStyle/>
          <a:p>
            <a:pPr algn="ctr"/>
            <a:r>
              <a:rPr lang="es-MX" noProof="0"/>
              <a:t>Prueba piloto de las contramedidas</a:t>
            </a:r>
          </a:p>
        </p:txBody>
      </p:sp>
      <p:sp>
        <p:nvSpPr>
          <p:cNvPr id="3" name="CuadroTexto 7">
            <a:extLst>
              <a:ext uri="{FF2B5EF4-FFF2-40B4-BE49-F238E27FC236}">
                <a16:creationId xmlns:a16="http://schemas.microsoft.com/office/drawing/2014/main" id="{46861593-F4CA-79B3-0504-B4416304C1D8}"/>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Pasos para llevarlo a cabo </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0E76DC2-140C-0F43-A678-B6365EB35F7E}"/>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A9E104CD-6513-8EE6-D63C-5B2A931E3AA5}"/>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2</a:t>
            </a:r>
          </a:p>
        </p:txBody>
      </p:sp>
      <p:sp>
        <p:nvSpPr>
          <p:cNvPr id="6" name="Title 1">
            <a:extLst>
              <a:ext uri="{FF2B5EF4-FFF2-40B4-BE49-F238E27FC236}">
                <a16:creationId xmlns:a16="http://schemas.microsoft.com/office/drawing/2014/main" id="{F80053E1-E487-4BCE-92D3-A8B13C82BF4C}"/>
              </a:ext>
            </a:extLst>
          </p:cNvPr>
          <p:cNvSpPr txBox="1">
            <a:spLocks/>
          </p:cNvSpPr>
          <p:nvPr/>
        </p:nvSpPr>
        <p:spPr>
          <a:xfrm>
            <a:off x="1066799" y="1281198"/>
            <a:ext cx="302655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Supervisa la implementación   </a:t>
            </a:r>
          </a:p>
        </p:txBody>
      </p:sp>
      <p:sp>
        <p:nvSpPr>
          <p:cNvPr id="29" name="Title 1">
            <a:extLst>
              <a:ext uri="{FF2B5EF4-FFF2-40B4-BE49-F238E27FC236}">
                <a16:creationId xmlns:a16="http://schemas.microsoft.com/office/drawing/2014/main" id="{EC0F5AD8-F3D4-C6ED-7A10-B8540DD3447C}"/>
              </a:ext>
            </a:extLst>
          </p:cNvPr>
          <p:cNvSpPr txBox="1">
            <a:spLocks/>
          </p:cNvSpPr>
          <p:nvPr/>
        </p:nvSpPr>
        <p:spPr>
          <a:xfrm>
            <a:off x="2002404" y="2204449"/>
            <a:ext cx="4105236"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Realiza </a:t>
            </a:r>
            <a:r>
              <a:rPr lang="es-MX" sz="1600" b="0" noProof="0" err="1"/>
              <a:t>Genba</a:t>
            </a:r>
            <a:r>
              <a:rPr lang="es-MX" sz="1600" b="0" noProof="0"/>
              <a:t> para estar al tanto de la implementación</a:t>
            </a:r>
          </a:p>
        </p:txBody>
      </p:sp>
      <p:sp>
        <p:nvSpPr>
          <p:cNvPr id="33" name="Title 1">
            <a:extLst>
              <a:ext uri="{FF2B5EF4-FFF2-40B4-BE49-F238E27FC236}">
                <a16:creationId xmlns:a16="http://schemas.microsoft.com/office/drawing/2014/main" id="{1DA65D92-914A-1455-CB32-068EBAEB94E2}"/>
              </a:ext>
            </a:extLst>
          </p:cNvPr>
          <p:cNvSpPr txBox="1">
            <a:spLocks/>
          </p:cNvSpPr>
          <p:nvPr/>
        </p:nvSpPr>
        <p:spPr>
          <a:xfrm>
            <a:off x="3433712" y="3050786"/>
            <a:ext cx="3902378"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Anota e identifica los obstáculos presentados </a:t>
            </a:r>
          </a:p>
        </p:txBody>
      </p:sp>
      <p:sp>
        <p:nvSpPr>
          <p:cNvPr id="7" name="Title 1">
            <a:extLst>
              <a:ext uri="{FF2B5EF4-FFF2-40B4-BE49-F238E27FC236}">
                <a16:creationId xmlns:a16="http://schemas.microsoft.com/office/drawing/2014/main" id="{D4D9605E-3250-8B1C-EDCB-3B567ADAADBB}"/>
              </a:ext>
            </a:extLst>
          </p:cNvPr>
          <p:cNvSpPr txBox="1">
            <a:spLocks/>
          </p:cNvSpPr>
          <p:nvPr/>
        </p:nvSpPr>
        <p:spPr>
          <a:xfrm>
            <a:off x="4461509" y="4033923"/>
            <a:ext cx="4257042" cy="49244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Ajusta la prueba piloto mitigando esos obstáculos</a:t>
            </a:r>
          </a:p>
        </p:txBody>
      </p:sp>
      <p:pic>
        <p:nvPicPr>
          <p:cNvPr id="10" name="Gráfico 9" descr="Pasos de baile con relleno sólido">
            <a:extLst>
              <a:ext uri="{FF2B5EF4-FFF2-40B4-BE49-F238E27FC236}">
                <a16:creationId xmlns:a16="http://schemas.microsoft.com/office/drawing/2014/main" id="{488CC1CF-384E-5044-93EA-FDA33F5D35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9599" y="1976072"/>
            <a:ext cx="914400" cy="914400"/>
          </a:xfrm>
          <a:prstGeom prst="rect">
            <a:avLst/>
          </a:prstGeom>
        </p:spPr>
      </p:pic>
      <p:pic>
        <p:nvPicPr>
          <p:cNvPr id="12" name="Gráfico 11" descr="Barricada de construcción con relleno sólido">
            <a:extLst>
              <a:ext uri="{FF2B5EF4-FFF2-40B4-BE49-F238E27FC236}">
                <a16:creationId xmlns:a16="http://schemas.microsoft.com/office/drawing/2014/main" id="{C4402AEC-A313-783D-FF85-C824FC9AD3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71197" y="2915749"/>
            <a:ext cx="762515" cy="762515"/>
          </a:xfrm>
          <a:prstGeom prst="rect">
            <a:avLst/>
          </a:prstGeom>
        </p:spPr>
      </p:pic>
      <p:pic>
        <p:nvPicPr>
          <p:cNvPr id="14" name="Gráfico 13" descr="Firma con relleno sólido">
            <a:extLst>
              <a:ext uri="{FF2B5EF4-FFF2-40B4-BE49-F238E27FC236}">
                <a16:creationId xmlns:a16="http://schemas.microsoft.com/office/drawing/2014/main" id="{4DFF5993-6F90-7849-F514-6CB404C83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83999" y="2915750"/>
            <a:ext cx="762514" cy="762514"/>
          </a:xfrm>
          <a:prstGeom prst="rect">
            <a:avLst/>
          </a:prstGeom>
        </p:spPr>
      </p:pic>
      <p:pic>
        <p:nvPicPr>
          <p:cNvPr id="17" name="Gráfico 16" descr="Mover con relleno sólido">
            <a:extLst>
              <a:ext uri="{FF2B5EF4-FFF2-40B4-BE49-F238E27FC236}">
                <a16:creationId xmlns:a16="http://schemas.microsoft.com/office/drawing/2014/main" id="{249B4D11-D1D7-1608-9F59-A9B7E7BDE3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70655" y="3780694"/>
            <a:ext cx="871053" cy="871053"/>
          </a:xfrm>
          <a:prstGeom prst="rect">
            <a:avLst/>
          </a:prstGeom>
        </p:spPr>
      </p:pic>
      <p:pic>
        <p:nvPicPr>
          <p:cNvPr id="19" name="Gráfico 18" descr="Configuración con relleno sólido">
            <a:extLst>
              <a:ext uri="{FF2B5EF4-FFF2-40B4-BE49-F238E27FC236}">
                <a16:creationId xmlns:a16="http://schemas.microsoft.com/office/drawing/2014/main" id="{2755FA0A-1EC1-FC24-225B-62E209A944E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58010" y="3813301"/>
            <a:ext cx="838448" cy="838448"/>
          </a:xfrm>
          <a:prstGeom prst="rect">
            <a:avLst/>
          </a:prstGeom>
        </p:spPr>
      </p:pic>
      <p:sp>
        <p:nvSpPr>
          <p:cNvPr id="20" name="Rectángulo 19">
            <a:extLst>
              <a:ext uri="{FF2B5EF4-FFF2-40B4-BE49-F238E27FC236}">
                <a16:creationId xmlns:a16="http://schemas.microsoft.com/office/drawing/2014/main" id="{C4BCF749-53A6-C979-BC9B-00864191AF29}"/>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238325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7A1FB-1C7B-2FDE-2613-40E1A5C453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69B9E-D182-EC5A-3ABC-80C5E56E7A32}"/>
              </a:ext>
            </a:extLst>
          </p:cNvPr>
          <p:cNvSpPr>
            <a:spLocks noGrp="1"/>
          </p:cNvSpPr>
          <p:nvPr>
            <p:ph type="title"/>
          </p:nvPr>
        </p:nvSpPr>
        <p:spPr>
          <a:xfrm>
            <a:off x="330993" y="313420"/>
            <a:ext cx="8482014" cy="307777"/>
          </a:xfrm>
        </p:spPr>
        <p:txBody>
          <a:bodyPr/>
          <a:lstStyle/>
          <a:p>
            <a:pPr algn="ctr"/>
            <a:r>
              <a:rPr lang="es-MX" noProof="0"/>
              <a:t>Prueba piloto de las contramedidas</a:t>
            </a:r>
          </a:p>
        </p:txBody>
      </p:sp>
      <p:sp>
        <p:nvSpPr>
          <p:cNvPr id="3" name="CuadroTexto 7">
            <a:extLst>
              <a:ext uri="{FF2B5EF4-FFF2-40B4-BE49-F238E27FC236}">
                <a16:creationId xmlns:a16="http://schemas.microsoft.com/office/drawing/2014/main" id="{CBB838BF-8BD4-B4CC-FA12-28FE9A2EBB65}"/>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Pasos para llevarlo a cabo </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A1587759-F03F-4175-34E1-D077679BE8F4}"/>
              </a:ext>
            </a:extLst>
          </p:cNvPr>
          <p:cNvPicPr>
            <a:picLocks noChangeAspect="1"/>
          </p:cNvPicPr>
          <p:nvPr/>
        </p:nvPicPr>
        <p:blipFill>
          <a:blip r:embed="rId2"/>
          <a:stretch>
            <a:fillRect/>
          </a:stretch>
        </p:blipFill>
        <p:spPr>
          <a:xfrm>
            <a:off x="8661417" y="109943"/>
            <a:ext cx="466952" cy="466952"/>
          </a:xfrm>
          <a:prstGeom prst="rect">
            <a:avLst/>
          </a:prstGeom>
        </p:spPr>
      </p:pic>
      <p:sp>
        <p:nvSpPr>
          <p:cNvPr id="4" name="Elipse 3">
            <a:extLst>
              <a:ext uri="{FF2B5EF4-FFF2-40B4-BE49-F238E27FC236}">
                <a16:creationId xmlns:a16="http://schemas.microsoft.com/office/drawing/2014/main" id="{81A686E1-0B01-0F27-5DE2-1D6B0F77EB9A}"/>
              </a:ext>
            </a:extLst>
          </p:cNvPr>
          <p:cNvSpPr/>
          <p:nvPr/>
        </p:nvSpPr>
        <p:spPr>
          <a:xfrm>
            <a:off x="457943" y="1185234"/>
            <a:ext cx="459582" cy="438150"/>
          </a:xfrm>
          <a:prstGeom prst="ellipse">
            <a:avLst/>
          </a:prstGeom>
          <a:solidFill>
            <a:schemeClr val="accent6"/>
          </a:solidFill>
          <a:ln w="9525" cap="rnd" cmpd="sng" algn="ctr">
            <a:solidFill>
              <a:schemeClr val="accent6"/>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b="1" noProof="0">
                <a:solidFill>
                  <a:srgbClr val="FFFFFF"/>
                </a:solidFill>
              </a:rPr>
              <a:t>3</a:t>
            </a:r>
          </a:p>
        </p:txBody>
      </p:sp>
      <p:sp>
        <p:nvSpPr>
          <p:cNvPr id="6" name="Title 1">
            <a:extLst>
              <a:ext uri="{FF2B5EF4-FFF2-40B4-BE49-F238E27FC236}">
                <a16:creationId xmlns:a16="http://schemas.microsoft.com/office/drawing/2014/main" id="{AF0921A3-EB1E-97DD-7C21-B91282F65304}"/>
              </a:ext>
            </a:extLst>
          </p:cNvPr>
          <p:cNvSpPr txBox="1">
            <a:spLocks/>
          </p:cNvSpPr>
          <p:nvPr/>
        </p:nvSpPr>
        <p:spPr>
          <a:xfrm>
            <a:off x="1066799" y="1281198"/>
            <a:ext cx="498475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noProof="0"/>
              <a:t>Analiza los resultados e implementa a gran escala</a:t>
            </a:r>
          </a:p>
        </p:txBody>
      </p:sp>
      <p:sp>
        <p:nvSpPr>
          <p:cNvPr id="29" name="Title 1">
            <a:extLst>
              <a:ext uri="{FF2B5EF4-FFF2-40B4-BE49-F238E27FC236}">
                <a16:creationId xmlns:a16="http://schemas.microsoft.com/office/drawing/2014/main" id="{429654B8-3B6A-D1BC-67B6-3511860263A3}"/>
              </a:ext>
            </a:extLst>
          </p:cNvPr>
          <p:cNvSpPr txBox="1">
            <a:spLocks/>
          </p:cNvSpPr>
          <p:nvPr/>
        </p:nvSpPr>
        <p:spPr>
          <a:xfrm>
            <a:off x="1962162" y="2216654"/>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Revisa los resultados obtenidos en la prueba  </a:t>
            </a:r>
          </a:p>
        </p:txBody>
      </p:sp>
      <p:sp>
        <p:nvSpPr>
          <p:cNvPr id="7" name="Title 1">
            <a:extLst>
              <a:ext uri="{FF2B5EF4-FFF2-40B4-BE49-F238E27FC236}">
                <a16:creationId xmlns:a16="http://schemas.microsoft.com/office/drawing/2014/main" id="{66C0324A-D3C9-7395-7816-139DF39E1395}"/>
              </a:ext>
            </a:extLst>
          </p:cNvPr>
          <p:cNvSpPr txBox="1">
            <a:spLocks/>
          </p:cNvSpPr>
          <p:nvPr/>
        </p:nvSpPr>
        <p:spPr>
          <a:xfrm>
            <a:off x="2388474" y="3047834"/>
            <a:ext cx="495021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Documenta la efectividad de la contramedida</a:t>
            </a:r>
          </a:p>
        </p:txBody>
      </p:sp>
      <p:pic>
        <p:nvPicPr>
          <p:cNvPr id="9" name="Gráfico 8" descr="Investigación con relleno sólido">
            <a:extLst>
              <a:ext uri="{FF2B5EF4-FFF2-40B4-BE49-F238E27FC236}">
                <a16:creationId xmlns:a16="http://schemas.microsoft.com/office/drawing/2014/main" id="{CB454186-56CA-5773-8BD5-F05294ACF0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11574" y="2050554"/>
            <a:ext cx="673766" cy="673766"/>
          </a:xfrm>
          <a:prstGeom prst="rect">
            <a:avLst/>
          </a:prstGeom>
        </p:spPr>
      </p:pic>
      <p:pic>
        <p:nvPicPr>
          <p:cNvPr id="13" name="Gráfico 12" descr="Estadísticas con relleno sólido">
            <a:extLst>
              <a:ext uri="{FF2B5EF4-FFF2-40B4-BE49-F238E27FC236}">
                <a16:creationId xmlns:a16="http://schemas.microsoft.com/office/drawing/2014/main" id="{B97A0E08-C794-EE8B-3778-FADBE47E64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410" y="2063254"/>
            <a:ext cx="673766" cy="673766"/>
          </a:xfrm>
          <a:prstGeom prst="rect">
            <a:avLst/>
          </a:prstGeom>
        </p:spPr>
      </p:pic>
      <p:sp>
        <p:nvSpPr>
          <p:cNvPr id="15" name="Title 1">
            <a:extLst>
              <a:ext uri="{FF2B5EF4-FFF2-40B4-BE49-F238E27FC236}">
                <a16:creationId xmlns:a16="http://schemas.microsoft.com/office/drawing/2014/main" id="{4F6776A5-B147-E7D9-3168-806C3A4C4690}"/>
              </a:ext>
            </a:extLst>
          </p:cNvPr>
          <p:cNvSpPr txBox="1">
            <a:spLocks/>
          </p:cNvSpPr>
          <p:nvPr/>
        </p:nvSpPr>
        <p:spPr>
          <a:xfrm>
            <a:off x="3193339" y="3098240"/>
            <a:ext cx="427426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 </a:t>
            </a:r>
          </a:p>
        </p:txBody>
      </p:sp>
      <p:pic>
        <p:nvPicPr>
          <p:cNvPr id="18" name="Gráfico 17" descr="Documento con relleno sólido">
            <a:extLst>
              <a:ext uri="{FF2B5EF4-FFF2-40B4-BE49-F238E27FC236}">
                <a16:creationId xmlns:a16="http://schemas.microsoft.com/office/drawing/2014/main" id="{5C46D80E-93C4-D974-9E50-AFA7D00D62C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82602" y="2833843"/>
            <a:ext cx="759389" cy="759389"/>
          </a:xfrm>
          <a:prstGeom prst="rect">
            <a:avLst/>
          </a:prstGeom>
        </p:spPr>
      </p:pic>
      <p:pic>
        <p:nvPicPr>
          <p:cNvPr id="21" name="Gráfico 20" descr="Globo terráqueo: América con relleno sólido">
            <a:extLst>
              <a:ext uri="{FF2B5EF4-FFF2-40B4-BE49-F238E27FC236}">
                <a16:creationId xmlns:a16="http://schemas.microsoft.com/office/drawing/2014/main" id="{4F5FA9EC-1E8D-BE51-4A40-513FDA1B60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41991" y="3673936"/>
            <a:ext cx="814882" cy="814882"/>
          </a:xfrm>
          <a:prstGeom prst="rect">
            <a:avLst/>
          </a:prstGeom>
        </p:spPr>
      </p:pic>
      <p:sp>
        <p:nvSpPr>
          <p:cNvPr id="22" name="Title 1">
            <a:extLst>
              <a:ext uri="{FF2B5EF4-FFF2-40B4-BE49-F238E27FC236}">
                <a16:creationId xmlns:a16="http://schemas.microsoft.com/office/drawing/2014/main" id="{4DD9110A-8DD2-FF20-579B-667D9C2AA902}"/>
              </a:ext>
            </a:extLst>
          </p:cNvPr>
          <p:cNvSpPr txBox="1">
            <a:spLocks/>
          </p:cNvSpPr>
          <p:nvPr/>
        </p:nvSpPr>
        <p:spPr>
          <a:xfrm>
            <a:off x="3632026" y="3958266"/>
            <a:ext cx="3937711" cy="24622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600" b="0" noProof="0"/>
              <a:t>Implementar a gran escala de forma oficial </a:t>
            </a:r>
          </a:p>
        </p:txBody>
      </p:sp>
      <p:sp>
        <p:nvSpPr>
          <p:cNvPr id="27" name="Rectángulo 26">
            <a:extLst>
              <a:ext uri="{FF2B5EF4-FFF2-40B4-BE49-F238E27FC236}">
                <a16:creationId xmlns:a16="http://schemas.microsoft.com/office/drawing/2014/main" id="{3C4204C6-57EB-A26F-0571-06B4EF6239F7}"/>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4066805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1BA05-6C50-C03A-D9F2-8C3D5F63D3A0}"/>
            </a:ext>
          </a:extLst>
        </p:cNvPr>
        <p:cNvGrpSpPr/>
        <p:nvPr/>
      </p:nvGrpSpPr>
      <p:grpSpPr>
        <a:xfrm>
          <a:off x="0" y="0"/>
          <a:ext cx="0" cy="0"/>
          <a:chOff x="0" y="0"/>
          <a:chExt cx="0" cy="0"/>
        </a:xfrm>
      </p:grpSpPr>
      <p:sp>
        <p:nvSpPr>
          <p:cNvPr id="11" name="Rectángulo: esquinas redondeadas 10">
            <a:extLst>
              <a:ext uri="{FF2B5EF4-FFF2-40B4-BE49-F238E27FC236}">
                <a16:creationId xmlns:a16="http://schemas.microsoft.com/office/drawing/2014/main" id="{B06A195F-9A86-270B-DD86-3AAEDA157360}"/>
              </a:ext>
            </a:extLst>
          </p:cNvPr>
          <p:cNvSpPr/>
          <p:nvPr/>
        </p:nvSpPr>
        <p:spPr>
          <a:xfrm>
            <a:off x="4811838" y="1163353"/>
            <a:ext cx="4064664" cy="340864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graphicFrame>
        <p:nvGraphicFramePr>
          <p:cNvPr id="18" name="think-cell data - do not delete" hidden="1">
            <a:extLst>
              <a:ext uri="{FF2B5EF4-FFF2-40B4-BE49-F238E27FC236}">
                <a16:creationId xmlns:a16="http://schemas.microsoft.com/office/drawing/2014/main" id="{556BAB21-C730-3C14-EC6E-29D0F4AAAD6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556BAB21-C730-3C14-EC6E-29D0F4AAAD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B07EC0FA-F65F-6220-F5C7-1DA0EEDF291E}"/>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70AE767-BD07-B9C0-4036-C85957721C93}"/>
              </a:ext>
            </a:extLst>
          </p:cNvPr>
          <p:cNvSpPr/>
          <p:nvPr/>
        </p:nvSpPr>
        <p:spPr>
          <a:xfrm>
            <a:off x="440614" y="1195802"/>
            <a:ext cx="4064664" cy="337619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pic>
        <p:nvPicPr>
          <p:cNvPr id="2" name="Gráfico 1" descr="Advertencia con relleno sólido">
            <a:extLst>
              <a:ext uri="{FF2B5EF4-FFF2-40B4-BE49-F238E27FC236}">
                <a16:creationId xmlns:a16="http://schemas.microsoft.com/office/drawing/2014/main" id="{92C11DE0-E720-1D30-C630-540A3FD759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9517" y="1367205"/>
            <a:ext cx="776307" cy="776307"/>
          </a:xfrm>
          <a:prstGeom prst="rect">
            <a:avLst/>
          </a:prstGeom>
        </p:spPr>
      </p:pic>
      <p:sp>
        <p:nvSpPr>
          <p:cNvPr id="6" name="Title 1">
            <a:extLst>
              <a:ext uri="{FF2B5EF4-FFF2-40B4-BE49-F238E27FC236}">
                <a16:creationId xmlns:a16="http://schemas.microsoft.com/office/drawing/2014/main" id="{ADB47527-F79E-363C-214E-36CEE50B2AF3}"/>
              </a:ext>
            </a:extLst>
          </p:cNvPr>
          <p:cNvSpPr txBox="1">
            <a:spLocks/>
          </p:cNvSpPr>
          <p:nvPr/>
        </p:nvSpPr>
        <p:spPr>
          <a:xfrm>
            <a:off x="653586" y="2680100"/>
            <a:ext cx="3751435" cy="157588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Define objetivos claros</a:t>
            </a:r>
          </a:p>
          <a:p>
            <a:pPr marL="285750" indent="-285750" algn="just">
              <a:lnSpc>
                <a:spcPct val="150000"/>
              </a:lnSpc>
              <a:buFont typeface="Arial" panose="020B0604020202020204" pitchFamily="34" charset="0"/>
              <a:buChar char="•"/>
            </a:pPr>
            <a:r>
              <a:rPr lang="es-MX" sz="1400" b="0" noProof="0">
                <a:solidFill>
                  <a:schemeClr val="bg1"/>
                </a:solidFill>
              </a:rPr>
              <a:t>Selecciona un alcance reducido</a:t>
            </a:r>
          </a:p>
          <a:p>
            <a:pPr marL="285750" indent="-285750" algn="just">
              <a:lnSpc>
                <a:spcPct val="150000"/>
              </a:lnSpc>
              <a:buFont typeface="Arial" panose="020B0604020202020204" pitchFamily="34" charset="0"/>
              <a:buChar char="•"/>
            </a:pPr>
            <a:r>
              <a:rPr lang="es-MX" sz="1400" b="0" noProof="0">
                <a:solidFill>
                  <a:schemeClr val="bg1"/>
                </a:solidFill>
              </a:rPr>
              <a:t>Documenta todo</a:t>
            </a:r>
          </a:p>
          <a:p>
            <a:pPr marL="285750" indent="-285750" algn="just">
              <a:lnSpc>
                <a:spcPct val="150000"/>
              </a:lnSpc>
              <a:buFont typeface="Arial" panose="020B0604020202020204" pitchFamily="34" charset="0"/>
              <a:buChar char="•"/>
            </a:pPr>
            <a:r>
              <a:rPr lang="es-MX" sz="1400" b="0" noProof="0">
                <a:solidFill>
                  <a:schemeClr val="bg1"/>
                </a:solidFill>
              </a:rPr>
              <a:t>Involucra al equipo</a:t>
            </a:r>
          </a:p>
          <a:p>
            <a:pPr marL="285750" indent="-285750" algn="just">
              <a:lnSpc>
                <a:spcPct val="150000"/>
              </a:lnSpc>
              <a:buFont typeface="Arial" panose="020B0604020202020204" pitchFamily="34" charset="0"/>
              <a:buChar char="•"/>
            </a:pPr>
            <a:r>
              <a:rPr lang="es-MX" sz="1400" b="0" noProof="0">
                <a:solidFill>
                  <a:schemeClr val="bg1"/>
                </a:solidFill>
              </a:rPr>
              <a:t>Define roles y frecuencia</a:t>
            </a:r>
          </a:p>
        </p:txBody>
      </p:sp>
      <p:sp>
        <p:nvSpPr>
          <p:cNvPr id="9" name="Title 1">
            <a:extLst>
              <a:ext uri="{FF2B5EF4-FFF2-40B4-BE49-F238E27FC236}">
                <a16:creationId xmlns:a16="http://schemas.microsoft.com/office/drawing/2014/main" id="{89E47E9A-9C7C-57F6-2DAB-F018AB7FF1E5}"/>
              </a:ext>
            </a:extLst>
          </p:cNvPr>
          <p:cNvSpPr txBox="1">
            <a:spLocks/>
          </p:cNvSpPr>
          <p:nvPr/>
        </p:nvSpPr>
        <p:spPr>
          <a:xfrm>
            <a:off x="330993" y="313420"/>
            <a:ext cx="8482014" cy="30777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a:t>Prueba piloto &amp; plan de comunicación</a:t>
            </a:r>
          </a:p>
        </p:txBody>
      </p:sp>
      <p:sp>
        <p:nvSpPr>
          <p:cNvPr id="10" name="CuadroTexto 7">
            <a:extLst>
              <a:ext uri="{FF2B5EF4-FFF2-40B4-BE49-F238E27FC236}">
                <a16:creationId xmlns:a16="http://schemas.microsoft.com/office/drawing/2014/main" id="{77DDB806-CB36-E578-C862-D365442F6260}"/>
              </a:ext>
            </a:extLst>
          </p:cNvPr>
          <p:cNvSpPr txBox="1"/>
          <p:nvPr/>
        </p:nvSpPr>
        <p:spPr>
          <a:xfrm>
            <a:off x="2378510" y="506799"/>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err="1">
                <a:solidFill>
                  <a:schemeClr val="bg1"/>
                </a:solidFill>
              </a:rPr>
              <a:t>Tips</a:t>
            </a:r>
            <a:r>
              <a:rPr lang="es-MX" sz="1100" b="1" noProof="0">
                <a:solidFill>
                  <a:schemeClr val="bg1"/>
                </a:solidFill>
              </a:rPr>
              <a:t> y errores comunes</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2" name="Title 1">
            <a:extLst>
              <a:ext uri="{FF2B5EF4-FFF2-40B4-BE49-F238E27FC236}">
                <a16:creationId xmlns:a16="http://schemas.microsoft.com/office/drawing/2014/main" id="{4B7D2F6B-EC7F-BC06-66F3-BE38C04D7EE9}"/>
              </a:ext>
            </a:extLst>
          </p:cNvPr>
          <p:cNvSpPr txBox="1">
            <a:spLocks/>
          </p:cNvSpPr>
          <p:nvPr/>
        </p:nvSpPr>
        <p:spPr>
          <a:xfrm>
            <a:off x="4951951" y="2685843"/>
            <a:ext cx="3751435" cy="2222211"/>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400" b="0" noProof="0">
                <a:solidFill>
                  <a:schemeClr val="bg1"/>
                </a:solidFill>
              </a:rPr>
              <a:t>Ejecutar sin informar a los involucrados</a:t>
            </a:r>
          </a:p>
          <a:p>
            <a:pPr marL="285750" indent="-285750" algn="just">
              <a:lnSpc>
                <a:spcPct val="150000"/>
              </a:lnSpc>
              <a:buFont typeface="Arial" panose="020B0604020202020204" pitchFamily="34" charset="0"/>
              <a:buChar char="•"/>
            </a:pPr>
            <a:r>
              <a:rPr lang="es-MX" sz="1400" b="0" noProof="0">
                <a:solidFill>
                  <a:schemeClr val="bg1"/>
                </a:solidFill>
              </a:rPr>
              <a:t>Ignorar retroalimentación del equipo</a:t>
            </a:r>
          </a:p>
          <a:p>
            <a:pPr marL="285750" indent="-285750" algn="just">
              <a:lnSpc>
                <a:spcPct val="150000"/>
              </a:lnSpc>
              <a:buFont typeface="Arial" panose="020B0604020202020204" pitchFamily="34" charset="0"/>
              <a:buChar char="•"/>
            </a:pPr>
            <a:r>
              <a:rPr lang="es-MX" sz="1400" b="0" noProof="0">
                <a:solidFill>
                  <a:schemeClr val="bg1"/>
                </a:solidFill>
              </a:rPr>
              <a:t>No definir criterios de éxito</a:t>
            </a:r>
          </a:p>
          <a:p>
            <a:pPr marL="285750" indent="-285750" algn="just">
              <a:lnSpc>
                <a:spcPct val="150000"/>
              </a:lnSpc>
              <a:buFont typeface="Arial" panose="020B0604020202020204" pitchFamily="34" charset="0"/>
              <a:buChar char="•"/>
            </a:pPr>
            <a:r>
              <a:rPr lang="es-MX" sz="1400" b="0" noProof="0">
                <a:solidFill>
                  <a:schemeClr val="bg1"/>
                </a:solidFill>
              </a:rPr>
              <a:t>Falta de seguimiento durante la ejecución</a:t>
            </a:r>
          </a:p>
          <a:p>
            <a:pPr marL="285750" indent="-285750" algn="just">
              <a:lnSpc>
                <a:spcPct val="150000"/>
              </a:lnSpc>
              <a:buFont typeface="Arial" panose="020B0604020202020204" pitchFamily="34" charset="0"/>
              <a:buChar char="•"/>
            </a:pPr>
            <a:r>
              <a:rPr lang="es-MX" sz="1400" b="0" noProof="0">
                <a:solidFill>
                  <a:schemeClr val="bg1"/>
                </a:solidFill>
              </a:rPr>
              <a:t>No compartir resultados</a:t>
            </a:r>
          </a:p>
          <a:p>
            <a:pPr algn="just">
              <a:lnSpc>
                <a:spcPct val="150000"/>
              </a:lnSpc>
            </a:pPr>
            <a:endParaRPr lang="es-MX" sz="1400" b="0" noProof="0">
              <a:solidFill>
                <a:schemeClr val="bg1"/>
              </a:solidFill>
            </a:endParaRPr>
          </a:p>
          <a:p>
            <a:pPr marL="285750" indent="-285750" algn="just">
              <a:lnSpc>
                <a:spcPct val="150000"/>
              </a:lnSpc>
              <a:buFont typeface="Arial" panose="020B0604020202020204" pitchFamily="34" charset="0"/>
              <a:buChar char="•"/>
            </a:pPr>
            <a:endParaRPr lang="es-MX" sz="1400" b="0" noProof="0">
              <a:solidFill>
                <a:schemeClr val="bg1"/>
              </a:solidFill>
            </a:endParaRPr>
          </a:p>
        </p:txBody>
      </p:sp>
      <p:pic>
        <p:nvPicPr>
          <p:cNvPr id="14" name="Gráfico 13" descr="Señal de pulgar hacia arriba  con relleno sólido">
            <a:extLst>
              <a:ext uri="{FF2B5EF4-FFF2-40B4-BE49-F238E27FC236}">
                <a16:creationId xmlns:a16="http://schemas.microsoft.com/office/drawing/2014/main" id="{B21333DB-4B2C-9EE7-EDBC-3D94C228F37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8679" y="1266335"/>
            <a:ext cx="914400" cy="914400"/>
          </a:xfrm>
          <a:prstGeom prst="rect">
            <a:avLst/>
          </a:prstGeom>
        </p:spPr>
      </p:pic>
      <p:sp>
        <p:nvSpPr>
          <p:cNvPr id="15" name="CuadroTexto 14">
            <a:extLst>
              <a:ext uri="{FF2B5EF4-FFF2-40B4-BE49-F238E27FC236}">
                <a16:creationId xmlns:a16="http://schemas.microsoft.com/office/drawing/2014/main" id="{4F0E045A-17D3-F5F5-479A-EEADFECB65F4}"/>
              </a:ext>
            </a:extLst>
          </p:cNvPr>
          <p:cNvSpPr txBox="1"/>
          <p:nvPr/>
        </p:nvSpPr>
        <p:spPr>
          <a:xfrm>
            <a:off x="5933148" y="2175390"/>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Evita</a:t>
            </a:r>
          </a:p>
        </p:txBody>
      </p:sp>
      <p:sp>
        <p:nvSpPr>
          <p:cNvPr id="17" name="CuadroTexto 16">
            <a:extLst>
              <a:ext uri="{FF2B5EF4-FFF2-40B4-BE49-F238E27FC236}">
                <a16:creationId xmlns:a16="http://schemas.microsoft.com/office/drawing/2014/main" id="{5BAC3BB2-74B1-0B54-309E-17564A4351CE}"/>
              </a:ext>
            </a:extLst>
          </p:cNvPr>
          <p:cNvSpPr txBox="1"/>
          <p:nvPr/>
        </p:nvSpPr>
        <p:spPr>
          <a:xfrm>
            <a:off x="1397956" y="2181571"/>
            <a:ext cx="1789043" cy="30777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b="1" noProof="0">
                <a:solidFill>
                  <a:schemeClr val="bg1"/>
                </a:solidFill>
              </a:rPr>
              <a:t>Considera</a:t>
            </a:r>
          </a:p>
        </p:txBody>
      </p:sp>
    </p:spTree>
    <p:extLst>
      <p:ext uri="{BB962C8B-B14F-4D97-AF65-F5344CB8AC3E}">
        <p14:creationId xmlns:p14="http://schemas.microsoft.com/office/powerpoint/2010/main" val="31214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E334-D79E-0CA5-E152-8EE910A034AF}"/>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7402E5F8-F99C-429A-9B8B-C9599089F9A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7402E5F8-F99C-429A-9B8B-C9599089F9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41E73773-E294-B65B-5815-0B7C8A976325}"/>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6216953-8E71-C924-857D-47B66D4256E2}"/>
              </a:ext>
            </a:extLst>
          </p:cNvPr>
          <p:cNvSpPr/>
          <p:nvPr/>
        </p:nvSpPr>
        <p:spPr>
          <a:xfrm>
            <a:off x="403969" y="935167"/>
            <a:ext cx="8334560" cy="3702147"/>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b="1" noProof="0">
              <a:solidFill>
                <a:srgbClr val="FFFFFF"/>
              </a:solidFill>
            </a:endParaRPr>
          </a:p>
        </p:txBody>
      </p:sp>
      <p:sp>
        <p:nvSpPr>
          <p:cNvPr id="9" name="Elipse 8">
            <a:extLst>
              <a:ext uri="{FF2B5EF4-FFF2-40B4-BE49-F238E27FC236}">
                <a16:creationId xmlns:a16="http://schemas.microsoft.com/office/drawing/2014/main" id="{6C4CD2A7-CD65-5E1B-34D6-DC4E13772665}"/>
              </a:ext>
            </a:extLst>
          </p:cNvPr>
          <p:cNvSpPr/>
          <p:nvPr/>
        </p:nvSpPr>
        <p:spPr>
          <a:xfrm>
            <a:off x="7730706" y="1055132"/>
            <a:ext cx="713515" cy="702030"/>
          </a:xfrm>
          <a:prstGeom prst="ellipse">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Forma&#10;&#10;El contenido generado por IA puede ser incorrecto.">
            <a:extLst>
              <a:ext uri="{FF2B5EF4-FFF2-40B4-BE49-F238E27FC236}">
                <a16:creationId xmlns:a16="http://schemas.microsoft.com/office/drawing/2014/main" id="{BAA4D8B0-CD25-0634-D6E2-8C7BF6616F45}"/>
              </a:ext>
            </a:extLst>
          </p:cNvPr>
          <p:cNvPicPr>
            <a:picLocks noChangeAspect="1"/>
          </p:cNvPicPr>
          <p:nvPr/>
        </p:nvPicPr>
        <p:blipFill>
          <a:blip r:embed="rId7">
            <a:lum bright="70000" contrast="-70000"/>
          </a:blip>
          <a:stretch>
            <a:fillRect/>
          </a:stretch>
        </p:blipFill>
        <p:spPr>
          <a:xfrm>
            <a:off x="7813920" y="1132604"/>
            <a:ext cx="547085" cy="547085"/>
          </a:xfrm>
          <a:prstGeom prst="rect">
            <a:avLst/>
          </a:prstGeom>
        </p:spPr>
      </p:pic>
      <p:sp>
        <p:nvSpPr>
          <p:cNvPr id="10" name="Title 1">
            <a:extLst>
              <a:ext uri="{FF2B5EF4-FFF2-40B4-BE49-F238E27FC236}">
                <a16:creationId xmlns:a16="http://schemas.microsoft.com/office/drawing/2014/main" id="{627D96D3-8F5A-23DC-6A22-DA2DE06CE2A5}"/>
              </a:ext>
            </a:extLst>
          </p:cNvPr>
          <p:cNvSpPr txBox="1">
            <a:spLocks/>
          </p:cNvSpPr>
          <p:nvPr/>
        </p:nvSpPr>
        <p:spPr>
          <a:xfrm>
            <a:off x="1259337" y="1224045"/>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Hacer…</a:t>
            </a:r>
          </a:p>
        </p:txBody>
      </p:sp>
      <p:pic>
        <p:nvPicPr>
          <p:cNvPr id="12" name="Gráfico 11" descr="Señal de pulgar hacia arriba  con relleno sólido">
            <a:extLst>
              <a:ext uri="{FF2B5EF4-FFF2-40B4-BE49-F238E27FC236}">
                <a16:creationId xmlns:a16="http://schemas.microsoft.com/office/drawing/2014/main" id="{4AE17483-2277-BF3D-441D-FA159D6E9A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2095" y="1132604"/>
            <a:ext cx="464026" cy="464026"/>
          </a:xfrm>
          <a:prstGeom prst="rect">
            <a:avLst/>
          </a:prstGeom>
          <a:effectLst>
            <a:outerShdw blurRad="50800" dist="38100" dir="2700000" algn="tl" rotWithShape="0">
              <a:prstClr val="black">
                <a:alpha val="40000"/>
              </a:prstClr>
            </a:outerShdw>
          </a:effectLst>
        </p:spPr>
      </p:pic>
      <p:sp>
        <p:nvSpPr>
          <p:cNvPr id="13" name="Title 1">
            <a:extLst>
              <a:ext uri="{FF2B5EF4-FFF2-40B4-BE49-F238E27FC236}">
                <a16:creationId xmlns:a16="http://schemas.microsoft.com/office/drawing/2014/main" id="{A9348235-BF95-3861-A10B-01890689CDC8}"/>
              </a:ext>
            </a:extLst>
          </p:cNvPr>
          <p:cNvSpPr txBox="1">
            <a:spLocks/>
          </p:cNvSpPr>
          <p:nvPr/>
        </p:nvSpPr>
        <p:spPr>
          <a:xfrm>
            <a:off x="1259337" y="3021000"/>
            <a:ext cx="972071" cy="364202"/>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just">
              <a:lnSpc>
                <a:spcPct val="150000"/>
              </a:lnSpc>
            </a:pPr>
            <a:r>
              <a:rPr lang="es-MX" sz="1800" b="0" noProof="0">
                <a:solidFill>
                  <a:schemeClr val="accent6"/>
                </a:solidFill>
              </a:rPr>
              <a:t>No…</a:t>
            </a:r>
          </a:p>
        </p:txBody>
      </p:sp>
      <p:pic>
        <p:nvPicPr>
          <p:cNvPr id="14" name="Gráfico 13" descr="Señal de pulgar hacia arriba  con relleno sólido">
            <a:extLst>
              <a:ext uri="{FF2B5EF4-FFF2-40B4-BE49-F238E27FC236}">
                <a16:creationId xmlns:a16="http://schemas.microsoft.com/office/drawing/2014/main" id="{78385CCB-B03B-6551-C886-AD3ADF9BD4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V="1">
            <a:off x="712095" y="3073447"/>
            <a:ext cx="464026" cy="413555"/>
          </a:xfrm>
          <a:prstGeom prst="rect">
            <a:avLst/>
          </a:prstGeom>
          <a:effectLst>
            <a:outerShdw blurRad="50800" dist="38100" dir="2700000" algn="tl" rotWithShape="0">
              <a:prstClr val="black">
                <a:alpha val="40000"/>
              </a:prstClr>
            </a:outerShdw>
          </a:effectLst>
        </p:spPr>
      </p:pic>
      <p:sp>
        <p:nvSpPr>
          <p:cNvPr id="15" name="Title 1">
            <a:extLst>
              <a:ext uri="{FF2B5EF4-FFF2-40B4-BE49-F238E27FC236}">
                <a16:creationId xmlns:a16="http://schemas.microsoft.com/office/drawing/2014/main" id="{778AFF30-092A-68D6-E609-AE419CD96199}"/>
              </a:ext>
            </a:extLst>
          </p:cNvPr>
          <p:cNvSpPr txBox="1">
            <a:spLocks/>
          </p:cNvSpPr>
          <p:nvPr/>
        </p:nvSpPr>
        <p:spPr>
          <a:xfrm>
            <a:off x="712094" y="1710261"/>
            <a:ext cx="7299141" cy="939553"/>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Haz preguntas poderosas como: “¿Qué evidencia respalda esta decisión?” o “¿Cómo mediremos el éxito?</a:t>
            </a:r>
          </a:p>
          <a:p>
            <a:pPr marL="285750" indent="-285750" algn="just">
              <a:lnSpc>
                <a:spcPct val="150000"/>
              </a:lnSpc>
              <a:buFont typeface="Arial" panose="020B0604020202020204" pitchFamily="34" charset="0"/>
              <a:buChar char="•"/>
            </a:pPr>
            <a:r>
              <a:rPr lang="es-MX" sz="1050" b="0" noProof="0">
                <a:solidFill>
                  <a:schemeClr val="bg1"/>
                </a:solidFill>
              </a:rPr>
              <a:t>Valida ideas y fomenta la participación equitativa </a:t>
            </a:r>
          </a:p>
          <a:p>
            <a:pPr marL="285750" indent="-285750" algn="just">
              <a:lnSpc>
                <a:spcPct val="150000"/>
              </a:lnSpc>
              <a:buFont typeface="Arial" panose="020B0604020202020204" pitchFamily="34" charset="0"/>
              <a:buChar char="•"/>
            </a:pPr>
            <a:r>
              <a:rPr lang="es-MX" sz="1050" b="0" noProof="0">
                <a:solidFill>
                  <a:schemeClr val="bg1"/>
                </a:solidFill>
              </a:rPr>
              <a:t>Usa la prueba piloto como oportunidad para desarrollar habilidades</a:t>
            </a:r>
          </a:p>
          <a:p>
            <a:pPr marL="285750" indent="-285750" algn="just">
              <a:lnSpc>
                <a:spcPct val="150000"/>
              </a:lnSpc>
              <a:buFont typeface="Arial" panose="020B0604020202020204" pitchFamily="34" charset="0"/>
              <a:buChar char="•"/>
            </a:pPr>
            <a:r>
              <a:rPr lang="es-MX" sz="1050" b="0" noProof="0">
                <a:solidFill>
                  <a:schemeClr val="bg1"/>
                </a:solidFill>
              </a:rPr>
              <a:t>Reconoce logros pequeños para mantener motivación</a:t>
            </a:r>
          </a:p>
        </p:txBody>
      </p:sp>
      <p:sp>
        <p:nvSpPr>
          <p:cNvPr id="17" name="Title 1">
            <a:extLst>
              <a:ext uri="{FF2B5EF4-FFF2-40B4-BE49-F238E27FC236}">
                <a16:creationId xmlns:a16="http://schemas.microsoft.com/office/drawing/2014/main" id="{F834B068-A4E6-C5EF-D05F-106C29252FE0}"/>
              </a:ext>
            </a:extLst>
          </p:cNvPr>
          <p:cNvSpPr txBox="1">
            <a:spLocks/>
          </p:cNvSpPr>
          <p:nvPr/>
        </p:nvSpPr>
        <p:spPr>
          <a:xfrm>
            <a:off x="712094" y="3533542"/>
            <a:ext cx="7299141" cy="118192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marL="285750" indent="-285750" algn="just">
              <a:lnSpc>
                <a:spcPct val="150000"/>
              </a:lnSpc>
              <a:buFont typeface="Arial" panose="020B0604020202020204" pitchFamily="34" charset="0"/>
              <a:buChar char="•"/>
            </a:pPr>
            <a:r>
              <a:rPr lang="es-MX" sz="1050" b="0" noProof="0">
                <a:solidFill>
                  <a:schemeClr val="bg1"/>
                </a:solidFill>
              </a:rPr>
              <a:t>Resolver por el quipo</a:t>
            </a:r>
          </a:p>
          <a:p>
            <a:pPr marL="285750" indent="-285750" algn="just">
              <a:lnSpc>
                <a:spcPct val="150000"/>
              </a:lnSpc>
              <a:buFont typeface="Arial" panose="020B0604020202020204" pitchFamily="34" charset="0"/>
              <a:buChar char="•"/>
            </a:pPr>
            <a:r>
              <a:rPr lang="es-MX" sz="1050" b="0" noProof="0">
                <a:solidFill>
                  <a:schemeClr val="bg1"/>
                </a:solidFill>
              </a:rPr>
              <a:t>Desestimar retroalimentación del equipo</a:t>
            </a:r>
          </a:p>
          <a:p>
            <a:pPr marL="171450" indent="-171450" algn="just">
              <a:lnSpc>
                <a:spcPct val="150000"/>
              </a:lnSpc>
              <a:buFont typeface="Arial" panose="020B0604020202020204" pitchFamily="34" charset="0"/>
              <a:buChar char="•"/>
            </a:pPr>
            <a:r>
              <a:rPr lang="es-MX" sz="1050" b="0" noProof="0">
                <a:solidFill>
                  <a:schemeClr val="bg1"/>
                </a:solidFill>
              </a:rPr>
              <a:t>   Ocultar resultados negativos</a:t>
            </a:r>
          </a:p>
          <a:p>
            <a:pPr marL="171450" indent="-171450" algn="just">
              <a:lnSpc>
                <a:spcPct val="150000"/>
              </a:lnSpc>
              <a:buFont typeface="Arial" panose="020B0604020202020204" pitchFamily="34" charset="0"/>
              <a:buChar char="•"/>
            </a:pPr>
            <a:r>
              <a:rPr lang="es-MX" sz="1050" b="0" noProof="0">
                <a:solidFill>
                  <a:schemeClr val="bg1"/>
                </a:solidFill>
              </a:rPr>
              <a:t>   Gestionar el cambio</a:t>
            </a:r>
          </a:p>
          <a:p>
            <a:pPr marL="285750" indent="-285750" algn="just">
              <a:lnSpc>
                <a:spcPct val="150000"/>
              </a:lnSpc>
              <a:buFont typeface="Arial" panose="020B0604020202020204" pitchFamily="34" charset="0"/>
              <a:buChar char="•"/>
            </a:pPr>
            <a:endParaRPr lang="es-MX" sz="1050" b="0" noProof="0">
              <a:solidFill>
                <a:schemeClr val="bg1"/>
              </a:solidFill>
            </a:endParaRPr>
          </a:p>
        </p:txBody>
      </p:sp>
      <p:sp>
        <p:nvSpPr>
          <p:cNvPr id="6" name="Title 15">
            <a:extLst>
              <a:ext uri="{FF2B5EF4-FFF2-40B4-BE49-F238E27FC236}">
                <a16:creationId xmlns:a16="http://schemas.microsoft.com/office/drawing/2014/main" id="{ACB19D06-68C0-D439-31A4-0C977E2A449B}"/>
              </a:ext>
            </a:extLst>
          </p:cNvPr>
          <p:cNvSpPr txBox="1">
            <a:spLocks/>
          </p:cNvSpPr>
          <p:nvPr/>
        </p:nvSpPr>
        <p:spPr>
          <a:xfrm>
            <a:off x="1176121" y="252375"/>
            <a:ext cx="7082429" cy="469359"/>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6"/>
                </a:solidFill>
                <a:latin typeface="+mj-lt"/>
                <a:ea typeface="+mj-ea"/>
                <a:cs typeface="+mj-cs"/>
                <a:sym typeface="Trebuchet MS" panose="020B0603020202020204" pitchFamily="34" charset="0"/>
              </a:defRPr>
            </a:lvl1pPr>
          </a:lstStyle>
          <a:p>
            <a:pPr algn="ctr"/>
            <a:r>
              <a:rPr lang="es-MX" noProof="0" err="1"/>
              <a:t>Tips</a:t>
            </a:r>
            <a:r>
              <a:rPr lang="es-MX" noProof="0"/>
              <a:t> para lideres</a:t>
            </a:r>
            <a:br>
              <a:rPr lang="es-MX" noProof="0"/>
            </a:br>
            <a:r>
              <a:rPr lang="es-MX" sz="1050" noProof="0">
                <a:solidFill>
                  <a:schemeClr val="bg1"/>
                </a:solidFill>
              </a:rPr>
              <a:t>Fase: Resuelve con acciones</a:t>
            </a:r>
            <a:endParaRPr lang="es-MX" noProof="0">
              <a:solidFill>
                <a:schemeClr val="bg1"/>
              </a:solidFill>
            </a:endParaRPr>
          </a:p>
        </p:txBody>
      </p:sp>
      <p:sp>
        <p:nvSpPr>
          <p:cNvPr id="2" name="Rectángulo 1">
            <a:extLst>
              <a:ext uri="{FF2B5EF4-FFF2-40B4-BE49-F238E27FC236}">
                <a16:creationId xmlns:a16="http://schemas.microsoft.com/office/drawing/2014/main" id="{D3CF963A-BC80-244E-97E2-4E8E452252E4}"/>
              </a:ext>
            </a:extLst>
          </p:cNvPr>
          <p:cNvSpPr/>
          <p:nvPr/>
        </p:nvSpPr>
        <p:spPr>
          <a:xfrm>
            <a:off x="0" y="73742"/>
            <a:ext cx="1612900" cy="307777"/>
          </a:xfrm>
          <a:prstGeom prst="rect">
            <a:avLst/>
          </a:prstGeom>
          <a:solidFill>
            <a:schemeClr val="accent1"/>
          </a:solidFill>
          <a:ln w="9525"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99215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EA452-324D-C656-1EBE-117ABE813CB8}"/>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1301E698-9C52-C486-C3E8-49E1D119ACC6}"/>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67926500-EE18-B77F-129C-1DF445F62846}"/>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6C5DAAA8-9D06-47C7-20B8-D142EE619E6A}"/>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A75DA6D1-65ED-D9DA-F3AF-BC2CC46BC60B}"/>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FEDBC58B-CE98-E2AD-682F-DC8EDC9FE263}"/>
              </a:ext>
            </a:extLst>
          </p:cNvPr>
          <p:cNvSpPr>
            <a:spLocks noGrp="1"/>
          </p:cNvSpPr>
          <p:nvPr>
            <p:ph type="title"/>
          </p:nvPr>
        </p:nvSpPr>
        <p:spPr>
          <a:xfrm>
            <a:off x="330993" y="313420"/>
            <a:ext cx="8482014" cy="307777"/>
          </a:xfrm>
        </p:spPr>
        <p:txBody>
          <a:bodyPr/>
          <a:lstStyle/>
          <a:p>
            <a:pPr algn="ctr"/>
            <a:r>
              <a:rPr lang="es-MX" noProof="0" dirty="0"/>
              <a:t>Actividad 10</a:t>
            </a:r>
          </a:p>
        </p:txBody>
      </p:sp>
      <p:sp>
        <p:nvSpPr>
          <p:cNvPr id="3" name="CuadroTexto 7">
            <a:extLst>
              <a:ext uri="{FF2B5EF4-FFF2-40B4-BE49-F238E27FC236}">
                <a16:creationId xmlns:a16="http://schemas.microsoft.com/office/drawing/2014/main" id="{E106F443-4997-F3B7-BBF1-A1EC167B5C9D}"/>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Planifica, prueba, triunfa</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5E688D7-3BD9-B5AB-7724-004FD7182E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88AF3D51-F8C0-8244-3087-0154F4118973}"/>
              </a:ext>
            </a:extLst>
          </p:cNvPr>
          <p:cNvSpPr txBox="1">
            <a:spLocks/>
          </p:cNvSpPr>
          <p:nvPr/>
        </p:nvSpPr>
        <p:spPr>
          <a:xfrm>
            <a:off x="3812321" y="3022155"/>
            <a:ext cx="1519355"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Plantilla </a:t>
            </a:r>
          </a:p>
        </p:txBody>
      </p:sp>
      <p:sp>
        <p:nvSpPr>
          <p:cNvPr id="25" name="CuadroTexto 7">
            <a:extLst>
              <a:ext uri="{FF2B5EF4-FFF2-40B4-BE49-F238E27FC236}">
                <a16:creationId xmlns:a16="http://schemas.microsoft.com/office/drawing/2014/main" id="{176D8938-3DC3-036C-E508-CB53D1C01E48}"/>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6"/>
                </a:solidFill>
              </a:rPr>
              <a:t>Entregable:</a:t>
            </a:r>
          </a:p>
          <a:p>
            <a:pPr algn="ctr"/>
            <a:endParaRPr lang="es-MX" sz="1100" noProof="0">
              <a:solidFill>
                <a:schemeClr val="bg1"/>
              </a:solidFill>
            </a:endParaRPr>
          </a:p>
          <a:p>
            <a:pPr algn="ctr"/>
            <a:r>
              <a:rPr lang="es-MX" sz="1100" noProof="0">
                <a:solidFill>
                  <a:schemeClr val="bg1"/>
                </a:solidFill>
              </a:rPr>
              <a:t>Propuestas de planificación de prueba piloto + plan de comunicación en la plantilla correspondiente </a:t>
            </a:r>
          </a:p>
        </p:txBody>
      </p:sp>
      <p:sp>
        <p:nvSpPr>
          <p:cNvPr id="8" name="Title 1">
            <a:extLst>
              <a:ext uri="{FF2B5EF4-FFF2-40B4-BE49-F238E27FC236}">
                <a16:creationId xmlns:a16="http://schemas.microsoft.com/office/drawing/2014/main" id="{8D5DBB09-A82E-4A57-F23E-B733F18015AA}"/>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dúos</a:t>
            </a:r>
            <a:endParaRPr lang="es-MX" sz="1400" b="0" noProof="0">
              <a:solidFill>
                <a:schemeClr val="bg1"/>
              </a:solidFill>
            </a:endParaRPr>
          </a:p>
        </p:txBody>
      </p:sp>
      <p:pic>
        <p:nvPicPr>
          <p:cNvPr id="4" name="Gráfico 3" descr="Perfil de hombre con relleno sólido">
            <a:extLst>
              <a:ext uri="{FF2B5EF4-FFF2-40B4-BE49-F238E27FC236}">
                <a16:creationId xmlns:a16="http://schemas.microsoft.com/office/drawing/2014/main" id="{5D95A3DC-63CD-BF96-670A-E4B2BEF217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A14043DB-C667-A648-D990-6B429749CB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7" name="Rectángulo 6">
            <a:extLst>
              <a:ext uri="{FF2B5EF4-FFF2-40B4-BE49-F238E27FC236}">
                <a16:creationId xmlns:a16="http://schemas.microsoft.com/office/drawing/2014/main" id="{8C033A84-69F4-3026-B346-90C357DEBE80}"/>
              </a:ext>
            </a:extLst>
          </p:cNvPr>
          <p:cNvSpPr/>
          <p:nvPr/>
        </p:nvSpPr>
        <p:spPr>
          <a:xfrm>
            <a:off x="3846279" y="1806192"/>
            <a:ext cx="1451441" cy="193378"/>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8">
            <a:extLst>
              <a:ext uri="{FF2B5EF4-FFF2-40B4-BE49-F238E27FC236}">
                <a16:creationId xmlns:a16="http://schemas.microsoft.com/office/drawing/2014/main" id="{40702BC5-9A93-DDDD-1AE9-A92B235F77FB}"/>
              </a:ext>
            </a:extLst>
          </p:cNvPr>
          <p:cNvSpPr/>
          <p:nvPr/>
        </p:nvSpPr>
        <p:spPr>
          <a:xfrm>
            <a:off x="3846279" y="1999570"/>
            <a:ext cx="1451441" cy="778819"/>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cxnSp>
        <p:nvCxnSpPr>
          <p:cNvPr id="11" name="Conector recto 10">
            <a:extLst>
              <a:ext uri="{FF2B5EF4-FFF2-40B4-BE49-F238E27FC236}">
                <a16:creationId xmlns:a16="http://schemas.microsoft.com/office/drawing/2014/main" id="{3F5B33D7-A2AC-AC38-49A0-E618DD8F8D55}"/>
              </a:ext>
            </a:extLst>
          </p:cNvPr>
          <p:cNvCxnSpPr/>
          <p:nvPr/>
        </p:nvCxnSpPr>
        <p:spPr>
          <a:xfrm>
            <a:off x="3846279" y="2186609"/>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E99D29A-3771-6F0A-EF08-47343B80BCFF}"/>
              </a:ext>
            </a:extLst>
          </p:cNvPr>
          <p:cNvCxnSpPr/>
          <p:nvPr/>
        </p:nvCxnSpPr>
        <p:spPr>
          <a:xfrm>
            <a:off x="3846279" y="235491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01A025D3-E546-AE3F-E3A6-8706F0947012}"/>
              </a:ext>
            </a:extLst>
          </p:cNvPr>
          <p:cNvCxnSpPr/>
          <p:nvPr/>
        </p:nvCxnSpPr>
        <p:spPr>
          <a:xfrm>
            <a:off x="3846279" y="2582352"/>
            <a:ext cx="1451441" cy="0"/>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B9233BD9-DA18-B591-2F78-A3B6B9C3E5CB}"/>
              </a:ext>
            </a:extLst>
          </p:cNvPr>
          <p:cNvCxnSpPr>
            <a:cxnSpLocks/>
          </p:cNvCxnSpPr>
          <p:nvPr/>
        </p:nvCxnSpPr>
        <p:spPr>
          <a:xfrm>
            <a:off x="4269023" y="1806192"/>
            <a:ext cx="0" cy="972197"/>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CBA28BD2-D668-96CF-3BA4-63B7086E5A18}"/>
              </a:ext>
            </a:extLst>
          </p:cNvPr>
          <p:cNvCxnSpPr>
            <a:cxnSpLocks/>
          </p:cNvCxnSpPr>
          <p:nvPr/>
        </p:nvCxnSpPr>
        <p:spPr>
          <a:xfrm>
            <a:off x="4723572" y="1806192"/>
            <a:ext cx="0" cy="972197"/>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6B54F787-9C53-7EF6-8B38-2B65DEC81CAE}"/>
              </a:ext>
            </a:extLst>
          </p:cNvPr>
          <p:cNvCxnSpPr>
            <a:cxnSpLocks/>
          </p:cNvCxnSpPr>
          <p:nvPr/>
        </p:nvCxnSpPr>
        <p:spPr>
          <a:xfrm>
            <a:off x="5019095" y="1806192"/>
            <a:ext cx="0" cy="974848"/>
          </a:xfrm>
          <a:prstGeom prst="line">
            <a:avLst/>
          </a:prstGeom>
          <a:ln w="9525" cap="rnd" cmpd="sng" algn="ctr">
            <a:solidFill>
              <a:schemeClr val="accent5"/>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EFDD80CC-48C0-EFD5-FEB1-5C3DC4189A41}"/>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Reflexión entre los miembros</a:t>
            </a:r>
          </a:p>
        </p:txBody>
      </p:sp>
      <p:pic>
        <p:nvPicPr>
          <p:cNvPr id="14" name="Gráfico 13" descr="Lluvia de ideas de grupo con relleno sólido">
            <a:extLst>
              <a:ext uri="{FF2B5EF4-FFF2-40B4-BE49-F238E27FC236}">
                <a16:creationId xmlns:a16="http://schemas.microsoft.com/office/drawing/2014/main" id="{98029277-A3CF-1E5B-E8D8-10A74F4484D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3239" y="1747596"/>
            <a:ext cx="1112454" cy="1112454"/>
          </a:xfrm>
          <a:prstGeom prst="rect">
            <a:avLst/>
          </a:prstGeom>
        </p:spPr>
      </p:pic>
      <p:pic>
        <p:nvPicPr>
          <p:cNvPr id="17" name="Gráfico 16" descr="Cursor con relleno sólido">
            <a:extLst>
              <a:ext uri="{FF2B5EF4-FFF2-40B4-BE49-F238E27FC236}">
                <a16:creationId xmlns:a16="http://schemas.microsoft.com/office/drawing/2014/main" id="{422E5367-D54B-97BC-6856-BE198DA5E6C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11180" y="4311330"/>
            <a:ext cx="515394" cy="515394"/>
          </a:xfrm>
          <a:prstGeom prst="rect">
            <a:avLst/>
          </a:prstGeom>
        </p:spPr>
      </p:pic>
      <p:sp>
        <p:nvSpPr>
          <p:cNvPr id="19" name="CuadroTexto 18">
            <a:extLst>
              <a:ext uri="{FF2B5EF4-FFF2-40B4-BE49-F238E27FC236}">
                <a16:creationId xmlns:a16="http://schemas.microsoft.com/office/drawing/2014/main" id="{B351F74C-8C8B-52B4-7733-060E8FF5826F}"/>
              </a:ext>
            </a:extLst>
          </p:cNvPr>
          <p:cNvSpPr txBox="1"/>
          <p:nvPr/>
        </p:nvSpPr>
        <p:spPr>
          <a:xfrm>
            <a:off x="472961" y="3735399"/>
            <a:ext cx="1955007" cy="5078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s-ES" dirty="0">
                <a:solidFill>
                  <a:schemeClr val="accent6"/>
                </a:solidFill>
                <a:hlinkClick r:id="rId6">
                  <a:extLst>
                    <a:ext uri="{A12FA001-AC4F-418D-AE19-62706E023703}">
                      <ahyp:hlinkClr xmlns:ahyp="http://schemas.microsoft.com/office/drawing/2018/hyperlinkcolor" val="tx"/>
                    </a:ext>
                  </a:extLst>
                </a:hlinkClick>
              </a:rPr>
              <a:t>Plan de piloto + comunicación.</a:t>
            </a:r>
            <a:endParaRPr lang="es-MX" dirty="0">
              <a:solidFill>
                <a:schemeClr val="accent6"/>
              </a:solidFill>
            </a:endParaRPr>
          </a:p>
        </p:txBody>
      </p:sp>
    </p:spTree>
    <p:extLst>
      <p:ext uri="{BB962C8B-B14F-4D97-AF65-F5344CB8AC3E}">
        <p14:creationId xmlns:p14="http://schemas.microsoft.com/office/powerpoint/2010/main" val="3386876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3A63-0A65-2FD5-85AA-79FA53B38A5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125024D3-71E6-3080-A5AA-A782911F90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125024D3-71E6-3080-A5AA-A782911F90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09815825-04E6-D435-717E-29461292C9D7}"/>
              </a:ext>
            </a:extLst>
          </p:cNvPr>
          <p:cNvSpPr>
            <a:spLocks noGrp="1"/>
          </p:cNvSpPr>
          <p:nvPr>
            <p:ph type="title"/>
          </p:nvPr>
        </p:nvSpPr>
        <p:spPr>
          <a:xfrm>
            <a:off x="3937397" y="242102"/>
            <a:ext cx="1708118" cy="307777"/>
          </a:xfrm>
        </p:spPr>
        <p:txBody>
          <a:bodyPr vert="horz"/>
          <a:lstStyle/>
          <a:p>
            <a:r>
              <a:rPr lang="es-MX" noProof="0"/>
              <a:t>Reflexión</a:t>
            </a:r>
          </a:p>
        </p:txBody>
      </p:sp>
      <p:pic>
        <p:nvPicPr>
          <p:cNvPr id="4" name="Imagen 3" descr="Imagen que contiene Icono&#10;&#10;El contenido generado por IA puede ser incorrecto.">
            <a:extLst>
              <a:ext uri="{FF2B5EF4-FFF2-40B4-BE49-F238E27FC236}">
                <a16:creationId xmlns:a16="http://schemas.microsoft.com/office/drawing/2014/main" id="{EA626B34-4614-00E6-DD3D-FA9D23294D5C}"/>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6686E462-451D-E4F2-2E55-B532C10EE2B3}"/>
              </a:ext>
            </a:extLst>
          </p:cNvPr>
          <p:cNvSpPr/>
          <p:nvPr/>
        </p:nvSpPr>
        <p:spPr>
          <a:xfrm>
            <a:off x="836676" y="1417517"/>
            <a:ext cx="7470648" cy="2707916"/>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r>
              <a:rPr lang="es-MX" sz="1600" b="1" noProof="0">
                <a:solidFill>
                  <a:srgbClr val="FFFFFF"/>
                </a:solidFill>
              </a:rPr>
              <a:t>¿Por qué es importante planificar?</a:t>
            </a:r>
          </a:p>
          <a:p>
            <a:pPr algn="ctr">
              <a:lnSpc>
                <a:spcPct val="250000"/>
              </a:lnSpc>
            </a:pPr>
            <a:r>
              <a:rPr lang="es-MX" sz="1600" b="1" noProof="0">
                <a:solidFill>
                  <a:srgbClr val="FFFFFF"/>
                </a:solidFill>
              </a:rPr>
              <a:t>¿Qué consecuencias tiene no comunicar de forma efectiva el plan?</a:t>
            </a:r>
          </a:p>
          <a:p>
            <a:pPr algn="ctr">
              <a:lnSpc>
                <a:spcPct val="250000"/>
              </a:lnSpc>
            </a:pPr>
            <a:r>
              <a:rPr lang="es-MX" sz="1600" b="1" noProof="0">
                <a:solidFill>
                  <a:srgbClr val="FFFFFF"/>
                </a:solidFill>
              </a:rPr>
              <a:t>¿En que nos beneficia hacer una prueba piloto antes de oficializar?</a:t>
            </a:r>
          </a:p>
        </p:txBody>
      </p:sp>
    </p:spTree>
    <p:extLst>
      <p:ext uri="{BB962C8B-B14F-4D97-AF65-F5344CB8AC3E}">
        <p14:creationId xmlns:p14="http://schemas.microsoft.com/office/powerpoint/2010/main" val="3822507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D0F59-75C5-F217-5979-B845C8A230E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57456A9-7F2A-B577-3F93-1882486AA8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957456A9-7F2A-B577-3F93-1882486AA8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47DDC15-FCA6-E017-84B5-3E035152AB4F}"/>
              </a:ext>
            </a:extLst>
          </p:cNvPr>
          <p:cNvSpPr>
            <a:spLocks noGrp="1"/>
          </p:cNvSpPr>
          <p:nvPr>
            <p:ph type="ctrTitle"/>
          </p:nvPr>
        </p:nvSpPr>
        <p:spPr>
          <a:xfrm>
            <a:off x="4500665" y="1206401"/>
            <a:ext cx="4364882" cy="1110942"/>
          </a:xfrm>
        </p:spPr>
        <p:txBody>
          <a:bodyPr vert="horz"/>
          <a:lstStyle/>
          <a:p>
            <a:r>
              <a:rPr lang="es-MX" sz="2400" noProof="0"/>
              <a:t>BEST </a:t>
            </a:r>
            <a:r>
              <a:rPr lang="es-MX" sz="2400" noProof="0" err="1"/>
              <a:t>Program</a:t>
            </a:r>
            <a:endParaRPr lang="es-MX" sz="2400" noProof="0"/>
          </a:p>
        </p:txBody>
      </p:sp>
      <p:sp>
        <p:nvSpPr>
          <p:cNvPr id="3" name="Subtitle 2">
            <a:extLst>
              <a:ext uri="{FF2B5EF4-FFF2-40B4-BE49-F238E27FC236}">
                <a16:creationId xmlns:a16="http://schemas.microsoft.com/office/drawing/2014/main" id="{25C839BC-9105-E516-2991-06D91BBAC6CB}"/>
              </a:ext>
            </a:extLst>
          </p:cNvPr>
          <p:cNvSpPr>
            <a:spLocks noGrp="1"/>
          </p:cNvSpPr>
          <p:nvPr>
            <p:ph type="subTitle" idx="1"/>
          </p:nvPr>
        </p:nvSpPr>
        <p:spPr>
          <a:xfrm>
            <a:off x="4500665" y="2369320"/>
            <a:ext cx="4174902" cy="292931"/>
          </a:xfrm>
        </p:spPr>
        <p:txBody>
          <a:bodyPr/>
          <a:lstStyle/>
          <a:p>
            <a:pPr>
              <a:buNone/>
            </a:pPr>
            <a:r>
              <a:rPr lang="es-MX" noProof="0" err="1"/>
              <a:t>Problem</a:t>
            </a:r>
            <a:r>
              <a:rPr lang="es-MX" noProof="0"/>
              <a:t> </a:t>
            </a:r>
            <a:r>
              <a:rPr lang="es-MX" noProof="0" err="1"/>
              <a:t>Solving</a:t>
            </a:r>
            <a:r>
              <a:rPr lang="es-MX" noProof="0"/>
              <a:t> </a:t>
            </a:r>
            <a:r>
              <a:rPr lang="es-MX" noProof="0" err="1"/>
              <a:t>System</a:t>
            </a:r>
            <a:r>
              <a:rPr lang="es-MX" noProof="0"/>
              <a:t> (POR</a:t>
            </a:r>
            <a:r>
              <a:rPr lang="es-MX" noProof="0">
                <a:solidFill>
                  <a:schemeClr val="accent6"/>
                </a:solidFill>
              </a:rPr>
              <a:t>T</a:t>
            </a:r>
            <a:r>
              <a:rPr lang="es-MX" noProof="0"/>
              <a:t>™) </a:t>
            </a:r>
          </a:p>
          <a:p>
            <a:pPr>
              <a:buNone/>
            </a:pPr>
            <a:r>
              <a:rPr lang="es-MX" i="1" noProof="0"/>
              <a:t> </a:t>
            </a:r>
            <a:r>
              <a:rPr lang="es-MX" i="1" noProof="0" err="1"/>
              <a:t>Week</a:t>
            </a:r>
            <a:r>
              <a:rPr lang="es-MX" i="1" noProof="0"/>
              <a:t> 6: </a:t>
            </a:r>
            <a:r>
              <a:rPr lang="es-MX" b="1" i="1" noProof="0" err="1">
                <a:solidFill>
                  <a:schemeClr val="accent6"/>
                </a:solidFill>
              </a:rPr>
              <a:t>Track</a:t>
            </a:r>
            <a:r>
              <a:rPr lang="es-MX" b="1" i="1" noProof="0">
                <a:solidFill>
                  <a:schemeClr val="accent6"/>
                </a:solidFill>
              </a:rPr>
              <a:t> and </a:t>
            </a:r>
            <a:r>
              <a:rPr lang="es-MX" b="1" i="1" noProof="0" err="1">
                <a:solidFill>
                  <a:schemeClr val="accent6"/>
                </a:solidFill>
              </a:rPr>
              <a:t>sustain</a:t>
            </a:r>
            <a:endParaRPr lang="es-MX" i="1" noProof="0">
              <a:solidFill>
                <a:schemeClr val="accent6"/>
              </a:solidFill>
            </a:endParaRPr>
          </a:p>
          <a:p>
            <a:pPr>
              <a:buNone/>
            </a:pPr>
            <a:endParaRPr lang="es-MX" i="1" noProof="0"/>
          </a:p>
        </p:txBody>
      </p:sp>
      <p:pic>
        <p:nvPicPr>
          <p:cNvPr id="5" name="Imagen 4" descr="Imagen que contiene Icono&#10;&#10;El contenido generado por IA puede ser incorrecto.">
            <a:extLst>
              <a:ext uri="{FF2B5EF4-FFF2-40B4-BE49-F238E27FC236}">
                <a16:creationId xmlns:a16="http://schemas.microsoft.com/office/drawing/2014/main" id="{AE9F5CBF-EAE4-7B1A-2812-4F9262822CD3}"/>
              </a:ext>
            </a:extLst>
          </p:cNvPr>
          <p:cNvPicPr>
            <a:picLocks noChangeAspect="1"/>
          </p:cNvPicPr>
          <p:nvPr/>
        </p:nvPicPr>
        <p:blipFill>
          <a:blip r:embed="rId5"/>
          <a:stretch>
            <a:fillRect/>
          </a:stretch>
        </p:blipFill>
        <p:spPr>
          <a:xfrm>
            <a:off x="8765825" y="4648200"/>
            <a:ext cx="297258" cy="419100"/>
          </a:xfrm>
          <a:prstGeom prst="rect">
            <a:avLst/>
          </a:prstGeom>
        </p:spPr>
      </p:pic>
    </p:spTree>
    <p:extLst>
      <p:ext uri="{BB962C8B-B14F-4D97-AF65-F5344CB8AC3E}">
        <p14:creationId xmlns:p14="http://schemas.microsoft.com/office/powerpoint/2010/main" val="25062873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CAB80-A0F9-515E-4656-7C4C54B9AFE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27CAB952-AE30-4BC1-6BD2-DE30D62E63E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27CAB952-AE30-4BC1-6BD2-DE30D62E63E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BA515FEC-4686-3D09-A6E1-25E136DFB13A}"/>
              </a:ext>
            </a:extLst>
          </p:cNvPr>
          <p:cNvSpPr>
            <a:spLocks noGrp="1"/>
          </p:cNvSpPr>
          <p:nvPr>
            <p:ph type="title"/>
          </p:nvPr>
        </p:nvSpPr>
        <p:spPr>
          <a:xfrm>
            <a:off x="135922" y="242102"/>
            <a:ext cx="8789937" cy="307777"/>
          </a:xfrm>
        </p:spPr>
        <p:txBody>
          <a:bodyPr vert="horz"/>
          <a:lstStyle/>
          <a:p>
            <a:pPr algn="ctr"/>
            <a:r>
              <a:rPr lang="es-MX" noProof="0"/>
              <a:t>Formación</a:t>
            </a:r>
          </a:p>
        </p:txBody>
      </p:sp>
      <p:sp>
        <p:nvSpPr>
          <p:cNvPr id="5" name="TextBox 4">
            <a:extLst>
              <a:ext uri="{FF2B5EF4-FFF2-40B4-BE49-F238E27FC236}">
                <a16:creationId xmlns:a16="http://schemas.microsoft.com/office/drawing/2014/main" id="{7652C36F-A082-EDAC-BA5A-87E8727C6D89}"/>
              </a:ext>
            </a:extLst>
          </p:cNvPr>
          <p:cNvSpPr txBox="1"/>
          <p:nvPr/>
        </p:nvSpPr>
        <p:spPr>
          <a:xfrm>
            <a:off x="212093" y="869405"/>
            <a:ext cx="3501929" cy="4206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225"/>
              </a:spcBef>
              <a:spcAft>
                <a:spcPts val="225"/>
              </a:spcAft>
              <a:buClr>
                <a:srgbClr val="000000"/>
              </a:buClr>
              <a:defRPr/>
            </a:pPr>
            <a:r>
              <a:rPr lang="es-MX" sz="1200" b="1" noProof="0" err="1">
                <a:solidFill>
                  <a:schemeClr val="bg1"/>
                </a:solidFill>
                <a:ea typeface="Verdana" panose="020B0604030504040204" pitchFamily="34" charset="0"/>
                <a:cs typeface="Calibri" panose="020F0502020204030204" pitchFamily="34" charset="0"/>
                <a:sym typeface="Verdana" panose="020B0604030504040204" pitchFamily="34" charset="0"/>
              </a:rPr>
              <a:t>Week</a:t>
            </a: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6: Seguimiento y sostenibilidad</a:t>
            </a:r>
          </a:p>
          <a:p>
            <a:pPr>
              <a:spcBef>
                <a:spcPts val="225"/>
              </a:spcBef>
              <a:spcAft>
                <a:spcPts val="225"/>
              </a:spcAft>
              <a:buClr>
                <a:srgbClr val="000000"/>
              </a:buClr>
              <a:defRPr/>
            </a:pPr>
            <a:r>
              <a:rPr lang="es-MX" sz="1200" b="1" noProof="0">
                <a:solidFill>
                  <a:schemeClr val="bg1"/>
                </a:solidFill>
                <a:ea typeface="Verdana" panose="020B0604030504040204" pitchFamily="34" charset="0"/>
                <a:cs typeface="Calibri" panose="020F0502020204030204" pitchFamily="34" charset="0"/>
                <a:sym typeface="Verdana" panose="020B0604030504040204" pitchFamily="34" charset="0"/>
              </a:rPr>
              <a:t> </a:t>
            </a:r>
          </a:p>
        </p:txBody>
      </p:sp>
      <p:cxnSp>
        <p:nvCxnSpPr>
          <p:cNvPr id="56" name="Straight Connector 79">
            <a:extLst>
              <a:ext uri="{FF2B5EF4-FFF2-40B4-BE49-F238E27FC236}">
                <a16:creationId xmlns:a16="http://schemas.microsoft.com/office/drawing/2014/main" id="{8A18DA33-BA36-58E1-1D00-ADFF48EC2CB0}"/>
              </a:ext>
            </a:extLst>
          </p:cNvPr>
          <p:cNvCxnSpPr>
            <a:cxnSpLocks/>
          </p:cNvCxnSpPr>
          <p:nvPr/>
        </p:nvCxnSpPr>
        <p:spPr>
          <a:xfrm>
            <a:off x="139916" y="1107367"/>
            <a:ext cx="5854337"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3" name="Imagen 2" descr="Imagen que contiene Icono&#10;&#10;El contenido generado por IA puede ser incorrecto.">
            <a:extLst>
              <a:ext uri="{FF2B5EF4-FFF2-40B4-BE49-F238E27FC236}">
                <a16:creationId xmlns:a16="http://schemas.microsoft.com/office/drawing/2014/main" id="{E7C58E11-1901-BA9A-31DB-A2CDF67B56A2}"/>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TextBox 4">
            <a:extLst>
              <a:ext uri="{FF2B5EF4-FFF2-40B4-BE49-F238E27FC236}">
                <a16:creationId xmlns:a16="http://schemas.microsoft.com/office/drawing/2014/main" id="{DEE8CA2A-4B0F-4A48-D8E4-8130A5427E8A}"/>
              </a:ext>
            </a:extLst>
          </p:cNvPr>
          <p:cNvSpPr txBox="1"/>
          <p:nvPr/>
        </p:nvSpPr>
        <p:spPr>
          <a:xfrm>
            <a:off x="212093" y="1309052"/>
            <a:ext cx="3938488" cy="293381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Genba</a:t>
            </a: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 como sostenimiento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Método de </a:t>
            </a:r>
            <a:r>
              <a:rPr lang="es-MX" sz="1000" noProof="0" dirty="0" err="1">
                <a:solidFill>
                  <a:schemeClr val="bg1"/>
                </a:solidFill>
                <a:ea typeface="Verdana" panose="020B0604030504040204" pitchFamily="34" charset="0"/>
                <a:cs typeface="Calibri" panose="020F0502020204030204" pitchFamily="34" charset="0"/>
                <a:sym typeface="Verdana" panose="020B0604030504040204" pitchFamily="34" charset="0"/>
              </a:rPr>
              <a:t>trackeo</a:t>
            </a: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Sistema de reuniones</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Gestión visual </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Sistema de reconocimiento</a:t>
            </a: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dirty="0">
                <a:solidFill>
                  <a:schemeClr val="bg1"/>
                </a:solidFill>
                <a:ea typeface="Verdana" panose="020B0604030504040204" pitchFamily="34" charset="0"/>
                <a:cs typeface="Calibri" panose="020F0502020204030204" pitchFamily="34" charset="0"/>
                <a:sym typeface="Verdana" panose="020B0604030504040204" pitchFamily="34" charset="0"/>
              </a:rPr>
              <a:t>Actividad 11: Lo visible se sostiene</a:t>
            </a:r>
            <a:endPar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endParaRPr>
          </a:p>
          <a:p>
            <a:pPr marL="171450" indent="-171450">
              <a:lnSpc>
                <a:spcPct val="250000"/>
              </a:lnSpc>
              <a:spcBef>
                <a:spcPts val="225"/>
              </a:spcBef>
              <a:spcAft>
                <a:spcPts val="225"/>
              </a:spcAft>
              <a:buClr>
                <a:schemeClr val="bg2"/>
              </a:buClr>
              <a:buFont typeface="Wingdings" panose="05000000000000000000" pitchFamily="2" charset="2"/>
              <a:buChar char="Ø"/>
              <a:defRPr/>
            </a:pPr>
            <a:r>
              <a:rPr lang="es-MX" sz="1000" noProof="0" dirty="0">
                <a:solidFill>
                  <a:schemeClr val="bg1"/>
                </a:solidFill>
                <a:ea typeface="Verdana" panose="020B0604030504040204" pitchFamily="34" charset="0"/>
                <a:cs typeface="Calibri" panose="020F0502020204030204" pitchFamily="34" charset="0"/>
                <a:sym typeface="Verdana" panose="020B0604030504040204" pitchFamily="34" charset="0"/>
              </a:rPr>
              <a:t>Reflexión y cierre  </a:t>
            </a:r>
          </a:p>
        </p:txBody>
      </p:sp>
    </p:spTree>
    <p:extLst>
      <p:ext uri="{BB962C8B-B14F-4D97-AF65-F5344CB8AC3E}">
        <p14:creationId xmlns:p14="http://schemas.microsoft.com/office/powerpoint/2010/main" val="2046577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2DE4-D3D0-DE28-5051-CCB7556E1F31}"/>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B99EFBB9-314A-8C60-3224-14E9FA1CCC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B99EFBB9-314A-8C60-3224-14E9FA1CCC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203118BF-806C-167C-A72B-64629C9D10A9}"/>
              </a:ext>
            </a:extLst>
          </p:cNvPr>
          <p:cNvSpPr>
            <a:spLocks noGrp="1"/>
          </p:cNvSpPr>
          <p:nvPr>
            <p:ph type="title"/>
          </p:nvPr>
        </p:nvSpPr>
        <p:spPr>
          <a:xfrm>
            <a:off x="177031" y="242102"/>
            <a:ext cx="8789937" cy="307777"/>
          </a:xfrm>
        </p:spPr>
        <p:txBody>
          <a:bodyPr vert="horz"/>
          <a:lstStyle/>
          <a:p>
            <a:pPr algn="ctr"/>
            <a:r>
              <a:rPr lang="es-MX" noProof="0"/>
              <a:t>Seguimiento y sostenibilidad</a:t>
            </a:r>
          </a:p>
        </p:txBody>
      </p:sp>
      <p:sp>
        <p:nvSpPr>
          <p:cNvPr id="35" name="TextBox 4">
            <a:extLst>
              <a:ext uri="{FF2B5EF4-FFF2-40B4-BE49-F238E27FC236}">
                <a16:creationId xmlns:a16="http://schemas.microsoft.com/office/drawing/2014/main" id="{3375F618-F245-A662-3A0A-542A105F30FB}"/>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00CA6256-50FC-BD73-6F7F-02462B362F63}"/>
              </a:ext>
            </a:extLst>
          </p:cNvPr>
          <p:cNvPicPr>
            <a:picLocks noChangeAspect="1"/>
          </p:cNvPicPr>
          <p:nvPr/>
        </p:nvPicPr>
        <p:blipFill>
          <a:blip r:embed="rId6"/>
          <a:stretch>
            <a:fillRect/>
          </a:stretch>
        </p:blipFill>
        <p:spPr>
          <a:xfrm>
            <a:off x="8738529" y="130779"/>
            <a:ext cx="297258" cy="419100"/>
          </a:xfrm>
          <a:prstGeom prst="rect">
            <a:avLst/>
          </a:prstGeom>
        </p:spPr>
      </p:pic>
      <p:sp>
        <p:nvSpPr>
          <p:cNvPr id="22" name="Rectángulo: esquinas redondeadas 21">
            <a:extLst>
              <a:ext uri="{FF2B5EF4-FFF2-40B4-BE49-F238E27FC236}">
                <a16:creationId xmlns:a16="http://schemas.microsoft.com/office/drawing/2014/main" id="{57EFCE49-7D34-3A80-1156-1B05C8C66E17}"/>
              </a:ext>
            </a:extLst>
          </p:cNvPr>
          <p:cNvSpPr/>
          <p:nvPr/>
        </p:nvSpPr>
        <p:spPr>
          <a:xfrm>
            <a:off x="201402" y="994711"/>
            <a:ext cx="4849091" cy="2583873"/>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7" name="Rectángulo: esquinas redondeadas 26">
            <a:extLst>
              <a:ext uri="{FF2B5EF4-FFF2-40B4-BE49-F238E27FC236}">
                <a16:creationId xmlns:a16="http://schemas.microsoft.com/office/drawing/2014/main" id="{74603F49-8A8F-F33F-451B-A339DFD8CADD}"/>
              </a:ext>
            </a:extLst>
          </p:cNvPr>
          <p:cNvSpPr/>
          <p:nvPr/>
        </p:nvSpPr>
        <p:spPr>
          <a:xfrm>
            <a:off x="201402" y="3795252"/>
            <a:ext cx="4849091" cy="63919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angle 3">
            <a:extLst>
              <a:ext uri="{FF2B5EF4-FFF2-40B4-BE49-F238E27FC236}">
                <a16:creationId xmlns:a16="http://schemas.microsoft.com/office/drawing/2014/main" id="{D6123BD4-2795-92DF-68E5-5CB02DD5D626}"/>
              </a:ext>
            </a:extLst>
          </p:cNvPr>
          <p:cNvSpPr>
            <a:spLocks/>
          </p:cNvSpPr>
          <p:nvPr/>
        </p:nvSpPr>
        <p:spPr bwMode="gray">
          <a:xfrm>
            <a:off x="541356" y="3914469"/>
            <a:ext cx="4196892"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El seguimiento asegura el camino; la sostenibilidad garantiza que no volvamos atrás.</a:t>
            </a:r>
          </a:p>
        </p:txBody>
      </p:sp>
      <p:sp>
        <p:nvSpPr>
          <p:cNvPr id="5" name="AutoShape 4">
            <a:extLst>
              <a:ext uri="{FF2B5EF4-FFF2-40B4-BE49-F238E27FC236}">
                <a16:creationId xmlns:a16="http://schemas.microsoft.com/office/drawing/2014/main" id="{332B0B2A-9168-709B-60F7-F0D0E32CE6B6}"/>
              </a:ext>
            </a:extLst>
          </p:cNvPr>
          <p:cNvSpPr>
            <a:spLocks noChangeAspect="1" noChangeArrowheads="1"/>
          </p:cNvSpPr>
          <p:nvPr/>
        </p:nvSpPr>
        <p:spPr bwMode="auto">
          <a:xfrm>
            <a:off x="6039573" y="2038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noProof="0"/>
          </a:p>
        </p:txBody>
      </p:sp>
      <p:sp>
        <p:nvSpPr>
          <p:cNvPr id="11" name="Rectángulo: esquinas redondeadas 10">
            <a:extLst>
              <a:ext uri="{FF2B5EF4-FFF2-40B4-BE49-F238E27FC236}">
                <a16:creationId xmlns:a16="http://schemas.microsoft.com/office/drawing/2014/main" id="{DA42AA3C-0660-F95C-A57B-CB96C19900CE}"/>
              </a:ext>
            </a:extLst>
          </p:cNvPr>
          <p:cNvSpPr/>
          <p:nvPr/>
        </p:nvSpPr>
        <p:spPr>
          <a:xfrm>
            <a:off x="5463550" y="240069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EDC9F95E-08F0-87B1-0452-07B16E9CA82C}"/>
              </a:ext>
            </a:extLst>
          </p:cNvPr>
          <p:cNvSpPr/>
          <p:nvPr/>
        </p:nvSpPr>
        <p:spPr>
          <a:xfrm>
            <a:off x="5463550" y="101467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Rectángulo: esquinas redondeadas 12">
            <a:extLst>
              <a:ext uri="{FF2B5EF4-FFF2-40B4-BE49-F238E27FC236}">
                <a16:creationId xmlns:a16="http://schemas.microsoft.com/office/drawing/2014/main" id="{10946C70-AE1A-2D11-AD15-F253D23CFD4A}"/>
              </a:ext>
            </a:extLst>
          </p:cNvPr>
          <p:cNvSpPr/>
          <p:nvPr/>
        </p:nvSpPr>
        <p:spPr>
          <a:xfrm>
            <a:off x="7318979" y="1014676"/>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DCC8CB0A-971D-D337-FDB3-D8664B81F56B}"/>
              </a:ext>
            </a:extLst>
          </p:cNvPr>
          <p:cNvSpPr/>
          <p:nvPr/>
        </p:nvSpPr>
        <p:spPr>
          <a:xfrm>
            <a:off x="7328290" y="2400691"/>
            <a:ext cx="1544898" cy="12414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Rectangle 3">
            <a:extLst>
              <a:ext uri="{FF2B5EF4-FFF2-40B4-BE49-F238E27FC236}">
                <a16:creationId xmlns:a16="http://schemas.microsoft.com/office/drawing/2014/main" id="{E9B5C07A-182B-607F-6115-D67F5C6E1A1B}"/>
              </a:ext>
            </a:extLst>
          </p:cNvPr>
          <p:cNvSpPr>
            <a:spLocks/>
          </p:cNvSpPr>
          <p:nvPr/>
        </p:nvSpPr>
        <p:spPr bwMode="gray">
          <a:xfrm>
            <a:off x="5628432" y="1799669"/>
            <a:ext cx="1232231"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Aseguramiento de la disciplina</a:t>
            </a:r>
          </a:p>
        </p:txBody>
      </p:sp>
      <p:sp>
        <p:nvSpPr>
          <p:cNvPr id="31" name="Rectangle 3">
            <a:extLst>
              <a:ext uri="{FF2B5EF4-FFF2-40B4-BE49-F238E27FC236}">
                <a16:creationId xmlns:a16="http://schemas.microsoft.com/office/drawing/2014/main" id="{DCBD4566-8B24-CD05-7559-567514FC0372}"/>
              </a:ext>
            </a:extLst>
          </p:cNvPr>
          <p:cNvSpPr>
            <a:spLocks/>
          </p:cNvSpPr>
          <p:nvPr/>
        </p:nvSpPr>
        <p:spPr bwMode="gray">
          <a:xfrm>
            <a:off x="5522447" y="3189981"/>
            <a:ext cx="144419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Genera transparencia</a:t>
            </a:r>
          </a:p>
        </p:txBody>
      </p:sp>
      <p:sp>
        <p:nvSpPr>
          <p:cNvPr id="32" name="Rectangle 3">
            <a:extLst>
              <a:ext uri="{FF2B5EF4-FFF2-40B4-BE49-F238E27FC236}">
                <a16:creationId xmlns:a16="http://schemas.microsoft.com/office/drawing/2014/main" id="{353420F5-E5C7-8009-54FE-9AEDC3F4FEC2}"/>
              </a:ext>
            </a:extLst>
          </p:cNvPr>
          <p:cNvSpPr>
            <a:spLocks/>
          </p:cNvSpPr>
          <p:nvPr/>
        </p:nvSpPr>
        <p:spPr bwMode="gray">
          <a:xfrm>
            <a:off x="7445318" y="1829314"/>
            <a:ext cx="13290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Consolida </a:t>
            </a:r>
            <a:r>
              <a:rPr lang="es-MX" sz="1200" noProof="0" err="1">
                <a:solidFill>
                  <a:schemeClr val="bg1"/>
                </a:solidFill>
              </a:rPr>
              <a:t>estandares</a:t>
            </a:r>
            <a:r>
              <a:rPr lang="es-MX" sz="1200" noProof="0">
                <a:solidFill>
                  <a:schemeClr val="bg1"/>
                </a:solidFill>
              </a:rPr>
              <a:t> claros</a:t>
            </a:r>
          </a:p>
        </p:txBody>
      </p:sp>
      <p:sp>
        <p:nvSpPr>
          <p:cNvPr id="33" name="Rectangle 3">
            <a:extLst>
              <a:ext uri="{FF2B5EF4-FFF2-40B4-BE49-F238E27FC236}">
                <a16:creationId xmlns:a16="http://schemas.microsoft.com/office/drawing/2014/main" id="{EA4351C1-C3DC-5FDD-CE19-043F430546FF}"/>
              </a:ext>
            </a:extLst>
          </p:cNvPr>
          <p:cNvSpPr>
            <a:spLocks/>
          </p:cNvSpPr>
          <p:nvPr/>
        </p:nvSpPr>
        <p:spPr bwMode="gray">
          <a:xfrm>
            <a:off x="7309669" y="3209252"/>
            <a:ext cx="1563519" cy="369332"/>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a:solidFill>
                  <a:schemeClr val="bg1"/>
                </a:solidFill>
              </a:rPr>
              <a:t>Promueve la </a:t>
            </a:r>
            <a:r>
              <a:rPr lang="es-MX" sz="1200" b="1" noProof="0">
                <a:solidFill>
                  <a:schemeClr val="accent6"/>
                </a:solidFill>
              </a:rPr>
              <a:t>mejora continua</a:t>
            </a:r>
          </a:p>
        </p:txBody>
      </p:sp>
      <p:grpSp>
        <p:nvGrpSpPr>
          <p:cNvPr id="30" name="Grupo 29">
            <a:extLst>
              <a:ext uri="{FF2B5EF4-FFF2-40B4-BE49-F238E27FC236}">
                <a16:creationId xmlns:a16="http://schemas.microsoft.com/office/drawing/2014/main" id="{EC35267E-5161-5A99-B7E6-AE855E12119B}"/>
              </a:ext>
            </a:extLst>
          </p:cNvPr>
          <p:cNvGrpSpPr/>
          <p:nvPr/>
        </p:nvGrpSpPr>
        <p:grpSpPr>
          <a:xfrm>
            <a:off x="337745" y="1107586"/>
            <a:ext cx="4568464" cy="2361587"/>
            <a:chOff x="337745" y="1107586"/>
            <a:chExt cx="4568464" cy="2361587"/>
          </a:xfrm>
        </p:grpSpPr>
        <p:sp>
          <p:nvSpPr>
            <p:cNvPr id="9" name="Rectángulo 8">
              <a:extLst>
                <a:ext uri="{FF2B5EF4-FFF2-40B4-BE49-F238E27FC236}">
                  <a16:creationId xmlns:a16="http://schemas.microsoft.com/office/drawing/2014/main" id="{DC50E84D-8F07-6644-FD26-FAC0EAFB4805}"/>
                </a:ext>
              </a:extLst>
            </p:cNvPr>
            <p:cNvSpPr/>
            <p:nvPr/>
          </p:nvSpPr>
          <p:spPr>
            <a:xfrm>
              <a:off x="337745" y="1107586"/>
              <a:ext cx="4561537" cy="2354660"/>
            </a:xfrm>
            <a:prstGeom prst="rect">
              <a:avLst/>
            </a:prstGeom>
            <a:solidFill>
              <a:schemeClr val="bg1"/>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6" name="TextBox 8">
              <a:extLst>
                <a:ext uri="{FF2B5EF4-FFF2-40B4-BE49-F238E27FC236}">
                  <a16:creationId xmlns:a16="http://schemas.microsoft.com/office/drawing/2014/main" id="{F4A777D4-9E27-E7C7-3B24-ECB1DD72FBA5}"/>
                </a:ext>
              </a:extLst>
            </p:cNvPr>
            <p:cNvSpPr txBox="1"/>
            <p:nvPr/>
          </p:nvSpPr>
          <p:spPr>
            <a:xfrm>
              <a:off x="626395" y="1357870"/>
              <a:ext cx="2460785" cy="1246495"/>
            </a:xfrm>
            <a:prstGeom prst="rect">
              <a:avLst/>
            </a:prstGeom>
            <a:noFill/>
          </p:spPr>
          <p:txBody>
            <a:bodyPr wrap="square" rtlCol="0">
              <a:spAutoFit/>
            </a:bodyPr>
            <a:lstStyle/>
            <a:p>
              <a:pPr>
                <a:defRPr/>
              </a:pPr>
              <a:r>
                <a:rPr lang="es-MX" sz="1200" b="1" noProof="0">
                  <a:solidFill>
                    <a:schemeClr val="accent5"/>
                  </a:solidFill>
                </a:rPr>
                <a:t>“La excelencia no es un acto, es un hábito.”</a:t>
              </a: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endPar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endParaRPr>
            </a:p>
            <a:p>
              <a:pPr>
                <a:defRPr/>
              </a:pPr>
              <a:r>
                <a:rPr lang="es-MX" sz="1200" b="1" i="1" noProof="0">
                  <a:solidFill>
                    <a:schemeClr val="accent5"/>
                  </a:solidFill>
                  <a:latin typeface="Verdana" panose="020B0604030504040204" pitchFamily="34" charset="0"/>
                  <a:ea typeface="Verdana" panose="020B0604030504040204" pitchFamily="34" charset="0"/>
                  <a:cs typeface="Verdana" panose="020B0604030504040204" pitchFamily="34" charset="0"/>
                </a:rPr>
                <a:t>- Aristóteles</a:t>
              </a:r>
              <a:r>
                <a:rPr lang="es-MX" b="1" i="1" noProof="0">
                  <a:solidFill>
                    <a:schemeClr val="bg1"/>
                  </a:solidFill>
                  <a:latin typeface="Verdana" panose="020B0604030504040204" pitchFamily="34" charset="0"/>
                  <a:ea typeface="Verdana" panose="020B0604030504040204" pitchFamily="34" charset="0"/>
                  <a:cs typeface="Verdana" panose="020B0604030504040204" pitchFamily="34" charset="0"/>
                </a:rPr>
                <a:t>
</a:t>
              </a:r>
            </a:p>
          </p:txBody>
        </p:sp>
        <p:pic>
          <p:nvPicPr>
            <p:cNvPr id="1026" name="Picture 2" descr="Aristóteles. Biografía.">
              <a:extLst>
                <a:ext uri="{FF2B5EF4-FFF2-40B4-BE49-F238E27FC236}">
                  <a16:creationId xmlns:a16="http://schemas.microsoft.com/office/drawing/2014/main" id="{E93CBD45-C550-E6EA-F958-CC510B3242A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76"/>
            <a:stretch>
              <a:fillRect/>
            </a:stretch>
          </p:blipFill>
          <p:spPr bwMode="auto">
            <a:xfrm>
              <a:off x="3002765" y="1802536"/>
              <a:ext cx="1903444" cy="1666637"/>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Gráfico 5" descr="Bloquear con relleno sólido">
            <a:extLst>
              <a:ext uri="{FF2B5EF4-FFF2-40B4-BE49-F238E27FC236}">
                <a16:creationId xmlns:a16="http://schemas.microsoft.com/office/drawing/2014/main" id="{8456B603-C2DF-EFB9-C7BE-ED792084FE1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31487" y="1027773"/>
            <a:ext cx="809023" cy="809023"/>
          </a:xfrm>
          <a:prstGeom prst="rect">
            <a:avLst/>
          </a:prstGeom>
        </p:spPr>
      </p:pic>
      <p:pic>
        <p:nvPicPr>
          <p:cNvPr id="14" name="Gráfico 13" descr="Marcador con relleno sólido">
            <a:extLst>
              <a:ext uri="{FF2B5EF4-FFF2-40B4-BE49-F238E27FC236}">
                <a16:creationId xmlns:a16="http://schemas.microsoft.com/office/drawing/2014/main" id="{5C6C0E68-4F02-D47F-0A1F-ADF48F68C00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46220" y="1107586"/>
            <a:ext cx="709035" cy="709035"/>
          </a:xfrm>
          <a:prstGeom prst="rect">
            <a:avLst/>
          </a:prstGeom>
        </p:spPr>
      </p:pic>
      <p:pic>
        <p:nvPicPr>
          <p:cNvPr id="23" name="Gráfico 22" descr="Ojo con relleno sólido">
            <a:extLst>
              <a:ext uri="{FF2B5EF4-FFF2-40B4-BE49-F238E27FC236}">
                <a16:creationId xmlns:a16="http://schemas.microsoft.com/office/drawing/2014/main" id="{A726559F-3DB8-00E0-0ACD-7C2FEA19206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87459" y="2387284"/>
            <a:ext cx="914400" cy="914400"/>
          </a:xfrm>
          <a:prstGeom prst="rect">
            <a:avLst/>
          </a:prstGeom>
        </p:spPr>
      </p:pic>
      <p:pic>
        <p:nvPicPr>
          <p:cNvPr id="25" name="Gráfico 24" descr="Mejora continua con relleno sólido">
            <a:extLst>
              <a:ext uri="{FF2B5EF4-FFF2-40B4-BE49-F238E27FC236}">
                <a16:creationId xmlns:a16="http://schemas.microsoft.com/office/drawing/2014/main" id="{85F9A6E3-A4D6-0EB9-A625-6DB7B171503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34228" y="2400691"/>
            <a:ext cx="914400" cy="914400"/>
          </a:xfrm>
          <a:prstGeom prst="rect">
            <a:avLst/>
          </a:prstGeom>
        </p:spPr>
      </p:pic>
    </p:spTree>
    <p:extLst>
      <p:ext uri="{BB962C8B-B14F-4D97-AF65-F5344CB8AC3E}">
        <p14:creationId xmlns:p14="http://schemas.microsoft.com/office/powerpoint/2010/main" val="519159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7FD69-E36A-A570-F53F-E9D8D5168015}"/>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393A01CB-1C10-D453-A8BD-14B0562478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393A01CB-1C10-D453-A8BD-14B0562478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5">
            <a:extLst>
              <a:ext uri="{FF2B5EF4-FFF2-40B4-BE49-F238E27FC236}">
                <a16:creationId xmlns:a16="http://schemas.microsoft.com/office/drawing/2014/main" id="{AF991125-EE46-ADC8-D722-3AD1EA64E259}"/>
              </a:ext>
            </a:extLst>
          </p:cNvPr>
          <p:cNvSpPr>
            <a:spLocks noGrp="1"/>
          </p:cNvSpPr>
          <p:nvPr>
            <p:ph type="title"/>
          </p:nvPr>
        </p:nvSpPr>
        <p:spPr>
          <a:xfrm>
            <a:off x="177031" y="242102"/>
            <a:ext cx="8789937" cy="492443"/>
          </a:xfrm>
        </p:spPr>
        <p:txBody>
          <a:bodyPr vert="horz"/>
          <a:lstStyle/>
          <a:p>
            <a:pPr algn="ctr"/>
            <a:r>
              <a:rPr lang="es-MX" noProof="0" dirty="0" err="1"/>
              <a:t>Genba</a:t>
            </a:r>
            <a:r>
              <a:rPr lang="es-MX" noProof="0" dirty="0"/>
              <a:t> </a:t>
            </a:r>
            <a:r>
              <a:rPr lang="es-MX" noProof="0" dirty="0" err="1"/>
              <a:t>Walk</a:t>
            </a:r>
            <a:br>
              <a:rPr lang="es-MX" noProof="0" dirty="0"/>
            </a:br>
            <a:r>
              <a:rPr lang="es-MX" sz="1100" dirty="0">
                <a:solidFill>
                  <a:schemeClr val="bg1"/>
                </a:solidFill>
              </a:rPr>
              <a:t>La diferencia esta en la constancia</a:t>
            </a:r>
            <a:endParaRPr lang="es-MX" noProof="0" dirty="0"/>
          </a:p>
        </p:txBody>
      </p:sp>
      <p:sp>
        <p:nvSpPr>
          <p:cNvPr id="35" name="TextBox 4">
            <a:extLst>
              <a:ext uri="{FF2B5EF4-FFF2-40B4-BE49-F238E27FC236}">
                <a16:creationId xmlns:a16="http://schemas.microsoft.com/office/drawing/2014/main" id="{B1BD2572-33E0-44B9-FD59-EE09D729A8AC}"/>
              </a:ext>
            </a:extLst>
          </p:cNvPr>
          <p:cNvSpPr txBox="1"/>
          <p:nvPr/>
        </p:nvSpPr>
        <p:spPr>
          <a:xfrm>
            <a:off x="-2002705" y="1939875"/>
            <a:ext cx="1296000" cy="35907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182880" lvl="1" indent="-182880">
              <a:lnSpc>
                <a:spcPct val="100000"/>
              </a:lnSpc>
              <a:spcBef>
                <a:spcPts val="0"/>
              </a:spcBef>
              <a:spcAft>
                <a:spcPts val="300"/>
              </a:spcAft>
              <a:buClrTx/>
              <a:buSzPct val="100000"/>
              <a:buFont typeface="Arial" panose="020B0604020202020204" pitchFamily="34" charset="0"/>
              <a:buChar char="•"/>
              <a:defRPr lang="en-US" sz="1600" dirty="0"/>
            </a:lvl2pPr>
            <a:lvl3pPr marL="365760" lvl="2" indent="-182880">
              <a:lnSpc>
                <a:spcPct val="100000"/>
              </a:lnSpc>
              <a:spcBef>
                <a:spcPts val="0"/>
              </a:spcBef>
              <a:spcAft>
                <a:spcPts val="300"/>
              </a:spcAft>
              <a:buClrTx/>
              <a:buSzPct val="100000"/>
              <a:buFont typeface="Arial" panose="020B0604020202020204" pitchFamily="34" charset="0"/>
              <a:buChar char="•"/>
              <a:defRPr lang="en-US" sz="1600" dirty="0"/>
            </a:lvl3pPr>
            <a:lvl4pPr marL="548640" lvl="3" indent="-182880">
              <a:lnSpc>
                <a:spcPct val="100000"/>
              </a:lnSpc>
              <a:spcBef>
                <a:spcPts val="0"/>
              </a:spcBef>
              <a:spcAft>
                <a:spcPts val="300"/>
              </a:spcAft>
              <a:buClrTx/>
              <a:buSzPct val="100000"/>
              <a:buFont typeface="Arial" panose="020B0604020202020204" pitchFamily="34" charset="0"/>
              <a:buChar char="•"/>
              <a:defRPr lang="en-US" sz="1600" dirty="0"/>
            </a:lvl4pPr>
            <a:lvl5pPr marL="731520" lvl="4" indent="-182880">
              <a:lnSpc>
                <a:spcPct val="100000"/>
              </a:lnSpc>
              <a:spcBef>
                <a:spcPts val="0"/>
              </a:spcBef>
              <a:spcAft>
                <a:spcPts val="300"/>
              </a:spcAft>
              <a:buClrTx/>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225"/>
              </a:spcBef>
              <a:spcAft>
                <a:spcPts val="225"/>
              </a:spcAft>
              <a:buClr>
                <a:srgbClr val="000000"/>
              </a:buClr>
              <a:buFont typeface="Wingdings" panose="05000000000000000000" pitchFamily="2" charset="2"/>
              <a:buChar char="Ø"/>
              <a:defRPr/>
            </a:pPr>
            <a:endParaRPr lang="es-MX" sz="1000" noProof="0">
              <a:solidFill>
                <a:schemeClr val="bg1">
                  <a:lumMod val="85000"/>
                </a:schemeClr>
              </a:solidFill>
              <a:ea typeface="Verdana" panose="020B0604030504040204" pitchFamily="34" charset="0"/>
              <a:cs typeface="Calibri" panose="020F0502020204030204" pitchFamily="34" charset="0"/>
              <a:sym typeface="Verdana" panose="020B0604030504040204" pitchFamily="34" charset="0"/>
            </a:endParaRPr>
          </a:p>
          <a:p>
            <a:pPr marL="171450" indent="-171450">
              <a:spcBef>
                <a:spcPts val="225"/>
              </a:spcBef>
              <a:spcAft>
                <a:spcPts val="225"/>
              </a:spcAft>
              <a:buClr>
                <a:srgbClr val="000000"/>
              </a:buClr>
              <a:buFont typeface="Wingdings" panose="05000000000000000000" pitchFamily="2" charset="2"/>
              <a:buChar char="Ø"/>
              <a:defRPr/>
            </a:pPr>
            <a:endParaRPr lang="es-MX" sz="1000" b="1" noProof="0">
              <a:solidFill>
                <a:schemeClr val="bg1"/>
              </a:solidFill>
              <a:ea typeface="Verdana" panose="020B0604030504040204" pitchFamily="34" charset="0"/>
              <a:cs typeface="Calibri" panose="020F0502020204030204" pitchFamily="34" charset="0"/>
              <a:sym typeface="Verdana" panose="020B0604030504040204" pitchFamily="34" charset="0"/>
            </a:endParaRPr>
          </a:p>
        </p:txBody>
      </p:sp>
      <p:pic>
        <p:nvPicPr>
          <p:cNvPr id="3" name="Imagen 2" descr="Imagen que contiene Icono&#10;&#10;El contenido generado por IA puede ser incorrecto.">
            <a:extLst>
              <a:ext uri="{FF2B5EF4-FFF2-40B4-BE49-F238E27FC236}">
                <a16:creationId xmlns:a16="http://schemas.microsoft.com/office/drawing/2014/main" id="{B4D852C3-B4DA-C3D1-F899-39549459ACD4}"/>
              </a:ext>
            </a:extLst>
          </p:cNvPr>
          <p:cNvPicPr>
            <a:picLocks noChangeAspect="1"/>
          </p:cNvPicPr>
          <p:nvPr/>
        </p:nvPicPr>
        <p:blipFill>
          <a:blip r:embed="rId6"/>
          <a:stretch>
            <a:fillRect/>
          </a:stretch>
        </p:blipFill>
        <p:spPr>
          <a:xfrm>
            <a:off x="8738529" y="130779"/>
            <a:ext cx="297258" cy="419100"/>
          </a:xfrm>
          <a:prstGeom prst="rect">
            <a:avLst/>
          </a:prstGeom>
        </p:spPr>
      </p:pic>
      <p:sp>
        <p:nvSpPr>
          <p:cNvPr id="2" name="Rectángulo: esquinas redondeadas 1">
            <a:extLst>
              <a:ext uri="{FF2B5EF4-FFF2-40B4-BE49-F238E27FC236}">
                <a16:creationId xmlns:a16="http://schemas.microsoft.com/office/drawing/2014/main" id="{F7165026-BE17-43AA-BB73-E9F362453ED1}"/>
              </a:ext>
            </a:extLst>
          </p:cNvPr>
          <p:cNvSpPr/>
          <p:nvPr/>
        </p:nvSpPr>
        <p:spPr>
          <a:xfrm>
            <a:off x="253598"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8" name="Rectángulo: esquinas redondeadas 7">
            <a:extLst>
              <a:ext uri="{FF2B5EF4-FFF2-40B4-BE49-F238E27FC236}">
                <a16:creationId xmlns:a16="http://schemas.microsoft.com/office/drawing/2014/main" id="{9E30C55D-57C7-0CD4-5066-8CF929ACC2F6}"/>
              </a:ext>
            </a:extLst>
          </p:cNvPr>
          <p:cNvSpPr/>
          <p:nvPr/>
        </p:nvSpPr>
        <p:spPr>
          <a:xfrm>
            <a:off x="3192519"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Rectángulo: esquinas redondeadas 9">
            <a:extLst>
              <a:ext uri="{FF2B5EF4-FFF2-40B4-BE49-F238E27FC236}">
                <a16:creationId xmlns:a16="http://schemas.microsoft.com/office/drawing/2014/main" id="{8F058089-DF5C-8977-4056-7EE4579220B1}"/>
              </a:ext>
            </a:extLst>
          </p:cNvPr>
          <p:cNvSpPr/>
          <p:nvPr/>
        </p:nvSpPr>
        <p:spPr>
          <a:xfrm>
            <a:off x="6128196" y="1090800"/>
            <a:ext cx="2758962" cy="296190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7" name="Rectángulo: esquinas redondeadas 16">
            <a:extLst>
              <a:ext uri="{FF2B5EF4-FFF2-40B4-BE49-F238E27FC236}">
                <a16:creationId xmlns:a16="http://schemas.microsoft.com/office/drawing/2014/main" id="{1FCEE087-2CDB-1F83-9C13-438115896DBD}"/>
              </a:ext>
            </a:extLst>
          </p:cNvPr>
          <p:cNvSpPr/>
          <p:nvPr/>
        </p:nvSpPr>
        <p:spPr>
          <a:xfrm>
            <a:off x="1091610" y="4359692"/>
            <a:ext cx="2896712" cy="3632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angle 3">
            <a:extLst>
              <a:ext uri="{FF2B5EF4-FFF2-40B4-BE49-F238E27FC236}">
                <a16:creationId xmlns:a16="http://schemas.microsoft.com/office/drawing/2014/main" id="{F9F68049-5DA1-3F01-A452-077DB792130C}"/>
              </a:ext>
            </a:extLst>
          </p:cNvPr>
          <p:cNvSpPr>
            <a:spLocks/>
          </p:cNvSpPr>
          <p:nvPr/>
        </p:nvSpPr>
        <p:spPr bwMode="gray">
          <a:xfrm>
            <a:off x="1675289" y="4448435"/>
            <a:ext cx="2190968"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noProof="0" dirty="0">
                <a:solidFill>
                  <a:schemeClr val="bg1"/>
                </a:solidFill>
              </a:rPr>
              <a:t>Sin </a:t>
            </a:r>
            <a:r>
              <a:rPr lang="es-MX" sz="1200" noProof="0" dirty="0" err="1">
                <a:solidFill>
                  <a:schemeClr val="bg1"/>
                </a:solidFill>
              </a:rPr>
              <a:t>Genba</a:t>
            </a:r>
            <a:r>
              <a:rPr lang="es-MX" sz="1200" noProof="0" dirty="0">
                <a:solidFill>
                  <a:schemeClr val="bg1"/>
                </a:solidFill>
              </a:rPr>
              <a:t>: Mejora temporal</a:t>
            </a:r>
          </a:p>
        </p:txBody>
      </p:sp>
      <p:sp>
        <p:nvSpPr>
          <p:cNvPr id="21" name="Rectángulo: esquinas redondeadas 20">
            <a:extLst>
              <a:ext uri="{FF2B5EF4-FFF2-40B4-BE49-F238E27FC236}">
                <a16:creationId xmlns:a16="http://schemas.microsoft.com/office/drawing/2014/main" id="{C0BEBAD4-5AEA-C120-AE51-D86DD83F149F}"/>
              </a:ext>
            </a:extLst>
          </p:cNvPr>
          <p:cNvSpPr/>
          <p:nvPr/>
        </p:nvSpPr>
        <p:spPr>
          <a:xfrm>
            <a:off x="4479851" y="4359692"/>
            <a:ext cx="2988860" cy="363202"/>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angle 3">
            <a:extLst>
              <a:ext uri="{FF2B5EF4-FFF2-40B4-BE49-F238E27FC236}">
                <a16:creationId xmlns:a16="http://schemas.microsoft.com/office/drawing/2014/main" id="{ECE48FAF-DF78-A0B8-B4B3-FB420ADBB66A}"/>
              </a:ext>
            </a:extLst>
          </p:cNvPr>
          <p:cNvSpPr>
            <a:spLocks/>
          </p:cNvSpPr>
          <p:nvPr/>
        </p:nvSpPr>
        <p:spPr bwMode="gray">
          <a:xfrm>
            <a:off x="5155678" y="4446422"/>
            <a:ext cx="2190968"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a:solidFill>
                  <a:schemeClr val="bg1"/>
                </a:solidFill>
              </a:rPr>
              <a:t>Con </a:t>
            </a:r>
            <a:r>
              <a:rPr lang="es-MX" sz="1200" dirty="0" err="1">
                <a:solidFill>
                  <a:schemeClr val="bg1"/>
                </a:solidFill>
              </a:rPr>
              <a:t>Genba</a:t>
            </a:r>
            <a:r>
              <a:rPr lang="es-MX" sz="1200" dirty="0">
                <a:solidFill>
                  <a:schemeClr val="bg1"/>
                </a:solidFill>
              </a:rPr>
              <a:t>: Mejora permanente</a:t>
            </a:r>
            <a:endParaRPr lang="es-MX" sz="1200" noProof="0" dirty="0">
              <a:solidFill>
                <a:schemeClr val="bg1"/>
              </a:solidFill>
            </a:endParaRPr>
          </a:p>
        </p:txBody>
      </p:sp>
      <p:pic>
        <p:nvPicPr>
          <p:cNvPr id="36" name="Gráfico 35" descr="Marcador con relleno sólido">
            <a:extLst>
              <a:ext uri="{FF2B5EF4-FFF2-40B4-BE49-F238E27FC236}">
                <a16:creationId xmlns:a16="http://schemas.microsoft.com/office/drawing/2014/main" id="{73C26722-202D-C240-800A-CD6417B123B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14948" y="4359692"/>
            <a:ext cx="360341" cy="360341"/>
          </a:xfrm>
          <a:prstGeom prst="rect">
            <a:avLst/>
          </a:prstGeom>
        </p:spPr>
      </p:pic>
      <p:pic>
        <p:nvPicPr>
          <p:cNvPr id="37" name="Gráfico 36" descr="Marcador con relleno sólido">
            <a:extLst>
              <a:ext uri="{FF2B5EF4-FFF2-40B4-BE49-F238E27FC236}">
                <a16:creationId xmlns:a16="http://schemas.microsoft.com/office/drawing/2014/main" id="{66FF0FF0-B9CC-08F6-39C1-16327EB8FBD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83668" y="4359692"/>
            <a:ext cx="360341" cy="360341"/>
          </a:xfrm>
          <a:prstGeom prst="rect">
            <a:avLst/>
          </a:prstGeom>
        </p:spPr>
      </p:pic>
      <p:sp>
        <p:nvSpPr>
          <p:cNvPr id="38" name="Rectángulo: esquinas redondeadas 37">
            <a:extLst>
              <a:ext uri="{FF2B5EF4-FFF2-40B4-BE49-F238E27FC236}">
                <a16:creationId xmlns:a16="http://schemas.microsoft.com/office/drawing/2014/main" id="{531740DB-68FF-7EB3-FEA0-035BE6F54CE4}"/>
              </a:ext>
            </a:extLst>
          </p:cNvPr>
          <p:cNvSpPr/>
          <p:nvPr/>
        </p:nvSpPr>
        <p:spPr>
          <a:xfrm>
            <a:off x="253599" y="1078211"/>
            <a:ext cx="2757404" cy="424107"/>
          </a:xfrm>
          <a:prstGeom prst="roundRect">
            <a:avLst>
              <a:gd name="adj" fmla="val 10705"/>
            </a:avLst>
          </a:prstGeom>
          <a:solidFill>
            <a:srgbClr val="A20000"/>
          </a:solidFill>
          <a:ln w="9525" cap="rnd" cmpd="sng" algn="ctr">
            <a:solidFill>
              <a:srgbClr val="A20000"/>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39" name="Rectángulo 38">
            <a:extLst>
              <a:ext uri="{FF2B5EF4-FFF2-40B4-BE49-F238E27FC236}">
                <a16:creationId xmlns:a16="http://schemas.microsoft.com/office/drawing/2014/main" id="{27EF975E-352E-F379-8F11-B9BB93A27347}"/>
              </a:ext>
            </a:extLst>
          </p:cNvPr>
          <p:cNvSpPr/>
          <p:nvPr/>
        </p:nvSpPr>
        <p:spPr>
          <a:xfrm>
            <a:off x="255155" y="1467294"/>
            <a:ext cx="2757405" cy="233916"/>
          </a:xfrm>
          <a:prstGeom prst="rect">
            <a:avLst/>
          </a:prstGeom>
          <a:solidFill>
            <a:srgbClr val="A20000"/>
          </a:solidFill>
          <a:ln w="9525" cap="rnd" cmpd="sng" algn="ctr">
            <a:solidFill>
              <a:srgbClr val="A20000"/>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0" name="Rectángulo: esquinas redondeadas 39">
            <a:extLst>
              <a:ext uri="{FF2B5EF4-FFF2-40B4-BE49-F238E27FC236}">
                <a16:creationId xmlns:a16="http://schemas.microsoft.com/office/drawing/2014/main" id="{96F0D2E8-92D8-A4E2-C514-8BAF79741DC3}"/>
              </a:ext>
            </a:extLst>
          </p:cNvPr>
          <p:cNvSpPr/>
          <p:nvPr/>
        </p:nvSpPr>
        <p:spPr>
          <a:xfrm>
            <a:off x="3194077" y="1087939"/>
            <a:ext cx="2757404" cy="424107"/>
          </a:xfrm>
          <a:prstGeom prst="roundRect">
            <a:avLst>
              <a:gd name="adj" fmla="val 10705"/>
            </a:avLst>
          </a:prstGeom>
          <a:solidFill>
            <a:srgbClr val="FFC000"/>
          </a:solidFill>
          <a:ln w="9525" cap="rnd" cmpd="sng" algn="ctr">
            <a:solidFill>
              <a:srgbClr val="FFC000"/>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1" name="Rectángulo 40">
            <a:extLst>
              <a:ext uri="{FF2B5EF4-FFF2-40B4-BE49-F238E27FC236}">
                <a16:creationId xmlns:a16="http://schemas.microsoft.com/office/drawing/2014/main" id="{FBC9AD55-1EEA-138E-103A-E3602541C90E}"/>
              </a:ext>
            </a:extLst>
          </p:cNvPr>
          <p:cNvSpPr/>
          <p:nvPr/>
        </p:nvSpPr>
        <p:spPr>
          <a:xfrm>
            <a:off x="3195633" y="1477022"/>
            <a:ext cx="2757405" cy="233916"/>
          </a:xfrm>
          <a:prstGeom prst="rect">
            <a:avLst/>
          </a:prstGeom>
          <a:solidFill>
            <a:srgbClr val="FFC000"/>
          </a:solidFill>
          <a:ln w="9525" cap="rnd" cmpd="sng" algn="ctr">
            <a:solidFill>
              <a:srgbClr val="FFC000"/>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2" name="Rectángulo: esquinas redondeadas 41">
            <a:extLst>
              <a:ext uri="{FF2B5EF4-FFF2-40B4-BE49-F238E27FC236}">
                <a16:creationId xmlns:a16="http://schemas.microsoft.com/office/drawing/2014/main" id="{AD6FDDB5-9E32-D224-3BE8-4B149E2196E7}"/>
              </a:ext>
            </a:extLst>
          </p:cNvPr>
          <p:cNvSpPr/>
          <p:nvPr/>
        </p:nvSpPr>
        <p:spPr>
          <a:xfrm>
            <a:off x="6132998" y="1087939"/>
            <a:ext cx="2757404" cy="424107"/>
          </a:xfrm>
          <a:prstGeom prst="roundRect">
            <a:avLst>
              <a:gd name="adj" fmla="val 10705"/>
            </a:avLst>
          </a:prstGeom>
          <a:solidFill>
            <a:srgbClr val="238242"/>
          </a:solidFill>
          <a:ln w="9525" cap="rnd" cmpd="sng" algn="ctr">
            <a:solidFill>
              <a:srgbClr val="238242"/>
            </a:solidFill>
            <a:prstDash val="solid"/>
            <a:round/>
            <a:headEnd type="none" w="med" len="med"/>
            <a:tailEnd type="none" w="med" len="med"/>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3" name="Rectángulo 42">
            <a:extLst>
              <a:ext uri="{FF2B5EF4-FFF2-40B4-BE49-F238E27FC236}">
                <a16:creationId xmlns:a16="http://schemas.microsoft.com/office/drawing/2014/main" id="{DC6A3826-99E7-6B09-F12B-4CF482CD81F8}"/>
              </a:ext>
            </a:extLst>
          </p:cNvPr>
          <p:cNvSpPr/>
          <p:nvPr/>
        </p:nvSpPr>
        <p:spPr>
          <a:xfrm>
            <a:off x="6134554" y="1477022"/>
            <a:ext cx="2757405" cy="233916"/>
          </a:xfrm>
          <a:prstGeom prst="rect">
            <a:avLst/>
          </a:prstGeom>
          <a:solidFill>
            <a:srgbClr val="238242"/>
          </a:solidFill>
          <a:ln w="9525" cap="rnd" cmpd="sng" algn="ctr">
            <a:solidFill>
              <a:srgbClr val="238242"/>
            </a:solidFill>
            <a:prstDash val="solid"/>
            <a:round/>
            <a:headEnd type="none" w="med" len="med"/>
            <a:tailEnd type="none" w="med" len="med"/>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chemeClr val="accent5">
                  <a:lumMod val="60000"/>
                  <a:lumOff val="40000"/>
                </a:schemeClr>
              </a:solidFill>
            </a:endParaRPr>
          </a:p>
        </p:txBody>
      </p:sp>
      <p:sp>
        <p:nvSpPr>
          <p:cNvPr id="44" name="Rectangle 3">
            <a:extLst>
              <a:ext uri="{FF2B5EF4-FFF2-40B4-BE49-F238E27FC236}">
                <a16:creationId xmlns:a16="http://schemas.microsoft.com/office/drawing/2014/main" id="{EF0AFA73-CF4C-2FA0-F362-205F45A56432}"/>
              </a:ext>
            </a:extLst>
          </p:cNvPr>
          <p:cNvSpPr>
            <a:spLocks/>
          </p:cNvSpPr>
          <p:nvPr/>
        </p:nvSpPr>
        <p:spPr bwMode="gray">
          <a:xfrm>
            <a:off x="434078" y="1279947"/>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a:solidFill>
                  <a:schemeClr val="bg1"/>
                </a:solidFill>
              </a:rPr>
              <a:t>Sin </a:t>
            </a:r>
            <a:r>
              <a:rPr lang="es-MX" sz="1200" dirty="0" err="1">
                <a:solidFill>
                  <a:schemeClr val="bg1"/>
                </a:solidFill>
              </a:rPr>
              <a:t>Genba</a:t>
            </a:r>
            <a:endParaRPr lang="es-MX" sz="1200" noProof="0" dirty="0">
              <a:solidFill>
                <a:schemeClr val="bg1"/>
              </a:solidFill>
            </a:endParaRPr>
          </a:p>
        </p:txBody>
      </p:sp>
      <p:sp>
        <p:nvSpPr>
          <p:cNvPr id="45" name="Rectangle 3">
            <a:extLst>
              <a:ext uri="{FF2B5EF4-FFF2-40B4-BE49-F238E27FC236}">
                <a16:creationId xmlns:a16="http://schemas.microsoft.com/office/drawing/2014/main" id="{48047433-C215-9CE8-6DB9-5ED80FD3F80F}"/>
              </a:ext>
            </a:extLst>
          </p:cNvPr>
          <p:cNvSpPr>
            <a:spLocks/>
          </p:cNvSpPr>
          <p:nvPr/>
        </p:nvSpPr>
        <p:spPr bwMode="gray">
          <a:xfrm>
            <a:off x="3373776" y="1290264"/>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err="1"/>
              <a:t>Genba</a:t>
            </a:r>
            <a:r>
              <a:rPr lang="es-MX" sz="1200" dirty="0"/>
              <a:t> esporádico</a:t>
            </a:r>
            <a:endParaRPr lang="es-MX" sz="1200" noProof="0" dirty="0"/>
          </a:p>
        </p:txBody>
      </p:sp>
      <p:sp>
        <p:nvSpPr>
          <p:cNvPr id="46" name="Rectangle 3">
            <a:extLst>
              <a:ext uri="{FF2B5EF4-FFF2-40B4-BE49-F238E27FC236}">
                <a16:creationId xmlns:a16="http://schemas.microsoft.com/office/drawing/2014/main" id="{ECF2EDC3-B7DE-5599-A6B3-5A436AC01738}"/>
              </a:ext>
            </a:extLst>
          </p:cNvPr>
          <p:cNvSpPr>
            <a:spLocks/>
          </p:cNvSpPr>
          <p:nvPr/>
        </p:nvSpPr>
        <p:spPr bwMode="gray">
          <a:xfrm>
            <a:off x="6342083" y="1290264"/>
            <a:ext cx="2396446" cy="184666"/>
          </a:xfrm>
          <a:prstGeom prst="rect">
            <a:avLst/>
          </a:prstGeom>
          <a:noFill/>
          <a:ln w="9525" algn="ctr">
            <a:noFill/>
            <a:miter lim="800000"/>
            <a:headEnd/>
            <a:tailEnd/>
          </a:ln>
          <a:effectLst/>
        </p:spPr>
        <p:txBody>
          <a:bodyPr wrap="square" lIns="0" tIns="0" rIns="0" bIns="0" anchor="t">
            <a:spAutoFit/>
          </a:bodyPr>
          <a:lstStyle/>
          <a:p>
            <a:pPr algn="ctr">
              <a:buClr>
                <a:srgbClr val="000000"/>
              </a:buClr>
              <a:defRPr/>
            </a:pPr>
            <a:r>
              <a:rPr lang="es-MX" sz="1200" dirty="0" err="1">
                <a:solidFill>
                  <a:schemeClr val="bg1"/>
                </a:solidFill>
              </a:rPr>
              <a:t>Genba</a:t>
            </a:r>
            <a:r>
              <a:rPr lang="es-MX" sz="1200" dirty="0">
                <a:solidFill>
                  <a:schemeClr val="bg1"/>
                </a:solidFill>
              </a:rPr>
              <a:t> sistemático</a:t>
            </a:r>
            <a:endParaRPr lang="es-MX" sz="1200" noProof="0" dirty="0">
              <a:solidFill>
                <a:schemeClr val="bg1"/>
              </a:solidFill>
            </a:endParaRPr>
          </a:p>
        </p:txBody>
      </p:sp>
      <p:cxnSp>
        <p:nvCxnSpPr>
          <p:cNvPr id="51" name="Conector recto 50">
            <a:extLst>
              <a:ext uri="{FF2B5EF4-FFF2-40B4-BE49-F238E27FC236}">
                <a16:creationId xmlns:a16="http://schemas.microsoft.com/office/drawing/2014/main" id="{073AACB3-E44F-09E1-30E7-4A26EE59E28A}"/>
              </a:ext>
            </a:extLst>
          </p:cNvPr>
          <p:cNvCxnSpPr>
            <a:cxnSpLocks/>
          </p:cNvCxnSpPr>
          <p:nvPr/>
        </p:nvCxnSpPr>
        <p:spPr>
          <a:xfrm>
            <a:off x="264231"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259A9248-2F6C-A421-E5DC-6DBFC54D1E4E}"/>
              </a:ext>
            </a:extLst>
          </p:cNvPr>
          <p:cNvCxnSpPr>
            <a:cxnSpLocks/>
          </p:cNvCxnSpPr>
          <p:nvPr/>
        </p:nvCxnSpPr>
        <p:spPr>
          <a:xfrm>
            <a:off x="264231"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B80ADD05-58EE-E757-B5E5-01B25E348D29}"/>
              </a:ext>
            </a:extLst>
          </p:cNvPr>
          <p:cNvCxnSpPr>
            <a:cxnSpLocks/>
          </p:cNvCxnSpPr>
          <p:nvPr/>
        </p:nvCxnSpPr>
        <p:spPr>
          <a:xfrm>
            <a:off x="3192519"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8E038CD9-1318-0338-B3D3-0F8FAEAD0C8F}"/>
              </a:ext>
            </a:extLst>
          </p:cNvPr>
          <p:cNvCxnSpPr>
            <a:cxnSpLocks/>
          </p:cNvCxnSpPr>
          <p:nvPr/>
        </p:nvCxnSpPr>
        <p:spPr>
          <a:xfrm>
            <a:off x="3192519"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BE2D003B-3D7E-97EE-C6B3-C717CA497981}"/>
              </a:ext>
            </a:extLst>
          </p:cNvPr>
          <p:cNvCxnSpPr>
            <a:cxnSpLocks/>
          </p:cNvCxnSpPr>
          <p:nvPr/>
        </p:nvCxnSpPr>
        <p:spPr>
          <a:xfrm>
            <a:off x="6140386" y="3280687"/>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Conector recto 56">
            <a:extLst>
              <a:ext uri="{FF2B5EF4-FFF2-40B4-BE49-F238E27FC236}">
                <a16:creationId xmlns:a16="http://schemas.microsoft.com/office/drawing/2014/main" id="{2F2A66EE-2AD9-BE2B-761D-C0C993163BAA}"/>
              </a:ext>
            </a:extLst>
          </p:cNvPr>
          <p:cNvCxnSpPr>
            <a:cxnSpLocks/>
          </p:cNvCxnSpPr>
          <p:nvPr/>
        </p:nvCxnSpPr>
        <p:spPr>
          <a:xfrm>
            <a:off x="6140386" y="2419450"/>
            <a:ext cx="2746772" cy="0"/>
          </a:xfrm>
          <a:prstGeom prst="line">
            <a:avLst/>
          </a:prstGeom>
          <a:ln w="9525" cap="rnd" cmpd="sng" algn="ctr">
            <a:solidFill>
              <a:schemeClr val="accent3">
                <a:lumMod val="75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9" name="Gráfico 58" descr="Diagrama de flujo circular con relleno sólido">
            <a:extLst>
              <a:ext uri="{FF2B5EF4-FFF2-40B4-BE49-F238E27FC236}">
                <a16:creationId xmlns:a16="http://schemas.microsoft.com/office/drawing/2014/main" id="{FC60A223-581F-528E-7D5B-9BFEEAFB9D1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4078" y="1753843"/>
            <a:ext cx="607243" cy="607243"/>
          </a:xfrm>
          <a:prstGeom prst="rect">
            <a:avLst/>
          </a:prstGeom>
        </p:spPr>
      </p:pic>
      <p:sp>
        <p:nvSpPr>
          <p:cNvPr id="60" name="CuadroTexto 59">
            <a:extLst>
              <a:ext uri="{FF2B5EF4-FFF2-40B4-BE49-F238E27FC236}">
                <a16:creationId xmlns:a16="http://schemas.microsoft.com/office/drawing/2014/main" id="{5FE8FFC5-DE99-A1C1-CF22-81CB5CC057F4}"/>
              </a:ext>
            </a:extLst>
          </p:cNvPr>
          <p:cNvSpPr txBox="1"/>
          <p:nvPr/>
        </p:nvSpPr>
        <p:spPr>
          <a:xfrm>
            <a:off x="1154206" y="2002455"/>
            <a:ext cx="1368055"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implementa</a:t>
            </a:r>
          </a:p>
        </p:txBody>
      </p:sp>
      <p:sp>
        <p:nvSpPr>
          <p:cNvPr id="61" name="CuadroTexto 60">
            <a:extLst>
              <a:ext uri="{FF2B5EF4-FFF2-40B4-BE49-F238E27FC236}">
                <a16:creationId xmlns:a16="http://schemas.microsoft.com/office/drawing/2014/main" id="{57412069-A1C3-4FB6-63A5-27B80A89BEA4}"/>
              </a:ext>
            </a:extLst>
          </p:cNvPr>
          <p:cNvSpPr txBox="1"/>
          <p:nvPr/>
        </p:nvSpPr>
        <p:spPr>
          <a:xfrm>
            <a:off x="968982" y="2739784"/>
            <a:ext cx="1326637"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olvida</a:t>
            </a:r>
          </a:p>
        </p:txBody>
      </p:sp>
      <p:pic>
        <p:nvPicPr>
          <p:cNvPr id="63" name="Gráfico 62" descr="Preguntas con relleno sólido">
            <a:extLst>
              <a:ext uri="{FF2B5EF4-FFF2-40B4-BE49-F238E27FC236}">
                <a16:creationId xmlns:a16="http://schemas.microsoft.com/office/drawing/2014/main" id="{DBD5AF95-C908-E566-8027-BC2C8C233A0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3029" y="2520259"/>
            <a:ext cx="584789" cy="584789"/>
          </a:xfrm>
          <a:prstGeom prst="rect">
            <a:avLst/>
          </a:prstGeom>
        </p:spPr>
      </p:pic>
      <p:sp>
        <p:nvSpPr>
          <p:cNvPr id="1024" name="CuadroTexto 1023">
            <a:extLst>
              <a:ext uri="{FF2B5EF4-FFF2-40B4-BE49-F238E27FC236}">
                <a16:creationId xmlns:a16="http://schemas.microsoft.com/office/drawing/2014/main" id="{FCB22E29-2DBD-4283-CC76-2E122785FB76}"/>
              </a:ext>
            </a:extLst>
          </p:cNvPr>
          <p:cNvSpPr txBox="1"/>
          <p:nvPr/>
        </p:nvSpPr>
        <p:spPr>
          <a:xfrm>
            <a:off x="1127068" y="3549738"/>
            <a:ext cx="1807534"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El problema regresa</a:t>
            </a:r>
          </a:p>
        </p:txBody>
      </p:sp>
      <p:pic>
        <p:nvPicPr>
          <p:cNvPr id="1027" name="Gráfico 1026" descr="Fuego con relleno sólido">
            <a:extLst>
              <a:ext uri="{FF2B5EF4-FFF2-40B4-BE49-F238E27FC236}">
                <a16:creationId xmlns:a16="http://schemas.microsoft.com/office/drawing/2014/main" id="{FFA3B599-FA05-2C4E-9880-975C791C3A2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92612" y="3383299"/>
            <a:ext cx="499793" cy="499793"/>
          </a:xfrm>
          <a:prstGeom prst="rect">
            <a:avLst/>
          </a:prstGeom>
        </p:spPr>
      </p:pic>
      <p:pic>
        <p:nvPicPr>
          <p:cNvPr id="1029" name="Gráfico 1028" descr="Reloj con relleno sólido">
            <a:extLst>
              <a:ext uri="{FF2B5EF4-FFF2-40B4-BE49-F238E27FC236}">
                <a16:creationId xmlns:a16="http://schemas.microsoft.com/office/drawing/2014/main" id="{993FF958-1CA9-0746-7D63-9F6B1D92710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73776" y="1787808"/>
            <a:ext cx="539311" cy="539311"/>
          </a:xfrm>
          <a:prstGeom prst="rect">
            <a:avLst/>
          </a:prstGeom>
        </p:spPr>
      </p:pic>
      <p:sp>
        <p:nvSpPr>
          <p:cNvPr id="1030" name="CuadroTexto 1029">
            <a:extLst>
              <a:ext uri="{FF2B5EF4-FFF2-40B4-BE49-F238E27FC236}">
                <a16:creationId xmlns:a16="http://schemas.microsoft.com/office/drawing/2014/main" id="{058F7670-098D-6FD6-1FC4-0728789F2F52}"/>
              </a:ext>
            </a:extLst>
          </p:cNvPr>
          <p:cNvSpPr txBox="1"/>
          <p:nvPr/>
        </p:nvSpPr>
        <p:spPr>
          <a:xfrm>
            <a:off x="3988322" y="2002455"/>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revisa a veces</a:t>
            </a:r>
          </a:p>
        </p:txBody>
      </p:sp>
      <p:pic>
        <p:nvPicPr>
          <p:cNvPr id="1032" name="Gráfico 1031" descr="Gráfico de barras aplanamiento de la curva de pandemia con relleno sólido">
            <a:extLst>
              <a:ext uri="{FF2B5EF4-FFF2-40B4-BE49-F238E27FC236}">
                <a16:creationId xmlns:a16="http://schemas.microsoft.com/office/drawing/2014/main" id="{FBE7C34F-F0F7-F6F3-9AD8-C96D3CC883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304731" y="2477465"/>
            <a:ext cx="683591" cy="683591"/>
          </a:xfrm>
          <a:prstGeom prst="rect">
            <a:avLst/>
          </a:prstGeom>
        </p:spPr>
      </p:pic>
      <p:sp>
        <p:nvSpPr>
          <p:cNvPr id="1033" name="CuadroTexto 1032">
            <a:extLst>
              <a:ext uri="{FF2B5EF4-FFF2-40B4-BE49-F238E27FC236}">
                <a16:creationId xmlns:a16="http://schemas.microsoft.com/office/drawing/2014/main" id="{A91E4042-BE25-E130-6C33-B253B5BB0B1E}"/>
              </a:ext>
            </a:extLst>
          </p:cNvPr>
          <p:cNvSpPr txBox="1"/>
          <p:nvPr/>
        </p:nvSpPr>
        <p:spPr>
          <a:xfrm>
            <a:off x="3955656" y="2805677"/>
            <a:ext cx="1941873"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Resultados inestables</a:t>
            </a:r>
          </a:p>
        </p:txBody>
      </p:sp>
      <p:sp>
        <p:nvSpPr>
          <p:cNvPr id="1034" name="CuadroTexto 1033">
            <a:extLst>
              <a:ext uri="{FF2B5EF4-FFF2-40B4-BE49-F238E27FC236}">
                <a16:creationId xmlns:a16="http://schemas.microsoft.com/office/drawing/2014/main" id="{1A52DF0F-91DA-9FF1-0790-23C4B7236A46}"/>
              </a:ext>
            </a:extLst>
          </p:cNvPr>
          <p:cNvSpPr txBox="1"/>
          <p:nvPr/>
        </p:nvSpPr>
        <p:spPr>
          <a:xfrm>
            <a:off x="3962688" y="3549738"/>
            <a:ext cx="1807534"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El problema regresa</a:t>
            </a:r>
          </a:p>
        </p:txBody>
      </p:sp>
      <p:pic>
        <p:nvPicPr>
          <p:cNvPr id="1035" name="Gráfico 1034" descr="Fuego con relleno sólido">
            <a:extLst>
              <a:ext uri="{FF2B5EF4-FFF2-40B4-BE49-F238E27FC236}">
                <a16:creationId xmlns:a16="http://schemas.microsoft.com/office/drawing/2014/main" id="{F4FC5870-1925-8164-4581-7220F511F11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28232" y="3383299"/>
            <a:ext cx="499793" cy="499793"/>
          </a:xfrm>
          <a:prstGeom prst="rect">
            <a:avLst/>
          </a:prstGeom>
        </p:spPr>
      </p:pic>
      <p:pic>
        <p:nvPicPr>
          <p:cNvPr id="1037" name="Gráfico 1036" descr="Lista con relleno sólido">
            <a:extLst>
              <a:ext uri="{FF2B5EF4-FFF2-40B4-BE49-F238E27FC236}">
                <a16:creationId xmlns:a16="http://schemas.microsoft.com/office/drawing/2014/main" id="{C51F76F2-DB6C-32B3-8453-CCB71F2538C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51162" y="1770951"/>
            <a:ext cx="611552" cy="611552"/>
          </a:xfrm>
          <a:prstGeom prst="rect">
            <a:avLst/>
          </a:prstGeom>
        </p:spPr>
      </p:pic>
      <p:sp>
        <p:nvSpPr>
          <p:cNvPr id="1040" name="Elipse 1039">
            <a:extLst>
              <a:ext uri="{FF2B5EF4-FFF2-40B4-BE49-F238E27FC236}">
                <a16:creationId xmlns:a16="http://schemas.microsoft.com/office/drawing/2014/main" id="{DBAD3508-95B7-4169-17FD-6A740A5EC6C3}"/>
              </a:ext>
            </a:extLst>
          </p:cNvPr>
          <p:cNvSpPr/>
          <p:nvPr/>
        </p:nvSpPr>
        <p:spPr>
          <a:xfrm>
            <a:off x="6591563" y="2076727"/>
            <a:ext cx="248093" cy="253872"/>
          </a:xfrm>
          <a:prstGeom prst="ellipse">
            <a:avLst/>
          </a:prstGeom>
          <a:solidFill>
            <a:schemeClr val="accent4">
              <a:lumMod val="75000"/>
            </a:schemeClr>
          </a:solidFill>
          <a:ln w="9525" cap="rnd"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pic>
        <p:nvPicPr>
          <p:cNvPr id="1039" name="Gráfico 1038" descr="Marca de verificación con relleno sólido">
            <a:extLst>
              <a:ext uri="{FF2B5EF4-FFF2-40B4-BE49-F238E27FC236}">
                <a16:creationId xmlns:a16="http://schemas.microsoft.com/office/drawing/2014/main" id="{6AC42B83-3AAE-7DD7-DE81-50F6488AA68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633698" y="2132810"/>
            <a:ext cx="163822" cy="163822"/>
          </a:xfrm>
          <a:prstGeom prst="rect">
            <a:avLst/>
          </a:prstGeom>
        </p:spPr>
      </p:pic>
      <p:sp>
        <p:nvSpPr>
          <p:cNvPr id="1041" name="CuadroTexto 1040">
            <a:extLst>
              <a:ext uri="{FF2B5EF4-FFF2-40B4-BE49-F238E27FC236}">
                <a16:creationId xmlns:a16="http://schemas.microsoft.com/office/drawing/2014/main" id="{40598D96-B4AC-4D0A-8A63-3FCC2368D00A}"/>
              </a:ext>
            </a:extLst>
          </p:cNvPr>
          <p:cNvSpPr txBox="1"/>
          <p:nvPr/>
        </p:nvSpPr>
        <p:spPr>
          <a:xfrm>
            <a:off x="6712906" y="2001746"/>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verifica</a:t>
            </a:r>
          </a:p>
        </p:txBody>
      </p:sp>
      <p:pic>
        <p:nvPicPr>
          <p:cNvPr id="1043" name="Gráfico 1042" descr="Herramientas con relleno sólido">
            <a:extLst>
              <a:ext uri="{FF2B5EF4-FFF2-40B4-BE49-F238E27FC236}">
                <a16:creationId xmlns:a16="http://schemas.microsoft.com/office/drawing/2014/main" id="{0B8DC6DB-8161-0F6F-132D-07A212B1204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264320" y="2526465"/>
            <a:ext cx="612544" cy="612544"/>
          </a:xfrm>
          <a:prstGeom prst="rect">
            <a:avLst/>
          </a:prstGeom>
        </p:spPr>
      </p:pic>
      <p:sp>
        <p:nvSpPr>
          <p:cNvPr id="1044" name="CuadroTexto 1043">
            <a:extLst>
              <a:ext uri="{FF2B5EF4-FFF2-40B4-BE49-F238E27FC236}">
                <a16:creationId xmlns:a16="http://schemas.microsoft.com/office/drawing/2014/main" id="{F507F72E-8A48-ECEF-664E-4D2BB9E43A91}"/>
              </a:ext>
            </a:extLst>
          </p:cNvPr>
          <p:cNvSpPr txBox="1"/>
          <p:nvPr/>
        </p:nvSpPr>
        <p:spPr>
          <a:xfrm>
            <a:off x="6712906" y="2735720"/>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corrige</a:t>
            </a:r>
          </a:p>
        </p:txBody>
      </p:sp>
      <p:pic>
        <p:nvPicPr>
          <p:cNvPr id="1046" name="Gráfico 1045" descr="Búsqueda de carpetas con relleno sólido">
            <a:extLst>
              <a:ext uri="{FF2B5EF4-FFF2-40B4-BE49-F238E27FC236}">
                <a16:creationId xmlns:a16="http://schemas.microsoft.com/office/drawing/2014/main" id="{F9E0841B-64FF-EFBE-92EB-54771807836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234948" y="3283549"/>
            <a:ext cx="749137" cy="749137"/>
          </a:xfrm>
          <a:prstGeom prst="rect">
            <a:avLst/>
          </a:prstGeom>
        </p:spPr>
      </p:pic>
      <p:sp>
        <p:nvSpPr>
          <p:cNvPr id="1047" name="CuadroTexto 1046">
            <a:extLst>
              <a:ext uri="{FF2B5EF4-FFF2-40B4-BE49-F238E27FC236}">
                <a16:creationId xmlns:a16="http://schemas.microsoft.com/office/drawing/2014/main" id="{6908F364-5C78-FEF0-202A-D6F76202E773}"/>
              </a:ext>
            </a:extLst>
          </p:cNvPr>
          <p:cNvSpPr txBox="1"/>
          <p:nvPr/>
        </p:nvSpPr>
        <p:spPr>
          <a:xfrm>
            <a:off x="6933568" y="3541161"/>
            <a:ext cx="1589541" cy="2339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400" dirty="0">
                <a:solidFill>
                  <a:schemeClr val="bg1"/>
                </a:solidFill>
              </a:rPr>
              <a:t>Se estandariza</a:t>
            </a:r>
          </a:p>
        </p:txBody>
      </p:sp>
    </p:spTree>
    <p:extLst>
      <p:ext uri="{BB962C8B-B14F-4D97-AF65-F5344CB8AC3E}">
        <p14:creationId xmlns:p14="http://schemas.microsoft.com/office/powerpoint/2010/main" val="27049079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F18C4-6597-EDE2-185F-68957A825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887AD3-CF31-D69E-2BBF-542D2AB15EFF}"/>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BFC5FCC1-B5B1-9897-CB12-87050FC74E46}"/>
              </a:ext>
            </a:extLst>
          </p:cNvPr>
          <p:cNvSpPr txBox="1"/>
          <p:nvPr/>
        </p:nvSpPr>
        <p:spPr>
          <a:xfrm>
            <a:off x="2378512" y="580977"/>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err="1">
                <a:solidFill>
                  <a:schemeClr val="accent6"/>
                </a:solidFill>
              </a:rPr>
              <a:t>Shibumi</a:t>
            </a:r>
            <a:endParaRPr lang="es-MX" sz="1100" b="1" noProof="0" dirty="0">
              <a:solidFill>
                <a:schemeClr val="accent6"/>
              </a:solidFill>
            </a:endParaRPr>
          </a:p>
          <a:p>
            <a:pPr algn="ctr">
              <a:lnSpc>
                <a:spcPct val="150000"/>
              </a:lnSpc>
            </a:pPr>
            <a:endParaRPr lang="es-MX" sz="1100" b="1" noProof="0" dirty="0">
              <a:solidFill>
                <a:schemeClr val="accent6"/>
              </a:solidFill>
            </a:endParaRP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EC60C2A1-22EF-6E96-B0F7-68901E8E2AA4}"/>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421386B4-A369-7B58-226C-490B6D1A7A01}"/>
              </a:ext>
            </a:extLst>
          </p:cNvPr>
          <p:cNvSpPr/>
          <p:nvPr/>
        </p:nvSpPr>
        <p:spPr>
          <a:xfrm>
            <a:off x="5845629" y="1409220"/>
            <a:ext cx="3174408" cy="232185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6" name="CuadroTexto 7">
            <a:extLst>
              <a:ext uri="{FF2B5EF4-FFF2-40B4-BE49-F238E27FC236}">
                <a16:creationId xmlns:a16="http://schemas.microsoft.com/office/drawing/2014/main" id="{C14E7A53-B600-BC16-9983-F6A56D0B2812}"/>
              </a:ext>
            </a:extLst>
          </p:cNvPr>
          <p:cNvSpPr txBox="1"/>
          <p:nvPr/>
        </p:nvSpPr>
        <p:spPr>
          <a:xfrm>
            <a:off x="6062533" y="1959712"/>
            <a:ext cx="2832360" cy="127727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noProof="0">
                <a:solidFill>
                  <a:schemeClr val="bg1"/>
                </a:solidFill>
              </a:rPr>
              <a:t>La plataforma oficial para hacer el registro de los </a:t>
            </a:r>
            <a:r>
              <a:rPr lang="es-MX" sz="1100" noProof="0" err="1">
                <a:solidFill>
                  <a:schemeClr val="bg1"/>
                </a:solidFill>
              </a:rPr>
              <a:t>Problem</a:t>
            </a:r>
            <a:r>
              <a:rPr lang="es-MX" sz="1100" noProof="0">
                <a:solidFill>
                  <a:schemeClr val="bg1"/>
                </a:solidFill>
              </a:rPr>
              <a:t> </a:t>
            </a:r>
            <a:r>
              <a:rPr lang="es-MX" sz="1100" noProof="0" err="1">
                <a:solidFill>
                  <a:schemeClr val="bg1"/>
                </a:solidFill>
              </a:rPr>
              <a:t>Solving</a:t>
            </a:r>
            <a:r>
              <a:rPr lang="es-MX" sz="1100" noProof="0">
                <a:solidFill>
                  <a:schemeClr val="bg1"/>
                </a:solidFill>
              </a:rPr>
              <a:t> es </a:t>
            </a:r>
            <a:r>
              <a:rPr lang="es-MX" sz="1100" noProof="0" err="1">
                <a:solidFill>
                  <a:schemeClr val="bg1"/>
                </a:solidFill>
              </a:rPr>
              <a:t>Shibumi</a:t>
            </a:r>
            <a:r>
              <a:rPr lang="es-MX" sz="1100" noProof="0">
                <a:solidFill>
                  <a:schemeClr val="bg1"/>
                </a:solidFill>
              </a:rPr>
              <a:t>, que al igual que las iniciativas </a:t>
            </a:r>
            <a:r>
              <a:rPr lang="es-MX" sz="1100" noProof="0" err="1">
                <a:solidFill>
                  <a:schemeClr val="bg1"/>
                </a:solidFill>
              </a:rPr>
              <a:t>Horizon</a:t>
            </a:r>
            <a:r>
              <a:rPr lang="es-MX" sz="1100" noProof="0">
                <a:solidFill>
                  <a:schemeClr val="bg1"/>
                </a:solidFill>
              </a:rPr>
              <a:t> se utilizará el esquema de desarrollo mediante las fases L0-L5 las cuales tendrán relación directa con las fases de PORT</a:t>
            </a:r>
            <a:r>
              <a:rPr lang="es-MX" sz="1100" noProof="0"/>
              <a:t>™</a:t>
            </a:r>
            <a:endParaRPr lang="es-MX" sz="1100" noProof="0">
              <a:solidFill>
                <a:schemeClr val="bg1"/>
              </a:solidFill>
            </a:endParaRPr>
          </a:p>
        </p:txBody>
      </p:sp>
      <p:pic>
        <p:nvPicPr>
          <p:cNvPr id="6" name="Imagen 5" descr="Interfaz de usuario gráfica, Aplicación, Word&#10;&#10;El contenido generado por IA puede ser incorrecto.">
            <a:extLst>
              <a:ext uri="{FF2B5EF4-FFF2-40B4-BE49-F238E27FC236}">
                <a16:creationId xmlns:a16="http://schemas.microsoft.com/office/drawing/2014/main" id="{B608BCD8-2AA5-9700-D62B-9CF1FB6BABD2}"/>
              </a:ext>
            </a:extLst>
          </p:cNvPr>
          <p:cNvPicPr>
            <a:picLocks noChangeAspect="1"/>
          </p:cNvPicPr>
          <p:nvPr/>
        </p:nvPicPr>
        <p:blipFill>
          <a:blip r:embed="rId3"/>
          <a:stretch>
            <a:fillRect/>
          </a:stretch>
        </p:blipFill>
        <p:spPr>
          <a:xfrm>
            <a:off x="123963" y="1262742"/>
            <a:ext cx="5468573" cy="2682981"/>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3150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10C43-E7A4-AE2B-E706-5565244B2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89751-CCC7-CF0F-4C2B-783BA5EA4CB0}"/>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9C723FA5-ED8F-EBD0-C1E4-56FF084206B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fases PORT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8F2FAFC2-4E38-DBB2-1BFC-E14BC945609D}"/>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B8FC9F7B-818A-652F-4003-164831D93ABE}"/>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F9342AA7-E109-CC80-B7F7-5C66E003BE8B}"/>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2667CC19-0DBF-6D5E-7615-1E2164E91D7C}"/>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C18C706E-7021-F953-7F90-78337066BD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379A14F8-07A0-F042-0049-B99EC7B61A30}"/>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5A0525B4-F278-5B4C-953A-E309D6298966}"/>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4EA07A3F-C4C3-43CB-4E9E-FD5C435C792E}"/>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A0C90870-9F00-8001-94E2-E81F97AFC46C}"/>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07C5A3C6-E490-826B-B0D8-8CA0215A557A}"/>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5F2DFCCC-9D2F-CC3D-8B6D-F6132C394D0A}"/>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a:t>
            </a:r>
            <a:r>
              <a:rPr lang="es-MX" sz="2000" noProof="0" err="1">
                <a:solidFill>
                  <a:schemeClr val="bg1"/>
                </a:solidFill>
              </a:rPr>
              <a:t>rack</a:t>
            </a:r>
            <a:r>
              <a:rPr lang="es-MX" sz="2000" noProof="0">
                <a:solidFill>
                  <a:schemeClr val="bg1"/>
                </a:solidFill>
              </a:rPr>
              <a:t> and </a:t>
            </a:r>
            <a:r>
              <a:rPr lang="es-MX" sz="2000" noProof="0" err="1">
                <a:solidFill>
                  <a:schemeClr val="bg1"/>
                </a:solidFill>
              </a:rPr>
              <a:t>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15FCC21D-90B4-183E-DDB7-210DAE98FC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DCB795BF-8C17-6FF2-BDD6-EB6E56C90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B13D2DDD-CF42-3EA2-7DDE-5B7AB2286674}"/>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E601C79A-90BB-C7E3-A756-E5144FD93095}"/>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26110BB3-4BF4-C7B3-2057-6C312BFD94FA}"/>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11D5FAC9-32E4-A153-A3A2-221C774A448F}"/>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23D3555E-2BCF-8084-74C9-DE18C1710B87}"/>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57" name="Rectángulo 56">
            <a:extLst>
              <a:ext uri="{FF2B5EF4-FFF2-40B4-BE49-F238E27FC236}">
                <a16:creationId xmlns:a16="http://schemas.microsoft.com/office/drawing/2014/main" id="{DF3CB39E-C145-532C-648A-B584A1924885}"/>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957289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FBF3A-3CA2-131E-E34E-72C1B1E96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FA128-8ED0-9D6E-E8D3-6B69A980E7FC}"/>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pic>
        <p:nvPicPr>
          <p:cNvPr id="5" name="Imagen 4" descr="Dibujo de una persona&#10;&#10;El contenido generado por IA puede ser incorrecto.">
            <a:extLst>
              <a:ext uri="{FF2B5EF4-FFF2-40B4-BE49-F238E27FC236}">
                <a16:creationId xmlns:a16="http://schemas.microsoft.com/office/drawing/2014/main" id="{E0BD2F84-94DA-3D98-10FC-7C867607EBF6}"/>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6D688E20-F6A8-F714-5B3A-90D902C69937}"/>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AFA6888E-C70B-E1AC-6DD7-88D3A7FAA8B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B9F494DB-3F60-ED45-2808-A5BAEE03E653}"/>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sp>
        <p:nvSpPr>
          <p:cNvPr id="52" name="Rectángulo: esquinas redondeadas 51">
            <a:extLst>
              <a:ext uri="{FF2B5EF4-FFF2-40B4-BE49-F238E27FC236}">
                <a16:creationId xmlns:a16="http://schemas.microsoft.com/office/drawing/2014/main" id="{D4556870-A130-E74C-BAB4-EBE2C1C62C53}"/>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4" name="CuadroTexto 7">
            <a:extLst>
              <a:ext uri="{FF2B5EF4-FFF2-40B4-BE49-F238E27FC236}">
                <a16:creationId xmlns:a16="http://schemas.microsoft.com/office/drawing/2014/main" id="{4CBE5393-10D7-8AE9-6A93-9B477DEC7941}"/>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Identificar el problema con precisión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6" name="Rectángulo 5">
            <a:extLst>
              <a:ext uri="{FF2B5EF4-FFF2-40B4-BE49-F238E27FC236}">
                <a16:creationId xmlns:a16="http://schemas.microsoft.com/office/drawing/2014/main" id="{C8DFF5E6-A76B-6500-2B2D-E1462FECEB6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872747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13471-B38C-4E21-493B-35163430E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E6DAD-A34D-B3F1-6419-8A05AA6CBC92}"/>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FC518BEA-D3C7-B816-4521-22960EA2389E}"/>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Identificar el problema con precisión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3CC994C-0A6D-959A-02A2-E178A13764DF}"/>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47BCEF3E-8D8B-1D49-916A-C5815BCDC71B}"/>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L0: </a:t>
            </a:r>
            <a:r>
              <a:rPr lang="es-MX" sz="1200" noProof="0">
                <a:solidFill>
                  <a:srgbClr val="FFFFFF"/>
                </a:solidFill>
              </a:rPr>
              <a:t>En esta etapa se realiza el registro del problema definido  </a:t>
            </a:r>
            <a:endParaRPr lang="es-MX" sz="1600" b="1" noProof="0">
              <a:solidFill>
                <a:srgbClr val="FFFFFF"/>
              </a:solidFill>
            </a:endParaRPr>
          </a:p>
        </p:txBody>
      </p:sp>
      <p:sp>
        <p:nvSpPr>
          <p:cNvPr id="28" name="Rectángulo: esquinas redondeadas 27">
            <a:extLst>
              <a:ext uri="{FF2B5EF4-FFF2-40B4-BE49-F238E27FC236}">
                <a16:creationId xmlns:a16="http://schemas.microsoft.com/office/drawing/2014/main" id="{8EE0A5D9-7C4C-C9F7-88F1-3302E800ADF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4CFC1E0E-3DD9-0867-B06B-AEE004590C82}"/>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77463319-CE7B-B4E5-0AC3-991B183FB767}"/>
              </a:ext>
            </a:extLst>
          </p:cNvPr>
          <p:cNvPicPr>
            <a:picLocks noChangeAspect="1"/>
          </p:cNvPicPr>
          <p:nvPr/>
        </p:nvPicPr>
        <p:blipFill>
          <a:blip r:embed="rId3"/>
          <a:stretch>
            <a:fillRect/>
          </a:stretch>
        </p:blipFill>
        <p:spPr>
          <a:xfrm>
            <a:off x="4392144" y="1318836"/>
            <a:ext cx="4269273" cy="3242366"/>
          </a:xfrm>
          <a:prstGeom prst="rect">
            <a:avLst/>
          </a:prstGeom>
          <a:effectLst>
            <a:outerShdw blurRad="50800" dist="38100" dir="2700000" algn="tl" rotWithShape="0">
              <a:prstClr val="black">
                <a:alpha val="40000"/>
              </a:prstClr>
            </a:outerShdw>
          </a:effectLst>
        </p:spPr>
      </p:pic>
      <p:sp>
        <p:nvSpPr>
          <p:cNvPr id="9" name="Rectángulo 8">
            <a:extLst>
              <a:ext uri="{FF2B5EF4-FFF2-40B4-BE49-F238E27FC236}">
                <a16:creationId xmlns:a16="http://schemas.microsoft.com/office/drawing/2014/main" id="{A8950E61-76EE-C1F7-B858-86C26C7EE3A9}"/>
              </a:ext>
            </a:extLst>
          </p:cNvPr>
          <p:cNvSpPr/>
          <p:nvPr/>
        </p:nvSpPr>
        <p:spPr>
          <a:xfrm>
            <a:off x="4572000" y="2781300"/>
            <a:ext cx="415925" cy="79375"/>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CuadroTexto 9">
            <a:extLst>
              <a:ext uri="{FF2B5EF4-FFF2-40B4-BE49-F238E27FC236}">
                <a16:creationId xmlns:a16="http://schemas.microsoft.com/office/drawing/2014/main" id="{0436AC75-8FBF-6541-D996-2C98EBC29E26}"/>
              </a:ext>
            </a:extLst>
          </p:cNvPr>
          <p:cNvSpPr txBox="1"/>
          <p:nvPr/>
        </p:nvSpPr>
        <p:spPr>
          <a:xfrm>
            <a:off x="4476808" y="2781300"/>
            <a:ext cx="606308" cy="7937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chemeClr val="tx1"/>
                </a:solidFill>
              </a:rPr>
              <a:t>01/01/2026</a:t>
            </a:r>
          </a:p>
        </p:txBody>
      </p:sp>
      <p:sp>
        <p:nvSpPr>
          <p:cNvPr id="11" name="Rectángulo: esquinas redondeadas 10">
            <a:extLst>
              <a:ext uri="{FF2B5EF4-FFF2-40B4-BE49-F238E27FC236}">
                <a16:creationId xmlns:a16="http://schemas.microsoft.com/office/drawing/2014/main" id="{4CB0BEE1-5659-D5CE-7179-8C120E49B62D}"/>
              </a:ext>
            </a:extLst>
          </p:cNvPr>
          <p:cNvSpPr/>
          <p:nvPr/>
        </p:nvSpPr>
        <p:spPr>
          <a:xfrm>
            <a:off x="2202124" y="3367065"/>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L1: </a:t>
            </a:r>
            <a:r>
              <a:rPr lang="es-MX" sz="1200" noProof="0">
                <a:solidFill>
                  <a:srgbClr val="FFFFFF"/>
                </a:solidFill>
              </a:rPr>
              <a:t>Se define el líder o dueño del </a:t>
            </a:r>
            <a:r>
              <a:rPr lang="es-MX" sz="1200" noProof="0" err="1">
                <a:solidFill>
                  <a:srgbClr val="FFFFFF"/>
                </a:solidFill>
              </a:rPr>
              <a:t>Problem</a:t>
            </a:r>
            <a:r>
              <a:rPr lang="es-MX" sz="1200" noProof="0">
                <a:solidFill>
                  <a:srgbClr val="FFFFFF"/>
                </a:solidFill>
              </a:rPr>
              <a:t> </a:t>
            </a:r>
            <a:r>
              <a:rPr lang="es-MX" sz="1200" noProof="0" err="1">
                <a:solidFill>
                  <a:srgbClr val="FFFFFF"/>
                </a:solidFill>
              </a:rPr>
              <a:t>Solving</a:t>
            </a:r>
            <a:endParaRPr lang="es-MX" sz="1600" b="1" noProof="0">
              <a:solidFill>
                <a:srgbClr val="FFFFFF"/>
              </a:solidFill>
            </a:endParaRPr>
          </a:p>
        </p:txBody>
      </p:sp>
      <p:sp>
        <p:nvSpPr>
          <p:cNvPr id="12" name="Rectángulo 11">
            <a:extLst>
              <a:ext uri="{FF2B5EF4-FFF2-40B4-BE49-F238E27FC236}">
                <a16:creationId xmlns:a16="http://schemas.microsoft.com/office/drawing/2014/main" id="{82B9473C-19DF-6562-39E2-4B48346904C0}"/>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042621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36E46-EEE8-B5E5-33E5-37B3E33B2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C3B3A-F5C2-AB14-321D-CCB66D6C0B2B}"/>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pic>
        <p:nvPicPr>
          <p:cNvPr id="5" name="Imagen 4" descr="Dibujo de una persona&#10;&#10;El contenido generado por IA puede ser incorrecto.">
            <a:extLst>
              <a:ext uri="{FF2B5EF4-FFF2-40B4-BE49-F238E27FC236}">
                <a16:creationId xmlns:a16="http://schemas.microsoft.com/office/drawing/2014/main" id="{DE8F69E2-C6EF-4A88-F78B-7A99EE5D2FD5}"/>
              </a:ext>
            </a:extLst>
          </p:cNvPr>
          <p:cNvPicPr>
            <a:picLocks noChangeAspect="1"/>
          </p:cNvPicPr>
          <p:nvPr/>
        </p:nvPicPr>
        <p:blipFill>
          <a:blip r:embed="rId2"/>
          <a:stretch>
            <a:fillRect/>
          </a:stretch>
        </p:blipFill>
        <p:spPr>
          <a:xfrm>
            <a:off x="8661417" y="109943"/>
            <a:ext cx="466952" cy="466952"/>
          </a:xfrm>
          <a:prstGeom prst="rect">
            <a:avLst/>
          </a:prstGeom>
        </p:spPr>
      </p:pic>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D19E360F-FCCA-21FA-6A3A-FF7BD687DBAB}"/>
              </a:ext>
            </a:extLst>
          </p:cNvPr>
          <p:cNvPicPr>
            <a:picLocks noChangeAspect="1"/>
          </p:cNvPicPr>
          <p:nvPr/>
        </p:nvPicPr>
        <p:blipFill>
          <a:blip r:embed="rId3"/>
          <a:stretch>
            <a:fillRect/>
          </a:stretch>
        </p:blipFill>
        <p:spPr>
          <a:xfrm>
            <a:off x="2564452" y="1422203"/>
            <a:ext cx="4269273" cy="3242366"/>
          </a:xfrm>
          <a:prstGeom prst="rect">
            <a:avLst/>
          </a:prstGeom>
          <a:effectLst>
            <a:outerShdw blurRad="50800" dist="38100" dir="2700000" algn="tl" rotWithShape="0">
              <a:prstClr val="black">
                <a:alpha val="40000"/>
              </a:prstClr>
            </a:outerShdw>
          </a:effectLst>
        </p:spPr>
      </p:pic>
      <p:sp>
        <p:nvSpPr>
          <p:cNvPr id="4" name="Rectángulo: esquinas redondeadas 3">
            <a:extLst>
              <a:ext uri="{FF2B5EF4-FFF2-40B4-BE49-F238E27FC236}">
                <a16:creationId xmlns:a16="http://schemas.microsoft.com/office/drawing/2014/main" id="{5ECE598D-89F1-449B-E3FF-508D178B01E4}"/>
              </a:ext>
            </a:extLst>
          </p:cNvPr>
          <p:cNvSpPr/>
          <p:nvPr/>
        </p:nvSpPr>
        <p:spPr>
          <a:xfrm>
            <a:off x="7087903" y="109495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7" name="CuadroTexto 7">
            <a:extLst>
              <a:ext uri="{FF2B5EF4-FFF2-40B4-BE49-F238E27FC236}">
                <a16:creationId xmlns:a16="http://schemas.microsoft.com/office/drawing/2014/main" id="{69FBB22F-811F-BF49-7778-EFFFF4F4DBCF}"/>
              </a:ext>
            </a:extLst>
          </p:cNvPr>
          <p:cNvSpPr txBox="1"/>
          <p:nvPr/>
        </p:nvSpPr>
        <p:spPr>
          <a:xfrm>
            <a:off x="7115497" y="1123205"/>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Titulo claro y preciso con enfoque en lo que se quiere lograr</a:t>
            </a:r>
          </a:p>
        </p:txBody>
      </p:sp>
      <p:sp>
        <p:nvSpPr>
          <p:cNvPr id="8" name="Rectángulo: esquinas redondeadas 7">
            <a:extLst>
              <a:ext uri="{FF2B5EF4-FFF2-40B4-BE49-F238E27FC236}">
                <a16:creationId xmlns:a16="http://schemas.microsoft.com/office/drawing/2014/main" id="{2F492448-4735-646A-F166-4CA7B90CFC18}"/>
              </a:ext>
            </a:extLst>
          </p:cNvPr>
          <p:cNvSpPr/>
          <p:nvPr/>
        </p:nvSpPr>
        <p:spPr>
          <a:xfrm>
            <a:off x="396335" y="290498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CuadroTexto 7">
            <a:extLst>
              <a:ext uri="{FF2B5EF4-FFF2-40B4-BE49-F238E27FC236}">
                <a16:creationId xmlns:a16="http://schemas.microsoft.com/office/drawing/2014/main" id="{C2893524-E538-9B72-26BF-60EFBA213DEF}"/>
              </a:ext>
            </a:extLst>
          </p:cNvPr>
          <p:cNvSpPr txBox="1"/>
          <p:nvPr/>
        </p:nvSpPr>
        <p:spPr>
          <a:xfrm>
            <a:off x="423929" y="2933235"/>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Se agrega la definición del problema (el mismo del diagrama del árbol)</a:t>
            </a:r>
          </a:p>
        </p:txBody>
      </p:sp>
      <p:sp>
        <p:nvSpPr>
          <p:cNvPr id="10" name="Rectángulo: esquinas redondeadas 9">
            <a:extLst>
              <a:ext uri="{FF2B5EF4-FFF2-40B4-BE49-F238E27FC236}">
                <a16:creationId xmlns:a16="http://schemas.microsoft.com/office/drawing/2014/main" id="{6B2E5416-3C04-6AAA-5B35-6F7B43D0827D}"/>
              </a:ext>
            </a:extLst>
          </p:cNvPr>
          <p:cNvSpPr/>
          <p:nvPr/>
        </p:nvSpPr>
        <p:spPr>
          <a:xfrm>
            <a:off x="7098767" y="3511075"/>
            <a:ext cx="1800564" cy="1015664"/>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1" name="CuadroTexto 7">
            <a:extLst>
              <a:ext uri="{FF2B5EF4-FFF2-40B4-BE49-F238E27FC236}">
                <a16:creationId xmlns:a16="http://schemas.microsoft.com/office/drawing/2014/main" id="{DEA56B1E-9B0A-90CF-F5F2-18914D9282C2}"/>
              </a:ext>
            </a:extLst>
          </p:cNvPr>
          <p:cNvSpPr txBox="1"/>
          <p:nvPr/>
        </p:nvSpPr>
        <p:spPr>
          <a:xfrm>
            <a:off x="7140158" y="3512360"/>
            <a:ext cx="1772970"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Que se busca con este </a:t>
            </a:r>
            <a:r>
              <a:rPr lang="es-MX" sz="1200" noProof="0" err="1">
                <a:solidFill>
                  <a:schemeClr val="bg1"/>
                </a:solidFill>
              </a:rPr>
              <a:t>Problem</a:t>
            </a:r>
            <a:r>
              <a:rPr lang="es-MX" sz="1200" noProof="0">
                <a:solidFill>
                  <a:schemeClr val="bg1"/>
                </a:solidFill>
              </a:rPr>
              <a:t> </a:t>
            </a:r>
            <a:r>
              <a:rPr lang="es-MX" sz="1200" noProof="0" err="1">
                <a:solidFill>
                  <a:schemeClr val="bg1"/>
                </a:solidFill>
              </a:rPr>
              <a:t>Solving</a:t>
            </a:r>
            <a:r>
              <a:rPr lang="es-MX" sz="1200" noProof="0">
                <a:solidFill>
                  <a:schemeClr val="bg1"/>
                </a:solidFill>
              </a:rPr>
              <a:t>, coincide con el titulo principal, pero con mayor nivel de detalle</a:t>
            </a:r>
          </a:p>
        </p:txBody>
      </p:sp>
      <p:sp>
        <p:nvSpPr>
          <p:cNvPr id="12" name="Rectángulo: esquinas redondeadas 11">
            <a:extLst>
              <a:ext uri="{FF2B5EF4-FFF2-40B4-BE49-F238E27FC236}">
                <a16:creationId xmlns:a16="http://schemas.microsoft.com/office/drawing/2014/main" id="{78B45C4B-7AB9-2477-A6D7-51ACAA7202BB}"/>
              </a:ext>
            </a:extLst>
          </p:cNvPr>
          <p:cNvSpPr/>
          <p:nvPr/>
        </p:nvSpPr>
        <p:spPr>
          <a:xfrm>
            <a:off x="423929" y="3723193"/>
            <a:ext cx="1800564" cy="941376"/>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CuadroTexto 7">
            <a:extLst>
              <a:ext uri="{FF2B5EF4-FFF2-40B4-BE49-F238E27FC236}">
                <a16:creationId xmlns:a16="http://schemas.microsoft.com/office/drawing/2014/main" id="{628ABF15-1D35-BD15-F665-82B54CA6E178}"/>
              </a:ext>
            </a:extLst>
          </p:cNvPr>
          <p:cNvSpPr txBox="1"/>
          <p:nvPr/>
        </p:nvSpPr>
        <p:spPr>
          <a:xfrm>
            <a:off x="437726" y="3778382"/>
            <a:ext cx="1772970"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De está manera identificamos que iniciativas nacen de PORT</a:t>
            </a:r>
            <a:r>
              <a:rPr lang="es-MX" sz="1200" noProof="0"/>
              <a:t>™</a:t>
            </a:r>
            <a:endParaRPr lang="es-MX" sz="1200" noProof="0">
              <a:solidFill>
                <a:schemeClr val="bg1"/>
              </a:solidFill>
            </a:endParaRPr>
          </a:p>
        </p:txBody>
      </p:sp>
      <p:pic>
        <p:nvPicPr>
          <p:cNvPr id="16" name="Gráfico 15" descr="Flecha lineal: curva con sentido de las agujas del reloj con relleno sólido">
            <a:extLst>
              <a:ext uri="{FF2B5EF4-FFF2-40B4-BE49-F238E27FC236}">
                <a16:creationId xmlns:a16="http://schemas.microsoft.com/office/drawing/2014/main" id="{351202F8-0BE4-A855-2DB7-75A41E107E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2928030" flipH="1">
            <a:off x="5953652" y="1051669"/>
            <a:ext cx="918097" cy="1313354"/>
          </a:xfrm>
          <a:prstGeom prst="rect">
            <a:avLst/>
          </a:prstGeom>
        </p:spPr>
      </p:pic>
      <p:pic>
        <p:nvPicPr>
          <p:cNvPr id="17" name="Gráfico 16" descr="Flecha lineal: curva con sentido de las agujas del reloj con relleno sólido">
            <a:extLst>
              <a:ext uri="{FF2B5EF4-FFF2-40B4-BE49-F238E27FC236}">
                <a16:creationId xmlns:a16="http://schemas.microsoft.com/office/drawing/2014/main" id="{3DDD1927-3C80-9AE4-5C54-66A8F78183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848571">
            <a:off x="6096285" y="3191224"/>
            <a:ext cx="861326" cy="1210137"/>
          </a:xfrm>
          <a:prstGeom prst="rect">
            <a:avLst/>
          </a:prstGeom>
        </p:spPr>
      </p:pic>
      <p:pic>
        <p:nvPicPr>
          <p:cNvPr id="18" name="Gráfico 17" descr="Flecha lineal: curva con sentido de las agujas del reloj con relleno sólido">
            <a:extLst>
              <a:ext uri="{FF2B5EF4-FFF2-40B4-BE49-F238E27FC236}">
                <a16:creationId xmlns:a16="http://schemas.microsoft.com/office/drawing/2014/main" id="{25E921E3-EAF9-8A22-C87F-98FCB14571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337952" flipV="1">
            <a:off x="2470135" y="3677542"/>
            <a:ext cx="861326" cy="1264329"/>
          </a:xfrm>
          <a:prstGeom prst="rect">
            <a:avLst/>
          </a:prstGeom>
        </p:spPr>
      </p:pic>
      <p:sp>
        <p:nvSpPr>
          <p:cNvPr id="20" name="Rectángulo: esquinas redondeadas 19">
            <a:extLst>
              <a:ext uri="{FF2B5EF4-FFF2-40B4-BE49-F238E27FC236}">
                <a16:creationId xmlns:a16="http://schemas.microsoft.com/office/drawing/2014/main" id="{9B21E0E1-C14E-0848-A75D-C32B128035E3}"/>
              </a:ext>
            </a:extLst>
          </p:cNvPr>
          <p:cNvSpPr/>
          <p:nvPr/>
        </p:nvSpPr>
        <p:spPr>
          <a:xfrm>
            <a:off x="396334" y="1797790"/>
            <a:ext cx="1800564" cy="1037022"/>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1" name="CuadroTexto 7">
            <a:extLst>
              <a:ext uri="{FF2B5EF4-FFF2-40B4-BE49-F238E27FC236}">
                <a16:creationId xmlns:a16="http://schemas.microsoft.com/office/drawing/2014/main" id="{19D2C9A5-A046-5A32-AE6C-7CD7F1F37482}"/>
              </a:ext>
            </a:extLst>
          </p:cNvPr>
          <p:cNvSpPr txBox="1"/>
          <p:nvPr/>
        </p:nvSpPr>
        <p:spPr>
          <a:xfrm>
            <a:off x="423169" y="1785640"/>
            <a:ext cx="1772970" cy="101566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Corresponde a la fecha  de primera sesión del </a:t>
            </a:r>
            <a:r>
              <a:rPr lang="es-MX" sz="1200" noProof="0" err="1">
                <a:solidFill>
                  <a:schemeClr val="bg1"/>
                </a:solidFill>
              </a:rPr>
              <a:t>Problem</a:t>
            </a:r>
            <a:r>
              <a:rPr lang="es-MX" sz="1200" noProof="0">
                <a:solidFill>
                  <a:schemeClr val="bg1"/>
                </a:solidFill>
              </a:rPr>
              <a:t> </a:t>
            </a:r>
            <a:r>
              <a:rPr lang="es-MX" sz="1200" noProof="0" err="1">
                <a:solidFill>
                  <a:schemeClr val="bg1"/>
                </a:solidFill>
              </a:rPr>
              <a:t>solving</a:t>
            </a:r>
            <a:r>
              <a:rPr lang="es-MX" sz="1200" noProof="0">
                <a:solidFill>
                  <a:schemeClr val="bg1"/>
                </a:solidFill>
              </a:rPr>
              <a:t> (definición del problema)</a:t>
            </a:r>
          </a:p>
        </p:txBody>
      </p:sp>
      <p:pic>
        <p:nvPicPr>
          <p:cNvPr id="22" name="Gráfico 21" descr="Flecha lineal: curva con sentido de las agujas del reloj con relleno sólido">
            <a:extLst>
              <a:ext uri="{FF2B5EF4-FFF2-40B4-BE49-F238E27FC236}">
                <a16:creationId xmlns:a16="http://schemas.microsoft.com/office/drawing/2014/main" id="{A1BCBA0E-D33C-9F22-6DAA-1A50A032CC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9732612" flipH="1" flipV="1">
            <a:off x="2139847" y="2134578"/>
            <a:ext cx="629732" cy="892227"/>
          </a:xfrm>
          <a:prstGeom prst="rect">
            <a:avLst/>
          </a:prstGeom>
        </p:spPr>
      </p:pic>
      <p:sp>
        <p:nvSpPr>
          <p:cNvPr id="23" name="Rectángulo: esquinas redondeadas 22">
            <a:extLst>
              <a:ext uri="{FF2B5EF4-FFF2-40B4-BE49-F238E27FC236}">
                <a16:creationId xmlns:a16="http://schemas.microsoft.com/office/drawing/2014/main" id="{478A4711-4ACD-A365-C49B-631DE7165661}"/>
              </a:ext>
            </a:extLst>
          </p:cNvPr>
          <p:cNvSpPr/>
          <p:nvPr/>
        </p:nvSpPr>
        <p:spPr>
          <a:xfrm>
            <a:off x="7087903" y="1891954"/>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4" name="Rectángulo: esquinas redondeadas 23">
            <a:extLst>
              <a:ext uri="{FF2B5EF4-FFF2-40B4-BE49-F238E27FC236}">
                <a16:creationId xmlns:a16="http://schemas.microsoft.com/office/drawing/2014/main" id="{0375EF48-4ED8-062A-08A7-760C57F53AC8}"/>
              </a:ext>
            </a:extLst>
          </p:cNvPr>
          <p:cNvSpPr/>
          <p:nvPr/>
        </p:nvSpPr>
        <p:spPr>
          <a:xfrm>
            <a:off x="7087903" y="269913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5" name="CuadroTexto 7">
            <a:extLst>
              <a:ext uri="{FF2B5EF4-FFF2-40B4-BE49-F238E27FC236}">
                <a16:creationId xmlns:a16="http://schemas.microsoft.com/office/drawing/2014/main" id="{A6EE37BB-CC33-4E99-7FF3-BDD5D6499053}"/>
              </a:ext>
            </a:extLst>
          </p:cNvPr>
          <p:cNvSpPr txBox="1"/>
          <p:nvPr/>
        </p:nvSpPr>
        <p:spPr>
          <a:xfrm>
            <a:off x="7112564" y="1894937"/>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Fecha en la que se estima implementar las contramedidas</a:t>
            </a:r>
          </a:p>
        </p:txBody>
      </p:sp>
      <p:pic>
        <p:nvPicPr>
          <p:cNvPr id="30" name="Gráfico 29" descr="Flecha derecha con relleno sólido">
            <a:extLst>
              <a:ext uri="{FF2B5EF4-FFF2-40B4-BE49-F238E27FC236}">
                <a16:creationId xmlns:a16="http://schemas.microsoft.com/office/drawing/2014/main" id="{1ED97F45-1763-76FC-2896-74C46AA528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9388449">
            <a:off x="5091006" y="1923171"/>
            <a:ext cx="2000419" cy="966978"/>
          </a:xfrm>
          <a:prstGeom prst="rect">
            <a:avLst/>
          </a:prstGeom>
        </p:spPr>
      </p:pic>
      <p:sp>
        <p:nvSpPr>
          <p:cNvPr id="31" name="CuadroTexto 7">
            <a:extLst>
              <a:ext uri="{FF2B5EF4-FFF2-40B4-BE49-F238E27FC236}">
                <a16:creationId xmlns:a16="http://schemas.microsoft.com/office/drawing/2014/main" id="{58B7677A-BD7A-C80D-647F-DF3F31EE9D8A}"/>
              </a:ext>
            </a:extLst>
          </p:cNvPr>
          <p:cNvSpPr txBox="1"/>
          <p:nvPr/>
        </p:nvSpPr>
        <p:spPr>
          <a:xfrm>
            <a:off x="7113300" y="2723834"/>
            <a:ext cx="1772970"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Fecha en la que se estima validar la efectividad y cerrar </a:t>
            </a:r>
          </a:p>
        </p:txBody>
      </p:sp>
      <p:pic>
        <p:nvPicPr>
          <p:cNvPr id="33" name="Gráfico 32" descr="Flecha lineal: curva con sentido de las agujas del reloj con relleno sólido">
            <a:extLst>
              <a:ext uri="{FF2B5EF4-FFF2-40B4-BE49-F238E27FC236}">
                <a16:creationId xmlns:a16="http://schemas.microsoft.com/office/drawing/2014/main" id="{B74FC80F-C506-11E4-153D-DCBB3E4907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4644718" flipH="1">
            <a:off x="6003865" y="2130457"/>
            <a:ext cx="918097" cy="1313354"/>
          </a:xfrm>
          <a:prstGeom prst="rect">
            <a:avLst/>
          </a:prstGeom>
        </p:spPr>
      </p:pic>
      <p:sp>
        <p:nvSpPr>
          <p:cNvPr id="35" name="Rectángulo 34">
            <a:extLst>
              <a:ext uri="{FF2B5EF4-FFF2-40B4-BE49-F238E27FC236}">
                <a16:creationId xmlns:a16="http://schemas.microsoft.com/office/drawing/2014/main" id="{48BF85EE-47D5-88A5-133A-88CD366DB384}"/>
              </a:ext>
            </a:extLst>
          </p:cNvPr>
          <p:cNvSpPr/>
          <p:nvPr/>
        </p:nvSpPr>
        <p:spPr>
          <a:xfrm>
            <a:off x="2736512" y="2881038"/>
            <a:ext cx="415925" cy="79375"/>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4" name="CuadroTexto 33">
            <a:extLst>
              <a:ext uri="{FF2B5EF4-FFF2-40B4-BE49-F238E27FC236}">
                <a16:creationId xmlns:a16="http://schemas.microsoft.com/office/drawing/2014/main" id="{D043C36A-81DA-1C02-22AD-84E30CDFFACD}"/>
              </a:ext>
            </a:extLst>
          </p:cNvPr>
          <p:cNvSpPr txBox="1"/>
          <p:nvPr/>
        </p:nvSpPr>
        <p:spPr>
          <a:xfrm>
            <a:off x="2670255" y="2886355"/>
            <a:ext cx="606308" cy="7937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noProof="0">
                <a:solidFill>
                  <a:schemeClr val="tx1"/>
                </a:solidFill>
              </a:rPr>
              <a:t>01/01/2026</a:t>
            </a:r>
          </a:p>
        </p:txBody>
      </p:sp>
      <p:pic>
        <p:nvPicPr>
          <p:cNvPr id="36" name="Gráfico 35" descr="Flecha derecha con relleno sólido">
            <a:extLst>
              <a:ext uri="{FF2B5EF4-FFF2-40B4-BE49-F238E27FC236}">
                <a16:creationId xmlns:a16="http://schemas.microsoft.com/office/drawing/2014/main" id="{BEA423F3-35A4-14D9-9C68-BECB473560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19894" y="2937391"/>
            <a:ext cx="463572" cy="740556"/>
          </a:xfrm>
          <a:prstGeom prst="rect">
            <a:avLst/>
          </a:prstGeom>
        </p:spPr>
      </p:pic>
      <p:sp>
        <p:nvSpPr>
          <p:cNvPr id="37" name="Rectángulo: esquinas redondeadas 36">
            <a:extLst>
              <a:ext uri="{FF2B5EF4-FFF2-40B4-BE49-F238E27FC236}">
                <a16:creationId xmlns:a16="http://schemas.microsoft.com/office/drawing/2014/main" id="{65722EB0-CDB7-DA63-0DAC-2C374C8C5399}"/>
              </a:ext>
            </a:extLst>
          </p:cNvPr>
          <p:cNvSpPr/>
          <p:nvPr/>
        </p:nvSpPr>
        <p:spPr>
          <a:xfrm>
            <a:off x="410132" y="991083"/>
            <a:ext cx="1800564" cy="702837"/>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8" name="CuadroTexto 7">
            <a:extLst>
              <a:ext uri="{FF2B5EF4-FFF2-40B4-BE49-F238E27FC236}">
                <a16:creationId xmlns:a16="http://schemas.microsoft.com/office/drawing/2014/main" id="{98FF43FD-13B5-ABBE-0E12-9F5111286BEC}"/>
              </a:ext>
            </a:extLst>
          </p:cNvPr>
          <p:cNvSpPr txBox="1"/>
          <p:nvPr/>
        </p:nvSpPr>
        <p:spPr>
          <a:xfrm>
            <a:off x="423169" y="1108780"/>
            <a:ext cx="1772970"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200" noProof="0">
                <a:solidFill>
                  <a:schemeClr val="bg1"/>
                </a:solidFill>
              </a:rPr>
              <a:t>Líder o dueño del </a:t>
            </a:r>
            <a:r>
              <a:rPr lang="es-MX" sz="1200" noProof="0" err="1">
                <a:solidFill>
                  <a:schemeClr val="bg1"/>
                </a:solidFill>
              </a:rPr>
              <a:t>Problem</a:t>
            </a:r>
            <a:r>
              <a:rPr lang="es-MX" sz="1200" noProof="0">
                <a:solidFill>
                  <a:schemeClr val="bg1"/>
                </a:solidFill>
              </a:rPr>
              <a:t> </a:t>
            </a:r>
            <a:r>
              <a:rPr lang="es-MX" sz="1200" noProof="0" err="1">
                <a:solidFill>
                  <a:schemeClr val="bg1"/>
                </a:solidFill>
              </a:rPr>
              <a:t>Solving</a:t>
            </a:r>
            <a:endParaRPr lang="es-MX" sz="1200" noProof="0">
              <a:solidFill>
                <a:schemeClr val="bg1"/>
              </a:solidFill>
            </a:endParaRPr>
          </a:p>
        </p:txBody>
      </p:sp>
      <p:pic>
        <p:nvPicPr>
          <p:cNvPr id="40" name="Gráfico 39" descr="Flecha derecha con relleno sólido">
            <a:extLst>
              <a:ext uri="{FF2B5EF4-FFF2-40B4-BE49-F238E27FC236}">
                <a16:creationId xmlns:a16="http://schemas.microsoft.com/office/drawing/2014/main" id="{38FC85A1-564F-529F-C6CE-449BE79395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3034262">
            <a:off x="2007860" y="1636072"/>
            <a:ext cx="910512" cy="740556"/>
          </a:xfrm>
          <a:prstGeom prst="rect">
            <a:avLst/>
          </a:prstGeom>
        </p:spPr>
      </p:pic>
      <p:sp>
        <p:nvSpPr>
          <p:cNvPr id="41" name="CuadroTexto 7">
            <a:extLst>
              <a:ext uri="{FF2B5EF4-FFF2-40B4-BE49-F238E27FC236}">
                <a16:creationId xmlns:a16="http://schemas.microsoft.com/office/drawing/2014/main" id="{302E16B6-CAB4-C89A-2DBB-B40618CF73F7}"/>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Identificar el problema con precisión (L0-L1)</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42" name="Rectángulo 41">
            <a:extLst>
              <a:ext uri="{FF2B5EF4-FFF2-40B4-BE49-F238E27FC236}">
                <a16:creationId xmlns:a16="http://schemas.microsoft.com/office/drawing/2014/main" id="{C64BDE7A-D958-5F0D-2CF3-BA4E38229A0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2068302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FCF6-E442-19EE-D453-90074DCEA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02865-2BCF-FC2C-299A-FDF11689AE54}"/>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6E99CC4F-6D8C-A44B-6E40-B50B1B5DA57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fases PORT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0131C82F-A4B5-5138-D6C9-C2334406E788}"/>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07049FB2-2CB1-339B-1D89-7B5AB7AC6FB5}"/>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5CD7957B-FA5A-FEA2-A5EB-B652DC7C2822}"/>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4FAD0DCA-0B07-23D3-5316-9D0E3E6D19EE}"/>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73C3C6C0-EA8D-D282-974B-47A879E09C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2D0A2F20-43CE-0236-8109-98796BADBC3B}"/>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2883FA32-A01B-A365-D268-F50D081FDD43}"/>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BAA2523E-0A0D-030D-BFF1-253C3A6DE632}"/>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86468807-1820-C80F-C25C-9901DC73EE85}"/>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F6277ED8-D220-9805-20F5-DFA10634A183}"/>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A4A1DF96-3998-0F37-3413-9B7F8D275A09}"/>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a:t>
            </a:r>
            <a:r>
              <a:rPr lang="es-MX" sz="2000" noProof="0" err="1">
                <a:solidFill>
                  <a:schemeClr val="bg1"/>
                </a:solidFill>
              </a:rPr>
              <a:t>rack</a:t>
            </a:r>
            <a:r>
              <a:rPr lang="es-MX" sz="2000" noProof="0">
                <a:solidFill>
                  <a:schemeClr val="bg1"/>
                </a:solidFill>
              </a:rPr>
              <a:t> and </a:t>
            </a:r>
            <a:r>
              <a:rPr lang="es-MX" sz="2000" noProof="0" err="1">
                <a:solidFill>
                  <a:schemeClr val="bg1"/>
                </a:solidFill>
              </a:rPr>
              <a:t>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B8DC9D0F-85D8-B0BD-C8E6-C12CFBB5DE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B0BD00B3-7775-57E2-2A90-8D61382789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2A7D5491-159B-89EF-E0FC-FFD5CE69B335}"/>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CB7C5851-34F4-8EC8-CBBB-5D16A940D03E}"/>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79A359B5-C91F-7F1D-F72D-16022A3B7B19}"/>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040D2D5E-B692-2893-DF0A-3C8D980430B3}"/>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75B24768-04B8-1466-AB48-53D630796D39}"/>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1C262CDD-AD5B-9C1E-A738-857EB6730634}"/>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1422006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68F18-E525-26EA-277B-A97046291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75E05-937C-A595-77AB-33EBBC4AF9D5}"/>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F1972602-4396-897C-A203-EAD3C38D0A5F}"/>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Observa y analiza (L2- L3)</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2A467191-4B6A-69F8-AEC4-CF052C6EE7A4}"/>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66A38D5E-7C8B-637E-CF85-8A03231B8F8A}"/>
              </a:ext>
            </a:extLst>
          </p:cNvPr>
          <p:cNvSpPr/>
          <p:nvPr/>
        </p:nvSpPr>
        <p:spPr>
          <a:xfrm>
            <a:off x="147982"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E4E5422C-37B2-D8BD-F246-F6F33EE3E6C4}"/>
              </a:ext>
            </a:extLst>
          </p:cNvPr>
          <p:cNvSpPr txBox="1"/>
          <p:nvPr/>
        </p:nvSpPr>
        <p:spPr>
          <a:xfrm>
            <a:off x="182664" y="2217806"/>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4" name="Rectángulo: esquinas redondeadas 3">
            <a:extLst>
              <a:ext uri="{FF2B5EF4-FFF2-40B4-BE49-F238E27FC236}">
                <a16:creationId xmlns:a16="http://schemas.microsoft.com/office/drawing/2014/main" id="{850D9669-D212-EE17-AF58-E84D5D51F2D3}"/>
              </a:ext>
            </a:extLst>
          </p:cNvPr>
          <p:cNvSpPr/>
          <p:nvPr/>
        </p:nvSpPr>
        <p:spPr>
          <a:xfrm>
            <a:off x="1157315" y="3477349"/>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6" name="Rectángulo: esquinas redondeadas 5">
            <a:extLst>
              <a:ext uri="{FF2B5EF4-FFF2-40B4-BE49-F238E27FC236}">
                <a16:creationId xmlns:a16="http://schemas.microsoft.com/office/drawing/2014/main" id="{36D55BF8-ADED-96B3-709C-983C17A1FFD3}"/>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L2: </a:t>
            </a:r>
            <a:r>
              <a:rPr lang="es-MX" sz="1200" noProof="0">
                <a:solidFill>
                  <a:srgbClr val="FFFFFF"/>
                </a:solidFill>
              </a:rPr>
              <a:t>En esta etapa se agrega el impacto ya sea financiero o en KPI</a:t>
            </a:r>
            <a:endParaRPr lang="es-MX" sz="1600" b="1" noProof="0">
              <a:solidFill>
                <a:srgbClr val="FFFFFF"/>
              </a:solidFill>
            </a:endParaRPr>
          </a:p>
        </p:txBody>
      </p:sp>
      <p:pic>
        <p:nvPicPr>
          <p:cNvPr id="9" name="Imagen 8" descr="Interfaz de usuario gráfica, Texto, Aplicación, Correo electrónico&#10;&#10;El contenido generado por IA puede ser incorrecto.">
            <a:extLst>
              <a:ext uri="{FF2B5EF4-FFF2-40B4-BE49-F238E27FC236}">
                <a16:creationId xmlns:a16="http://schemas.microsoft.com/office/drawing/2014/main" id="{265E28A2-207B-EC3A-E001-14E6D4DA8504}"/>
              </a:ext>
            </a:extLst>
          </p:cNvPr>
          <p:cNvPicPr>
            <a:picLocks noChangeAspect="1"/>
          </p:cNvPicPr>
          <p:nvPr/>
        </p:nvPicPr>
        <p:blipFill>
          <a:blip r:embed="rId3"/>
          <a:stretch>
            <a:fillRect/>
          </a:stretch>
        </p:blipFill>
        <p:spPr>
          <a:xfrm>
            <a:off x="4314981" y="1344371"/>
            <a:ext cx="4627814" cy="2927696"/>
          </a:xfrm>
          <a:prstGeom prst="rect">
            <a:avLst/>
          </a:prstGeom>
          <a:effectLst>
            <a:outerShdw blurRad="50800" dist="38100" dir="2700000" algn="tl" rotWithShape="0">
              <a:prstClr val="black">
                <a:alpha val="40000"/>
              </a:prstClr>
            </a:outerShdw>
          </a:effectLst>
        </p:spPr>
      </p:pic>
      <p:sp>
        <p:nvSpPr>
          <p:cNvPr id="10" name="Rectángulo 9">
            <a:extLst>
              <a:ext uri="{FF2B5EF4-FFF2-40B4-BE49-F238E27FC236}">
                <a16:creationId xmlns:a16="http://schemas.microsoft.com/office/drawing/2014/main" id="{5381A9F1-811E-AF43-7A41-50A868396834}"/>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489062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60547-7636-63BC-AE93-0CD83F48A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A0300-13E8-8808-AB3F-9497D3B426D6}"/>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3DBB4382-F2A4-6A72-8CB1-FA6CEF6B99A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Observa y analiza (L2- L3)</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42EC85D5-9B33-7115-4F86-88E863D0E0D0}"/>
              </a:ext>
            </a:extLst>
          </p:cNvPr>
          <p:cNvPicPr>
            <a:picLocks noChangeAspect="1"/>
          </p:cNvPicPr>
          <p:nvPr/>
        </p:nvPicPr>
        <p:blipFill>
          <a:blip r:embed="rId2"/>
          <a:stretch>
            <a:fillRect/>
          </a:stretch>
        </p:blipFill>
        <p:spPr>
          <a:xfrm>
            <a:off x="8661417" y="109943"/>
            <a:ext cx="466952" cy="466952"/>
          </a:xfrm>
          <a:prstGeom prst="rect">
            <a:avLst/>
          </a:prstGeom>
        </p:spPr>
      </p:pic>
      <p:sp>
        <p:nvSpPr>
          <p:cNvPr id="7" name="Rectángulo: esquinas redondeadas 6">
            <a:extLst>
              <a:ext uri="{FF2B5EF4-FFF2-40B4-BE49-F238E27FC236}">
                <a16:creationId xmlns:a16="http://schemas.microsoft.com/office/drawing/2014/main" id="{0F0DF55D-8074-5A3D-5F50-E8435A61B414}"/>
              </a:ext>
            </a:extLst>
          </p:cNvPr>
          <p:cNvSpPr/>
          <p:nvPr/>
        </p:nvSpPr>
        <p:spPr>
          <a:xfrm>
            <a:off x="147982"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06F19320-6A38-A419-A20D-9F738FD9854A}"/>
              </a:ext>
            </a:extLst>
          </p:cNvPr>
          <p:cNvSpPr txBox="1"/>
          <p:nvPr/>
        </p:nvSpPr>
        <p:spPr>
          <a:xfrm>
            <a:off x="182664" y="2217806"/>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4" name="Rectángulo: esquinas redondeadas 3">
            <a:extLst>
              <a:ext uri="{FF2B5EF4-FFF2-40B4-BE49-F238E27FC236}">
                <a16:creationId xmlns:a16="http://schemas.microsoft.com/office/drawing/2014/main" id="{998EC799-3540-FFF3-2CD7-5D65F7C74D3D}"/>
              </a:ext>
            </a:extLst>
          </p:cNvPr>
          <p:cNvSpPr/>
          <p:nvPr/>
        </p:nvSpPr>
        <p:spPr>
          <a:xfrm>
            <a:off x="306923" y="3477349"/>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6" name="Rectángulo: esquinas redondeadas 5">
            <a:extLst>
              <a:ext uri="{FF2B5EF4-FFF2-40B4-BE49-F238E27FC236}">
                <a16:creationId xmlns:a16="http://schemas.microsoft.com/office/drawing/2014/main" id="{1DB684A6-D53C-8E22-CDA5-5C464383CEF2}"/>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L3: </a:t>
            </a:r>
            <a:r>
              <a:rPr lang="es-MX" sz="1200" noProof="0">
                <a:solidFill>
                  <a:srgbClr val="FFFFFF"/>
                </a:solidFill>
              </a:rPr>
              <a:t>Se registra en el </a:t>
            </a:r>
            <a:r>
              <a:rPr lang="es-MX" sz="1200" noProof="0" err="1">
                <a:solidFill>
                  <a:srgbClr val="FFFFFF"/>
                </a:solidFill>
              </a:rPr>
              <a:t>roadmap</a:t>
            </a:r>
            <a:r>
              <a:rPr lang="es-MX" sz="1200" noProof="0">
                <a:solidFill>
                  <a:srgbClr val="FFFFFF"/>
                </a:solidFill>
              </a:rPr>
              <a:t> la planificación de las sesiones para el análisis de las causas raíz</a:t>
            </a:r>
            <a:endParaRPr lang="es-MX" sz="1600" b="1" noProof="0">
              <a:solidFill>
                <a:srgbClr val="FFFFFF"/>
              </a:solidFill>
            </a:endParaRPr>
          </a:p>
        </p:txBody>
      </p:sp>
      <p:pic>
        <p:nvPicPr>
          <p:cNvPr id="10" name="Imagen 9" descr="Imagen que contiene Interfaz de usuario gráfica&#10;&#10;El contenido generado por IA puede ser incorrecto.">
            <a:extLst>
              <a:ext uri="{FF2B5EF4-FFF2-40B4-BE49-F238E27FC236}">
                <a16:creationId xmlns:a16="http://schemas.microsoft.com/office/drawing/2014/main" id="{5D4723EE-DFD6-6825-A093-F03BD7ADD20A}"/>
              </a:ext>
            </a:extLst>
          </p:cNvPr>
          <p:cNvPicPr>
            <a:picLocks noChangeAspect="1"/>
          </p:cNvPicPr>
          <p:nvPr/>
        </p:nvPicPr>
        <p:blipFill>
          <a:blip r:embed="rId3"/>
          <a:srcRect r="24632"/>
          <a:stretch>
            <a:fillRect/>
          </a:stretch>
        </p:blipFill>
        <p:spPr>
          <a:xfrm>
            <a:off x="4314981" y="1697510"/>
            <a:ext cx="4681037" cy="2018538"/>
          </a:xfrm>
          <a:prstGeom prst="rect">
            <a:avLst/>
          </a:prstGeom>
          <a:effectLst>
            <a:outerShdw blurRad="50800" dist="38100" dir="2700000" algn="tl" rotWithShape="0">
              <a:prstClr val="black">
                <a:alpha val="40000"/>
              </a:prstClr>
            </a:outerShdw>
          </a:effectLst>
        </p:spPr>
      </p:pic>
      <p:sp>
        <p:nvSpPr>
          <p:cNvPr id="11" name="Rectángulo 10">
            <a:extLst>
              <a:ext uri="{FF2B5EF4-FFF2-40B4-BE49-F238E27FC236}">
                <a16:creationId xmlns:a16="http://schemas.microsoft.com/office/drawing/2014/main" id="{A50E2788-AC33-D8E8-8064-BFFD0573BDE8}"/>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18859828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FE1AA-617F-397C-D3EF-69784D419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DAC06-3DF5-4FD5-D1F7-4C86477A6F62}"/>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FB54C0F8-04B5-CF59-E437-27FF0929B957}"/>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fases PORT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9DAC23DA-E3D0-80EA-C456-0DAD16ADA645}"/>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01C0B87D-8584-4A44-678F-4866C76188F0}"/>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B29DF948-F4B3-3EBD-E1F0-7AB1D18D3E23}"/>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15BADE3F-7D96-C3CC-69C6-89E2628818A4}"/>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D4C12A97-2266-ABB2-BDB3-A53C6962FB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371DE4B9-DADD-1C61-3109-4F32378081F0}"/>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5D2ED90F-3707-AC5F-2AF2-1B32D508F78B}"/>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9BFC647F-C2D9-8D52-5BAC-93FE241B713D}"/>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ED9FB71B-61D4-9475-9F9B-A3B276320809}"/>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9FE32B9A-042B-E161-CC13-B552DE706EF7}"/>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684EAD14-CE71-54D3-2260-77123D33E9CC}"/>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a:t>
            </a:r>
            <a:r>
              <a:rPr lang="es-MX" sz="2000" noProof="0" err="1">
                <a:solidFill>
                  <a:schemeClr val="bg1"/>
                </a:solidFill>
              </a:rPr>
              <a:t>rack</a:t>
            </a:r>
            <a:r>
              <a:rPr lang="es-MX" sz="2000" noProof="0">
                <a:solidFill>
                  <a:schemeClr val="bg1"/>
                </a:solidFill>
              </a:rPr>
              <a:t> and </a:t>
            </a:r>
            <a:r>
              <a:rPr lang="es-MX" sz="2000" noProof="0" err="1">
                <a:solidFill>
                  <a:schemeClr val="bg1"/>
                </a:solidFill>
              </a:rPr>
              <a:t>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3747C7C6-C497-820B-3E74-27386338DA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E8C3B0D4-4C42-1FB3-AC17-7EA51E3ED6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B9885A75-257B-9BC8-B223-5BA9C83A7B4B}"/>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B85421FA-9468-E15B-381F-D5D11DEE132F}"/>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D12A3896-E61B-7170-3756-8072618236B0}"/>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0E568439-AD26-9544-AC59-26E3D4BBD7C8}"/>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36C3D0F3-BDBA-C2A2-D891-9ABCF15AFB89}"/>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662866A1-6FC8-96F6-5699-763A642515A5}"/>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82766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97C26-7A21-2F1E-6EDD-4F8ABA8DF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5C16A2-9003-CA39-8AE3-748B0CA502D7}"/>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pic>
        <p:nvPicPr>
          <p:cNvPr id="5" name="Imagen 4" descr="Dibujo de una persona&#10;&#10;El contenido generado por IA puede ser incorrecto.">
            <a:extLst>
              <a:ext uri="{FF2B5EF4-FFF2-40B4-BE49-F238E27FC236}">
                <a16:creationId xmlns:a16="http://schemas.microsoft.com/office/drawing/2014/main" id="{8B1686B8-30CC-D156-2044-810F56191C6F}"/>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61237331-F211-B48D-F660-A9730287514F}"/>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2" name="Rectángulo: esquinas redondeadas 51">
            <a:extLst>
              <a:ext uri="{FF2B5EF4-FFF2-40B4-BE49-F238E27FC236}">
                <a16:creationId xmlns:a16="http://schemas.microsoft.com/office/drawing/2014/main" id="{44696556-4862-A51C-33D6-D1EF01180F5D}"/>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4" name="CuadroTexto 7">
            <a:extLst>
              <a:ext uri="{FF2B5EF4-FFF2-40B4-BE49-F238E27FC236}">
                <a16:creationId xmlns:a16="http://schemas.microsoft.com/office/drawing/2014/main" id="{32F01226-AA9E-B904-2265-417C2E1EA6E8}"/>
              </a:ext>
            </a:extLst>
          </p:cNvPr>
          <p:cNvSpPr txBox="1"/>
          <p:nvPr/>
        </p:nvSpPr>
        <p:spPr>
          <a:xfrm>
            <a:off x="186140" y="2237125"/>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6" name="Rectángulo: esquinas redondeadas 5">
            <a:extLst>
              <a:ext uri="{FF2B5EF4-FFF2-40B4-BE49-F238E27FC236}">
                <a16:creationId xmlns:a16="http://schemas.microsoft.com/office/drawing/2014/main" id="{4C9508D3-1339-AC64-9B48-9BFD13A8D536}"/>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L3: </a:t>
            </a:r>
            <a:r>
              <a:rPr lang="es-MX" sz="1200" noProof="0">
                <a:solidFill>
                  <a:srgbClr val="FFFFFF"/>
                </a:solidFill>
              </a:rPr>
              <a:t>Se registra en el </a:t>
            </a:r>
            <a:r>
              <a:rPr lang="es-MX" sz="1200" noProof="0" err="1">
                <a:solidFill>
                  <a:srgbClr val="FFFFFF"/>
                </a:solidFill>
              </a:rPr>
              <a:t>roadmap</a:t>
            </a:r>
            <a:r>
              <a:rPr lang="es-MX" sz="1200" noProof="0">
                <a:solidFill>
                  <a:srgbClr val="FFFFFF"/>
                </a:solidFill>
              </a:rPr>
              <a:t> la planificación de la implementación de contramedidas (una vez definidas)</a:t>
            </a:r>
            <a:endParaRPr lang="es-MX" sz="1600" b="1" noProof="0">
              <a:solidFill>
                <a:srgbClr val="FFFFFF"/>
              </a:solidFill>
            </a:endParaRPr>
          </a:p>
        </p:txBody>
      </p:sp>
      <p:pic>
        <p:nvPicPr>
          <p:cNvPr id="9" name="Imagen 8" descr="Interfaz de usuario gráfica, Tabla&#10;&#10;El contenido generado por IA puede ser incorrecto.">
            <a:extLst>
              <a:ext uri="{FF2B5EF4-FFF2-40B4-BE49-F238E27FC236}">
                <a16:creationId xmlns:a16="http://schemas.microsoft.com/office/drawing/2014/main" id="{8AD9B408-2533-8CC1-3C0D-9B5CCF516A44}"/>
              </a:ext>
            </a:extLst>
          </p:cNvPr>
          <p:cNvPicPr>
            <a:picLocks noChangeAspect="1"/>
          </p:cNvPicPr>
          <p:nvPr/>
        </p:nvPicPr>
        <p:blipFill>
          <a:blip r:embed="rId3"/>
          <a:srcRect r="26914"/>
          <a:stretch>
            <a:fillRect/>
          </a:stretch>
        </p:blipFill>
        <p:spPr>
          <a:xfrm>
            <a:off x="4319807" y="1785063"/>
            <a:ext cx="4687225" cy="2088882"/>
          </a:xfrm>
          <a:prstGeom prst="rect">
            <a:avLst/>
          </a:prstGeom>
          <a:effectLst>
            <a:outerShdw blurRad="50800" dist="38100" dir="2700000" algn="tl" rotWithShape="0">
              <a:prstClr val="black">
                <a:alpha val="40000"/>
              </a:prstClr>
            </a:outerShdw>
          </a:effectLst>
        </p:spPr>
      </p:pic>
      <p:sp>
        <p:nvSpPr>
          <p:cNvPr id="10" name="CuadroTexto 7">
            <a:extLst>
              <a:ext uri="{FF2B5EF4-FFF2-40B4-BE49-F238E27FC236}">
                <a16:creationId xmlns:a16="http://schemas.microsoft.com/office/drawing/2014/main" id="{126F66E5-297D-A4E5-9D93-45B11129AEB6}"/>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Resuelve con acciones (L3- L4)</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sp>
        <p:nvSpPr>
          <p:cNvPr id="11" name="Rectángulo 10">
            <a:extLst>
              <a:ext uri="{FF2B5EF4-FFF2-40B4-BE49-F238E27FC236}">
                <a16:creationId xmlns:a16="http://schemas.microsoft.com/office/drawing/2014/main" id="{4135FDD4-1372-4E67-0B0A-82970F02C02F}"/>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2745511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86AB-D33D-E3B4-021B-562DB9B36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1C8C4-F71A-4E32-4B7D-0DA03E38776B}"/>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pic>
        <p:nvPicPr>
          <p:cNvPr id="5" name="Imagen 4" descr="Dibujo de una persona&#10;&#10;El contenido generado por IA puede ser incorrecto.">
            <a:extLst>
              <a:ext uri="{FF2B5EF4-FFF2-40B4-BE49-F238E27FC236}">
                <a16:creationId xmlns:a16="http://schemas.microsoft.com/office/drawing/2014/main" id="{8EFDF9D7-8B5B-6255-B899-246C8F87EA6C}"/>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EE3F6E59-2EEC-A514-7210-E6AC34A503F0}"/>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2" name="Rectángulo: esquinas redondeadas 51">
            <a:extLst>
              <a:ext uri="{FF2B5EF4-FFF2-40B4-BE49-F238E27FC236}">
                <a16:creationId xmlns:a16="http://schemas.microsoft.com/office/drawing/2014/main" id="{75F0D0E2-89C2-DA04-FB94-29F3928DD9E7}"/>
              </a:ext>
            </a:extLst>
          </p:cNvPr>
          <p:cNvSpPr/>
          <p:nvPr/>
        </p:nvSpPr>
        <p:spPr>
          <a:xfrm>
            <a:off x="35259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4" name="CuadroTexto 7">
            <a:extLst>
              <a:ext uri="{FF2B5EF4-FFF2-40B4-BE49-F238E27FC236}">
                <a16:creationId xmlns:a16="http://schemas.microsoft.com/office/drawing/2014/main" id="{EE8C500E-1C53-FC06-2E2E-E54F4FB656C1}"/>
              </a:ext>
            </a:extLst>
          </p:cNvPr>
          <p:cNvSpPr txBox="1"/>
          <p:nvPr/>
        </p:nvSpPr>
        <p:spPr>
          <a:xfrm>
            <a:off x="186140" y="2237125"/>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6" name="Rectángulo: esquinas redondeadas 5">
            <a:extLst>
              <a:ext uri="{FF2B5EF4-FFF2-40B4-BE49-F238E27FC236}">
                <a16:creationId xmlns:a16="http://schemas.microsoft.com/office/drawing/2014/main" id="{2B6BB45D-BE04-4E09-EC63-BFBD65F153F8}"/>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L4: </a:t>
            </a:r>
            <a:r>
              <a:rPr lang="es-MX" sz="1200" noProof="0">
                <a:solidFill>
                  <a:srgbClr val="FFFFFF"/>
                </a:solidFill>
              </a:rPr>
              <a:t>Al concluir la prueba piloto, se implementan las contramedidas a gran escala y me mide mes a mes su efectividad </a:t>
            </a:r>
            <a:endParaRPr lang="es-MX" sz="1600" noProof="0">
              <a:solidFill>
                <a:srgbClr val="FFFFFF"/>
              </a:solidFill>
            </a:endParaRPr>
          </a:p>
        </p:txBody>
      </p:sp>
      <p:sp>
        <p:nvSpPr>
          <p:cNvPr id="10" name="CuadroTexto 7">
            <a:extLst>
              <a:ext uri="{FF2B5EF4-FFF2-40B4-BE49-F238E27FC236}">
                <a16:creationId xmlns:a16="http://schemas.microsoft.com/office/drawing/2014/main" id="{3DF6F22A-14EB-9CCC-9814-895E52243ADF}"/>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Resuelve con acciones (L3- L4)</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7" name="Imagen 6" descr="Interfaz de usuario gráfica, Aplicación&#10;&#10;El contenido generado por IA puede ser incorrecto.">
            <a:extLst>
              <a:ext uri="{FF2B5EF4-FFF2-40B4-BE49-F238E27FC236}">
                <a16:creationId xmlns:a16="http://schemas.microsoft.com/office/drawing/2014/main" id="{0437C103-D517-3528-10C7-32F13FA5725F}"/>
              </a:ext>
            </a:extLst>
          </p:cNvPr>
          <p:cNvPicPr>
            <a:picLocks noChangeAspect="1"/>
          </p:cNvPicPr>
          <p:nvPr/>
        </p:nvPicPr>
        <p:blipFill>
          <a:blip r:embed="rId3"/>
          <a:stretch>
            <a:fillRect/>
          </a:stretch>
        </p:blipFill>
        <p:spPr>
          <a:xfrm>
            <a:off x="4350304" y="1785063"/>
            <a:ext cx="4607556" cy="1573374"/>
          </a:xfrm>
          <a:prstGeom prst="rect">
            <a:avLst/>
          </a:prstGeom>
          <a:effectLst>
            <a:outerShdw blurRad="50800" dist="38100" dir="2700000" algn="tl" rotWithShape="0">
              <a:prstClr val="black">
                <a:alpha val="40000"/>
              </a:prstClr>
            </a:outerShdw>
          </a:effectLst>
        </p:spPr>
      </p:pic>
      <p:sp>
        <p:nvSpPr>
          <p:cNvPr id="8" name="Rectángulo 7">
            <a:extLst>
              <a:ext uri="{FF2B5EF4-FFF2-40B4-BE49-F238E27FC236}">
                <a16:creationId xmlns:a16="http://schemas.microsoft.com/office/drawing/2014/main" id="{4B017FFE-41C3-1D19-DB02-22BDBB9DCAF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2160165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19331-9FF9-A413-2E06-CB06FB2D3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469EEA-2735-D068-3D65-F333D0789616}"/>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0C80DC58-36FF-DA5D-82B6-5315725C4859}"/>
              </a:ext>
            </a:extLst>
          </p:cNvPr>
          <p:cNvSpPr txBox="1"/>
          <p:nvPr/>
        </p:nvSpPr>
        <p:spPr>
          <a:xfrm>
            <a:off x="2310274" y="582298"/>
            <a:ext cx="4523451" cy="102335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fases PORT &amp; L0-L5</a:t>
            </a:r>
          </a:p>
          <a:p>
            <a:pPr algn="ctr">
              <a:lnSpc>
                <a:spcPct val="150000"/>
              </a:lnSpc>
            </a:pPr>
            <a:endParaRPr lang="es-MX" sz="1100" b="1" noProof="0">
              <a:solidFill>
                <a:schemeClr val="accent6"/>
              </a:solidFill>
            </a:endParaRP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3BB7626F-7C3D-7D94-8CB8-5985CCA257E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7B800D61-1801-234E-DA96-FC2443E47463}"/>
              </a:ext>
            </a:extLst>
          </p:cNvPr>
          <p:cNvSpPr/>
          <p:nvPr/>
        </p:nvSpPr>
        <p:spPr>
          <a:xfrm>
            <a:off x="394603"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L0</a:t>
            </a:r>
          </a:p>
        </p:txBody>
      </p:sp>
      <p:sp>
        <p:nvSpPr>
          <p:cNvPr id="28" name="Rectángulo: esquinas redondeadas 27">
            <a:extLst>
              <a:ext uri="{FF2B5EF4-FFF2-40B4-BE49-F238E27FC236}">
                <a16:creationId xmlns:a16="http://schemas.microsoft.com/office/drawing/2014/main" id="{DD2CD8CE-7080-7D15-737A-F974B89DC2AF}"/>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9" name="CuadroTexto 7">
            <a:extLst>
              <a:ext uri="{FF2B5EF4-FFF2-40B4-BE49-F238E27FC236}">
                <a16:creationId xmlns:a16="http://schemas.microsoft.com/office/drawing/2014/main" id="{80755DB1-1F71-ED4D-2F63-3F79018E7450}"/>
              </a:ext>
            </a:extLst>
          </p:cNvPr>
          <p:cNvSpPr txBox="1"/>
          <p:nvPr/>
        </p:nvSpPr>
        <p:spPr>
          <a:xfrm>
            <a:off x="177838" y="2199391"/>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P</a:t>
            </a:r>
            <a:r>
              <a:rPr lang="es-MX" sz="2000" noProof="0" err="1">
                <a:solidFill>
                  <a:schemeClr val="bg1"/>
                </a:solidFill>
              </a:rPr>
              <a:t>inpoint</a:t>
            </a:r>
            <a:r>
              <a:rPr lang="es-MX" sz="2000" noProof="0">
                <a:solidFill>
                  <a:schemeClr val="bg1"/>
                </a:solidFill>
              </a:rPr>
              <a:t> </a:t>
            </a:r>
            <a:r>
              <a:rPr lang="es-MX" sz="2000" noProof="0" err="1">
                <a:solidFill>
                  <a:schemeClr val="bg1"/>
                </a:solidFill>
              </a:rPr>
              <a:t>the</a:t>
            </a:r>
            <a:r>
              <a:rPr lang="es-MX" sz="2000" noProof="0">
                <a:solidFill>
                  <a:schemeClr val="bg1"/>
                </a:solidFill>
              </a:rPr>
              <a:t> </a:t>
            </a:r>
            <a:r>
              <a:rPr lang="es-MX" sz="2000" noProof="0" err="1">
                <a:solidFill>
                  <a:schemeClr val="bg1"/>
                </a:solidFill>
              </a:rPr>
              <a:t>problem</a:t>
            </a:r>
            <a:endParaRPr lang="es-MX" sz="2000" noProof="0">
              <a:solidFill>
                <a:schemeClr val="bg1"/>
              </a:solidFill>
            </a:endParaRPr>
          </a:p>
        </p:txBody>
      </p:sp>
      <p:pic>
        <p:nvPicPr>
          <p:cNvPr id="36" name="Gráfico 35" descr="Reproducir con relleno sólido">
            <a:extLst>
              <a:ext uri="{FF2B5EF4-FFF2-40B4-BE49-F238E27FC236}">
                <a16:creationId xmlns:a16="http://schemas.microsoft.com/office/drawing/2014/main" id="{1C1789FD-3A2F-568C-ABC3-DF07F0D42A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7471" y="2214489"/>
            <a:ext cx="677690" cy="677690"/>
          </a:xfrm>
          <a:prstGeom prst="rect">
            <a:avLst/>
          </a:prstGeom>
        </p:spPr>
      </p:pic>
      <p:sp>
        <p:nvSpPr>
          <p:cNvPr id="7" name="Rectángulo: esquinas redondeadas 6">
            <a:extLst>
              <a:ext uri="{FF2B5EF4-FFF2-40B4-BE49-F238E27FC236}">
                <a16:creationId xmlns:a16="http://schemas.microsoft.com/office/drawing/2014/main" id="{8AF3231E-9905-9F51-3AD5-205D5BB187CE}"/>
              </a:ext>
            </a:extLst>
          </p:cNvPr>
          <p:cNvSpPr/>
          <p:nvPr/>
        </p:nvSpPr>
        <p:spPr>
          <a:xfrm>
            <a:off x="2494230" y="179617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CuadroTexto 7">
            <a:extLst>
              <a:ext uri="{FF2B5EF4-FFF2-40B4-BE49-F238E27FC236}">
                <a16:creationId xmlns:a16="http://schemas.microsoft.com/office/drawing/2014/main" id="{AE07C46F-1410-086B-C25E-3BF02DE6E7B8}"/>
              </a:ext>
            </a:extLst>
          </p:cNvPr>
          <p:cNvSpPr txBox="1"/>
          <p:nvPr/>
        </p:nvSpPr>
        <p:spPr>
          <a:xfrm>
            <a:off x="252182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a:solidFill>
                  <a:schemeClr val="accent6"/>
                </a:solidFill>
              </a:rPr>
              <a:t>O</a:t>
            </a:r>
            <a:r>
              <a:rPr lang="es-MX" sz="2000" noProof="0">
                <a:solidFill>
                  <a:schemeClr val="bg1"/>
                </a:solidFill>
              </a:rPr>
              <a:t>bserve and </a:t>
            </a:r>
            <a:r>
              <a:rPr lang="es-MX" sz="2000" noProof="0" err="1">
                <a:solidFill>
                  <a:schemeClr val="bg1"/>
                </a:solidFill>
              </a:rPr>
              <a:t>analize</a:t>
            </a:r>
            <a:endParaRPr lang="es-MX" sz="2000" noProof="0">
              <a:solidFill>
                <a:schemeClr val="bg1"/>
              </a:solidFill>
            </a:endParaRPr>
          </a:p>
        </p:txBody>
      </p:sp>
      <p:sp>
        <p:nvSpPr>
          <p:cNvPr id="21" name="Rectángulo: esquinas redondeadas 20">
            <a:extLst>
              <a:ext uri="{FF2B5EF4-FFF2-40B4-BE49-F238E27FC236}">
                <a16:creationId xmlns:a16="http://schemas.microsoft.com/office/drawing/2014/main" id="{628C50CD-1EBD-CF56-D068-B4243410ABE3}"/>
              </a:ext>
            </a:extLst>
          </p:cNvPr>
          <p:cNvSpPr/>
          <p:nvPr/>
        </p:nvSpPr>
        <p:spPr>
          <a:xfrm>
            <a:off x="4860862" y="1824022"/>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2" name="CuadroTexto 7">
            <a:extLst>
              <a:ext uri="{FF2B5EF4-FFF2-40B4-BE49-F238E27FC236}">
                <a16:creationId xmlns:a16="http://schemas.microsoft.com/office/drawing/2014/main" id="{DF79D433-A35D-C8F4-FF6F-9031DE77E16A}"/>
              </a:ext>
            </a:extLst>
          </p:cNvPr>
          <p:cNvSpPr txBox="1"/>
          <p:nvPr/>
        </p:nvSpPr>
        <p:spPr>
          <a:xfrm>
            <a:off x="4888456" y="2238350"/>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R</a:t>
            </a:r>
            <a:r>
              <a:rPr lang="es-MX" sz="2000" noProof="0" err="1">
                <a:solidFill>
                  <a:schemeClr val="bg1"/>
                </a:solidFill>
              </a:rPr>
              <a:t>esolve</a:t>
            </a:r>
            <a:r>
              <a:rPr lang="es-MX" sz="2000" noProof="0">
                <a:solidFill>
                  <a:schemeClr val="bg1"/>
                </a:solidFill>
              </a:rPr>
              <a:t> </a:t>
            </a:r>
            <a:r>
              <a:rPr lang="es-MX" sz="2000" noProof="0" err="1">
                <a:solidFill>
                  <a:schemeClr val="bg1"/>
                </a:solidFill>
              </a:rPr>
              <a:t>with</a:t>
            </a:r>
            <a:r>
              <a:rPr lang="es-MX" sz="2000" noProof="0">
                <a:solidFill>
                  <a:schemeClr val="bg1"/>
                </a:solidFill>
              </a:rPr>
              <a:t> </a:t>
            </a:r>
            <a:r>
              <a:rPr lang="es-MX" sz="2000" noProof="0" err="1">
                <a:solidFill>
                  <a:schemeClr val="bg1"/>
                </a:solidFill>
              </a:rPr>
              <a:t>actions</a:t>
            </a:r>
            <a:endParaRPr lang="es-MX" sz="2000" noProof="0">
              <a:solidFill>
                <a:schemeClr val="bg1"/>
              </a:solidFill>
            </a:endParaRPr>
          </a:p>
        </p:txBody>
      </p:sp>
      <p:sp>
        <p:nvSpPr>
          <p:cNvPr id="39" name="Rectángulo: esquinas redondeadas 38">
            <a:extLst>
              <a:ext uri="{FF2B5EF4-FFF2-40B4-BE49-F238E27FC236}">
                <a16:creationId xmlns:a16="http://schemas.microsoft.com/office/drawing/2014/main" id="{D203F770-DB64-D961-996D-F725D3D1D4BA}"/>
              </a:ext>
            </a:extLst>
          </p:cNvPr>
          <p:cNvSpPr/>
          <p:nvPr/>
        </p:nvSpPr>
        <p:spPr>
          <a:xfrm>
            <a:off x="7193192" y="1824021"/>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1" name="CuadroTexto 7">
            <a:extLst>
              <a:ext uri="{FF2B5EF4-FFF2-40B4-BE49-F238E27FC236}">
                <a16:creationId xmlns:a16="http://schemas.microsoft.com/office/drawing/2014/main" id="{0623193A-7FC9-AC4E-497A-0D4AD548AC59}"/>
              </a:ext>
            </a:extLst>
          </p:cNvPr>
          <p:cNvSpPr txBox="1"/>
          <p:nvPr/>
        </p:nvSpPr>
        <p:spPr>
          <a:xfrm>
            <a:off x="7220786" y="223834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a:t>
            </a:r>
            <a:r>
              <a:rPr lang="es-MX" sz="2000" noProof="0" err="1">
                <a:solidFill>
                  <a:schemeClr val="bg1"/>
                </a:solidFill>
              </a:rPr>
              <a:t>rack</a:t>
            </a:r>
            <a:r>
              <a:rPr lang="es-MX" sz="2000" noProof="0">
                <a:solidFill>
                  <a:schemeClr val="bg1"/>
                </a:solidFill>
              </a:rPr>
              <a:t> and </a:t>
            </a:r>
            <a:r>
              <a:rPr lang="es-MX" sz="2000" noProof="0" err="1">
                <a:solidFill>
                  <a:schemeClr val="bg1"/>
                </a:solidFill>
              </a:rPr>
              <a:t>sustain</a:t>
            </a:r>
            <a:endParaRPr lang="es-MX" sz="2000" noProof="0">
              <a:solidFill>
                <a:schemeClr val="bg1"/>
              </a:solidFill>
            </a:endParaRPr>
          </a:p>
        </p:txBody>
      </p:sp>
      <p:pic>
        <p:nvPicPr>
          <p:cNvPr id="50" name="Gráfico 49" descr="Reproducir con relleno sólido">
            <a:extLst>
              <a:ext uri="{FF2B5EF4-FFF2-40B4-BE49-F238E27FC236}">
                <a16:creationId xmlns:a16="http://schemas.microsoft.com/office/drawing/2014/main" id="{49D2FDCF-B309-0CB3-D6F2-2D67F66EDB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43267" y="2232904"/>
            <a:ext cx="677690" cy="677690"/>
          </a:xfrm>
          <a:prstGeom prst="rect">
            <a:avLst/>
          </a:prstGeom>
        </p:spPr>
      </p:pic>
      <p:pic>
        <p:nvPicPr>
          <p:cNvPr id="51" name="Gráfico 50" descr="Reproducir con relleno sólido">
            <a:extLst>
              <a:ext uri="{FF2B5EF4-FFF2-40B4-BE49-F238E27FC236}">
                <a16:creationId xmlns:a16="http://schemas.microsoft.com/office/drawing/2014/main" id="{80040808-82FC-7C4E-79FB-E7A7213B631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92270" y="2252223"/>
            <a:ext cx="677690" cy="677690"/>
          </a:xfrm>
          <a:prstGeom prst="rect">
            <a:avLst/>
          </a:prstGeom>
        </p:spPr>
      </p:pic>
      <p:sp>
        <p:nvSpPr>
          <p:cNvPr id="52" name="Rectángulo: esquinas redondeadas 51">
            <a:extLst>
              <a:ext uri="{FF2B5EF4-FFF2-40B4-BE49-F238E27FC236}">
                <a16:creationId xmlns:a16="http://schemas.microsoft.com/office/drawing/2014/main" id="{63AAC81B-DBC5-5B33-2D16-D68B03695707}"/>
              </a:ext>
            </a:extLst>
          </p:cNvPr>
          <p:cNvSpPr/>
          <p:nvPr/>
        </p:nvSpPr>
        <p:spPr>
          <a:xfrm>
            <a:off x="1111545" y="3534064"/>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L1</a:t>
            </a:r>
          </a:p>
        </p:txBody>
      </p:sp>
      <p:sp>
        <p:nvSpPr>
          <p:cNvPr id="53" name="Rectángulo: esquinas redondeadas 52">
            <a:extLst>
              <a:ext uri="{FF2B5EF4-FFF2-40B4-BE49-F238E27FC236}">
                <a16:creationId xmlns:a16="http://schemas.microsoft.com/office/drawing/2014/main" id="{7E543E36-3C86-144F-475F-E7A6375C4BD0}"/>
              </a:ext>
            </a:extLst>
          </p:cNvPr>
          <p:cNvSpPr/>
          <p:nvPr/>
        </p:nvSpPr>
        <p:spPr>
          <a:xfrm>
            <a:off x="2712662" y="3534057"/>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L2</a:t>
            </a:r>
          </a:p>
        </p:txBody>
      </p:sp>
      <p:sp>
        <p:nvSpPr>
          <p:cNvPr id="54" name="Rectángulo: esquinas redondeadas 53">
            <a:extLst>
              <a:ext uri="{FF2B5EF4-FFF2-40B4-BE49-F238E27FC236}">
                <a16:creationId xmlns:a16="http://schemas.microsoft.com/office/drawing/2014/main" id="{F75F3D3F-6543-CF5D-E7DB-8940F4682A81}"/>
              </a:ext>
            </a:extLst>
          </p:cNvPr>
          <p:cNvSpPr/>
          <p:nvPr/>
        </p:nvSpPr>
        <p:spPr>
          <a:xfrm>
            <a:off x="3514477" y="3534060"/>
            <a:ext cx="2178657"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L3</a:t>
            </a:r>
          </a:p>
        </p:txBody>
      </p:sp>
      <p:sp>
        <p:nvSpPr>
          <p:cNvPr id="55" name="Rectángulo: esquinas redondeadas 54">
            <a:extLst>
              <a:ext uri="{FF2B5EF4-FFF2-40B4-BE49-F238E27FC236}">
                <a16:creationId xmlns:a16="http://schemas.microsoft.com/office/drawing/2014/main" id="{21BD76B8-DD12-4220-502D-ACA2EE2D826E}"/>
              </a:ext>
            </a:extLst>
          </p:cNvPr>
          <p:cNvSpPr/>
          <p:nvPr/>
        </p:nvSpPr>
        <p:spPr>
          <a:xfrm>
            <a:off x="5894675" y="3534058"/>
            <a:ext cx="2137779"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L4</a:t>
            </a:r>
          </a:p>
        </p:txBody>
      </p:sp>
      <p:sp>
        <p:nvSpPr>
          <p:cNvPr id="56" name="Rectángulo: esquinas redondeadas 55">
            <a:extLst>
              <a:ext uri="{FF2B5EF4-FFF2-40B4-BE49-F238E27FC236}">
                <a16:creationId xmlns:a16="http://schemas.microsoft.com/office/drawing/2014/main" id="{3DFFA734-7128-D538-7B5F-F1A8C0D773ED}"/>
              </a:ext>
            </a:extLst>
          </p:cNvPr>
          <p:cNvSpPr/>
          <p:nvPr/>
        </p:nvSpPr>
        <p:spPr>
          <a:xfrm>
            <a:off x="8212733" y="3534056"/>
            <a:ext cx="536664" cy="477399"/>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600" b="1" noProof="0">
                <a:solidFill>
                  <a:srgbClr val="FFFFFF"/>
                </a:solidFill>
              </a:rPr>
              <a:t>L5</a:t>
            </a:r>
          </a:p>
        </p:txBody>
      </p:sp>
      <p:sp>
        <p:nvSpPr>
          <p:cNvPr id="4" name="Rectángulo 3">
            <a:extLst>
              <a:ext uri="{FF2B5EF4-FFF2-40B4-BE49-F238E27FC236}">
                <a16:creationId xmlns:a16="http://schemas.microsoft.com/office/drawing/2014/main" id="{F01617E0-69A0-73D1-B849-8D92368A9813}"/>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736546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CB970-0EB7-020B-3901-8E904FDEB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1C67D-1567-C6B0-4073-E3B9FDABAAB4}"/>
              </a:ext>
            </a:extLst>
          </p:cNvPr>
          <p:cNvSpPr>
            <a:spLocks noGrp="1"/>
          </p:cNvSpPr>
          <p:nvPr>
            <p:ph type="title"/>
          </p:nvPr>
        </p:nvSpPr>
        <p:spPr>
          <a:xfrm>
            <a:off x="330993" y="313420"/>
            <a:ext cx="8482014" cy="307777"/>
          </a:xfrm>
        </p:spPr>
        <p:txBody>
          <a:bodyPr/>
          <a:lstStyle/>
          <a:p>
            <a:pPr algn="ctr"/>
            <a:r>
              <a:rPr lang="es-MX" noProof="0"/>
              <a:t>Método de </a:t>
            </a:r>
            <a:r>
              <a:rPr lang="es-MX" noProof="0" err="1"/>
              <a:t>trackeo</a:t>
            </a:r>
            <a:r>
              <a:rPr lang="es-MX" noProof="0"/>
              <a:t> </a:t>
            </a:r>
          </a:p>
        </p:txBody>
      </p:sp>
      <p:sp>
        <p:nvSpPr>
          <p:cNvPr id="3" name="CuadroTexto 7">
            <a:extLst>
              <a:ext uri="{FF2B5EF4-FFF2-40B4-BE49-F238E27FC236}">
                <a16:creationId xmlns:a16="http://schemas.microsoft.com/office/drawing/2014/main" id="{25A0ECE9-85D0-9F27-DAC0-B333E3C4599A}"/>
              </a:ext>
            </a:extLst>
          </p:cNvPr>
          <p:cNvSpPr txBox="1"/>
          <p:nvPr/>
        </p:nvSpPr>
        <p:spPr>
          <a:xfrm>
            <a:off x="2310274" y="582298"/>
            <a:ext cx="4523451"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a:solidFill>
                  <a:schemeClr val="accent6"/>
                </a:solidFill>
              </a:rPr>
              <a:t>Seguimiento y sostenibilidad (L4 – L5)</a:t>
            </a:r>
          </a:p>
          <a:p>
            <a:pPr marL="171450" indent="-171450" algn="just">
              <a:lnSpc>
                <a:spcPct val="150000"/>
              </a:lnSpc>
              <a:buFont typeface="Arial" panose="020B0604020202020204" pitchFamily="34" charset="0"/>
              <a:buChar char="•"/>
            </a:pPr>
            <a:endParaRPr lang="es-MX" sz="1100" noProof="0">
              <a:solidFill>
                <a:schemeClr val="tx1"/>
              </a:solidFill>
            </a:endParaRPr>
          </a:p>
          <a:p>
            <a:pPr algn="just"/>
            <a:endParaRPr lang="es-MX" sz="1100" noProof="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69BEA8CD-45D3-12A4-C621-831219C5D801}"/>
              </a:ext>
            </a:extLst>
          </p:cNvPr>
          <p:cNvPicPr>
            <a:picLocks noChangeAspect="1"/>
          </p:cNvPicPr>
          <p:nvPr/>
        </p:nvPicPr>
        <p:blipFill>
          <a:blip r:embed="rId2"/>
          <a:stretch>
            <a:fillRect/>
          </a:stretch>
        </p:blipFill>
        <p:spPr>
          <a:xfrm>
            <a:off x="8661417" y="109943"/>
            <a:ext cx="466952" cy="466952"/>
          </a:xfrm>
          <a:prstGeom prst="rect">
            <a:avLst/>
          </a:prstGeom>
        </p:spPr>
      </p:pic>
      <p:sp>
        <p:nvSpPr>
          <p:cNvPr id="28" name="Rectángulo: esquinas redondeadas 27">
            <a:extLst>
              <a:ext uri="{FF2B5EF4-FFF2-40B4-BE49-F238E27FC236}">
                <a16:creationId xmlns:a16="http://schemas.microsoft.com/office/drawing/2014/main" id="{232825A2-1749-18ED-4955-111C20BADEC1}"/>
              </a:ext>
            </a:extLst>
          </p:cNvPr>
          <p:cNvSpPr/>
          <p:nvPr/>
        </p:nvSpPr>
        <p:spPr>
          <a:xfrm>
            <a:off x="150244" y="1785063"/>
            <a:ext cx="1800564" cy="157337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4" name="CuadroTexto 7">
            <a:extLst>
              <a:ext uri="{FF2B5EF4-FFF2-40B4-BE49-F238E27FC236}">
                <a16:creationId xmlns:a16="http://schemas.microsoft.com/office/drawing/2014/main" id="{E14C5E5F-6D12-3C09-6667-DA21D2D021A4}"/>
              </a:ext>
            </a:extLst>
          </p:cNvPr>
          <p:cNvSpPr txBox="1"/>
          <p:nvPr/>
        </p:nvSpPr>
        <p:spPr>
          <a:xfrm>
            <a:off x="150244" y="2210499"/>
            <a:ext cx="1772970" cy="70788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2000" noProof="0" err="1">
                <a:solidFill>
                  <a:schemeClr val="accent6"/>
                </a:solidFill>
              </a:rPr>
              <a:t>T</a:t>
            </a:r>
            <a:r>
              <a:rPr lang="es-MX" sz="2000" noProof="0" err="1">
                <a:solidFill>
                  <a:schemeClr val="bg1"/>
                </a:solidFill>
              </a:rPr>
              <a:t>rack</a:t>
            </a:r>
            <a:r>
              <a:rPr lang="es-MX" sz="2000" noProof="0">
                <a:solidFill>
                  <a:schemeClr val="bg1"/>
                </a:solidFill>
              </a:rPr>
              <a:t> and </a:t>
            </a:r>
            <a:r>
              <a:rPr lang="es-MX" sz="2000" noProof="0" err="1">
                <a:solidFill>
                  <a:schemeClr val="bg1"/>
                </a:solidFill>
              </a:rPr>
              <a:t>sustain</a:t>
            </a:r>
            <a:endParaRPr lang="es-MX" sz="2000" noProof="0">
              <a:solidFill>
                <a:schemeClr val="bg1"/>
              </a:solidFill>
            </a:endParaRPr>
          </a:p>
        </p:txBody>
      </p:sp>
      <p:sp>
        <p:nvSpPr>
          <p:cNvPr id="8" name="Rectángulo: esquinas redondeadas 7">
            <a:extLst>
              <a:ext uri="{FF2B5EF4-FFF2-40B4-BE49-F238E27FC236}">
                <a16:creationId xmlns:a16="http://schemas.microsoft.com/office/drawing/2014/main" id="{B422D6C3-4D03-BBD1-45CC-6330DF163580}"/>
              </a:ext>
            </a:extLst>
          </p:cNvPr>
          <p:cNvSpPr/>
          <p:nvPr/>
        </p:nvSpPr>
        <p:spPr>
          <a:xfrm>
            <a:off x="2191597" y="1804971"/>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L4: </a:t>
            </a:r>
            <a:r>
              <a:rPr lang="es-MX" sz="1200" noProof="0">
                <a:solidFill>
                  <a:srgbClr val="FFFFFF"/>
                </a:solidFill>
              </a:rPr>
              <a:t>A inicios de cada mes se registra el impacto actual de la/s contramedidas</a:t>
            </a:r>
            <a:endParaRPr lang="es-MX" sz="1600" b="1" noProof="0">
              <a:solidFill>
                <a:srgbClr val="FFFFFF"/>
              </a:solidFill>
            </a:endParaRPr>
          </a:p>
        </p:txBody>
      </p:sp>
      <p:sp>
        <p:nvSpPr>
          <p:cNvPr id="9" name="Rectángulo: esquinas redondeadas 8">
            <a:extLst>
              <a:ext uri="{FF2B5EF4-FFF2-40B4-BE49-F238E27FC236}">
                <a16:creationId xmlns:a16="http://schemas.microsoft.com/office/drawing/2014/main" id="{541E03AC-4FA4-BDEE-D4F2-09518C6E23A5}"/>
              </a:ext>
            </a:extLst>
          </p:cNvPr>
          <p:cNvSpPr/>
          <p:nvPr/>
        </p:nvSpPr>
        <p:spPr>
          <a:xfrm>
            <a:off x="2202124" y="3367065"/>
            <a:ext cx="1887421" cy="1463015"/>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MX" sz="1600" b="1" noProof="0">
                <a:solidFill>
                  <a:srgbClr val="FFFFFF"/>
                </a:solidFill>
              </a:rPr>
              <a:t>L5: </a:t>
            </a:r>
            <a:r>
              <a:rPr lang="es-MX" sz="1200" noProof="0">
                <a:solidFill>
                  <a:srgbClr val="FFFFFF"/>
                </a:solidFill>
              </a:rPr>
              <a:t>Al tener &gt;90% del KPI o 3 meses continuos de acuerdo a lo planificado en los actuales </a:t>
            </a:r>
            <a:endParaRPr lang="es-MX" sz="1600" b="1" noProof="0">
              <a:solidFill>
                <a:srgbClr val="FFFFFF"/>
              </a:solidFill>
            </a:endParaRPr>
          </a:p>
        </p:txBody>
      </p:sp>
      <p:pic>
        <p:nvPicPr>
          <p:cNvPr id="11" name="Gráfico 10" descr="Trofeo con relleno sólido">
            <a:extLst>
              <a:ext uri="{FF2B5EF4-FFF2-40B4-BE49-F238E27FC236}">
                <a16:creationId xmlns:a16="http://schemas.microsoft.com/office/drawing/2014/main" id="{04F7CC86-174C-53E2-3905-50F8E399B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64984" y="1620617"/>
            <a:ext cx="2268837" cy="2268837"/>
          </a:xfrm>
          <a:prstGeom prst="rect">
            <a:avLst/>
          </a:prstGeom>
          <a:effectLst>
            <a:outerShdw blurRad="50800" dist="38100" dir="2700000" algn="tl" rotWithShape="0">
              <a:prstClr val="black">
                <a:alpha val="40000"/>
              </a:prstClr>
            </a:outerShdw>
          </a:effectLst>
        </p:spPr>
      </p:pic>
      <p:pic>
        <p:nvPicPr>
          <p:cNvPr id="18" name="Gráfico 17" descr="Cinta con relleno sólido">
            <a:extLst>
              <a:ext uri="{FF2B5EF4-FFF2-40B4-BE49-F238E27FC236}">
                <a16:creationId xmlns:a16="http://schemas.microsoft.com/office/drawing/2014/main" id="{9FE8C258-306D-C606-C343-3CC795BC74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55511" y="2855698"/>
            <a:ext cx="1225568" cy="1225568"/>
          </a:xfrm>
          <a:prstGeom prst="rect">
            <a:avLst/>
          </a:prstGeom>
          <a:effectLst>
            <a:outerShdw blurRad="50800" dist="38100" dir="2700000" algn="tl" rotWithShape="0">
              <a:prstClr val="black">
                <a:alpha val="40000"/>
              </a:prstClr>
            </a:outerShdw>
          </a:effectLst>
        </p:spPr>
      </p:pic>
      <p:sp>
        <p:nvSpPr>
          <p:cNvPr id="19" name="Rectángulo 18">
            <a:extLst>
              <a:ext uri="{FF2B5EF4-FFF2-40B4-BE49-F238E27FC236}">
                <a16:creationId xmlns:a16="http://schemas.microsoft.com/office/drawing/2014/main" id="{F51DC0D0-5104-E978-95B8-5836E72D438B}"/>
              </a:ext>
            </a:extLst>
          </p:cNvPr>
          <p:cNvSpPr/>
          <p:nvPr/>
        </p:nvSpPr>
        <p:spPr>
          <a:xfrm>
            <a:off x="0" y="73742"/>
            <a:ext cx="1612900" cy="30777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a:solidFill>
                  <a:srgbClr val="FFFFFF"/>
                </a:solidFill>
              </a:rPr>
              <a:t>Lámina para líderes</a:t>
            </a:r>
          </a:p>
        </p:txBody>
      </p:sp>
    </p:spTree>
    <p:extLst>
      <p:ext uri="{BB962C8B-B14F-4D97-AF65-F5344CB8AC3E}">
        <p14:creationId xmlns:p14="http://schemas.microsoft.com/office/powerpoint/2010/main" val="39101517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BEBA-4785-E0A5-750E-39092C99C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B8CF4-40D9-15A7-DC13-F0394A7B29A3}"/>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Control diario y semanal para garantizar la mejora continua</a:t>
            </a:r>
            <a:endParaRPr lang="es-MX" noProof="0">
              <a:solidFill>
                <a:schemeClr val="accent6"/>
              </a:solidFill>
            </a:endParaRPr>
          </a:p>
        </p:txBody>
      </p:sp>
      <p:sp>
        <p:nvSpPr>
          <p:cNvPr id="21" name="Rectángulo redondeado 1">
            <a:extLst>
              <a:ext uri="{FF2B5EF4-FFF2-40B4-BE49-F238E27FC236}">
                <a16:creationId xmlns:a16="http://schemas.microsoft.com/office/drawing/2014/main" id="{0BE4F984-6123-442A-997E-DC925AC5DD30}"/>
              </a:ext>
            </a:extLst>
          </p:cNvPr>
          <p:cNvSpPr/>
          <p:nvPr/>
        </p:nvSpPr>
        <p:spPr>
          <a:xfrm>
            <a:off x="3350344" y="2002984"/>
            <a:ext cx="2138513" cy="2567168"/>
          </a:xfrm>
          <a:prstGeom prst="roundRect">
            <a:avLst>
              <a:gd name="adj" fmla="val 8096"/>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noProof="0"/>
          </a:p>
        </p:txBody>
      </p:sp>
      <p:sp>
        <p:nvSpPr>
          <p:cNvPr id="23" name="CuadroTexto 22">
            <a:extLst>
              <a:ext uri="{FF2B5EF4-FFF2-40B4-BE49-F238E27FC236}">
                <a16:creationId xmlns:a16="http://schemas.microsoft.com/office/drawing/2014/main" id="{A0CE0311-6F93-6CFA-8E0E-5062AB4CDD65}"/>
              </a:ext>
            </a:extLst>
          </p:cNvPr>
          <p:cNvSpPr txBox="1"/>
          <p:nvPr/>
        </p:nvSpPr>
        <p:spPr>
          <a:xfrm>
            <a:off x="3404110" y="2002984"/>
            <a:ext cx="1985997" cy="261610"/>
          </a:xfrm>
          <a:prstGeom prst="rect">
            <a:avLst/>
          </a:prstGeom>
          <a:noFill/>
        </p:spPr>
        <p:txBody>
          <a:bodyPr wrap="square" rtlCol="0">
            <a:spAutoFit/>
          </a:bodyPr>
          <a:lstStyle/>
          <a:p>
            <a:pPr algn="ctr"/>
            <a:r>
              <a:rPr lang="es-MX" sz="1100" b="1" noProof="0">
                <a:solidFill>
                  <a:schemeClr val="bg1"/>
                </a:solidFill>
              </a:rPr>
              <a:t>45 min</a:t>
            </a:r>
          </a:p>
        </p:txBody>
      </p:sp>
      <p:sp>
        <p:nvSpPr>
          <p:cNvPr id="24" name="Arrow: Left 13">
            <a:extLst>
              <a:ext uri="{FF2B5EF4-FFF2-40B4-BE49-F238E27FC236}">
                <a16:creationId xmlns:a16="http://schemas.microsoft.com/office/drawing/2014/main" id="{416282AA-69F1-DC18-56AF-DB0E69D76C9C}"/>
              </a:ext>
            </a:extLst>
          </p:cNvPr>
          <p:cNvSpPr/>
          <p:nvPr/>
        </p:nvSpPr>
        <p:spPr>
          <a:xfrm>
            <a:off x="3350344" y="4622517"/>
            <a:ext cx="969818"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Pasado</a:t>
            </a:r>
          </a:p>
        </p:txBody>
      </p:sp>
      <p:sp>
        <p:nvSpPr>
          <p:cNvPr id="25" name="Arrow: Left 13">
            <a:extLst>
              <a:ext uri="{FF2B5EF4-FFF2-40B4-BE49-F238E27FC236}">
                <a16:creationId xmlns:a16="http://schemas.microsoft.com/office/drawing/2014/main" id="{2C2DD5F7-5984-8A2C-8F14-967C08701732}"/>
              </a:ext>
            </a:extLst>
          </p:cNvPr>
          <p:cNvSpPr/>
          <p:nvPr/>
        </p:nvSpPr>
        <p:spPr>
          <a:xfrm flipH="1">
            <a:off x="4416513" y="4622517"/>
            <a:ext cx="1024390" cy="277860"/>
          </a:xfrm>
          <a:prstGeom prst="leftArrow">
            <a:avLst/>
          </a:prstGeom>
          <a:solidFill>
            <a:schemeClr val="accent5"/>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800" b="1" noProof="0"/>
              <a:t>50% Futuro</a:t>
            </a:r>
          </a:p>
        </p:txBody>
      </p:sp>
      <p:sp>
        <p:nvSpPr>
          <p:cNvPr id="26" name="Rectangle: Rounded Corners 3">
            <a:extLst>
              <a:ext uri="{FF2B5EF4-FFF2-40B4-BE49-F238E27FC236}">
                <a16:creationId xmlns:a16="http://schemas.microsoft.com/office/drawing/2014/main" id="{4A076D8E-136B-1209-F394-50C0889AC45A}"/>
              </a:ext>
            </a:extLst>
          </p:cNvPr>
          <p:cNvSpPr/>
          <p:nvPr/>
        </p:nvSpPr>
        <p:spPr>
          <a:xfrm>
            <a:off x="3476193" y="2260776"/>
            <a:ext cx="1886814" cy="2199022"/>
          </a:xfrm>
          <a:prstGeom prst="roundRect">
            <a:avLst>
              <a:gd name="adj" fmla="val 5884"/>
            </a:avLst>
          </a:prstGeom>
          <a:ln>
            <a:noFill/>
          </a:ln>
        </p:spPr>
        <p:style>
          <a:lnRef idx="2">
            <a:schemeClr val="accent1"/>
          </a:lnRef>
          <a:fillRef idx="1">
            <a:schemeClr val="lt1"/>
          </a:fillRef>
          <a:effectRef idx="0">
            <a:schemeClr val="accent1"/>
          </a:effectRef>
          <a:fontRef idx="minor">
            <a:schemeClr val="dk1"/>
          </a:fontRef>
        </p:style>
        <p:txBody>
          <a:bodyPr anchor="ctr"/>
          <a:lstStyle/>
          <a:p>
            <a:endParaRPr lang="es-MX" sz="1000" noProof="0">
              <a:solidFill>
                <a:schemeClr val="bg2">
                  <a:lumMod val="10000"/>
                </a:schemeClr>
              </a:solidFill>
            </a:endParaRPr>
          </a:p>
        </p:txBody>
      </p:sp>
      <p:sp>
        <p:nvSpPr>
          <p:cNvPr id="29" name="CuadroTexto 7">
            <a:extLst>
              <a:ext uri="{FF2B5EF4-FFF2-40B4-BE49-F238E27FC236}">
                <a16:creationId xmlns:a16="http://schemas.microsoft.com/office/drawing/2014/main" id="{C1985B19-9B2B-13BC-ABF8-4F4BCEA06BE8}"/>
              </a:ext>
            </a:extLst>
          </p:cNvPr>
          <p:cNvSpPr txBox="1"/>
          <p:nvPr/>
        </p:nvSpPr>
        <p:spPr>
          <a:xfrm>
            <a:off x="4014539" y="2356195"/>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Tendencias</a:t>
            </a:r>
          </a:p>
          <a:p>
            <a:pPr algn="just"/>
            <a:endParaRPr lang="es-MX" sz="1100" noProof="0">
              <a:solidFill>
                <a:schemeClr val="tx1"/>
              </a:solidFill>
            </a:endParaRPr>
          </a:p>
        </p:txBody>
      </p:sp>
      <p:sp>
        <p:nvSpPr>
          <p:cNvPr id="30" name="CuadroTexto 7">
            <a:extLst>
              <a:ext uri="{FF2B5EF4-FFF2-40B4-BE49-F238E27FC236}">
                <a16:creationId xmlns:a16="http://schemas.microsoft.com/office/drawing/2014/main" id="{24D311B1-349B-3241-F18B-69EB38BFA0F1}"/>
              </a:ext>
            </a:extLst>
          </p:cNvPr>
          <p:cNvSpPr txBox="1"/>
          <p:nvPr/>
        </p:nvSpPr>
        <p:spPr>
          <a:xfrm>
            <a:off x="4038516" y="2702771"/>
            <a:ext cx="1060533" cy="4462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Acciones</a:t>
            </a:r>
          </a:p>
          <a:p>
            <a:pPr algn="just"/>
            <a:endParaRPr lang="es-MX" sz="1100" noProof="0">
              <a:solidFill>
                <a:schemeClr val="tx1"/>
              </a:solidFill>
            </a:endParaRPr>
          </a:p>
        </p:txBody>
      </p:sp>
      <p:sp>
        <p:nvSpPr>
          <p:cNvPr id="31" name="CuadroTexto 7">
            <a:extLst>
              <a:ext uri="{FF2B5EF4-FFF2-40B4-BE49-F238E27FC236}">
                <a16:creationId xmlns:a16="http://schemas.microsoft.com/office/drawing/2014/main" id="{36D76169-BCC1-8A7A-40F7-8F4D0B4816F3}"/>
              </a:ext>
            </a:extLst>
          </p:cNvPr>
          <p:cNvSpPr txBox="1"/>
          <p:nvPr/>
        </p:nvSpPr>
        <p:spPr>
          <a:xfrm>
            <a:off x="4023078" y="3041345"/>
            <a:ext cx="1371392"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b="1" noProof="0" err="1">
                <a:solidFill>
                  <a:schemeClr val="accent6"/>
                </a:solidFill>
              </a:rPr>
              <a:t>Problem</a:t>
            </a:r>
            <a:r>
              <a:rPr lang="es-MX" sz="1100" b="1" noProof="0">
                <a:solidFill>
                  <a:schemeClr val="accent6"/>
                </a:solidFill>
              </a:rPr>
              <a:t> </a:t>
            </a:r>
            <a:r>
              <a:rPr lang="es-MX" sz="1100" b="1" noProof="0" err="1">
                <a:solidFill>
                  <a:schemeClr val="accent6"/>
                </a:solidFill>
              </a:rPr>
              <a:t>Solving</a:t>
            </a:r>
            <a:endParaRPr lang="es-MX" sz="1100" b="1" noProof="0">
              <a:solidFill>
                <a:schemeClr val="accent6"/>
              </a:solidFill>
            </a:endParaRPr>
          </a:p>
          <a:p>
            <a:pPr algn="just"/>
            <a:endParaRPr lang="es-MX" sz="1100" noProof="0">
              <a:solidFill>
                <a:schemeClr val="tx1"/>
              </a:solidFill>
            </a:endParaRPr>
          </a:p>
        </p:txBody>
      </p:sp>
      <p:sp>
        <p:nvSpPr>
          <p:cNvPr id="32" name="CuadroTexto 7">
            <a:extLst>
              <a:ext uri="{FF2B5EF4-FFF2-40B4-BE49-F238E27FC236}">
                <a16:creationId xmlns:a16="http://schemas.microsoft.com/office/drawing/2014/main" id="{2A244135-C4B8-8057-83BB-36606E186F18}"/>
              </a:ext>
            </a:extLst>
          </p:cNvPr>
          <p:cNvSpPr txBox="1"/>
          <p:nvPr/>
        </p:nvSpPr>
        <p:spPr>
          <a:xfrm>
            <a:off x="4054540" y="3437823"/>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Iniciativas</a:t>
            </a:r>
          </a:p>
        </p:txBody>
      </p:sp>
      <p:sp>
        <p:nvSpPr>
          <p:cNvPr id="33" name="CuadroTexto 7">
            <a:extLst>
              <a:ext uri="{FF2B5EF4-FFF2-40B4-BE49-F238E27FC236}">
                <a16:creationId xmlns:a16="http://schemas.microsoft.com/office/drawing/2014/main" id="{71E07BC9-599D-6D3B-073E-0F36A76C0AF0}"/>
              </a:ext>
            </a:extLst>
          </p:cNvPr>
          <p:cNvSpPr txBox="1"/>
          <p:nvPr/>
        </p:nvSpPr>
        <p:spPr>
          <a:xfrm>
            <a:off x="4069511" y="3774598"/>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Escalaciones</a:t>
            </a:r>
          </a:p>
        </p:txBody>
      </p:sp>
      <p:sp>
        <p:nvSpPr>
          <p:cNvPr id="34" name="CuadroTexto 7">
            <a:extLst>
              <a:ext uri="{FF2B5EF4-FFF2-40B4-BE49-F238E27FC236}">
                <a16:creationId xmlns:a16="http://schemas.microsoft.com/office/drawing/2014/main" id="{B319B85E-82C1-44F3-2B70-968BA96811FB}"/>
              </a:ext>
            </a:extLst>
          </p:cNvPr>
          <p:cNvSpPr txBox="1"/>
          <p:nvPr/>
        </p:nvSpPr>
        <p:spPr>
          <a:xfrm>
            <a:off x="4094025" y="4099687"/>
            <a:ext cx="1371392"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just"/>
            <a:r>
              <a:rPr lang="es-MX" sz="1100" noProof="0">
                <a:solidFill>
                  <a:schemeClr val="accent5"/>
                </a:solidFill>
              </a:rPr>
              <a:t>Plan 6S</a:t>
            </a:r>
          </a:p>
        </p:txBody>
      </p:sp>
      <p:sp>
        <p:nvSpPr>
          <p:cNvPr id="35" name="Flecha: a la derecha 34">
            <a:extLst>
              <a:ext uri="{FF2B5EF4-FFF2-40B4-BE49-F238E27FC236}">
                <a16:creationId xmlns:a16="http://schemas.microsoft.com/office/drawing/2014/main" id="{8977CA73-3738-B5DD-2356-ED088B32A7A0}"/>
              </a:ext>
            </a:extLst>
          </p:cNvPr>
          <p:cNvSpPr/>
          <p:nvPr/>
        </p:nvSpPr>
        <p:spPr>
          <a:xfrm>
            <a:off x="2874480" y="302119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6" name="Flecha: a la derecha 35">
            <a:extLst>
              <a:ext uri="{FF2B5EF4-FFF2-40B4-BE49-F238E27FC236}">
                <a16:creationId xmlns:a16="http://schemas.microsoft.com/office/drawing/2014/main" id="{08138ABE-7EE3-7736-D1B4-D06FC44D83FB}"/>
              </a:ext>
            </a:extLst>
          </p:cNvPr>
          <p:cNvSpPr/>
          <p:nvPr/>
        </p:nvSpPr>
        <p:spPr>
          <a:xfrm>
            <a:off x="5551660" y="2949011"/>
            <a:ext cx="389406" cy="307777"/>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38" name="Gráfico 37" descr="Tendencia al alza con relleno sólido">
            <a:extLst>
              <a:ext uri="{FF2B5EF4-FFF2-40B4-BE49-F238E27FC236}">
                <a16:creationId xmlns:a16="http://schemas.microsoft.com/office/drawing/2014/main" id="{051E1D29-724E-67CD-01BB-3296CF6FFD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449" y="2354786"/>
            <a:ext cx="308194" cy="308194"/>
          </a:xfrm>
          <a:prstGeom prst="rect">
            <a:avLst/>
          </a:prstGeom>
        </p:spPr>
      </p:pic>
      <p:pic>
        <p:nvPicPr>
          <p:cNvPr id="42" name="Gráfico 41" descr="Lista con relleno sólido">
            <a:extLst>
              <a:ext uri="{FF2B5EF4-FFF2-40B4-BE49-F238E27FC236}">
                <a16:creationId xmlns:a16="http://schemas.microsoft.com/office/drawing/2014/main" id="{4EA59049-A8CD-2D23-8864-619F0C5674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3419" y="2698204"/>
            <a:ext cx="308195" cy="308195"/>
          </a:xfrm>
          <a:prstGeom prst="rect">
            <a:avLst/>
          </a:prstGeom>
        </p:spPr>
      </p:pic>
      <p:pic>
        <p:nvPicPr>
          <p:cNvPr id="44" name="Gráfico 43" descr="Flecha arriba con relleno sólido">
            <a:extLst>
              <a:ext uri="{FF2B5EF4-FFF2-40B4-BE49-F238E27FC236}">
                <a16:creationId xmlns:a16="http://schemas.microsoft.com/office/drawing/2014/main" id="{FF84912B-9974-20A0-4A1D-CC34D7FACE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323530">
            <a:off x="3689402" y="3786370"/>
            <a:ext cx="270300" cy="270300"/>
          </a:xfrm>
          <a:prstGeom prst="rect">
            <a:avLst/>
          </a:prstGeom>
        </p:spPr>
      </p:pic>
      <p:pic>
        <p:nvPicPr>
          <p:cNvPr id="46" name="Gráfico 45" descr="Calendario con relleno sólido">
            <a:extLst>
              <a:ext uri="{FF2B5EF4-FFF2-40B4-BE49-F238E27FC236}">
                <a16:creationId xmlns:a16="http://schemas.microsoft.com/office/drawing/2014/main" id="{3F29BF2F-4753-5A40-4739-393B5E9E8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66369" y="4078245"/>
            <a:ext cx="325246" cy="325246"/>
          </a:xfrm>
          <a:prstGeom prst="rect">
            <a:avLst/>
          </a:prstGeom>
        </p:spPr>
      </p:pic>
      <p:pic>
        <p:nvPicPr>
          <p:cNvPr id="48" name="Gráfico 47" descr="Plano con relleno sólido">
            <a:extLst>
              <a:ext uri="{FF2B5EF4-FFF2-40B4-BE49-F238E27FC236}">
                <a16:creationId xmlns:a16="http://schemas.microsoft.com/office/drawing/2014/main" id="{5C5052B4-2BE1-900A-3E2C-37D8D5B24F6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88285" y="3420235"/>
            <a:ext cx="291564" cy="291564"/>
          </a:xfrm>
          <a:prstGeom prst="rect">
            <a:avLst/>
          </a:prstGeom>
        </p:spPr>
      </p:pic>
      <p:pic>
        <p:nvPicPr>
          <p:cNvPr id="50" name="Gráfico 49" descr="Calendario giratorio con relleno sólido">
            <a:extLst>
              <a:ext uri="{FF2B5EF4-FFF2-40B4-BE49-F238E27FC236}">
                <a16:creationId xmlns:a16="http://schemas.microsoft.com/office/drawing/2014/main" id="{6AD53FB4-65BB-27D2-AC5D-F8D037954A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6461" y="894906"/>
            <a:ext cx="644096" cy="644096"/>
          </a:xfrm>
          <a:prstGeom prst="rect">
            <a:avLst/>
          </a:prstGeom>
        </p:spPr>
      </p:pic>
      <p:sp>
        <p:nvSpPr>
          <p:cNvPr id="52" name="CuadroTexto 7">
            <a:extLst>
              <a:ext uri="{FF2B5EF4-FFF2-40B4-BE49-F238E27FC236}">
                <a16:creationId xmlns:a16="http://schemas.microsoft.com/office/drawing/2014/main" id="{5E520B3C-33C3-0300-62D0-904EBEC34ADD}"/>
              </a:ext>
            </a:extLst>
          </p:cNvPr>
          <p:cNvSpPr txBox="1"/>
          <p:nvPr/>
        </p:nvSpPr>
        <p:spPr>
          <a:xfrm>
            <a:off x="886013" y="1441386"/>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Diario</a:t>
            </a:r>
          </a:p>
          <a:p>
            <a:pPr algn="ctr"/>
            <a:r>
              <a:rPr lang="es-MX" sz="1100" noProof="0">
                <a:solidFill>
                  <a:schemeClr val="accent5"/>
                </a:solidFill>
              </a:rPr>
              <a:t>Captura de problemas</a:t>
            </a: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E2D82F66-BA4F-6168-67AB-30A5CB87865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63827" y="1169443"/>
            <a:ext cx="238186" cy="238186"/>
          </a:xfrm>
          <a:prstGeom prst="rect">
            <a:avLst/>
          </a:prstGeom>
        </p:spPr>
      </p:pic>
      <p:pic>
        <p:nvPicPr>
          <p:cNvPr id="56" name="Gráfico 55" descr="Reloj con relleno sólido">
            <a:extLst>
              <a:ext uri="{FF2B5EF4-FFF2-40B4-BE49-F238E27FC236}">
                <a16:creationId xmlns:a16="http://schemas.microsoft.com/office/drawing/2014/main" id="{337EAE15-F680-A967-1A63-2344433C44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0958" y="989719"/>
            <a:ext cx="551567" cy="551567"/>
          </a:xfrm>
          <a:prstGeom prst="rect">
            <a:avLst/>
          </a:prstGeom>
        </p:spPr>
      </p:pic>
      <p:sp>
        <p:nvSpPr>
          <p:cNvPr id="57" name="CuadroTexto 7">
            <a:extLst>
              <a:ext uri="{FF2B5EF4-FFF2-40B4-BE49-F238E27FC236}">
                <a16:creationId xmlns:a16="http://schemas.microsoft.com/office/drawing/2014/main" id="{21232BD6-E4C2-C57C-E319-404A4FB5435E}"/>
              </a:ext>
            </a:extLst>
          </p:cNvPr>
          <p:cNvSpPr txBox="1"/>
          <p:nvPr/>
        </p:nvSpPr>
        <p:spPr>
          <a:xfrm>
            <a:off x="6497533" y="1511698"/>
            <a:ext cx="1760454"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Reunión semanal</a:t>
            </a:r>
          </a:p>
          <a:p>
            <a:pPr algn="ctr"/>
            <a:r>
              <a:rPr lang="es-MX" sz="1100" noProof="0">
                <a:solidFill>
                  <a:schemeClr val="accent5"/>
                </a:solidFill>
              </a:rPr>
              <a:t>Priorización y asignación de equipos</a:t>
            </a:r>
            <a:endParaRPr lang="es-MX" sz="1100" noProof="0">
              <a:solidFill>
                <a:schemeClr val="tx1"/>
              </a:solidFill>
            </a:endParaRPr>
          </a:p>
        </p:txBody>
      </p:sp>
      <p:sp>
        <p:nvSpPr>
          <p:cNvPr id="58" name="CuadroTexto 7">
            <a:extLst>
              <a:ext uri="{FF2B5EF4-FFF2-40B4-BE49-F238E27FC236}">
                <a16:creationId xmlns:a16="http://schemas.microsoft.com/office/drawing/2014/main" id="{22A4F792-3DED-CB10-9514-7D3FC0501473}"/>
              </a:ext>
            </a:extLst>
          </p:cNvPr>
          <p:cNvSpPr txBox="1"/>
          <p:nvPr/>
        </p:nvSpPr>
        <p:spPr>
          <a:xfrm>
            <a:off x="3392791" y="1236861"/>
            <a:ext cx="200863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err="1">
                <a:solidFill>
                  <a:schemeClr val="accent5"/>
                </a:solidFill>
              </a:rPr>
              <a:t>Problem</a:t>
            </a:r>
            <a:r>
              <a:rPr lang="es-MX" sz="1100" b="1" noProof="0">
                <a:solidFill>
                  <a:schemeClr val="accent5"/>
                </a:solidFill>
              </a:rPr>
              <a:t> </a:t>
            </a:r>
            <a:r>
              <a:rPr lang="es-MX" sz="1100" b="1" noProof="0" err="1">
                <a:solidFill>
                  <a:schemeClr val="accent5"/>
                </a:solidFill>
              </a:rPr>
              <a:t>Solving</a:t>
            </a:r>
            <a:endParaRPr lang="es-MX" sz="1100" b="1" noProof="0">
              <a:solidFill>
                <a:schemeClr val="accent5"/>
              </a:solidFill>
            </a:endParaRPr>
          </a:p>
          <a:p>
            <a:pPr algn="ctr"/>
            <a:r>
              <a:rPr lang="es-MX" sz="1100" noProof="0">
                <a:solidFill>
                  <a:schemeClr val="accent5"/>
                </a:solidFill>
              </a:rPr>
              <a:t>Forma parte de la agenda de las reuniones semanales</a:t>
            </a:r>
            <a:endParaRPr lang="es-MX" sz="1100" noProof="0">
              <a:solidFill>
                <a:schemeClr val="tx1"/>
              </a:solidFill>
            </a:endParaRPr>
          </a:p>
        </p:txBody>
      </p:sp>
      <p:pic>
        <p:nvPicPr>
          <p:cNvPr id="60" name="Imagen 59" descr="Logotipo&#10;&#10;El contenido generado por IA puede ser incorrecto.">
            <a:extLst>
              <a:ext uri="{FF2B5EF4-FFF2-40B4-BE49-F238E27FC236}">
                <a16:creationId xmlns:a16="http://schemas.microsoft.com/office/drawing/2014/main" id="{3FDA65F0-09B6-0D2F-DB61-5DE82157B059}"/>
              </a:ext>
            </a:extLst>
          </p:cNvPr>
          <p:cNvPicPr>
            <a:picLocks noChangeAspect="1"/>
          </p:cNvPicPr>
          <p:nvPr/>
        </p:nvPicPr>
        <p:blipFill>
          <a:blip r:embed="rId10"/>
          <a:srcRect b="35471"/>
          <a:stretch>
            <a:fillRect/>
          </a:stretch>
        </p:blipFill>
        <p:spPr>
          <a:xfrm>
            <a:off x="3561131" y="3016036"/>
            <a:ext cx="493409" cy="318388"/>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0F3103B0-402C-4F92-67BB-2CCA99595753}"/>
              </a:ext>
            </a:extLst>
          </p:cNvPr>
          <p:cNvPicPr>
            <a:picLocks noChangeAspect="1"/>
          </p:cNvPicPr>
          <p:nvPr/>
        </p:nvPicPr>
        <p:blipFill>
          <a:blip r:embed="rId11"/>
          <a:stretch>
            <a:fillRect/>
          </a:stretch>
        </p:blipFill>
        <p:spPr>
          <a:xfrm>
            <a:off x="8661417" y="109943"/>
            <a:ext cx="466952" cy="466952"/>
          </a:xfrm>
          <a:prstGeom prst="rect">
            <a:avLst/>
          </a:prstGeom>
        </p:spPr>
      </p:pic>
      <p:sp>
        <p:nvSpPr>
          <p:cNvPr id="13" name="Rectángulo: esquinas redondeadas 12">
            <a:extLst>
              <a:ext uri="{FF2B5EF4-FFF2-40B4-BE49-F238E27FC236}">
                <a16:creationId xmlns:a16="http://schemas.microsoft.com/office/drawing/2014/main" id="{8C6EBCAD-119E-6D6C-1095-58BA9C174783}"/>
              </a:ext>
            </a:extLst>
          </p:cNvPr>
          <p:cNvSpPr/>
          <p:nvPr/>
        </p:nvSpPr>
        <p:spPr>
          <a:xfrm>
            <a:off x="382867" y="2138217"/>
            <a:ext cx="2296443" cy="238202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4" name="Imagen 13" descr="Código QR&#10;&#10;El contenido generado por IA puede ser incorrecto.">
            <a:extLst>
              <a:ext uri="{FF2B5EF4-FFF2-40B4-BE49-F238E27FC236}">
                <a16:creationId xmlns:a16="http://schemas.microsoft.com/office/drawing/2014/main" id="{D080C1DD-D042-118B-86FD-33B686CA2EAE}"/>
              </a:ext>
            </a:extLst>
          </p:cNvPr>
          <p:cNvPicPr>
            <a:picLocks noChangeAspect="1"/>
          </p:cNvPicPr>
          <p:nvPr/>
        </p:nvPicPr>
        <p:blipFill>
          <a:blip r:embed="rId12"/>
          <a:srcRect b="8975"/>
          <a:stretch>
            <a:fillRect/>
          </a:stretch>
        </p:blipFill>
        <p:spPr>
          <a:xfrm>
            <a:off x="647501" y="2338111"/>
            <a:ext cx="1757021" cy="1725188"/>
          </a:xfrm>
          <a:prstGeom prst="rect">
            <a:avLst/>
          </a:prstGeom>
        </p:spPr>
      </p:pic>
      <p:sp>
        <p:nvSpPr>
          <p:cNvPr id="15" name="CuadroTexto 7">
            <a:extLst>
              <a:ext uri="{FF2B5EF4-FFF2-40B4-BE49-F238E27FC236}">
                <a16:creationId xmlns:a16="http://schemas.microsoft.com/office/drawing/2014/main" id="{49ADF46B-14F2-BE06-C120-9004865B8424}"/>
              </a:ext>
            </a:extLst>
          </p:cNvPr>
          <p:cNvSpPr txBox="1"/>
          <p:nvPr/>
        </p:nvSpPr>
        <p:spPr>
          <a:xfrm>
            <a:off x="545650" y="4115501"/>
            <a:ext cx="1960722"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900" b="1" noProof="0">
                <a:solidFill>
                  <a:schemeClr val="bg1"/>
                </a:solidFill>
              </a:rPr>
              <a:t>FORMULARIO PARA CAPTURA DE PROBLEMAS</a:t>
            </a:r>
          </a:p>
        </p:txBody>
      </p:sp>
      <p:sp>
        <p:nvSpPr>
          <p:cNvPr id="19" name="Rectángulo: esquinas redondeadas 18">
            <a:extLst>
              <a:ext uri="{FF2B5EF4-FFF2-40B4-BE49-F238E27FC236}">
                <a16:creationId xmlns:a16="http://schemas.microsoft.com/office/drawing/2014/main" id="{F2A87DE8-66DA-1351-6968-A27E917C9887}"/>
              </a:ext>
            </a:extLst>
          </p:cNvPr>
          <p:cNvSpPr/>
          <p:nvPr/>
        </p:nvSpPr>
        <p:spPr>
          <a:xfrm>
            <a:off x="6066769" y="2222226"/>
            <a:ext cx="2840019" cy="243652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20" name="Imagen 19" descr="Interfaz de usuario gráfica, Texto, Aplicación, Correo electrónico&#10;&#10;El contenido generado por IA puede ser incorrecto.">
            <a:extLst>
              <a:ext uri="{FF2B5EF4-FFF2-40B4-BE49-F238E27FC236}">
                <a16:creationId xmlns:a16="http://schemas.microsoft.com/office/drawing/2014/main" id="{38587D2C-D504-73FA-1A16-34FA6F36A7EA}"/>
              </a:ext>
            </a:extLst>
          </p:cNvPr>
          <p:cNvPicPr>
            <a:picLocks noChangeAspect="1"/>
          </p:cNvPicPr>
          <p:nvPr/>
        </p:nvPicPr>
        <p:blipFill>
          <a:blip r:embed="rId13"/>
          <a:stretch>
            <a:fillRect/>
          </a:stretch>
        </p:blipFill>
        <p:spPr>
          <a:xfrm>
            <a:off x="6320678" y="2326260"/>
            <a:ext cx="2336842" cy="2222126"/>
          </a:xfrm>
          <a:prstGeom prst="rect">
            <a:avLst/>
          </a:prstGeom>
        </p:spPr>
      </p:pic>
      <p:sp>
        <p:nvSpPr>
          <p:cNvPr id="22" name="Rectángulo 21">
            <a:extLst>
              <a:ext uri="{FF2B5EF4-FFF2-40B4-BE49-F238E27FC236}">
                <a16:creationId xmlns:a16="http://schemas.microsoft.com/office/drawing/2014/main" id="{4491430E-65E8-2A7B-63EE-CA6C7A4DAD2E}"/>
              </a:ext>
            </a:extLst>
          </p:cNvPr>
          <p:cNvSpPr/>
          <p:nvPr/>
        </p:nvSpPr>
        <p:spPr>
          <a:xfrm>
            <a:off x="6346933" y="3803598"/>
            <a:ext cx="978487" cy="729647"/>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1327688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0AF89-E762-A5CC-BEE0-CF9EEAAE2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4F92C-B58B-17EB-F4FE-569A6D6CEA9B}"/>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Captura de problemas</a:t>
            </a:r>
            <a:endParaRPr lang="es-MX" noProof="0">
              <a:solidFill>
                <a:schemeClr val="accent6"/>
              </a:solidFill>
            </a:endParaRPr>
          </a:p>
        </p:txBody>
      </p:sp>
      <p:pic>
        <p:nvPicPr>
          <p:cNvPr id="50" name="Gráfico 49" descr="Calendario giratorio con relleno sólido">
            <a:extLst>
              <a:ext uri="{FF2B5EF4-FFF2-40B4-BE49-F238E27FC236}">
                <a16:creationId xmlns:a16="http://schemas.microsoft.com/office/drawing/2014/main" id="{35B8F965-E446-D4DA-649F-6B1243EBCD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80078" y="912924"/>
            <a:ext cx="644096" cy="644096"/>
          </a:xfrm>
          <a:prstGeom prst="rect">
            <a:avLst/>
          </a:prstGeom>
        </p:spPr>
      </p:pic>
      <p:sp>
        <p:nvSpPr>
          <p:cNvPr id="52" name="CuadroTexto 7">
            <a:extLst>
              <a:ext uri="{FF2B5EF4-FFF2-40B4-BE49-F238E27FC236}">
                <a16:creationId xmlns:a16="http://schemas.microsoft.com/office/drawing/2014/main" id="{49407908-A15D-F516-5517-E074CEA5BABA}"/>
              </a:ext>
            </a:extLst>
          </p:cNvPr>
          <p:cNvSpPr txBox="1"/>
          <p:nvPr/>
        </p:nvSpPr>
        <p:spPr>
          <a:xfrm>
            <a:off x="3909629" y="1460353"/>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Diario</a:t>
            </a:r>
          </a:p>
          <a:p>
            <a:pPr algn="ctr"/>
            <a:r>
              <a:rPr lang="es-MX" sz="1100" noProof="0">
                <a:solidFill>
                  <a:schemeClr val="accent5"/>
                </a:solidFill>
              </a:rPr>
              <a:t>Captura de problemas</a:t>
            </a: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B1BADD48-61BD-238A-1232-92D4579BDD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7443" y="1188410"/>
            <a:ext cx="238186" cy="238186"/>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976148ED-8D4C-60FC-B463-C1A0D7FD11E2}"/>
              </a:ext>
            </a:extLst>
          </p:cNvPr>
          <p:cNvPicPr>
            <a:picLocks noChangeAspect="1"/>
          </p:cNvPicPr>
          <p:nvPr/>
        </p:nvPicPr>
        <p:blipFill>
          <a:blip r:embed="rId4"/>
          <a:stretch>
            <a:fillRect/>
          </a:stretch>
        </p:blipFill>
        <p:spPr>
          <a:xfrm>
            <a:off x="8661417" y="109943"/>
            <a:ext cx="466952" cy="466952"/>
          </a:xfrm>
          <a:prstGeom prst="rect">
            <a:avLst/>
          </a:prstGeom>
        </p:spPr>
      </p:pic>
      <p:sp>
        <p:nvSpPr>
          <p:cNvPr id="12" name="Rectángulo: esquinas redondeadas 11">
            <a:extLst>
              <a:ext uri="{FF2B5EF4-FFF2-40B4-BE49-F238E27FC236}">
                <a16:creationId xmlns:a16="http://schemas.microsoft.com/office/drawing/2014/main" id="{4B89C18C-3593-93E2-6052-777476CCF1FF}"/>
              </a:ext>
            </a:extLst>
          </p:cNvPr>
          <p:cNvSpPr/>
          <p:nvPr/>
        </p:nvSpPr>
        <p:spPr>
          <a:xfrm>
            <a:off x="995464" y="2060517"/>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3" name="Imagen 12" descr="Código QR&#10;&#10;El contenido generado por IA puede ser incorrecto.">
            <a:extLst>
              <a:ext uri="{FF2B5EF4-FFF2-40B4-BE49-F238E27FC236}">
                <a16:creationId xmlns:a16="http://schemas.microsoft.com/office/drawing/2014/main" id="{C16B747A-9EF8-72D7-223D-F38BD6691265}"/>
              </a:ext>
            </a:extLst>
          </p:cNvPr>
          <p:cNvPicPr>
            <a:picLocks noChangeAspect="1"/>
          </p:cNvPicPr>
          <p:nvPr/>
        </p:nvPicPr>
        <p:blipFill>
          <a:blip r:embed="rId5"/>
          <a:srcRect b="8975"/>
          <a:stretch>
            <a:fillRect/>
          </a:stretch>
        </p:blipFill>
        <p:spPr>
          <a:xfrm>
            <a:off x="1375062" y="2248842"/>
            <a:ext cx="2057153" cy="2019882"/>
          </a:xfrm>
          <a:prstGeom prst="rect">
            <a:avLst/>
          </a:prstGeom>
        </p:spPr>
      </p:pic>
      <p:sp>
        <p:nvSpPr>
          <p:cNvPr id="14" name="CuadroTexto 7">
            <a:extLst>
              <a:ext uri="{FF2B5EF4-FFF2-40B4-BE49-F238E27FC236}">
                <a16:creationId xmlns:a16="http://schemas.microsoft.com/office/drawing/2014/main" id="{7D603657-12E1-2425-809D-A5E5B2B5DDF7}"/>
              </a:ext>
            </a:extLst>
          </p:cNvPr>
          <p:cNvSpPr txBox="1"/>
          <p:nvPr/>
        </p:nvSpPr>
        <p:spPr>
          <a:xfrm>
            <a:off x="1201327" y="4343637"/>
            <a:ext cx="240462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bg1"/>
                </a:solidFill>
              </a:rPr>
              <a:t>FORMULARIO PARA CAPTURA DE PROBLEMAS</a:t>
            </a:r>
          </a:p>
        </p:txBody>
      </p:sp>
      <p:sp>
        <p:nvSpPr>
          <p:cNvPr id="15" name="Rectángulo: esquinas redondeadas 14">
            <a:extLst>
              <a:ext uri="{FF2B5EF4-FFF2-40B4-BE49-F238E27FC236}">
                <a16:creationId xmlns:a16="http://schemas.microsoft.com/office/drawing/2014/main" id="{6E86DD59-5B9C-B7E7-34BB-E9887B37FD5F}"/>
              </a:ext>
            </a:extLst>
          </p:cNvPr>
          <p:cNvSpPr/>
          <p:nvPr/>
        </p:nvSpPr>
        <p:spPr>
          <a:xfrm>
            <a:off x="4936525" y="2060517"/>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Imagen 17" descr="Interfaz de usuario gráfica, Aplicación&#10;&#10;El contenido generado por IA puede ser incorrecto.">
            <a:extLst>
              <a:ext uri="{FF2B5EF4-FFF2-40B4-BE49-F238E27FC236}">
                <a16:creationId xmlns:a16="http://schemas.microsoft.com/office/drawing/2014/main" id="{71CD7C4D-C5C7-3217-3366-B20DEB5C8772}"/>
              </a:ext>
            </a:extLst>
          </p:cNvPr>
          <p:cNvPicPr>
            <a:picLocks noChangeAspect="1"/>
          </p:cNvPicPr>
          <p:nvPr/>
        </p:nvPicPr>
        <p:blipFill>
          <a:blip r:embed="rId6"/>
          <a:stretch>
            <a:fillRect/>
          </a:stretch>
        </p:blipFill>
        <p:spPr>
          <a:xfrm>
            <a:off x="5476886" y="2187200"/>
            <a:ext cx="1735630" cy="2535554"/>
          </a:xfrm>
          <a:prstGeom prst="rect">
            <a:avLst/>
          </a:prstGeom>
        </p:spPr>
      </p:pic>
      <p:sp>
        <p:nvSpPr>
          <p:cNvPr id="19" name="Flecha: a la derecha 18">
            <a:extLst>
              <a:ext uri="{FF2B5EF4-FFF2-40B4-BE49-F238E27FC236}">
                <a16:creationId xmlns:a16="http://schemas.microsoft.com/office/drawing/2014/main" id="{60FB1A06-3139-1877-FC51-822B55C0E18F}"/>
              </a:ext>
            </a:extLst>
          </p:cNvPr>
          <p:cNvSpPr/>
          <p:nvPr/>
        </p:nvSpPr>
        <p:spPr>
          <a:xfrm>
            <a:off x="4097531" y="3091045"/>
            <a:ext cx="648205" cy="488698"/>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0" name="Rectángulo: esquinas redondeadas 19">
            <a:extLst>
              <a:ext uri="{FF2B5EF4-FFF2-40B4-BE49-F238E27FC236}">
                <a16:creationId xmlns:a16="http://schemas.microsoft.com/office/drawing/2014/main" id="{D5DC1161-EF66-4EE2-EC29-487BFEE252FF}"/>
              </a:ext>
            </a:extLst>
          </p:cNvPr>
          <p:cNvSpPr/>
          <p:nvPr/>
        </p:nvSpPr>
        <p:spPr>
          <a:xfrm>
            <a:off x="6124567" y="894906"/>
            <a:ext cx="2816352" cy="946255"/>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En el día a día se capturan problemas identificados por los colaboradores de la terminal mediante un formulario sencillo de 5 preguntas</a:t>
            </a:r>
          </a:p>
        </p:txBody>
      </p:sp>
    </p:spTree>
    <p:extLst>
      <p:ext uri="{BB962C8B-B14F-4D97-AF65-F5344CB8AC3E}">
        <p14:creationId xmlns:p14="http://schemas.microsoft.com/office/powerpoint/2010/main" val="8970905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0EBDE-9907-C7CA-BFD0-5AC2D0865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E526E-6C44-ED24-7D08-F11CC37468FE}"/>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Captura de problemas</a:t>
            </a:r>
            <a:endParaRPr lang="es-MX" noProof="0">
              <a:solidFill>
                <a:schemeClr val="accent6"/>
              </a:solidFill>
            </a:endParaRPr>
          </a:p>
        </p:txBody>
      </p:sp>
      <p:pic>
        <p:nvPicPr>
          <p:cNvPr id="50" name="Gráfico 49" descr="Calendario giratorio con relleno sólido">
            <a:extLst>
              <a:ext uri="{FF2B5EF4-FFF2-40B4-BE49-F238E27FC236}">
                <a16:creationId xmlns:a16="http://schemas.microsoft.com/office/drawing/2014/main" id="{BBB3AA86-3288-4439-082E-9DA76B1E16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80078" y="912924"/>
            <a:ext cx="644096" cy="644096"/>
          </a:xfrm>
          <a:prstGeom prst="rect">
            <a:avLst/>
          </a:prstGeom>
        </p:spPr>
      </p:pic>
      <p:sp>
        <p:nvSpPr>
          <p:cNvPr id="52" name="CuadroTexto 7">
            <a:extLst>
              <a:ext uri="{FF2B5EF4-FFF2-40B4-BE49-F238E27FC236}">
                <a16:creationId xmlns:a16="http://schemas.microsoft.com/office/drawing/2014/main" id="{2C73B8B3-C7B6-2482-6E77-A93B247AA96D}"/>
              </a:ext>
            </a:extLst>
          </p:cNvPr>
          <p:cNvSpPr txBox="1"/>
          <p:nvPr/>
        </p:nvSpPr>
        <p:spPr>
          <a:xfrm>
            <a:off x="3909629" y="1460353"/>
            <a:ext cx="1184993" cy="60016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a:solidFill>
                  <a:schemeClr val="accent5"/>
                </a:solidFill>
              </a:rPr>
              <a:t>Diario</a:t>
            </a:r>
          </a:p>
          <a:p>
            <a:pPr algn="ctr"/>
            <a:r>
              <a:rPr lang="es-MX" sz="1100" noProof="0">
                <a:solidFill>
                  <a:schemeClr val="accent5"/>
                </a:solidFill>
              </a:rPr>
              <a:t>Captura de problemas</a:t>
            </a:r>
            <a:endParaRPr lang="es-MX" sz="1100" noProof="0">
              <a:solidFill>
                <a:schemeClr val="tx1"/>
              </a:solidFill>
            </a:endParaRPr>
          </a:p>
        </p:txBody>
      </p:sp>
      <p:pic>
        <p:nvPicPr>
          <p:cNvPr id="54" name="Gráfico 53" descr="Marca de verificación con relleno sólido">
            <a:extLst>
              <a:ext uri="{FF2B5EF4-FFF2-40B4-BE49-F238E27FC236}">
                <a16:creationId xmlns:a16="http://schemas.microsoft.com/office/drawing/2014/main" id="{20FB6A80-63C6-BA20-9A91-CAFD6429F5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7443" y="1188410"/>
            <a:ext cx="238186" cy="238186"/>
          </a:xfrm>
          <a:prstGeom prst="rect">
            <a:avLst/>
          </a:prstGeom>
        </p:spPr>
      </p:pic>
      <p:pic>
        <p:nvPicPr>
          <p:cNvPr id="5" name="Imagen 4" descr="Dibujo de una persona&#10;&#10;El contenido generado por IA puede ser incorrecto.">
            <a:extLst>
              <a:ext uri="{FF2B5EF4-FFF2-40B4-BE49-F238E27FC236}">
                <a16:creationId xmlns:a16="http://schemas.microsoft.com/office/drawing/2014/main" id="{33C6696D-5F95-5147-AC28-34F5C9B04F7D}"/>
              </a:ext>
            </a:extLst>
          </p:cNvPr>
          <p:cNvPicPr>
            <a:picLocks noChangeAspect="1"/>
          </p:cNvPicPr>
          <p:nvPr/>
        </p:nvPicPr>
        <p:blipFill>
          <a:blip r:embed="rId4"/>
          <a:stretch>
            <a:fillRect/>
          </a:stretch>
        </p:blipFill>
        <p:spPr>
          <a:xfrm>
            <a:off x="8661417" y="109943"/>
            <a:ext cx="466952" cy="466952"/>
          </a:xfrm>
          <a:prstGeom prst="rect">
            <a:avLst/>
          </a:prstGeom>
        </p:spPr>
      </p:pic>
      <p:sp>
        <p:nvSpPr>
          <p:cNvPr id="12" name="Rectángulo: esquinas redondeadas 11">
            <a:extLst>
              <a:ext uri="{FF2B5EF4-FFF2-40B4-BE49-F238E27FC236}">
                <a16:creationId xmlns:a16="http://schemas.microsoft.com/office/drawing/2014/main" id="{62D5ECD2-C57D-5930-420B-EC899CBD5783}"/>
              </a:ext>
            </a:extLst>
          </p:cNvPr>
          <p:cNvSpPr/>
          <p:nvPr/>
        </p:nvSpPr>
        <p:spPr>
          <a:xfrm>
            <a:off x="1093277" y="2021859"/>
            <a:ext cx="2816352" cy="278892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5" name="Rectángulo: esquinas redondeadas 14">
            <a:extLst>
              <a:ext uri="{FF2B5EF4-FFF2-40B4-BE49-F238E27FC236}">
                <a16:creationId xmlns:a16="http://schemas.microsoft.com/office/drawing/2014/main" id="{017E7220-63E2-3DFB-3A50-D5A59033E58B}"/>
              </a:ext>
            </a:extLst>
          </p:cNvPr>
          <p:cNvSpPr/>
          <p:nvPr/>
        </p:nvSpPr>
        <p:spPr>
          <a:xfrm>
            <a:off x="4945227" y="2104449"/>
            <a:ext cx="2816352" cy="245943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18" name="Imagen 17" descr="Interfaz de usuario gráfica, Aplicación&#10;&#10;El contenido generado por IA puede ser incorrecto.">
            <a:extLst>
              <a:ext uri="{FF2B5EF4-FFF2-40B4-BE49-F238E27FC236}">
                <a16:creationId xmlns:a16="http://schemas.microsoft.com/office/drawing/2014/main" id="{F3CAA81F-6571-E8D9-937B-DB426F0AFC8A}"/>
              </a:ext>
            </a:extLst>
          </p:cNvPr>
          <p:cNvPicPr>
            <a:picLocks noChangeAspect="1"/>
          </p:cNvPicPr>
          <p:nvPr/>
        </p:nvPicPr>
        <p:blipFill>
          <a:blip r:embed="rId5"/>
          <a:stretch>
            <a:fillRect/>
          </a:stretch>
        </p:blipFill>
        <p:spPr>
          <a:xfrm>
            <a:off x="1633638" y="2148542"/>
            <a:ext cx="1735630" cy="2535554"/>
          </a:xfrm>
          <a:prstGeom prst="rect">
            <a:avLst/>
          </a:prstGeom>
        </p:spPr>
      </p:pic>
      <p:sp>
        <p:nvSpPr>
          <p:cNvPr id="19" name="Flecha: a la derecha 18">
            <a:extLst>
              <a:ext uri="{FF2B5EF4-FFF2-40B4-BE49-F238E27FC236}">
                <a16:creationId xmlns:a16="http://schemas.microsoft.com/office/drawing/2014/main" id="{FABE4E26-2220-5A5B-3674-D6E75D9E3044}"/>
              </a:ext>
            </a:extLst>
          </p:cNvPr>
          <p:cNvSpPr/>
          <p:nvPr/>
        </p:nvSpPr>
        <p:spPr>
          <a:xfrm>
            <a:off x="4175969" y="3082984"/>
            <a:ext cx="648205" cy="488698"/>
          </a:xfrm>
          <a:prstGeom prst="rightArrow">
            <a:avLst/>
          </a:prstGeom>
          <a:solidFill>
            <a:schemeClr val="accent6"/>
          </a:solidFill>
          <a:ln w="9525" cap="rnd"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nterfaz de usuario gráfica, Texto, Aplicación&#10;&#10;El contenido generado por IA puede ser incorrecto.">
            <a:extLst>
              <a:ext uri="{FF2B5EF4-FFF2-40B4-BE49-F238E27FC236}">
                <a16:creationId xmlns:a16="http://schemas.microsoft.com/office/drawing/2014/main" id="{D59B58D6-1334-74AF-7805-2627DEC6CBF9}"/>
              </a:ext>
            </a:extLst>
          </p:cNvPr>
          <p:cNvPicPr>
            <a:picLocks noChangeAspect="1"/>
          </p:cNvPicPr>
          <p:nvPr/>
        </p:nvPicPr>
        <p:blipFill>
          <a:blip r:embed="rId6"/>
          <a:stretch>
            <a:fillRect/>
          </a:stretch>
        </p:blipFill>
        <p:spPr>
          <a:xfrm>
            <a:off x="5044794" y="2934454"/>
            <a:ext cx="2625741" cy="785757"/>
          </a:xfrm>
          <a:prstGeom prst="rect">
            <a:avLst/>
          </a:prstGeom>
        </p:spPr>
      </p:pic>
      <p:sp>
        <p:nvSpPr>
          <p:cNvPr id="7" name="Rectángulo: esquinas redondeadas 6">
            <a:extLst>
              <a:ext uri="{FF2B5EF4-FFF2-40B4-BE49-F238E27FC236}">
                <a16:creationId xmlns:a16="http://schemas.microsoft.com/office/drawing/2014/main" id="{B3F44468-8BFD-3F9B-A962-B4CB257CECFF}"/>
              </a:ext>
            </a:extLst>
          </p:cNvPr>
          <p:cNvSpPr/>
          <p:nvPr/>
        </p:nvSpPr>
        <p:spPr>
          <a:xfrm>
            <a:off x="6124567" y="894906"/>
            <a:ext cx="2816352" cy="946255"/>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El formulario de forma automática realiza un registro en Microsoft </a:t>
            </a:r>
            <a:r>
              <a:rPr lang="es-MX" sz="1200" noProof="0" err="1">
                <a:solidFill>
                  <a:srgbClr val="FFFFFF"/>
                </a:solidFill>
              </a:rPr>
              <a:t>Lists</a:t>
            </a:r>
            <a:r>
              <a:rPr lang="es-MX" sz="1200" noProof="0">
                <a:solidFill>
                  <a:srgbClr val="FFFFFF"/>
                </a:solidFill>
              </a:rPr>
              <a:t> que permite visibilizar y priorizar en la reunión semanal de las funciones</a:t>
            </a:r>
          </a:p>
        </p:txBody>
      </p:sp>
    </p:spTree>
    <p:extLst>
      <p:ext uri="{BB962C8B-B14F-4D97-AF65-F5344CB8AC3E}">
        <p14:creationId xmlns:p14="http://schemas.microsoft.com/office/powerpoint/2010/main" val="3059715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E65E1-9297-E163-1FD3-79DB13F62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F39EE-8026-BE22-57A8-19D4A372A40C}"/>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Captura de problemas</a:t>
            </a: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7AA4DD93-8984-65AA-D3AD-D105E77FBDC1}"/>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EDF09546-15F5-5632-B5A4-E9E9030E0793}"/>
              </a:ext>
            </a:extLst>
          </p:cNvPr>
          <p:cNvSpPr/>
          <p:nvPr/>
        </p:nvSpPr>
        <p:spPr>
          <a:xfrm>
            <a:off x="438912" y="1078992"/>
            <a:ext cx="8371008" cy="3515697"/>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nterfaz de usuario gráfica, Texto, Aplicación&#10;&#10;El contenido generado por IA puede ser incorrecto.">
            <a:extLst>
              <a:ext uri="{FF2B5EF4-FFF2-40B4-BE49-F238E27FC236}">
                <a16:creationId xmlns:a16="http://schemas.microsoft.com/office/drawing/2014/main" id="{2A8EF96E-C227-1C8A-B19B-1F96BB85661E}"/>
              </a:ext>
            </a:extLst>
          </p:cNvPr>
          <p:cNvPicPr>
            <a:picLocks noChangeAspect="1"/>
          </p:cNvPicPr>
          <p:nvPr/>
        </p:nvPicPr>
        <p:blipFill>
          <a:blip r:embed="rId3"/>
          <a:stretch>
            <a:fillRect/>
          </a:stretch>
        </p:blipFill>
        <p:spPr>
          <a:xfrm>
            <a:off x="625273" y="1640089"/>
            <a:ext cx="7998285" cy="2393501"/>
          </a:xfrm>
          <a:prstGeom prst="rect">
            <a:avLst/>
          </a:prstGeom>
        </p:spPr>
      </p:pic>
    </p:spTree>
    <p:extLst>
      <p:ext uri="{BB962C8B-B14F-4D97-AF65-F5344CB8AC3E}">
        <p14:creationId xmlns:p14="http://schemas.microsoft.com/office/powerpoint/2010/main" val="2263518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B6133-63AB-B9D3-0D91-98E9508B9A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86B52-7E5C-82FF-8E88-C444C7E0148A}"/>
              </a:ext>
            </a:extLst>
          </p:cNvPr>
          <p:cNvSpPr>
            <a:spLocks noGrp="1"/>
          </p:cNvSpPr>
          <p:nvPr>
            <p:ph type="title"/>
          </p:nvPr>
        </p:nvSpPr>
        <p:spPr>
          <a:xfrm>
            <a:off x="327906" y="256203"/>
            <a:ext cx="8482014" cy="492443"/>
          </a:xfrm>
        </p:spPr>
        <p:txBody>
          <a:bodyPr/>
          <a:lstStyle/>
          <a:p>
            <a:pPr algn="ctr"/>
            <a:r>
              <a:rPr lang="es-MX" noProof="0"/>
              <a:t>Sistema de reuniones </a:t>
            </a:r>
            <a:br>
              <a:rPr lang="es-MX" noProof="0"/>
            </a:br>
            <a:r>
              <a:rPr lang="es-MX" sz="1200" noProof="0">
                <a:solidFill>
                  <a:schemeClr val="accent6"/>
                </a:solidFill>
              </a:rPr>
              <a:t>Priorización y selección de lideres</a:t>
            </a: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D4DF5330-EE47-1DFF-3689-CF8D6AF8C98F}"/>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5A12137B-C6B4-8A5F-ADA2-3E85F29280B6}"/>
              </a:ext>
            </a:extLst>
          </p:cNvPr>
          <p:cNvSpPr/>
          <p:nvPr/>
        </p:nvSpPr>
        <p:spPr>
          <a:xfrm>
            <a:off x="3438144" y="1024128"/>
            <a:ext cx="4187952" cy="3986784"/>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Interfaz de usuario gráfica, Texto, Aplicación, Correo electrónico&#10;&#10;El contenido generado por IA puede ser incorrecto.">
            <a:extLst>
              <a:ext uri="{FF2B5EF4-FFF2-40B4-BE49-F238E27FC236}">
                <a16:creationId xmlns:a16="http://schemas.microsoft.com/office/drawing/2014/main" id="{3C0C18F8-929B-4B0A-AB7D-02873ABEDDE5}"/>
              </a:ext>
            </a:extLst>
          </p:cNvPr>
          <p:cNvPicPr>
            <a:picLocks noChangeAspect="1"/>
          </p:cNvPicPr>
          <p:nvPr/>
        </p:nvPicPr>
        <p:blipFill>
          <a:blip r:embed="rId3"/>
          <a:stretch>
            <a:fillRect/>
          </a:stretch>
        </p:blipFill>
        <p:spPr>
          <a:xfrm>
            <a:off x="3666826" y="1240323"/>
            <a:ext cx="3712300" cy="3530061"/>
          </a:xfrm>
          <a:prstGeom prst="rect">
            <a:avLst/>
          </a:prstGeom>
        </p:spPr>
      </p:pic>
      <p:sp>
        <p:nvSpPr>
          <p:cNvPr id="9" name="Rectángulo: esquinas redondeadas 8">
            <a:extLst>
              <a:ext uri="{FF2B5EF4-FFF2-40B4-BE49-F238E27FC236}">
                <a16:creationId xmlns:a16="http://schemas.microsoft.com/office/drawing/2014/main" id="{601E3A4C-4A65-0B9A-D442-8B830FF2D209}"/>
              </a:ext>
            </a:extLst>
          </p:cNvPr>
          <p:cNvSpPr/>
          <p:nvPr/>
        </p:nvSpPr>
        <p:spPr>
          <a:xfrm>
            <a:off x="126450" y="1316736"/>
            <a:ext cx="2927645" cy="1984248"/>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Durante la reunión semanal a nivel funcional se revisan los problemas recolectados, se categorizan los que aplican para </a:t>
            </a:r>
            <a:r>
              <a:rPr lang="es-MX" sz="1200" noProof="0" err="1">
                <a:solidFill>
                  <a:srgbClr val="FFFFFF"/>
                </a:solidFill>
              </a:rPr>
              <a:t>Prolem</a:t>
            </a:r>
            <a:r>
              <a:rPr lang="es-MX" sz="1200" noProof="0">
                <a:solidFill>
                  <a:srgbClr val="FFFFFF"/>
                </a:solidFill>
              </a:rPr>
              <a:t> </a:t>
            </a:r>
            <a:r>
              <a:rPr lang="es-MX" sz="1200" noProof="0" err="1">
                <a:solidFill>
                  <a:srgbClr val="FFFFFF"/>
                </a:solidFill>
              </a:rPr>
              <a:t>Solving</a:t>
            </a:r>
            <a:r>
              <a:rPr lang="es-MX" sz="1200" noProof="0">
                <a:solidFill>
                  <a:srgbClr val="FFFFFF"/>
                </a:solidFill>
              </a:rPr>
              <a:t> y se asignan a los líderes </a:t>
            </a:r>
          </a:p>
        </p:txBody>
      </p:sp>
      <p:sp>
        <p:nvSpPr>
          <p:cNvPr id="10" name="Rectángulo 9">
            <a:extLst>
              <a:ext uri="{FF2B5EF4-FFF2-40B4-BE49-F238E27FC236}">
                <a16:creationId xmlns:a16="http://schemas.microsoft.com/office/drawing/2014/main" id="{A4CA83D8-B2E1-B906-8ACD-77414D22758D}"/>
              </a:ext>
            </a:extLst>
          </p:cNvPr>
          <p:cNvSpPr/>
          <p:nvPr/>
        </p:nvSpPr>
        <p:spPr>
          <a:xfrm>
            <a:off x="3702843" y="3602736"/>
            <a:ext cx="1442897" cy="1135952"/>
          </a:xfrm>
          <a:prstGeom prst="rect">
            <a:avLst/>
          </a:prstGeom>
          <a:noFill/>
          <a:ln w="19050" cap="rnd" cmpd="sng" algn="ctr">
            <a:solidFill>
              <a:srgbClr val="C0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Tree>
    <p:extLst>
      <p:ext uri="{BB962C8B-B14F-4D97-AF65-F5344CB8AC3E}">
        <p14:creationId xmlns:p14="http://schemas.microsoft.com/office/powerpoint/2010/main" val="3628297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90A71-B1D0-C88C-C5B1-4AFA87690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5FFF1-64CD-4E93-2842-97B073F4AA9E}"/>
              </a:ext>
            </a:extLst>
          </p:cNvPr>
          <p:cNvSpPr>
            <a:spLocks noGrp="1"/>
          </p:cNvSpPr>
          <p:nvPr>
            <p:ph type="title"/>
          </p:nvPr>
        </p:nvSpPr>
        <p:spPr>
          <a:xfrm>
            <a:off x="327906" y="256203"/>
            <a:ext cx="8482014" cy="492443"/>
          </a:xfrm>
        </p:spPr>
        <p:txBody>
          <a:bodyPr/>
          <a:lstStyle/>
          <a:p>
            <a:pPr algn="ctr"/>
            <a:r>
              <a:rPr lang="es-MX" noProof="0"/>
              <a:t>Gestión visual </a:t>
            </a:r>
            <a:br>
              <a:rPr lang="es-MX" noProof="0"/>
            </a:br>
            <a:r>
              <a:rPr lang="es-MX" sz="1200" noProof="0">
                <a:solidFill>
                  <a:schemeClr val="accent6"/>
                </a:solidFill>
              </a:rPr>
              <a:t>Priorización y selección de lideres</a:t>
            </a: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12CE2731-2AE8-849C-7E85-E38A30877F89}"/>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9670A261-1E6C-D3A9-BBA0-B5BDEA9DDD0C}"/>
              </a:ext>
            </a:extLst>
          </p:cNvPr>
          <p:cNvSpPr/>
          <p:nvPr/>
        </p:nvSpPr>
        <p:spPr>
          <a:xfrm>
            <a:off x="4985686" y="1054100"/>
            <a:ext cx="3719225" cy="3508196"/>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8" name="Imagen 7" descr="Interfaz de usuario gráfica, Texto, Aplicación, Correo electrónico&#10;&#10;El contenido generado por IA puede ser incorrecto.">
            <a:extLst>
              <a:ext uri="{FF2B5EF4-FFF2-40B4-BE49-F238E27FC236}">
                <a16:creationId xmlns:a16="http://schemas.microsoft.com/office/drawing/2014/main" id="{2DA440DE-2706-7309-765B-817C140B6841}"/>
              </a:ext>
            </a:extLst>
          </p:cNvPr>
          <p:cNvPicPr>
            <a:picLocks noChangeAspect="1"/>
          </p:cNvPicPr>
          <p:nvPr/>
        </p:nvPicPr>
        <p:blipFill>
          <a:blip r:embed="rId3"/>
          <a:stretch>
            <a:fillRect/>
          </a:stretch>
        </p:blipFill>
        <p:spPr>
          <a:xfrm>
            <a:off x="5187109" y="1225851"/>
            <a:ext cx="3296809" cy="3134967"/>
          </a:xfrm>
          <a:prstGeom prst="rect">
            <a:avLst/>
          </a:prstGeom>
        </p:spPr>
      </p:pic>
      <p:sp>
        <p:nvSpPr>
          <p:cNvPr id="9" name="Rectángulo: esquinas redondeadas 8">
            <a:extLst>
              <a:ext uri="{FF2B5EF4-FFF2-40B4-BE49-F238E27FC236}">
                <a16:creationId xmlns:a16="http://schemas.microsoft.com/office/drawing/2014/main" id="{F58602DF-BCF7-D03E-9F92-A5ABEB0995A3}"/>
              </a:ext>
            </a:extLst>
          </p:cNvPr>
          <p:cNvSpPr/>
          <p:nvPr/>
        </p:nvSpPr>
        <p:spPr>
          <a:xfrm>
            <a:off x="1088031" y="4156675"/>
            <a:ext cx="3155950"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El tablero visual de la reunión semanal se reemplaza por el </a:t>
            </a:r>
            <a:r>
              <a:rPr lang="es-MX" sz="1200" noProof="0" err="1">
                <a:solidFill>
                  <a:srgbClr val="FFFFFF"/>
                </a:solidFill>
              </a:rPr>
              <a:t>lists</a:t>
            </a:r>
            <a:r>
              <a:rPr lang="es-MX" sz="1200" noProof="0">
                <a:solidFill>
                  <a:srgbClr val="FFFFFF"/>
                </a:solidFill>
              </a:rPr>
              <a:t> </a:t>
            </a:r>
          </a:p>
        </p:txBody>
      </p:sp>
      <p:sp>
        <p:nvSpPr>
          <p:cNvPr id="3" name="Rectángulo: esquinas redondeadas 2">
            <a:extLst>
              <a:ext uri="{FF2B5EF4-FFF2-40B4-BE49-F238E27FC236}">
                <a16:creationId xmlns:a16="http://schemas.microsoft.com/office/drawing/2014/main" id="{AA2C11E8-3194-573E-EC82-C791ACC99F5B}"/>
              </a:ext>
            </a:extLst>
          </p:cNvPr>
          <p:cNvSpPr/>
          <p:nvPr/>
        </p:nvSpPr>
        <p:spPr>
          <a:xfrm>
            <a:off x="327906" y="1593850"/>
            <a:ext cx="3719225" cy="2305050"/>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pic>
        <p:nvPicPr>
          <p:cNvPr id="6" name="Imagen 5" descr="Imagen que contiene Diagrama&#10;&#10;El contenido generado por IA puede ser incorrecto.">
            <a:extLst>
              <a:ext uri="{FF2B5EF4-FFF2-40B4-BE49-F238E27FC236}">
                <a16:creationId xmlns:a16="http://schemas.microsoft.com/office/drawing/2014/main" id="{88CC8AC4-1C0F-5273-248C-2DBF645526D9}"/>
              </a:ext>
            </a:extLst>
          </p:cNvPr>
          <p:cNvPicPr>
            <a:picLocks noChangeAspect="1"/>
          </p:cNvPicPr>
          <p:nvPr/>
        </p:nvPicPr>
        <p:blipFill>
          <a:blip r:embed="rId4"/>
          <a:stretch>
            <a:fillRect/>
          </a:stretch>
        </p:blipFill>
        <p:spPr>
          <a:xfrm>
            <a:off x="404106" y="1844456"/>
            <a:ext cx="3554124" cy="1846955"/>
          </a:xfrm>
          <a:prstGeom prst="rect">
            <a:avLst/>
          </a:prstGeom>
        </p:spPr>
      </p:pic>
      <p:sp>
        <p:nvSpPr>
          <p:cNvPr id="11" name="CuadroTexto 10">
            <a:extLst>
              <a:ext uri="{FF2B5EF4-FFF2-40B4-BE49-F238E27FC236}">
                <a16:creationId xmlns:a16="http://schemas.microsoft.com/office/drawing/2014/main" id="{FC72248D-D3AF-8122-5F71-F592A75CDDB9}"/>
              </a:ext>
            </a:extLst>
          </p:cNvPr>
          <p:cNvSpPr txBox="1"/>
          <p:nvPr/>
        </p:nvSpPr>
        <p:spPr>
          <a:xfrm>
            <a:off x="4184650" y="2419350"/>
            <a:ext cx="573116" cy="5588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0" b="1" noProof="0">
                <a:solidFill>
                  <a:schemeClr val="accent6"/>
                </a:solidFill>
              </a:rPr>
              <a:t>=</a:t>
            </a:r>
          </a:p>
        </p:txBody>
      </p:sp>
    </p:spTree>
    <p:extLst>
      <p:ext uri="{BB962C8B-B14F-4D97-AF65-F5344CB8AC3E}">
        <p14:creationId xmlns:p14="http://schemas.microsoft.com/office/powerpoint/2010/main" val="3949422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B425E-8B83-B5AA-C662-EA058BCE3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C5174-078B-4858-1AB8-4C9D0A3428B6}"/>
              </a:ext>
            </a:extLst>
          </p:cNvPr>
          <p:cNvSpPr>
            <a:spLocks noGrp="1"/>
          </p:cNvSpPr>
          <p:nvPr>
            <p:ph type="title"/>
          </p:nvPr>
        </p:nvSpPr>
        <p:spPr>
          <a:xfrm>
            <a:off x="327906" y="256203"/>
            <a:ext cx="8482014" cy="492443"/>
          </a:xfrm>
        </p:spPr>
        <p:txBody>
          <a:bodyPr/>
          <a:lstStyle/>
          <a:p>
            <a:pPr algn="ctr"/>
            <a:r>
              <a:rPr lang="es-MX" noProof="0"/>
              <a:t>Gestión visual </a:t>
            </a:r>
            <a:br>
              <a:rPr lang="es-MX" noProof="0"/>
            </a:br>
            <a:r>
              <a:rPr lang="es-MX" sz="1200" noProof="0">
                <a:solidFill>
                  <a:schemeClr val="accent6"/>
                </a:solidFill>
              </a:rPr>
              <a:t>Seguimiento del estado de los </a:t>
            </a:r>
            <a:r>
              <a:rPr lang="es-MX" sz="1200" noProof="0" err="1">
                <a:solidFill>
                  <a:schemeClr val="accent6"/>
                </a:solidFill>
              </a:rPr>
              <a:t>Problem</a:t>
            </a:r>
            <a:r>
              <a:rPr lang="es-MX" sz="1200" noProof="0">
                <a:solidFill>
                  <a:schemeClr val="accent6"/>
                </a:solidFill>
              </a:rPr>
              <a:t> </a:t>
            </a:r>
            <a:r>
              <a:rPr lang="es-MX" sz="1200" noProof="0" err="1">
                <a:solidFill>
                  <a:schemeClr val="accent6"/>
                </a:solidFill>
              </a:rPr>
              <a:t>Solving</a:t>
            </a: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562A7291-B6D1-7EDF-4DF1-0479ED2224BC}"/>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D30A2F71-C8CD-9115-2B6C-4FFE193460F6}"/>
              </a:ext>
            </a:extLst>
          </p:cNvPr>
          <p:cNvSpPr/>
          <p:nvPr/>
        </p:nvSpPr>
        <p:spPr>
          <a:xfrm>
            <a:off x="1365250" y="1859638"/>
            <a:ext cx="6572250" cy="250281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9" name="Rectángulo: esquinas redondeadas 8">
            <a:extLst>
              <a:ext uri="{FF2B5EF4-FFF2-40B4-BE49-F238E27FC236}">
                <a16:creationId xmlns:a16="http://schemas.microsoft.com/office/drawing/2014/main" id="{7E8ABB3A-C6C0-70E8-60A3-A4A3A2B3C0A4}"/>
              </a:ext>
            </a:extLst>
          </p:cNvPr>
          <p:cNvSpPr/>
          <p:nvPr/>
        </p:nvSpPr>
        <p:spPr>
          <a:xfrm>
            <a:off x="6758581" y="876645"/>
            <a:ext cx="2004436"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err="1">
                <a:solidFill>
                  <a:srgbClr val="FFFFFF"/>
                </a:solidFill>
              </a:rPr>
              <a:t>Dashboard</a:t>
            </a:r>
            <a:r>
              <a:rPr lang="es-MX" sz="1200" noProof="0">
                <a:solidFill>
                  <a:srgbClr val="FFFFFF"/>
                </a:solidFill>
              </a:rPr>
              <a:t> de </a:t>
            </a:r>
            <a:r>
              <a:rPr lang="es-MX" sz="1200" noProof="0" err="1">
                <a:solidFill>
                  <a:srgbClr val="FFFFFF"/>
                </a:solidFill>
              </a:rPr>
              <a:t>shibumi</a:t>
            </a:r>
            <a:r>
              <a:rPr lang="es-MX" sz="1200" noProof="0">
                <a:solidFill>
                  <a:srgbClr val="FFFFFF"/>
                </a:solidFill>
              </a:rPr>
              <a:t> pendiente por desarrollar</a:t>
            </a:r>
          </a:p>
        </p:txBody>
      </p:sp>
      <p:pic>
        <p:nvPicPr>
          <p:cNvPr id="7" name="Imagen 6" descr="Interfaz de usuario gráfica, Aplicación&#10;&#10;El contenido generado por IA puede ser incorrecto.">
            <a:extLst>
              <a:ext uri="{FF2B5EF4-FFF2-40B4-BE49-F238E27FC236}">
                <a16:creationId xmlns:a16="http://schemas.microsoft.com/office/drawing/2014/main" id="{70203462-3A22-ED77-4CD6-F60177017EE6}"/>
              </a:ext>
            </a:extLst>
          </p:cNvPr>
          <p:cNvPicPr>
            <a:picLocks noChangeAspect="1"/>
          </p:cNvPicPr>
          <p:nvPr/>
        </p:nvPicPr>
        <p:blipFill>
          <a:blip r:embed="rId3"/>
          <a:srcRect t="3519"/>
          <a:stretch>
            <a:fillRect/>
          </a:stretch>
        </p:blipFill>
        <p:spPr>
          <a:xfrm>
            <a:off x="1606638" y="2178438"/>
            <a:ext cx="6000750" cy="1816470"/>
          </a:xfrm>
          <a:prstGeom prst="rect">
            <a:avLst/>
          </a:prstGeom>
        </p:spPr>
      </p:pic>
    </p:spTree>
    <p:extLst>
      <p:ext uri="{BB962C8B-B14F-4D97-AF65-F5344CB8AC3E}">
        <p14:creationId xmlns:p14="http://schemas.microsoft.com/office/powerpoint/2010/main" val="3844806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76CFA-B630-8F46-043B-757F0F20FEDA}"/>
            </a:ext>
          </a:extLst>
        </p:cNvPr>
        <p:cNvGrpSpPr/>
        <p:nvPr/>
      </p:nvGrpSpPr>
      <p:grpSpPr>
        <a:xfrm>
          <a:off x="0" y="0"/>
          <a:ext cx="0" cy="0"/>
          <a:chOff x="0" y="0"/>
          <a:chExt cx="0" cy="0"/>
        </a:xfrm>
      </p:grpSpPr>
      <p:sp>
        <p:nvSpPr>
          <p:cNvPr id="80" name="Rectángulo: esquinas redondeadas 79">
            <a:extLst>
              <a:ext uri="{FF2B5EF4-FFF2-40B4-BE49-F238E27FC236}">
                <a16:creationId xmlns:a16="http://schemas.microsoft.com/office/drawing/2014/main" id="{E0912949-F6F5-10E6-65E5-394868A39738}"/>
              </a:ext>
            </a:extLst>
          </p:cNvPr>
          <p:cNvSpPr/>
          <p:nvPr/>
        </p:nvSpPr>
        <p:spPr>
          <a:xfrm>
            <a:off x="5858764" y="4591076"/>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79" name="Rectángulo: esquinas redondeadas 78">
            <a:extLst>
              <a:ext uri="{FF2B5EF4-FFF2-40B4-BE49-F238E27FC236}">
                <a16:creationId xmlns:a16="http://schemas.microsoft.com/office/drawing/2014/main" id="{C8C6C87A-62D6-BCC0-544D-E7ABF4B11C72}"/>
              </a:ext>
            </a:extLst>
          </p:cNvPr>
          <p:cNvSpPr/>
          <p:nvPr/>
        </p:nvSpPr>
        <p:spPr>
          <a:xfrm>
            <a:off x="4398136" y="4605981"/>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78" name="Rectángulo: esquinas redondeadas 77">
            <a:extLst>
              <a:ext uri="{FF2B5EF4-FFF2-40B4-BE49-F238E27FC236}">
                <a16:creationId xmlns:a16="http://schemas.microsoft.com/office/drawing/2014/main" id="{A37D2688-288C-4793-0158-74B1948A9B32}"/>
              </a:ext>
            </a:extLst>
          </p:cNvPr>
          <p:cNvSpPr/>
          <p:nvPr/>
        </p:nvSpPr>
        <p:spPr>
          <a:xfrm>
            <a:off x="2921797" y="4599533"/>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sp>
        <p:nvSpPr>
          <p:cNvPr id="4" name="Rectángulo: esquinas redondeadas 3">
            <a:extLst>
              <a:ext uri="{FF2B5EF4-FFF2-40B4-BE49-F238E27FC236}">
                <a16:creationId xmlns:a16="http://schemas.microsoft.com/office/drawing/2014/main" id="{6AE07E63-F5E5-D903-4A6C-5CD442DC73C7}"/>
              </a:ext>
            </a:extLst>
          </p:cNvPr>
          <p:cNvSpPr/>
          <p:nvPr/>
        </p:nvSpPr>
        <p:spPr>
          <a:xfrm>
            <a:off x="1182627" y="2098714"/>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A56C4D0F-820B-023D-924A-C7F061D83B5E}"/>
              </a:ext>
            </a:extLst>
          </p:cNvPr>
          <p:cNvSpPr>
            <a:spLocks noGrp="1"/>
          </p:cNvSpPr>
          <p:nvPr>
            <p:ph type="title"/>
          </p:nvPr>
        </p:nvSpPr>
        <p:spPr>
          <a:xfrm>
            <a:off x="327906" y="256203"/>
            <a:ext cx="8482014" cy="492443"/>
          </a:xfrm>
        </p:spPr>
        <p:txBody>
          <a:bodyPr/>
          <a:lstStyle/>
          <a:p>
            <a:pPr algn="ctr"/>
            <a:r>
              <a:rPr lang="es-MX" noProof="0" dirty="0"/>
              <a:t>Gestión visual </a:t>
            </a:r>
            <a:br>
              <a:rPr lang="es-MX" noProof="0" dirty="0"/>
            </a:br>
            <a:r>
              <a:rPr lang="es-MX" sz="1200" dirty="0">
                <a:solidFill>
                  <a:schemeClr val="accent6"/>
                </a:solidFill>
              </a:rPr>
              <a:t>Hacer visible lo importante para que se cumpla</a:t>
            </a:r>
            <a:endParaRPr lang="es-MX" noProof="0" dirty="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795220C6-C1D4-2881-446C-AC8FC34949AC}"/>
              </a:ext>
            </a:extLst>
          </p:cNvPr>
          <p:cNvPicPr>
            <a:picLocks noChangeAspect="1"/>
          </p:cNvPicPr>
          <p:nvPr/>
        </p:nvPicPr>
        <p:blipFill>
          <a:blip r:embed="rId2"/>
          <a:stretch>
            <a:fillRect/>
          </a:stretch>
        </p:blipFill>
        <p:spPr>
          <a:xfrm>
            <a:off x="8661417" y="109943"/>
            <a:ext cx="466952" cy="466952"/>
          </a:xfrm>
          <a:prstGeom prst="rect">
            <a:avLst/>
          </a:prstGeom>
        </p:spPr>
      </p:pic>
      <p:sp>
        <p:nvSpPr>
          <p:cNvPr id="15" name="Rectángulo: esquinas redondeadas 14">
            <a:extLst>
              <a:ext uri="{FF2B5EF4-FFF2-40B4-BE49-F238E27FC236}">
                <a16:creationId xmlns:a16="http://schemas.microsoft.com/office/drawing/2014/main" id="{3ECA06CE-782A-D5AF-0C32-27D2BD9BF6BD}"/>
              </a:ext>
            </a:extLst>
          </p:cNvPr>
          <p:cNvSpPr/>
          <p:nvPr/>
        </p:nvSpPr>
        <p:spPr>
          <a:xfrm>
            <a:off x="1684512" y="1101435"/>
            <a:ext cx="5568343" cy="713509"/>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 name="CuadroTexto 2">
            <a:extLst>
              <a:ext uri="{FF2B5EF4-FFF2-40B4-BE49-F238E27FC236}">
                <a16:creationId xmlns:a16="http://schemas.microsoft.com/office/drawing/2014/main" id="{FE7C17DE-222A-5401-88D4-8D9799E37FE5}"/>
              </a:ext>
            </a:extLst>
          </p:cNvPr>
          <p:cNvSpPr txBox="1"/>
          <p:nvPr/>
        </p:nvSpPr>
        <p:spPr>
          <a:xfrm>
            <a:off x="1800416" y="1179437"/>
            <a:ext cx="5271654"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dirty="0">
                <a:solidFill>
                  <a:schemeClr val="bg1"/>
                </a:solidFill>
              </a:rPr>
              <a:t>La gestión visual es una forma de administrar el trabajo usando información visible, clara y simple en el lugar donde ocurren las actividades</a:t>
            </a:r>
          </a:p>
        </p:txBody>
      </p:sp>
      <p:sp>
        <p:nvSpPr>
          <p:cNvPr id="10" name="CuadroTexto 9">
            <a:extLst>
              <a:ext uri="{FF2B5EF4-FFF2-40B4-BE49-F238E27FC236}">
                <a16:creationId xmlns:a16="http://schemas.microsoft.com/office/drawing/2014/main" id="{F726A579-462E-4C6A-D2EB-A4BAF30956B6}"/>
              </a:ext>
            </a:extLst>
          </p:cNvPr>
          <p:cNvSpPr txBox="1"/>
          <p:nvPr/>
        </p:nvSpPr>
        <p:spPr>
          <a:xfrm>
            <a:off x="955570" y="2015837"/>
            <a:ext cx="1898073"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Cartel de estándar</a:t>
            </a:r>
          </a:p>
        </p:txBody>
      </p:sp>
      <p:sp>
        <p:nvSpPr>
          <p:cNvPr id="11" name="Rectángulo: esquinas redondeadas 10">
            <a:extLst>
              <a:ext uri="{FF2B5EF4-FFF2-40B4-BE49-F238E27FC236}">
                <a16:creationId xmlns:a16="http://schemas.microsoft.com/office/drawing/2014/main" id="{BF307548-6893-9D20-9F2A-6A348C376254}"/>
              </a:ext>
            </a:extLst>
          </p:cNvPr>
          <p:cNvSpPr/>
          <p:nvPr/>
        </p:nvSpPr>
        <p:spPr>
          <a:xfrm>
            <a:off x="3747261" y="2098714"/>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2" name="Rectángulo: esquinas redondeadas 11">
            <a:extLst>
              <a:ext uri="{FF2B5EF4-FFF2-40B4-BE49-F238E27FC236}">
                <a16:creationId xmlns:a16="http://schemas.microsoft.com/office/drawing/2014/main" id="{62CD0C51-7E55-3926-AD75-232BD3ED8F37}"/>
              </a:ext>
            </a:extLst>
          </p:cNvPr>
          <p:cNvSpPr/>
          <p:nvPr/>
        </p:nvSpPr>
        <p:spPr>
          <a:xfrm>
            <a:off x="6325749" y="2167733"/>
            <a:ext cx="1443960" cy="2071758"/>
          </a:xfrm>
          <a:prstGeom prst="roundRect">
            <a:avLst>
              <a:gd name="adj" fmla="val 10705"/>
            </a:avLst>
          </a:prstGeom>
          <a:solidFill>
            <a:schemeClr val="bg1"/>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3" name="Elipse 12">
            <a:extLst>
              <a:ext uri="{FF2B5EF4-FFF2-40B4-BE49-F238E27FC236}">
                <a16:creationId xmlns:a16="http://schemas.microsoft.com/office/drawing/2014/main" id="{7E412B5B-ED0F-528F-B71F-B71A2828CEE8}"/>
              </a:ext>
            </a:extLst>
          </p:cNvPr>
          <p:cNvSpPr/>
          <p:nvPr/>
        </p:nvSpPr>
        <p:spPr>
          <a:xfrm>
            <a:off x="1279365" y="2618596"/>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1</a:t>
            </a:r>
          </a:p>
        </p:txBody>
      </p:sp>
      <p:sp>
        <p:nvSpPr>
          <p:cNvPr id="14" name="Elipse 13">
            <a:extLst>
              <a:ext uri="{FF2B5EF4-FFF2-40B4-BE49-F238E27FC236}">
                <a16:creationId xmlns:a16="http://schemas.microsoft.com/office/drawing/2014/main" id="{FC46F794-61E7-0D02-15E3-8F78333A856A}"/>
              </a:ext>
            </a:extLst>
          </p:cNvPr>
          <p:cNvSpPr/>
          <p:nvPr/>
        </p:nvSpPr>
        <p:spPr>
          <a:xfrm>
            <a:off x="2377030" y="3191610"/>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2</a:t>
            </a:r>
          </a:p>
        </p:txBody>
      </p:sp>
      <p:sp>
        <p:nvSpPr>
          <p:cNvPr id="16" name="Elipse 15">
            <a:extLst>
              <a:ext uri="{FF2B5EF4-FFF2-40B4-BE49-F238E27FC236}">
                <a16:creationId xmlns:a16="http://schemas.microsoft.com/office/drawing/2014/main" id="{CB888840-0C68-5B75-8235-427468059408}"/>
              </a:ext>
            </a:extLst>
          </p:cNvPr>
          <p:cNvSpPr/>
          <p:nvPr/>
        </p:nvSpPr>
        <p:spPr>
          <a:xfrm>
            <a:off x="1264400" y="3792320"/>
            <a:ext cx="184712" cy="181153"/>
          </a:xfrm>
          <a:prstGeom prst="ellipse">
            <a:avLst/>
          </a:prstGeom>
          <a:solidFill>
            <a:schemeClr val="accent5"/>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700" dirty="0">
                <a:solidFill>
                  <a:srgbClr val="FFFFFF"/>
                </a:solidFill>
              </a:rPr>
              <a:t>3</a:t>
            </a:r>
          </a:p>
        </p:txBody>
      </p:sp>
      <p:sp>
        <p:nvSpPr>
          <p:cNvPr id="17" name="CuadroTexto 16">
            <a:extLst>
              <a:ext uri="{FF2B5EF4-FFF2-40B4-BE49-F238E27FC236}">
                <a16:creationId xmlns:a16="http://schemas.microsoft.com/office/drawing/2014/main" id="{80807D9C-32A8-B01D-EC82-14DB902AA3C9}"/>
              </a:ext>
            </a:extLst>
          </p:cNvPr>
          <p:cNvSpPr txBox="1"/>
          <p:nvPr/>
        </p:nvSpPr>
        <p:spPr>
          <a:xfrm>
            <a:off x="3567152" y="2015837"/>
            <a:ext cx="1795707"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Cartel de control</a:t>
            </a:r>
          </a:p>
        </p:txBody>
      </p:sp>
      <p:sp>
        <p:nvSpPr>
          <p:cNvPr id="18" name="CuadroTexto 17">
            <a:extLst>
              <a:ext uri="{FF2B5EF4-FFF2-40B4-BE49-F238E27FC236}">
                <a16:creationId xmlns:a16="http://schemas.microsoft.com/office/drawing/2014/main" id="{00ED28DA-C1C2-6E81-2CC6-D45280BC7CA2}"/>
              </a:ext>
            </a:extLst>
          </p:cNvPr>
          <p:cNvSpPr txBox="1"/>
          <p:nvPr/>
        </p:nvSpPr>
        <p:spPr>
          <a:xfrm>
            <a:off x="6149875" y="2078606"/>
            <a:ext cx="1795707"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00" b="1" dirty="0">
                <a:solidFill>
                  <a:schemeClr val="accent5"/>
                </a:solidFill>
              </a:rPr>
              <a:t>Cartel de alerta</a:t>
            </a:r>
          </a:p>
        </p:txBody>
      </p:sp>
      <p:pic>
        <p:nvPicPr>
          <p:cNvPr id="20" name="Gráfico 19" descr="Riesgo biológico con relleno sólido">
            <a:extLst>
              <a:ext uri="{FF2B5EF4-FFF2-40B4-BE49-F238E27FC236}">
                <a16:creationId xmlns:a16="http://schemas.microsoft.com/office/drawing/2014/main" id="{32137CA4-4273-FCD3-B732-852412B6F7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8405" y="2552911"/>
            <a:ext cx="960199" cy="960199"/>
          </a:xfrm>
          <a:prstGeom prst="rect">
            <a:avLst/>
          </a:prstGeom>
        </p:spPr>
      </p:pic>
      <p:sp>
        <p:nvSpPr>
          <p:cNvPr id="22" name="Rectángulo: esquinas redondeadas 21">
            <a:extLst>
              <a:ext uri="{FF2B5EF4-FFF2-40B4-BE49-F238E27FC236}">
                <a16:creationId xmlns:a16="http://schemas.microsoft.com/office/drawing/2014/main" id="{EA8D25CB-D955-D823-4CF8-214DC985D7C7}"/>
              </a:ext>
            </a:extLst>
          </p:cNvPr>
          <p:cNvSpPr/>
          <p:nvPr/>
        </p:nvSpPr>
        <p:spPr>
          <a:xfrm>
            <a:off x="6550120" y="3608529"/>
            <a:ext cx="1043900" cy="389093"/>
          </a:xfrm>
          <a:prstGeom prst="roundRect">
            <a:avLst>
              <a:gd name="adj" fmla="val 10705"/>
            </a:avLst>
          </a:prstGeom>
          <a:solidFill>
            <a:srgbClr val="FFC000"/>
          </a:solidFill>
          <a:ln w="9525" cap="rnd" cmpd="sng" algn="ctr">
            <a:solidFill>
              <a:srgbClr val="FFC000"/>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050" b="1" dirty="0">
                <a:solidFill>
                  <a:schemeClr val="tx1"/>
                </a:solidFill>
              </a:rPr>
              <a:t>¡</a:t>
            </a:r>
            <a:r>
              <a:rPr lang="es-MX" sz="700" b="1" dirty="0">
                <a:solidFill>
                  <a:schemeClr val="tx1"/>
                </a:solidFill>
              </a:rPr>
              <a:t>ATENCION!</a:t>
            </a:r>
          </a:p>
          <a:p>
            <a:pPr algn="ctr"/>
            <a:r>
              <a:rPr lang="es-MX" sz="700" b="1" dirty="0">
                <a:solidFill>
                  <a:schemeClr val="tx1"/>
                </a:solidFill>
              </a:rPr>
              <a:t>RIESGO BIOLÓGICO</a:t>
            </a:r>
            <a:endParaRPr lang="es-MX" sz="700" b="1" noProof="0" dirty="0">
              <a:solidFill>
                <a:schemeClr val="tx1"/>
              </a:solidFill>
            </a:endParaRPr>
          </a:p>
        </p:txBody>
      </p:sp>
      <p:pic>
        <p:nvPicPr>
          <p:cNvPr id="24" name="Gráfico 23" descr="Riesgo biológico contorno">
            <a:extLst>
              <a:ext uri="{FF2B5EF4-FFF2-40B4-BE49-F238E27FC236}">
                <a16:creationId xmlns:a16="http://schemas.microsoft.com/office/drawing/2014/main" id="{6F40A6A1-594A-17ED-3D8D-7522217CE8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80523" y="2550221"/>
            <a:ext cx="960198" cy="960198"/>
          </a:xfrm>
          <a:prstGeom prst="rect">
            <a:avLst/>
          </a:prstGeom>
        </p:spPr>
      </p:pic>
      <p:sp>
        <p:nvSpPr>
          <p:cNvPr id="29" name="Rectángulo 28">
            <a:extLst>
              <a:ext uri="{FF2B5EF4-FFF2-40B4-BE49-F238E27FC236}">
                <a16:creationId xmlns:a16="http://schemas.microsoft.com/office/drawing/2014/main" id="{57D85E26-9EA7-791C-E789-4F9934CC7A1F}"/>
              </a:ext>
            </a:extLst>
          </p:cNvPr>
          <p:cNvSpPr/>
          <p:nvPr/>
        </p:nvSpPr>
        <p:spPr>
          <a:xfrm>
            <a:off x="4645590" y="3027373"/>
            <a:ext cx="364460" cy="306807"/>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dirty="0">
                <a:solidFill>
                  <a:srgbClr val="FFFFFF"/>
                </a:solidFill>
              </a:rPr>
              <a:t>95</a:t>
            </a:r>
          </a:p>
        </p:txBody>
      </p:sp>
      <p:pic>
        <p:nvPicPr>
          <p:cNvPr id="31" name="Gráfico 30" descr="Gráfico circular con relleno sólido">
            <a:extLst>
              <a:ext uri="{FF2B5EF4-FFF2-40B4-BE49-F238E27FC236}">
                <a16:creationId xmlns:a16="http://schemas.microsoft.com/office/drawing/2014/main" id="{C59EA8D7-1B37-564C-D555-FA19D2C87B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71995" y="2498784"/>
            <a:ext cx="528589" cy="528589"/>
          </a:xfrm>
          <a:prstGeom prst="rect">
            <a:avLst/>
          </a:prstGeom>
        </p:spPr>
      </p:pic>
      <p:pic>
        <p:nvPicPr>
          <p:cNvPr id="33" name="Gráfico 32" descr="Señal con relleno sólido">
            <a:extLst>
              <a:ext uri="{FF2B5EF4-FFF2-40B4-BE49-F238E27FC236}">
                <a16:creationId xmlns:a16="http://schemas.microsoft.com/office/drawing/2014/main" id="{BCF5BBFB-4349-FDC7-BEB5-A620B16B0FC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36569" y="2550221"/>
            <a:ext cx="860716" cy="860716"/>
          </a:xfrm>
          <a:prstGeom prst="rect">
            <a:avLst/>
          </a:prstGeom>
        </p:spPr>
      </p:pic>
      <p:sp>
        <p:nvSpPr>
          <p:cNvPr id="34" name="Rectángulo 33">
            <a:extLst>
              <a:ext uri="{FF2B5EF4-FFF2-40B4-BE49-F238E27FC236}">
                <a16:creationId xmlns:a16="http://schemas.microsoft.com/office/drawing/2014/main" id="{5EE707D2-59C4-3D82-9337-642895595478}"/>
              </a:ext>
            </a:extLst>
          </p:cNvPr>
          <p:cNvSpPr/>
          <p:nvPr/>
        </p:nvSpPr>
        <p:spPr>
          <a:xfrm>
            <a:off x="3910747" y="3587291"/>
            <a:ext cx="1109995" cy="350868"/>
          </a:xfrm>
          <a:prstGeom prst="rect">
            <a:avLst/>
          </a:prstGeom>
          <a:solidFill>
            <a:schemeClr val="accent1"/>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dirty="0" err="1">
              <a:solidFill>
                <a:srgbClr val="FFFFFF"/>
              </a:solidFill>
            </a:endParaRPr>
          </a:p>
        </p:txBody>
      </p:sp>
      <p:cxnSp>
        <p:nvCxnSpPr>
          <p:cNvPr id="36" name="Conector recto 35">
            <a:extLst>
              <a:ext uri="{FF2B5EF4-FFF2-40B4-BE49-F238E27FC236}">
                <a16:creationId xmlns:a16="http://schemas.microsoft.com/office/drawing/2014/main" id="{2153A87C-7D06-06BC-6A54-815CADD13420}"/>
              </a:ext>
            </a:extLst>
          </p:cNvPr>
          <p:cNvCxnSpPr>
            <a:cxnSpLocks/>
          </p:cNvCxnSpPr>
          <p:nvPr/>
        </p:nvCxnSpPr>
        <p:spPr>
          <a:xfrm>
            <a:off x="4166927" y="3601142"/>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2B1BF225-F9B2-DFE2-3A50-CEEBBD6398A1}"/>
              </a:ext>
            </a:extLst>
          </p:cNvPr>
          <p:cNvCxnSpPr>
            <a:cxnSpLocks/>
          </p:cNvCxnSpPr>
          <p:nvPr/>
        </p:nvCxnSpPr>
        <p:spPr>
          <a:xfrm>
            <a:off x="4465005" y="3599414"/>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2EC97807-2067-8F13-6423-630FEAA34E21}"/>
              </a:ext>
            </a:extLst>
          </p:cNvPr>
          <p:cNvCxnSpPr>
            <a:cxnSpLocks/>
          </p:cNvCxnSpPr>
          <p:nvPr/>
        </p:nvCxnSpPr>
        <p:spPr>
          <a:xfrm>
            <a:off x="4749023" y="3599414"/>
            <a:ext cx="0" cy="326622"/>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8441A4DD-7EBB-D8EE-B6E3-8E5FE45A80B5}"/>
              </a:ext>
            </a:extLst>
          </p:cNvPr>
          <p:cNvCxnSpPr>
            <a:cxnSpLocks/>
          </p:cNvCxnSpPr>
          <p:nvPr/>
        </p:nvCxnSpPr>
        <p:spPr>
          <a:xfrm>
            <a:off x="3910747" y="3698645"/>
            <a:ext cx="1109995"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C5AD98BF-7F1B-BA95-9EE4-742ACF080915}"/>
              </a:ext>
            </a:extLst>
          </p:cNvPr>
          <p:cNvCxnSpPr>
            <a:cxnSpLocks/>
          </p:cNvCxnSpPr>
          <p:nvPr/>
        </p:nvCxnSpPr>
        <p:spPr>
          <a:xfrm>
            <a:off x="3910747" y="3823856"/>
            <a:ext cx="1109995" cy="0"/>
          </a:xfrm>
          <a:prstGeom prst="line">
            <a:avLst/>
          </a:prstGeom>
          <a:ln w="9525" cap="rnd"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46" name="Imagen 45">
            <a:extLst>
              <a:ext uri="{FF2B5EF4-FFF2-40B4-BE49-F238E27FC236}">
                <a16:creationId xmlns:a16="http://schemas.microsoft.com/office/drawing/2014/main" id="{3D99A026-CBB1-1E3B-EF2B-7FE9218E586D}"/>
              </a:ext>
            </a:extLst>
          </p:cNvPr>
          <p:cNvPicPr>
            <a:picLocks noChangeAspect="1"/>
          </p:cNvPicPr>
          <p:nvPr/>
        </p:nvPicPr>
        <p:blipFill>
          <a:blip r:embed="rId7"/>
          <a:stretch>
            <a:fillRect/>
          </a:stretch>
        </p:blipFill>
        <p:spPr>
          <a:xfrm>
            <a:off x="1954988" y="2419699"/>
            <a:ext cx="785127" cy="523418"/>
          </a:xfrm>
          <a:prstGeom prst="rect">
            <a:avLst/>
          </a:prstGeom>
        </p:spPr>
      </p:pic>
      <p:pic>
        <p:nvPicPr>
          <p:cNvPr id="48" name="Imagen 47" descr="Imagen que contiene oscuro, computadora&#10;&#10;El contenido generado por IA puede ser incorrecto.">
            <a:extLst>
              <a:ext uri="{FF2B5EF4-FFF2-40B4-BE49-F238E27FC236}">
                <a16:creationId xmlns:a16="http://schemas.microsoft.com/office/drawing/2014/main" id="{86018AEC-C552-38CA-498F-5894F52BC892}"/>
              </a:ext>
            </a:extLst>
          </p:cNvPr>
          <p:cNvPicPr>
            <a:picLocks noChangeAspect="1"/>
          </p:cNvPicPr>
          <p:nvPr/>
        </p:nvPicPr>
        <p:blipFill>
          <a:blip r:embed="rId8"/>
          <a:stretch>
            <a:fillRect/>
          </a:stretch>
        </p:blipFill>
        <p:spPr>
          <a:xfrm>
            <a:off x="1005196" y="3080844"/>
            <a:ext cx="744161" cy="496107"/>
          </a:xfrm>
          <a:prstGeom prst="rect">
            <a:avLst/>
          </a:prstGeom>
        </p:spPr>
      </p:pic>
      <p:pic>
        <p:nvPicPr>
          <p:cNvPr id="50" name="Imagen 49" descr="Logotipo&#10;&#10;El contenido generado por IA puede ser incorrecto.">
            <a:extLst>
              <a:ext uri="{FF2B5EF4-FFF2-40B4-BE49-F238E27FC236}">
                <a16:creationId xmlns:a16="http://schemas.microsoft.com/office/drawing/2014/main" id="{EEE8F4DC-611C-A0E2-5F51-31E7BBF4441B}"/>
              </a:ext>
            </a:extLst>
          </p:cNvPr>
          <p:cNvPicPr>
            <a:picLocks noChangeAspect="1"/>
          </p:cNvPicPr>
          <p:nvPr/>
        </p:nvPicPr>
        <p:blipFill>
          <a:blip r:embed="rId9"/>
          <a:stretch>
            <a:fillRect/>
          </a:stretch>
        </p:blipFill>
        <p:spPr>
          <a:xfrm>
            <a:off x="1943629" y="3702268"/>
            <a:ext cx="623906" cy="415937"/>
          </a:xfrm>
          <a:prstGeom prst="rect">
            <a:avLst/>
          </a:prstGeom>
        </p:spPr>
      </p:pic>
      <p:sp>
        <p:nvSpPr>
          <p:cNvPr id="54" name="Rectángulo: esquinas redondeadas 53">
            <a:extLst>
              <a:ext uri="{FF2B5EF4-FFF2-40B4-BE49-F238E27FC236}">
                <a16:creationId xmlns:a16="http://schemas.microsoft.com/office/drawing/2014/main" id="{C40CF7B0-F6E9-267F-9284-CFE6C2A77AA6}"/>
              </a:ext>
            </a:extLst>
          </p:cNvPr>
          <p:cNvSpPr/>
          <p:nvPr/>
        </p:nvSpPr>
        <p:spPr>
          <a:xfrm>
            <a:off x="1530885" y="2611805"/>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1" name="CuadroTexto 50">
            <a:extLst>
              <a:ext uri="{FF2B5EF4-FFF2-40B4-BE49-F238E27FC236}">
                <a16:creationId xmlns:a16="http://schemas.microsoft.com/office/drawing/2014/main" id="{C44E2D27-0974-3C96-75AD-7185F3692CD2}"/>
              </a:ext>
            </a:extLst>
          </p:cNvPr>
          <p:cNvSpPr txBox="1"/>
          <p:nvPr/>
        </p:nvSpPr>
        <p:spPr>
          <a:xfrm>
            <a:off x="1448751" y="2512781"/>
            <a:ext cx="744161" cy="448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Recoger el paquete</a:t>
            </a:r>
          </a:p>
        </p:txBody>
      </p:sp>
      <p:sp>
        <p:nvSpPr>
          <p:cNvPr id="56" name="Rectángulo: esquinas redondeadas 55">
            <a:extLst>
              <a:ext uri="{FF2B5EF4-FFF2-40B4-BE49-F238E27FC236}">
                <a16:creationId xmlns:a16="http://schemas.microsoft.com/office/drawing/2014/main" id="{67F3D0EE-A2A0-0741-9F44-FD683EB75AFA}"/>
              </a:ext>
            </a:extLst>
          </p:cNvPr>
          <p:cNvSpPr/>
          <p:nvPr/>
        </p:nvSpPr>
        <p:spPr>
          <a:xfrm>
            <a:off x="1530885" y="3768876"/>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53" name="CuadroTexto 52">
            <a:extLst>
              <a:ext uri="{FF2B5EF4-FFF2-40B4-BE49-F238E27FC236}">
                <a16:creationId xmlns:a16="http://schemas.microsoft.com/office/drawing/2014/main" id="{10E24D2E-C702-1870-ED8D-EC67820B2CFA}"/>
              </a:ext>
            </a:extLst>
          </p:cNvPr>
          <p:cNvSpPr txBox="1"/>
          <p:nvPr/>
        </p:nvSpPr>
        <p:spPr>
          <a:xfrm>
            <a:off x="1451921" y="3655235"/>
            <a:ext cx="744161"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Escanear cogido</a:t>
            </a:r>
          </a:p>
        </p:txBody>
      </p:sp>
      <p:sp>
        <p:nvSpPr>
          <p:cNvPr id="57" name="Rectángulo: esquinas redondeadas 56">
            <a:extLst>
              <a:ext uri="{FF2B5EF4-FFF2-40B4-BE49-F238E27FC236}">
                <a16:creationId xmlns:a16="http://schemas.microsoft.com/office/drawing/2014/main" id="{1FD57BF9-475B-3691-593D-C69D7A84B7D7}"/>
              </a:ext>
            </a:extLst>
          </p:cNvPr>
          <p:cNvSpPr/>
          <p:nvPr/>
        </p:nvSpPr>
        <p:spPr>
          <a:xfrm>
            <a:off x="1755757" y="3170973"/>
            <a:ext cx="587858" cy="265163"/>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dirty="0">
              <a:solidFill>
                <a:srgbClr val="FFFFFF"/>
              </a:solidFill>
            </a:endParaRPr>
          </a:p>
        </p:txBody>
      </p:sp>
      <p:sp>
        <p:nvSpPr>
          <p:cNvPr id="52" name="CuadroTexto 51">
            <a:extLst>
              <a:ext uri="{FF2B5EF4-FFF2-40B4-BE49-F238E27FC236}">
                <a16:creationId xmlns:a16="http://schemas.microsoft.com/office/drawing/2014/main" id="{C5FCD1DD-FA58-1EE5-167A-1CF2DB33B043}"/>
              </a:ext>
            </a:extLst>
          </p:cNvPr>
          <p:cNvSpPr txBox="1"/>
          <p:nvPr/>
        </p:nvSpPr>
        <p:spPr>
          <a:xfrm>
            <a:off x="1716890" y="3068442"/>
            <a:ext cx="658870" cy="49244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600" b="1" dirty="0">
                <a:solidFill>
                  <a:schemeClr val="bg1"/>
                </a:solidFill>
              </a:rPr>
              <a:t>Colocar en el estante</a:t>
            </a:r>
          </a:p>
        </p:txBody>
      </p:sp>
      <p:sp>
        <p:nvSpPr>
          <p:cNvPr id="58" name="Rectángulo: esquinas redondeadas 57">
            <a:extLst>
              <a:ext uri="{FF2B5EF4-FFF2-40B4-BE49-F238E27FC236}">
                <a16:creationId xmlns:a16="http://schemas.microsoft.com/office/drawing/2014/main" id="{D94077F4-4A23-810E-84B3-723B19050B56}"/>
              </a:ext>
            </a:extLst>
          </p:cNvPr>
          <p:cNvSpPr/>
          <p:nvPr/>
        </p:nvSpPr>
        <p:spPr>
          <a:xfrm>
            <a:off x="1434897" y="4599533"/>
            <a:ext cx="1282864" cy="330090"/>
          </a:xfrm>
          <a:prstGeom prst="roundRect">
            <a:avLst>
              <a:gd name="adj" fmla="val 4761"/>
            </a:avLst>
          </a:prstGeom>
          <a:solidFill>
            <a:schemeClr val="accent5"/>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1600" noProof="0" dirty="0">
              <a:solidFill>
                <a:srgbClr val="FFFFFF"/>
              </a:solidFill>
            </a:endParaRPr>
          </a:p>
        </p:txBody>
      </p:sp>
      <p:pic>
        <p:nvPicPr>
          <p:cNvPr id="59" name="Gráfico 58" descr="Marca de verificación con relleno sólido">
            <a:extLst>
              <a:ext uri="{FF2B5EF4-FFF2-40B4-BE49-F238E27FC236}">
                <a16:creationId xmlns:a16="http://schemas.microsoft.com/office/drawing/2014/main" id="{07CEE7B8-DC9E-F730-ABFC-0A024E9256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499935" y="4664662"/>
            <a:ext cx="197064" cy="197064"/>
          </a:xfrm>
          <a:prstGeom prst="rect">
            <a:avLst/>
          </a:prstGeom>
        </p:spPr>
      </p:pic>
      <p:sp>
        <p:nvSpPr>
          <p:cNvPr id="68" name="CuadroTexto 67">
            <a:extLst>
              <a:ext uri="{FF2B5EF4-FFF2-40B4-BE49-F238E27FC236}">
                <a16:creationId xmlns:a16="http://schemas.microsoft.com/office/drawing/2014/main" id="{D07CDF45-E9C2-3877-1492-0AD9C07F747A}"/>
              </a:ext>
            </a:extLst>
          </p:cNvPr>
          <p:cNvSpPr txBox="1"/>
          <p:nvPr/>
        </p:nvSpPr>
        <p:spPr>
          <a:xfrm>
            <a:off x="1675280" y="4617916"/>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Recuerda la contramedida</a:t>
            </a:r>
          </a:p>
        </p:txBody>
      </p:sp>
      <p:pic>
        <p:nvPicPr>
          <p:cNvPr id="70" name="Gráfico 69" descr="Marca de verificación con relleno sólido">
            <a:extLst>
              <a:ext uri="{FF2B5EF4-FFF2-40B4-BE49-F238E27FC236}">
                <a16:creationId xmlns:a16="http://schemas.microsoft.com/office/drawing/2014/main" id="{73EDEC60-7E28-C3B4-3E92-8E4AB5969FF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03931" y="4650952"/>
            <a:ext cx="197064" cy="197064"/>
          </a:xfrm>
          <a:prstGeom prst="rect">
            <a:avLst/>
          </a:prstGeom>
        </p:spPr>
      </p:pic>
      <p:sp>
        <p:nvSpPr>
          <p:cNvPr id="71" name="CuadroTexto 70">
            <a:extLst>
              <a:ext uri="{FF2B5EF4-FFF2-40B4-BE49-F238E27FC236}">
                <a16:creationId xmlns:a16="http://schemas.microsoft.com/office/drawing/2014/main" id="{0AC5A547-620C-C76E-66D8-CB1F4CFAA913}"/>
              </a:ext>
            </a:extLst>
          </p:cNvPr>
          <p:cNvSpPr txBox="1"/>
          <p:nvPr/>
        </p:nvSpPr>
        <p:spPr>
          <a:xfrm>
            <a:off x="3178883" y="4621431"/>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Previene errores</a:t>
            </a:r>
          </a:p>
        </p:txBody>
      </p:sp>
      <p:pic>
        <p:nvPicPr>
          <p:cNvPr id="73" name="Gráfico 72" descr="Marca de verificación con relleno sólido">
            <a:extLst>
              <a:ext uri="{FF2B5EF4-FFF2-40B4-BE49-F238E27FC236}">
                <a16:creationId xmlns:a16="http://schemas.microsoft.com/office/drawing/2014/main" id="{AB722955-1B85-ED16-DA93-A82383C5678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76977" y="4643764"/>
            <a:ext cx="197064" cy="197064"/>
          </a:xfrm>
          <a:prstGeom prst="rect">
            <a:avLst/>
          </a:prstGeom>
        </p:spPr>
      </p:pic>
      <p:sp>
        <p:nvSpPr>
          <p:cNvPr id="74" name="CuadroTexto 73">
            <a:extLst>
              <a:ext uri="{FF2B5EF4-FFF2-40B4-BE49-F238E27FC236}">
                <a16:creationId xmlns:a16="http://schemas.microsoft.com/office/drawing/2014/main" id="{F3061B13-A324-3962-2461-DCABA1855EC8}"/>
              </a:ext>
            </a:extLst>
          </p:cNvPr>
          <p:cNvSpPr txBox="1"/>
          <p:nvPr/>
        </p:nvSpPr>
        <p:spPr>
          <a:xfrm>
            <a:off x="4630604" y="4633907"/>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Estandariza el proceso</a:t>
            </a:r>
          </a:p>
        </p:txBody>
      </p:sp>
      <p:pic>
        <p:nvPicPr>
          <p:cNvPr id="76" name="Gráfico 75" descr="Marca de verificación con relleno sólido">
            <a:extLst>
              <a:ext uri="{FF2B5EF4-FFF2-40B4-BE49-F238E27FC236}">
                <a16:creationId xmlns:a16="http://schemas.microsoft.com/office/drawing/2014/main" id="{538BEA28-1895-F69A-0BF6-F39429FB287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43096" y="4650952"/>
            <a:ext cx="197064" cy="197064"/>
          </a:xfrm>
          <a:prstGeom prst="rect">
            <a:avLst/>
          </a:prstGeom>
        </p:spPr>
      </p:pic>
      <p:sp>
        <p:nvSpPr>
          <p:cNvPr id="77" name="CuadroTexto 76">
            <a:extLst>
              <a:ext uri="{FF2B5EF4-FFF2-40B4-BE49-F238E27FC236}">
                <a16:creationId xmlns:a16="http://schemas.microsoft.com/office/drawing/2014/main" id="{10792DC8-41A6-6746-7D46-E5292C03212A}"/>
              </a:ext>
            </a:extLst>
          </p:cNvPr>
          <p:cNvSpPr txBox="1"/>
          <p:nvPr/>
        </p:nvSpPr>
        <p:spPr>
          <a:xfrm>
            <a:off x="6096723" y="4620314"/>
            <a:ext cx="877230" cy="26938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900" dirty="0">
                <a:solidFill>
                  <a:schemeClr val="bg1"/>
                </a:solidFill>
              </a:rPr>
              <a:t>Evita reincidencias</a:t>
            </a:r>
          </a:p>
        </p:txBody>
      </p:sp>
    </p:spTree>
    <p:extLst>
      <p:ext uri="{BB962C8B-B14F-4D97-AF65-F5344CB8AC3E}">
        <p14:creationId xmlns:p14="http://schemas.microsoft.com/office/powerpoint/2010/main" val="3232453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20386-D9F0-F09E-F559-914931CC3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5D69B-F767-CC57-B3DD-31F8C7BFBDF0}"/>
              </a:ext>
            </a:extLst>
          </p:cNvPr>
          <p:cNvSpPr>
            <a:spLocks noGrp="1"/>
          </p:cNvSpPr>
          <p:nvPr>
            <p:ph type="title"/>
          </p:nvPr>
        </p:nvSpPr>
        <p:spPr>
          <a:xfrm>
            <a:off x="327906" y="256203"/>
            <a:ext cx="8482014" cy="492443"/>
          </a:xfrm>
        </p:spPr>
        <p:txBody>
          <a:bodyPr/>
          <a:lstStyle/>
          <a:p>
            <a:pPr algn="ctr"/>
            <a:r>
              <a:rPr lang="es-MX" noProof="0"/>
              <a:t>Sistema de reconocimiento</a:t>
            </a:r>
            <a:br>
              <a:rPr lang="es-MX" noProof="0"/>
            </a:br>
            <a:r>
              <a:rPr lang="es-MX" sz="1200" noProof="0">
                <a:solidFill>
                  <a:schemeClr val="accent6"/>
                </a:solidFill>
              </a:rPr>
              <a:t>Celebrando a quienes hacen que todo funcione</a:t>
            </a:r>
            <a:endParaRPr lang="es-MX" noProof="0">
              <a:solidFill>
                <a:schemeClr val="accent6"/>
              </a:solidFill>
            </a:endParaRPr>
          </a:p>
        </p:txBody>
      </p:sp>
      <p:pic>
        <p:nvPicPr>
          <p:cNvPr id="5" name="Imagen 4" descr="Dibujo de una persona&#10;&#10;El contenido generado por IA puede ser incorrecto.">
            <a:extLst>
              <a:ext uri="{FF2B5EF4-FFF2-40B4-BE49-F238E27FC236}">
                <a16:creationId xmlns:a16="http://schemas.microsoft.com/office/drawing/2014/main" id="{81E24FA1-30B2-E69F-B2A3-FE522899DF2B}"/>
              </a:ext>
            </a:extLst>
          </p:cNvPr>
          <p:cNvPicPr>
            <a:picLocks noChangeAspect="1"/>
          </p:cNvPicPr>
          <p:nvPr/>
        </p:nvPicPr>
        <p:blipFill>
          <a:blip r:embed="rId2"/>
          <a:stretch>
            <a:fillRect/>
          </a:stretch>
        </p:blipFill>
        <p:spPr>
          <a:xfrm>
            <a:off x="8661417" y="109943"/>
            <a:ext cx="466952" cy="466952"/>
          </a:xfrm>
          <a:prstGeom prst="rect">
            <a:avLst/>
          </a:prstGeom>
        </p:spPr>
      </p:pic>
      <p:sp>
        <p:nvSpPr>
          <p:cNvPr id="9" name="Rectángulo: esquinas redondeadas 8">
            <a:extLst>
              <a:ext uri="{FF2B5EF4-FFF2-40B4-BE49-F238E27FC236}">
                <a16:creationId xmlns:a16="http://schemas.microsoft.com/office/drawing/2014/main" id="{05E4ADD7-8FB2-50AC-CB2A-8EA7391A3C22}"/>
              </a:ext>
            </a:extLst>
          </p:cNvPr>
          <p:cNvSpPr/>
          <p:nvPr/>
        </p:nvSpPr>
        <p:spPr>
          <a:xfrm rot="20352889">
            <a:off x="1923689" y="2479034"/>
            <a:ext cx="5290449" cy="811242"/>
          </a:xfrm>
          <a:prstGeom prst="roundRect">
            <a:avLst>
              <a:gd name="adj" fmla="val 10705"/>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1200" noProof="0">
                <a:solidFill>
                  <a:srgbClr val="FFFFFF"/>
                </a:solidFill>
              </a:rPr>
              <a:t>TEMA PENDIENTE</a:t>
            </a:r>
          </a:p>
        </p:txBody>
      </p:sp>
    </p:spTree>
    <p:extLst>
      <p:ext uri="{BB962C8B-B14F-4D97-AF65-F5344CB8AC3E}">
        <p14:creationId xmlns:p14="http://schemas.microsoft.com/office/powerpoint/2010/main" val="434600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E94E-0553-3652-F371-0F2DF8FB7035}"/>
            </a:ext>
          </a:extLst>
        </p:cNvPr>
        <p:cNvGrpSpPr/>
        <p:nvPr/>
      </p:nvGrpSpPr>
      <p:grpSpPr>
        <a:xfrm>
          <a:off x="0" y="0"/>
          <a:ext cx="0" cy="0"/>
          <a:chOff x="0" y="0"/>
          <a:chExt cx="0" cy="0"/>
        </a:xfrm>
      </p:grpSpPr>
      <p:sp>
        <p:nvSpPr>
          <p:cNvPr id="33" name="Rectángulo: esquinas redondeadas 32">
            <a:extLst>
              <a:ext uri="{FF2B5EF4-FFF2-40B4-BE49-F238E27FC236}">
                <a16:creationId xmlns:a16="http://schemas.microsoft.com/office/drawing/2014/main" id="{8DBC9EB1-B5E5-831F-DDF5-55847DCED908}"/>
              </a:ext>
            </a:extLst>
          </p:cNvPr>
          <p:cNvSpPr/>
          <p:nvPr/>
        </p:nvSpPr>
        <p:spPr>
          <a:xfrm>
            <a:off x="633011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2" name="Rectángulo: esquinas redondeadas 31">
            <a:extLst>
              <a:ext uri="{FF2B5EF4-FFF2-40B4-BE49-F238E27FC236}">
                <a16:creationId xmlns:a16="http://schemas.microsoft.com/office/drawing/2014/main" id="{20F010C9-5BCD-6C73-E23D-1C464216EA4D}"/>
              </a:ext>
            </a:extLst>
          </p:cNvPr>
          <p:cNvSpPr/>
          <p:nvPr/>
        </p:nvSpPr>
        <p:spPr>
          <a:xfrm>
            <a:off x="3623397"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31" name="Rectángulo: esquinas redondeadas 30">
            <a:extLst>
              <a:ext uri="{FF2B5EF4-FFF2-40B4-BE49-F238E27FC236}">
                <a16:creationId xmlns:a16="http://schemas.microsoft.com/office/drawing/2014/main" id="{3B38DD81-B4F8-B2AF-B2E7-87DFD42713C2}"/>
              </a:ext>
            </a:extLst>
          </p:cNvPr>
          <p:cNvSpPr/>
          <p:nvPr/>
        </p:nvSpPr>
        <p:spPr>
          <a:xfrm>
            <a:off x="2442949" y="3872239"/>
            <a:ext cx="4383961" cy="798823"/>
          </a:xfrm>
          <a:prstGeom prst="roundRect">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8" name="Rectángulo: esquinas redondeadas 27">
            <a:extLst>
              <a:ext uri="{FF2B5EF4-FFF2-40B4-BE49-F238E27FC236}">
                <a16:creationId xmlns:a16="http://schemas.microsoft.com/office/drawing/2014/main" id="{31427EF9-347C-0833-E95E-32C470DEE614}"/>
              </a:ext>
            </a:extLst>
          </p:cNvPr>
          <p:cNvSpPr/>
          <p:nvPr/>
        </p:nvSpPr>
        <p:spPr>
          <a:xfrm>
            <a:off x="891462" y="1591464"/>
            <a:ext cx="1879473" cy="1834121"/>
          </a:xfrm>
          <a:prstGeom prst="roundRect">
            <a:avLst>
              <a:gd name="adj" fmla="val 4761"/>
            </a:avLst>
          </a:prstGeom>
          <a:solidFill>
            <a:schemeClr val="accent5"/>
          </a:solidFill>
          <a:ln w="9525" cap="rnd" cmpd="sng" algn="ctr">
            <a:solidFill>
              <a:schemeClr val="accent5"/>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2" name="Title 1">
            <a:extLst>
              <a:ext uri="{FF2B5EF4-FFF2-40B4-BE49-F238E27FC236}">
                <a16:creationId xmlns:a16="http://schemas.microsoft.com/office/drawing/2014/main" id="{2839EB42-CEDF-5B19-037F-EA572F111E98}"/>
              </a:ext>
            </a:extLst>
          </p:cNvPr>
          <p:cNvSpPr>
            <a:spLocks noGrp="1"/>
          </p:cNvSpPr>
          <p:nvPr>
            <p:ph type="title"/>
          </p:nvPr>
        </p:nvSpPr>
        <p:spPr>
          <a:xfrm>
            <a:off x="330993" y="313420"/>
            <a:ext cx="8482014" cy="307777"/>
          </a:xfrm>
        </p:spPr>
        <p:txBody>
          <a:bodyPr/>
          <a:lstStyle/>
          <a:p>
            <a:pPr algn="ctr"/>
            <a:r>
              <a:rPr lang="es-MX" noProof="0" dirty="0"/>
              <a:t>Actividad 11</a:t>
            </a:r>
          </a:p>
        </p:txBody>
      </p:sp>
      <p:sp>
        <p:nvSpPr>
          <p:cNvPr id="3" name="CuadroTexto 7">
            <a:extLst>
              <a:ext uri="{FF2B5EF4-FFF2-40B4-BE49-F238E27FC236}">
                <a16:creationId xmlns:a16="http://schemas.microsoft.com/office/drawing/2014/main" id="{7D812E0D-2F95-E1F4-346D-FB56A8BD4063}"/>
              </a:ext>
            </a:extLst>
          </p:cNvPr>
          <p:cNvSpPr txBox="1"/>
          <p:nvPr/>
        </p:nvSpPr>
        <p:spPr>
          <a:xfrm>
            <a:off x="2442949" y="590097"/>
            <a:ext cx="4149986"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lnSpc>
                <a:spcPct val="150000"/>
              </a:lnSpc>
            </a:pPr>
            <a:r>
              <a:rPr lang="es-MX" sz="1100" b="1" noProof="0" dirty="0">
                <a:solidFill>
                  <a:schemeClr val="accent6"/>
                </a:solidFill>
              </a:rPr>
              <a:t>Lo visible se sostiene</a:t>
            </a:r>
          </a:p>
          <a:p>
            <a:pPr marL="171450" indent="-171450" algn="just">
              <a:lnSpc>
                <a:spcPct val="150000"/>
              </a:lnSpc>
              <a:buFont typeface="Arial" panose="020B0604020202020204" pitchFamily="34" charset="0"/>
              <a:buChar char="•"/>
            </a:pPr>
            <a:endParaRPr lang="es-MX" sz="1100" noProof="0" dirty="0">
              <a:solidFill>
                <a:schemeClr val="tx1"/>
              </a:solidFill>
            </a:endParaRPr>
          </a:p>
          <a:p>
            <a:pPr algn="just"/>
            <a:endParaRPr lang="es-MX" sz="1100" noProof="0" dirty="0">
              <a:solidFill>
                <a:schemeClr val="tx1"/>
              </a:solidFill>
            </a:endParaRPr>
          </a:p>
        </p:txBody>
      </p:sp>
      <p:pic>
        <p:nvPicPr>
          <p:cNvPr id="5" name="Imagen 4" descr="Dibujo de una persona&#10;&#10;El contenido generado por IA puede ser incorrecto.">
            <a:extLst>
              <a:ext uri="{FF2B5EF4-FFF2-40B4-BE49-F238E27FC236}">
                <a16:creationId xmlns:a16="http://schemas.microsoft.com/office/drawing/2014/main" id="{15854C6C-8458-7409-FD41-7FE798EDBDB3}"/>
              </a:ext>
            </a:extLst>
          </p:cNvPr>
          <p:cNvPicPr>
            <a:picLocks noChangeAspect="1"/>
          </p:cNvPicPr>
          <p:nvPr/>
        </p:nvPicPr>
        <p:blipFill>
          <a:blip r:embed="rId2"/>
          <a:stretch>
            <a:fillRect/>
          </a:stretch>
        </p:blipFill>
        <p:spPr>
          <a:xfrm>
            <a:off x="8661417" y="109943"/>
            <a:ext cx="466952" cy="466952"/>
          </a:xfrm>
          <a:prstGeom prst="rect">
            <a:avLst/>
          </a:prstGeom>
        </p:spPr>
      </p:pic>
      <p:sp>
        <p:nvSpPr>
          <p:cNvPr id="6" name="Title 1">
            <a:extLst>
              <a:ext uri="{FF2B5EF4-FFF2-40B4-BE49-F238E27FC236}">
                <a16:creationId xmlns:a16="http://schemas.microsoft.com/office/drawing/2014/main" id="{96AD51C5-061D-1A24-3A95-F06359C66E82}"/>
              </a:ext>
            </a:extLst>
          </p:cNvPr>
          <p:cNvSpPr txBox="1">
            <a:spLocks/>
          </p:cNvSpPr>
          <p:nvPr/>
        </p:nvSpPr>
        <p:spPr>
          <a:xfrm>
            <a:off x="3846280" y="2930059"/>
            <a:ext cx="1519355"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dirty="0">
                <a:solidFill>
                  <a:schemeClr val="bg1"/>
                </a:solidFill>
              </a:rPr>
              <a:t>Cartulina, lápiz, plumones</a:t>
            </a:r>
            <a:endParaRPr lang="es-MX" sz="1400" noProof="0" dirty="0">
              <a:solidFill>
                <a:schemeClr val="bg1"/>
              </a:solidFill>
            </a:endParaRPr>
          </a:p>
        </p:txBody>
      </p:sp>
      <p:sp>
        <p:nvSpPr>
          <p:cNvPr id="25" name="CuadroTexto 7">
            <a:extLst>
              <a:ext uri="{FF2B5EF4-FFF2-40B4-BE49-F238E27FC236}">
                <a16:creationId xmlns:a16="http://schemas.microsoft.com/office/drawing/2014/main" id="{9CF6C82D-2C86-ECF2-787D-335DB0774AF6}"/>
              </a:ext>
            </a:extLst>
          </p:cNvPr>
          <p:cNvSpPr txBox="1"/>
          <p:nvPr/>
        </p:nvSpPr>
        <p:spPr>
          <a:xfrm>
            <a:off x="2512674" y="3872239"/>
            <a:ext cx="4244510" cy="76944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s-MX" sz="1100" b="1" noProof="0" dirty="0">
                <a:solidFill>
                  <a:schemeClr val="accent6"/>
                </a:solidFill>
              </a:rPr>
              <a:t>Entregable:</a:t>
            </a:r>
          </a:p>
          <a:p>
            <a:pPr algn="ctr"/>
            <a:endParaRPr lang="es-MX" sz="1100" noProof="0" dirty="0">
              <a:solidFill>
                <a:schemeClr val="bg1"/>
              </a:solidFill>
            </a:endParaRPr>
          </a:p>
          <a:p>
            <a:pPr algn="ctr"/>
            <a:r>
              <a:rPr lang="es-MX" sz="1100" noProof="0" dirty="0">
                <a:solidFill>
                  <a:schemeClr val="bg1"/>
                </a:solidFill>
              </a:rPr>
              <a:t>Propuestas de </a:t>
            </a:r>
            <a:r>
              <a:rPr lang="es-MX" sz="1100" dirty="0">
                <a:solidFill>
                  <a:schemeClr val="bg1"/>
                </a:solidFill>
              </a:rPr>
              <a:t>gestión visual para asegurar el sostenimiento de las contramedidas</a:t>
            </a:r>
            <a:endParaRPr lang="es-MX" sz="1100" noProof="0" dirty="0">
              <a:solidFill>
                <a:schemeClr val="bg1"/>
              </a:solidFill>
            </a:endParaRPr>
          </a:p>
        </p:txBody>
      </p:sp>
      <p:sp>
        <p:nvSpPr>
          <p:cNvPr id="8" name="Title 1">
            <a:extLst>
              <a:ext uri="{FF2B5EF4-FFF2-40B4-BE49-F238E27FC236}">
                <a16:creationId xmlns:a16="http://schemas.microsoft.com/office/drawing/2014/main" id="{C8DEC777-617B-A194-7339-9C785483F72E}"/>
              </a:ext>
            </a:extLst>
          </p:cNvPr>
          <p:cNvSpPr txBox="1">
            <a:spLocks/>
          </p:cNvSpPr>
          <p:nvPr/>
        </p:nvSpPr>
        <p:spPr>
          <a:xfrm>
            <a:off x="1042066" y="3026174"/>
            <a:ext cx="1578264" cy="215444"/>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Actividad en dúos</a:t>
            </a:r>
            <a:endParaRPr lang="es-MX" sz="1400" b="0" noProof="0">
              <a:solidFill>
                <a:schemeClr val="bg1"/>
              </a:solidFill>
            </a:endParaRPr>
          </a:p>
        </p:txBody>
      </p:sp>
      <p:pic>
        <p:nvPicPr>
          <p:cNvPr id="4" name="Gráfico 3" descr="Perfil de hombre con relleno sólido">
            <a:extLst>
              <a:ext uri="{FF2B5EF4-FFF2-40B4-BE49-F238E27FC236}">
                <a16:creationId xmlns:a16="http://schemas.microsoft.com/office/drawing/2014/main" id="{3101774D-1A6F-1395-4EB5-2C5089EC9B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436" y="1747596"/>
            <a:ext cx="1102058" cy="1102058"/>
          </a:xfrm>
          <a:prstGeom prst="rect">
            <a:avLst/>
          </a:prstGeom>
        </p:spPr>
      </p:pic>
      <p:pic>
        <p:nvPicPr>
          <p:cNvPr id="12" name="Gráfico 11" descr="Perfil de hombre con relleno sólido">
            <a:extLst>
              <a:ext uri="{FF2B5EF4-FFF2-40B4-BE49-F238E27FC236}">
                <a16:creationId xmlns:a16="http://schemas.microsoft.com/office/drawing/2014/main" id="{15132F9F-5996-106D-5AAF-7C64CF7569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8877" y="1747596"/>
            <a:ext cx="1102058" cy="1102058"/>
          </a:xfrm>
          <a:prstGeom prst="rect">
            <a:avLst/>
          </a:prstGeom>
        </p:spPr>
      </p:pic>
      <p:sp>
        <p:nvSpPr>
          <p:cNvPr id="9" name="Rectángulo 8">
            <a:extLst>
              <a:ext uri="{FF2B5EF4-FFF2-40B4-BE49-F238E27FC236}">
                <a16:creationId xmlns:a16="http://schemas.microsoft.com/office/drawing/2014/main" id="{386AD4F0-46E5-261A-F9E6-C64943034265}"/>
              </a:ext>
            </a:extLst>
          </p:cNvPr>
          <p:cNvSpPr/>
          <p:nvPr/>
        </p:nvSpPr>
        <p:spPr>
          <a:xfrm>
            <a:off x="3836593" y="1945526"/>
            <a:ext cx="1004207" cy="591747"/>
          </a:xfrm>
          <a:prstGeom prst="rect">
            <a:avLst/>
          </a:prstGeom>
          <a:solidFill>
            <a:schemeClr val="bg1"/>
          </a:solidFill>
          <a:ln w="9525"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MX" sz="1200" noProof="0">
              <a:solidFill>
                <a:srgbClr val="FFFFFF"/>
              </a:solidFill>
            </a:endParaRPr>
          </a:p>
        </p:txBody>
      </p:sp>
      <p:sp>
        <p:nvSpPr>
          <p:cNvPr id="10" name="Title 1">
            <a:extLst>
              <a:ext uri="{FF2B5EF4-FFF2-40B4-BE49-F238E27FC236}">
                <a16:creationId xmlns:a16="http://schemas.microsoft.com/office/drawing/2014/main" id="{19D3DB96-0281-0BB5-8C89-DF5EFEB4C6B3}"/>
              </a:ext>
            </a:extLst>
          </p:cNvPr>
          <p:cNvSpPr txBox="1">
            <a:spLocks/>
          </p:cNvSpPr>
          <p:nvPr/>
        </p:nvSpPr>
        <p:spPr>
          <a:xfrm>
            <a:off x="6259774" y="2923592"/>
            <a:ext cx="2079384" cy="430887"/>
          </a:xfrm>
          <a:prstGeom prst="rect">
            <a:avLst/>
          </a:prstGeom>
        </p:spPr>
        <p:txBody>
          <a:bodyPr vert="horz" wrap="square" lIns="0" tIns="0" rIns="0" bIns="0" rtlCol="0" anchor="t">
            <a:spAutoFit/>
          </a:bodyPr>
          <a:lstStyle>
            <a:lvl1pPr algn="l" defTabSz="685800" rtl="0" eaLnBrk="1" latinLnBrk="0" hangingPunct="1">
              <a:lnSpc>
                <a:spcPct val="100000"/>
              </a:lnSpc>
              <a:spcBef>
                <a:spcPct val="0"/>
              </a:spcBef>
              <a:buNone/>
              <a:defRPr lang="en-US" sz="2000" b="1" kern="1200">
                <a:solidFill>
                  <a:schemeClr val="accent5"/>
                </a:solidFill>
                <a:latin typeface="+mj-lt"/>
                <a:ea typeface="+mj-ea"/>
                <a:cs typeface="+mj-cs"/>
                <a:sym typeface="Trebuchet MS" panose="020B0603020202020204" pitchFamily="34" charset="0"/>
              </a:defRPr>
            </a:lvl1pPr>
          </a:lstStyle>
          <a:p>
            <a:pPr algn="ctr"/>
            <a:r>
              <a:rPr lang="es-MX" sz="1400" noProof="0">
                <a:solidFill>
                  <a:schemeClr val="bg1"/>
                </a:solidFill>
              </a:rPr>
              <a:t>Reflexión entre los miembros</a:t>
            </a:r>
          </a:p>
        </p:txBody>
      </p:sp>
      <p:pic>
        <p:nvPicPr>
          <p:cNvPr id="14" name="Gráfico 13" descr="Lluvia de ideas de grupo con relleno sólido">
            <a:extLst>
              <a:ext uri="{FF2B5EF4-FFF2-40B4-BE49-F238E27FC236}">
                <a16:creationId xmlns:a16="http://schemas.microsoft.com/office/drawing/2014/main" id="{25C4D150-1BDA-DB2E-D14D-535AFD771D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3239" y="1747596"/>
            <a:ext cx="1112454" cy="1112454"/>
          </a:xfrm>
          <a:prstGeom prst="rect">
            <a:avLst/>
          </a:prstGeom>
        </p:spPr>
      </p:pic>
      <p:pic>
        <p:nvPicPr>
          <p:cNvPr id="18" name="Gráfico 17" descr="Lápiz con relleno sólido">
            <a:extLst>
              <a:ext uri="{FF2B5EF4-FFF2-40B4-BE49-F238E27FC236}">
                <a16:creationId xmlns:a16="http://schemas.microsoft.com/office/drawing/2014/main" id="{B0BE75D2-45AF-52F6-F15F-D739CBA1089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35253" y="2067898"/>
            <a:ext cx="665768" cy="665768"/>
          </a:xfrm>
          <a:prstGeom prst="rect">
            <a:avLst/>
          </a:prstGeom>
        </p:spPr>
      </p:pic>
    </p:spTree>
    <p:extLst>
      <p:ext uri="{BB962C8B-B14F-4D97-AF65-F5344CB8AC3E}">
        <p14:creationId xmlns:p14="http://schemas.microsoft.com/office/powerpoint/2010/main" val="3138687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B44FA-165A-A7BF-47E5-4BC15B7F6C1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97EE1BA-EF4C-1A41-BF3F-6A4E7C232A4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244" imgH="246" progId="TCLayout.ActiveDocument.1">
                  <p:embed/>
                </p:oleObj>
              </mc:Choice>
              <mc:Fallback>
                <p:oleObj name="Diapositiva de think-cell" r:id="rId3" imgW="244" imgH="246" progId="TCLayout.ActiveDocument.1">
                  <p:embed/>
                  <p:pic>
                    <p:nvPicPr>
                      <p:cNvPr id="6" name="think-cell data - do not delete" hidden="1">
                        <a:extLst>
                          <a:ext uri="{FF2B5EF4-FFF2-40B4-BE49-F238E27FC236}">
                            <a16:creationId xmlns:a16="http://schemas.microsoft.com/office/drawing/2014/main" id="{E97EE1BA-EF4C-1A41-BF3F-6A4E7C232A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Imagen 6" descr="Dibujo de una persona&#10;&#10;El contenido generado por IA puede ser incorrecto.">
            <a:extLst>
              <a:ext uri="{FF2B5EF4-FFF2-40B4-BE49-F238E27FC236}">
                <a16:creationId xmlns:a16="http://schemas.microsoft.com/office/drawing/2014/main" id="{B152C839-C540-D5D5-22EE-7248A569604B}"/>
              </a:ext>
            </a:extLst>
          </p:cNvPr>
          <p:cNvPicPr>
            <a:picLocks noChangeAspect="1"/>
          </p:cNvPicPr>
          <p:nvPr/>
        </p:nvPicPr>
        <p:blipFill>
          <a:blip r:embed="rId5"/>
          <a:stretch>
            <a:fillRect/>
          </a:stretch>
        </p:blipFill>
        <p:spPr>
          <a:xfrm>
            <a:off x="8661417" y="109943"/>
            <a:ext cx="466952" cy="466952"/>
          </a:xfrm>
          <a:prstGeom prst="rect">
            <a:avLst/>
          </a:prstGeom>
        </p:spPr>
      </p:pic>
      <p:sp>
        <p:nvSpPr>
          <p:cNvPr id="14" name="Title 15">
            <a:extLst>
              <a:ext uri="{FF2B5EF4-FFF2-40B4-BE49-F238E27FC236}">
                <a16:creationId xmlns:a16="http://schemas.microsoft.com/office/drawing/2014/main" id="{7023D9C3-1D5B-FA98-F94E-5FE46CADCF66}"/>
              </a:ext>
            </a:extLst>
          </p:cNvPr>
          <p:cNvSpPr txBox="1">
            <a:spLocks/>
          </p:cNvSpPr>
          <p:nvPr/>
        </p:nvSpPr>
        <p:spPr>
          <a:xfrm>
            <a:off x="3281846" y="3577911"/>
            <a:ext cx="2554908" cy="637097"/>
          </a:xfrm>
          <a:prstGeom prst="rect">
            <a:avLst/>
          </a:prstGeom>
        </p:spPr>
        <p:txBody>
          <a:bodyPr vert="horz" wrap="square" lIns="0" tIns="0" rIns="0" bIns="0" rtlCol="0" anchor="t">
            <a:spAutoFit/>
          </a:bodyPr>
          <a:lstStyle>
            <a:lvl1pPr algn="l" defTabSz="685800" rtl="0" eaLnBrk="1" latinLnBrk="0" hangingPunct="1">
              <a:lnSpc>
                <a:spcPct val="90000"/>
              </a:lnSpc>
              <a:spcBef>
                <a:spcPct val="0"/>
              </a:spcBef>
              <a:buNone/>
              <a:defRPr lang="en-US" sz="2000" b="1" kern="1200" dirty="0">
                <a:solidFill>
                  <a:schemeClr val="accent5"/>
                </a:solidFill>
                <a:latin typeface="+mj-lt"/>
                <a:ea typeface="+mj-ea"/>
                <a:cs typeface="+mj-cs"/>
                <a:sym typeface="Trebuchet MS" panose="020B0603020202020204" pitchFamily="34" charset="0"/>
              </a:defRPr>
            </a:lvl1pPr>
          </a:lstStyle>
          <a:p>
            <a:pPr algn="ctr"/>
            <a:r>
              <a:rPr lang="es-MX" sz="3200" noProof="0">
                <a:solidFill>
                  <a:schemeClr val="accent6"/>
                </a:solidFill>
              </a:rPr>
              <a:t>PORT™</a:t>
            </a:r>
            <a:br>
              <a:rPr lang="es-MX" sz="3200" noProof="0">
                <a:solidFill>
                  <a:schemeClr val="accent6"/>
                </a:solidFill>
              </a:rPr>
            </a:br>
            <a:r>
              <a:rPr lang="es-MX" sz="1400" noProof="0">
                <a:solidFill>
                  <a:schemeClr val="accent6"/>
                </a:solidFill>
              </a:rPr>
              <a:t>A </a:t>
            </a:r>
            <a:r>
              <a:rPr lang="es-MX" sz="1400" noProof="0" err="1">
                <a:solidFill>
                  <a:schemeClr val="accent6"/>
                </a:solidFill>
              </a:rPr>
              <a:t>Problem</a:t>
            </a:r>
            <a:r>
              <a:rPr lang="es-MX" sz="1400" noProof="0">
                <a:solidFill>
                  <a:schemeClr val="accent6"/>
                </a:solidFill>
              </a:rPr>
              <a:t> </a:t>
            </a:r>
            <a:r>
              <a:rPr lang="es-MX" sz="1400" noProof="0" err="1">
                <a:solidFill>
                  <a:schemeClr val="accent6"/>
                </a:solidFill>
              </a:rPr>
              <a:t>Solving</a:t>
            </a:r>
            <a:r>
              <a:rPr lang="es-MX" sz="1400" noProof="0">
                <a:solidFill>
                  <a:schemeClr val="accent6"/>
                </a:solidFill>
              </a:rPr>
              <a:t> </a:t>
            </a:r>
            <a:r>
              <a:rPr lang="es-MX" sz="1400" noProof="0" err="1">
                <a:solidFill>
                  <a:schemeClr val="accent6"/>
                </a:solidFill>
              </a:rPr>
              <a:t>tool</a:t>
            </a:r>
            <a:endParaRPr lang="es-MX" sz="3200" noProof="0">
              <a:solidFill>
                <a:schemeClr val="accent6"/>
              </a:solidFill>
            </a:endParaRPr>
          </a:p>
        </p:txBody>
      </p:sp>
      <p:pic>
        <p:nvPicPr>
          <p:cNvPr id="15" name="Imagen 14" descr="Logotipo&#10;&#10;El contenido generado por IA puede ser incorrecto.">
            <a:extLst>
              <a:ext uri="{FF2B5EF4-FFF2-40B4-BE49-F238E27FC236}">
                <a16:creationId xmlns:a16="http://schemas.microsoft.com/office/drawing/2014/main" id="{0A7E33FA-99CA-D403-8A65-EC58734BBFFE}"/>
              </a:ext>
            </a:extLst>
          </p:cNvPr>
          <p:cNvPicPr>
            <a:picLocks noChangeAspect="1"/>
          </p:cNvPicPr>
          <p:nvPr/>
        </p:nvPicPr>
        <p:blipFill>
          <a:blip r:embed="rId6"/>
          <a:srcRect b="35471"/>
          <a:stretch>
            <a:fillRect/>
          </a:stretch>
        </p:blipFill>
        <p:spPr>
          <a:xfrm>
            <a:off x="2900309" y="1565588"/>
            <a:ext cx="3118513" cy="2012323"/>
          </a:xfrm>
          <a:prstGeom prst="rect">
            <a:avLst/>
          </a:prstGeom>
        </p:spPr>
      </p:pic>
      <p:sp>
        <p:nvSpPr>
          <p:cNvPr id="25" name="Rectángulo 24">
            <a:extLst>
              <a:ext uri="{FF2B5EF4-FFF2-40B4-BE49-F238E27FC236}">
                <a16:creationId xmlns:a16="http://schemas.microsoft.com/office/drawing/2014/main" id="{E4DEABCB-8C07-D6FC-B5AB-7B272E19A0DF}"/>
              </a:ext>
            </a:extLst>
          </p:cNvPr>
          <p:cNvSpPr/>
          <p:nvPr/>
        </p:nvSpPr>
        <p:spPr>
          <a:xfrm>
            <a:off x="2103715" y="1734782"/>
            <a:ext cx="4807233" cy="1566365"/>
          </a:xfrm>
          <a:prstGeom prst="rect">
            <a:avLst/>
          </a:prstGeom>
          <a:noFill/>
        </p:spPr>
        <p:txBody>
          <a:bodyPr wrap="none" lIns="91440" tIns="45720" rIns="91440" bIns="45720">
            <a:prstTxWarp prst="textArchUp">
              <a:avLst>
                <a:gd name="adj" fmla="val 9229744"/>
              </a:avLst>
            </a:prstTxWarp>
            <a:spAutoFit/>
          </a:bodyPr>
          <a:lstStyle/>
          <a:p>
            <a:pPr algn="ctr"/>
            <a:r>
              <a:rPr lang="es-MX" sz="1600" b="1" cap="none" spc="0" noProof="0">
                <a:ln w="0"/>
                <a:solidFill>
                  <a:srgbClr val="0D4479"/>
                </a:solidFill>
              </a:rPr>
              <a:t>BEST</a:t>
            </a:r>
          </a:p>
        </p:txBody>
      </p:sp>
      <p:sp>
        <p:nvSpPr>
          <p:cNvPr id="2" name="Title 15">
            <a:extLst>
              <a:ext uri="{FF2B5EF4-FFF2-40B4-BE49-F238E27FC236}">
                <a16:creationId xmlns:a16="http://schemas.microsoft.com/office/drawing/2014/main" id="{049E131B-C9C2-213E-7FFC-8886E5D75061}"/>
              </a:ext>
            </a:extLst>
          </p:cNvPr>
          <p:cNvSpPr>
            <a:spLocks noGrp="1"/>
          </p:cNvSpPr>
          <p:nvPr>
            <p:ph type="title"/>
          </p:nvPr>
        </p:nvSpPr>
        <p:spPr>
          <a:xfrm>
            <a:off x="2278162" y="549879"/>
            <a:ext cx="4587676" cy="1231106"/>
          </a:xfrm>
        </p:spPr>
        <p:txBody>
          <a:bodyPr vert="horz"/>
          <a:lstStyle/>
          <a:p>
            <a:r>
              <a:rPr lang="es-MX" sz="4000" noProof="0"/>
              <a:t>Reflexión y cierre</a:t>
            </a:r>
          </a:p>
        </p:txBody>
      </p:sp>
    </p:spTree>
    <p:extLst>
      <p:ext uri="{BB962C8B-B14F-4D97-AF65-F5344CB8AC3E}">
        <p14:creationId xmlns:p14="http://schemas.microsoft.com/office/powerpoint/2010/main" val="305653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78B93-9CEB-37A6-C6D3-30355FBA3930}"/>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E8FC069E-019C-D577-6B19-302B13072C7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E8FC069E-019C-D577-6B19-302B13072C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2C0ADEAA-E709-80B4-19CA-545005517ABA}"/>
              </a:ext>
            </a:extLst>
          </p:cNvPr>
          <p:cNvPicPr>
            <a:picLocks noChangeAspect="1"/>
          </p:cNvPicPr>
          <p:nvPr/>
        </p:nvPicPr>
        <p:blipFill>
          <a:blip r:embed="rId6"/>
          <a:stretch>
            <a:fillRect/>
          </a:stretch>
        </p:blipFill>
        <p:spPr>
          <a:xfrm>
            <a:off x="8738529" y="130779"/>
            <a:ext cx="297258" cy="419100"/>
          </a:xfrm>
          <a:prstGeom prst="rect">
            <a:avLst/>
          </a:prstGeom>
        </p:spPr>
      </p:pic>
      <p:sp>
        <p:nvSpPr>
          <p:cNvPr id="3" name="Rectángulo: esquinas redondeadas 2">
            <a:extLst>
              <a:ext uri="{FF2B5EF4-FFF2-40B4-BE49-F238E27FC236}">
                <a16:creationId xmlns:a16="http://schemas.microsoft.com/office/drawing/2014/main" id="{39A7C062-6E94-A64D-F210-AECC3D95B417}"/>
              </a:ext>
            </a:extLst>
          </p:cNvPr>
          <p:cNvSpPr/>
          <p:nvPr/>
        </p:nvSpPr>
        <p:spPr>
          <a:xfrm>
            <a:off x="1511300" y="549880"/>
            <a:ext cx="6343650" cy="3850670"/>
          </a:xfrm>
          <a:prstGeom prst="roundRect">
            <a:avLst>
              <a:gd name="adj" fmla="val 4761"/>
            </a:avLst>
          </a:prstGeom>
          <a:solidFill>
            <a:schemeClr val="accent4">
              <a:lumMod val="75000"/>
            </a:schemeClr>
          </a:solidFill>
          <a:ln w="9525" cap="rnd" cmpd="sng" algn="ctr">
            <a:solidFill>
              <a:schemeClr val="accent4">
                <a:lumMod val="75000"/>
              </a:schemeClr>
            </a:solid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250000"/>
              </a:lnSpc>
            </a:pPr>
            <a:endParaRPr lang="es-MX" sz="600" b="1" noProof="0">
              <a:solidFill>
                <a:srgbClr val="FFFFFF"/>
              </a:solidFill>
            </a:endParaRPr>
          </a:p>
        </p:txBody>
      </p:sp>
      <p:sp>
        <p:nvSpPr>
          <p:cNvPr id="5" name="CuadroTexto 4">
            <a:extLst>
              <a:ext uri="{FF2B5EF4-FFF2-40B4-BE49-F238E27FC236}">
                <a16:creationId xmlns:a16="http://schemas.microsoft.com/office/drawing/2014/main" id="{48E30323-63DA-729D-3B10-D5F5AACAF755}"/>
              </a:ext>
            </a:extLst>
          </p:cNvPr>
          <p:cNvSpPr txBox="1"/>
          <p:nvPr/>
        </p:nvSpPr>
        <p:spPr>
          <a:xfrm>
            <a:off x="1739899" y="1231900"/>
            <a:ext cx="5758725" cy="239912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r>
              <a:rPr lang="es-MX" sz="1200" noProof="0">
                <a:solidFill>
                  <a:srgbClr val="FFFFFF"/>
                </a:solidFill>
              </a:rPr>
              <a:t>En un proceso, los problemas suelen aparecer como ruidos fuertes: una máquina que se detiene, un error repetido, un resultado inesperado. Y la primera reacción casi siempre es correr a “arreglar” lo evidente. Pero la verdadera mejora comienza cuando uno se detiene, observa y pregunta: ¿por qué pasó realmente?</a:t>
            </a:r>
          </a:p>
          <a:p>
            <a:pPr algn="just"/>
            <a:endParaRPr lang="es-MX" sz="1200" noProof="0">
              <a:solidFill>
                <a:srgbClr val="FFFFFF"/>
              </a:solidFill>
            </a:endParaRPr>
          </a:p>
          <a:p>
            <a:pPr algn="just"/>
            <a:r>
              <a:rPr lang="es-MX" sz="1200" noProof="0">
                <a:solidFill>
                  <a:srgbClr val="FFFFFF"/>
                </a:solidFill>
              </a:rPr>
              <a:t>La causa raíz casi nunca está en la superficie. A veces es un pequeño hábito, una condición ignorada o un detalle que siempre estuvo ahí. Encontrarla requiere curiosidad, humildad y disciplina. No es buscar culpables; es buscar entendimiento.</a:t>
            </a:r>
          </a:p>
          <a:p>
            <a:pPr algn="just"/>
            <a:endParaRPr lang="es-MX" sz="1200" noProof="0">
              <a:solidFill>
                <a:srgbClr val="FFFFFF"/>
              </a:solidFill>
            </a:endParaRPr>
          </a:p>
          <a:p>
            <a:pPr algn="just"/>
            <a:r>
              <a:rPr lang="es-MX" sz="1200" noProof="0">
                <a:solidFill>
                  <a:srgbClr val="FFFFFF"/>
                </a:solidFill>
              </a:rPr>
              <a:t>Y cuando finalmente se descubre, las contramedidas correctas no solo eliminan el problema: cambian la forma en que pensamos. Nos enseñan que mejorar no es reparar, sino prevenir. No es actuar rápido, sino actuar bien.</a:t>
            </a:r>
          </a:p>
          <a:p>
            <a:pPr algn="just"/>
            <a:endParaRPr lang="es-MX" sz="1200" noProof="0">
              <a:solidFill>
                <a:srgbClr val="FFFFFF"/>
              </a:solidFill>
            </a:endParaRPr>
          </a:p>
          <a:p>
            <a:pPr algn="just"/>
            <a:r>
              <a:rPr lang="es-MX" sz="1200" noProof="0">
                <a:solidFill>
                  <a:srgbClr val="FFFFFF"/>
                </a:solidFill>
              </a:rPr>
              <a:t>La mejora continua es ese camino donde cada problema deja de ser un obstáculo y se convierte en una oportunidad. Una oportunidad para crecer, para hacer las cosas mejor y para demostrar que, en todo proceso, siempre hay espacio para avanzar… si tenemos la voluntad de mirar un poco más profundo</a:t>
            </a:r>
            <a:endParaRPr lang="es-MX" sz="2400" noProof="0">
              <a:solidFill>
                <a:schemeClr val="tx1"/>
              </a:solidFill>
            </a:endParaRPr>
          </a:p>
        </p:txBody>
      </p:sp>
    </p:spTree>
    <p:extLst>
      <p:ext uri="{BB962C8B-B14F-4D97-AF65-F5344CB8AC3E}">
        <p14:creationId xmlns:p14="http://schemas.microsoft.com/office/powerpoint/2010/main" val="3859007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415B5-1497-EA9E-3504-70FCDE3BD19C}"/>
            </a:ext>
          </a:extLst>
        </p:cNvPr>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9BD238AB-7DDC-24BC-8B38-4E01915699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244" imgH="246" progId="TCLayout.ActiveDocument.1">
                  <p:embed/>
                </p:oleObj>
              </mc:Choice>
              <mc:Fallback>
                <p:oleObj name="Diapositiva de think-cell" r:id="rId4" imgW="244" imgH="246" progId="TCLayout.ActiveDocument.1">
                  <p:embed/>
                  <p:pic>
                    <p:nvPicPr>
                      <p:cNvPr id="18" name="think-cell data - do not delete" hidden="1">
                        <a:extLst>
                          <a:ext uri="{FF2B5EF4-FFF2-40B4-BE49-F238E27FC236}">
                            <a16:creationId xmlns:a16="http://schemas.microsoft.com/office/drawing/2014/main" id="{9BD238AB-7DDC-24BC-8B38-4E019156992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Imagen 3" descr="Imagen que contiene Icono&#10;&#10;El contenido generado por IA puede ser incorrecto.">
            <a:extLst>
              <a:ext uri="{FF2B5EF4-FFF2-40B4-BE49-F238E27FC236}">
                <a16:creationId xmlns:a16="http://schemas.microsoft.com/office/drawing/2014/main" id="{AEB54823-44B3-96C3-61E2-710647111632}"/>
              </a:ext>
            </a:extLst>
          </p:cNvPr>
          <p:cNvPicPr>
            <a:picLocks noChangeAspect="1"/>
          </p:cNvPicPr>
          <p:nvPr/>
        </p:nvPicPr>
        <p:blipFill>
          <a:blip r:embed="rId6"/>
          <a:stretch>
            <a:fillRect/>
          </a:stretch>
        </p:blipFill>
        <p:spPr>
          <a:xfrm>
            <a:off x="3488103" y="1000934"/>
            <a:ext cx="1887683" cy="2661419"/>
          </a:xfrm>
          <a:prstGeom prst="rect">
            <a:avLst/>
          </a:prstGeom>
        </p:spPr>
      </p:pic>
      <p:sp>
        <p:nvSpPr>
          <p:cNvPr id="2" name="CuadroTexto 1">
            <a:extLst>
              <a:ext uri="{FF2B5EF4-FFF2-40B4-BE49-F238E27FC236}">
                <a16:creationId xmlns:a16="http://schemas.microsoft.com/office/drawing/2014/main" id="{6C68C118-F163-867A-600A-EFB84E880ED8}"/>
              </a:ext>
            </a:extLst>
          </p:cNvPr>
          <p:cNvSpPr txBox="1"/>
          <p:nvPr/>
        </p:nvSpPr>
        <p:spPr>
          <a:xfrm>
            <a:off x="2875989" y="4046702"/>
            <a:ext cx="3111909" cy="52356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MX" sz="3200" noProof="0">
                <a:solidFill>
                  <a:schemeClr val="bg1"/>
                </a:solidFill>
              </a:rPr>
              <a:t>¡GRACIAS!</a:t>
            </a:r>
          </a:p>
        </p:txBody>
      </p:sp>
    </p:spTree>
    <p:extLst>
      <p:ext uri="{BB962C8B-B14F-4D97-AF65-F5344CB8AC3E}">
        <p14:creationId xmlns:p14="http://schemas.microsoft.com/office/powerpoint/2010/main" val="2807445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08&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BAP///////wUAAAACABAACyyuiYhslVRJpgArrECZ4N8EAAAAAAADAAAABAADAAAAAwADAAIA////////BQAAAAMAEAALhz5jntBx30GXE1yjhxYrIgQAAAABAAMAAAACAAMAAAABAAMAAAAEAP///////wQAAgD///////8FAAAABAAQAAuJAyNBe4UcSoLVwqwKErYjBAAAAAIAAwAAAAAAAwAAAAIAAwAAAAA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K6JiGyVVEmmACusQJng3wREYXRhAAUAAAAAAk5hbWUADQAAAExpbmtEYXRhTGlzdAAQVmVyc2lvbgABAAAACUxhc3RXcml0ZQCl21MzlgEAAAABAP////9hAGEAAAAFX2lkABAAAAAEhz5jntBx30GXE1yjhxYrIgREYXRhAAUAAAAAAk5hbWUADQAAAExpbmtEYXRhTGlzdAAQVmVyc2lvbgAAAAAACUxhc3RXcml0ZQCR21MzlgEAAAACAP////9wAHAAAAAFX2lkABAAAAAEiQMjQXuFHEqC1cKsChK2IwNEYXRhABYAAAACUGVyc29uYWxJZAABAAAAAAACTmFtZQALAAAAUGVyc29uYWxJZAAQVmVyc2lvbgAAAAAACUxhc3RXcml0ZQDs21M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EBAwAAAAIA////////DgAGTGlua0RhdGFMaXN0XzEEAAAAAAAFAAAAAwAFAAAABAADAAIBAwAAAAMA////////DgAGTGlua0RhdGFMaXN0XzAEAAAAAQAFAAAAAAAFAAAAAgAFAAAAAAAFAAAABAA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146560049162"/>
  <p:tag name="EMPOWERCHARTSPROPERTIES_B_LENGTH" val="24576"/>
  <p:tag name="DOWN_MIGRATION_INITIAL_LAYOUT_REQUIRED" val="9.2.99"/>
  <p:tag name="RUNTIME_ID" val="786c9b1b-49ce-4c13-8170-0e4269fbe7dc"/>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wUA/gsAAAAAAAAAAAAAIAD///////////////8AAAD///////////////8DAAAAAgD///////8DAAAABAD///////8DAAAABAD///////////////////////////////////////////////////////////////////////////////////////////////////////////////////////////////////////////////////////////////////////////////////////////////////////////////////////////////////////////////////////////////////////////////////////////////////////////////////////////////////////////////////////////////////////////////////////////////////////////////////////////////////////////////////////////////////////////////8BACAA////////////////AAAO////////AwAAAAMA////////////////////////////////////////////////////////////////////////////////////////////////////////////////////////////////////////////////////////////////////////////////////////////////////////////////////////////////////////////////////////////////////////////////////////////////////////////////////////////////////////////////////////////////////////////////////////////////////////////////////////////////////////////////////////////////////////////////////////////////////////////////////////AgABAP///////wUAAAACABAACwrXOxZtGrpMtZNjlC+M42wEAAAAAAADAAAAAAADAAAABAADAAEA////////BQAAAAMAEAALSm2t2RutNUmIqW5vl2CuLwQAAAABAAMAAAAEAAMAAAABAAQAAwD///////8FAAAABAAQAAuVdMgWsGMCQIkYMNH386ktBAAAAAI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tc7Fm0auky1k2OUL4zjbAREYXRhAAUAAAAAAk5hbWUADQAAAExpbmtEYXRhTGlzdAAQVmVyc2lvbgAAAAAACUxhc3RXcml0ZQCEtL8zlgEAAAABAP////9hAGEAAAAFX2lkABAAAAAESm2t2RutNUmIqW5vl2CuLwREYXRhAAUAAAAAAk5hbWUADQAAAExpbmtEYXRhTGlzdAAQVmVyc2lvbgABAAAACUxhc3RXcml0ZQCFtL8zlgEAAAACAP////9wAHAAAAAFX2lkABAAAAAElXTIFrBjAkCJGDDR9/OpLQNEYXRhABYAAAACUGVyc29uYWxJZAABAAAAAAACTmFtZQALAAAAUGVyc29uYWxJZAAQVmVyc2lvbgAAAAAACUxhc3RXcml0ZQCotL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7238504717"/>
  <p:tag name="EMPOWERCHARTSPROPERTIES_B_LENGTH" val="24576"/>
  <p:tag name="DOWN_MIGRATION_INITIAL_LAYOUT_REQUIRED" val="9.2.99"/>
  <p:tag name="RUNTIME_ID" val="6f308ef1-730f-4b8c-9aec-451b2090d704"/>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8poLZGzW1DjxK97J9XyMkEAAAAAAADAAAAAAADAAAAAwADAAAAAAD///////8DAAAAAAD///////8DAAEA////////BQAAAAMAEAALsEuVyt4AsEym+3nvoTPthAQAAAABAAMAAAACAAMAAAAEAAQAAQD///////8FAAAABAAQAAulh6rqu1hbRo+k+aTIHdAF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7ymgtkbNbUOPEr3sn1fIyQREYXRhAAUAAAAAAk5hbWUADQAAAExpbmtEYXRhTGlzdAAQVmVyc2lvbgAAAAAACUxhc3RXcml0ZQBGgak5lgEAAAABAP////9hAGEAAAAFX2lkABAAAAAEsEuVyt4AsEym+3nvoTPthAREYXRhAAUAAAAAAk5hbWUADQAAAExpbmtEYXRhTGlzdAAQVmVyc2lvbgABAAAACUxhc3RXcml0ZQB4gak5lgEAAAACAP////9wAHAAAAAFX2lkABAAAAAEpYeq6rtYW0aPpPmkyB3QBQNEYXRhABYAAAACUGVyc29uYWxJZAABAAAAAAACTmFtZQALAAAAUGVyc29uYWxJZAAQVmVyc2lvbgAAAAAACUxhc3RXcml0ZQDogak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209323555101"/>
  <p:tag name="EMPOWERCHARTSPROPERTIES_B_LENGTH" val="24576"/>
  <p:tag name="DOWN_MIGRATION_INITIAL_LAYOUT_REQUIRED" val="9.2.99"/>
  <p:tag name="RUNTIME_ID" val="ea6337d9-13f0-4b8f-94aa-e3e45949af48"/>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BAD///////////////////////////////////////////////////////////////////////////////////////////////////////////////////////////////////////////////////////////////////////////////////////////////////////////////////////////////////////////////////////////////////////////////////////////////////////////////////////////////////////////////////////////////////////////////////////////////////////////////////////////////////////////////////////////////////////////////8BACAA////////////////AAAO////////AwAAAAMA////////////////////////////////////////////////////////////////////////////////////////////////////////////////////////////////////////////////////////////////////////////////////////////////////////////////////////////////////////////////////////////////////////////////////////////////////////////////////////////////////////////////////////////////////////////////////////////////////////////////////////////////////////////////////////////////////////////////////////////////////////////////////////AgACAP///////wUAAAACABAAC4tmVq6YKVFGvOqXLZXexIUEAAAAAAADAAAABAADAAAAAwADAAAABAADAAAAAwADAAIA////////BQAAAAMAEAALfZ7w0jAhDkCWGqgtUKcwJgQAAAABAAMAAAACAAMAAAABAAMAAAACAP///////wQAAwD///////8FAAAABAAQAAsecmQBcZWoSI9cS608ix2fBAAAAAIAAwAAAAAAAw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2ZWrpgpUUa86pctld7EhQREYXRhAAUAAAAAAk5hbWUADQAAAExpbmtEYXRhTGlzdAAQVmVyc2lvbgAAAAAACUxhc3RXcml0ZQCd/rwzlgEAAAABAP////9hAGEAAAAFX2lkABAAAAAEfZ7w0jAhDkCWGqgtUKcwJgREYXRhAAUAAAAAAk5hbWUADQAAAExpbmtEYXRhTGlzdAAQVmVyc2lvbgABAAAACUxhc3RXcml0ZQCd/rwzlgEAAAACAP////9wAHAAAAAFX2lkABAAAAAEHnJkAXGVqEiPXEutPIsdnwNEYXRhABYAAAACUGVyc29uYWxJZAABAAAAAAACTmFtZQALAAAAUGVyc29uYWxJZAAQVmVyc2lvbgAAAAAACUxhc3RXcml0ZQC8/rw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5462003338"/>
  <p:tag name="EMPOWERCHARTSPROPERTIES_B_LENGTH" val="24576"/>
  <p:tag name="DOWN_MIGRATION_INITIAL_LAYOUT_REQUIRED" val="9.2.99"/>
  <p:tag name="RUNTIME_ID" val="5c4b397c-1c36-454a-baca-6050e9da062b"/>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BAD///////////////////////////////////////////////////////////////////////////////////////////////////////////////////////////////////////////////////////////////////////////////////////////////////////////////////////////////////////////////////////////////////////////////////////////////////////////////////////////////////////////////////////////////////////////////////////////////////////////////////////////////////////////////////////////////////////////////8BACAA////////////////AAAO////////AwAAAAMA////////////////////////////////////////////////////////////////////////////////////////////////////////////////////////////////////////////////////////////////////////////////////////////////////////////////////////////////////////////////////////////////////////////////////////////////////////////////////////////////////////////////////////////////////////////////////////////////////////////////////////////////////////////////////////////////////////////////////////////////////////////////////////AgACAP///////wUAAAACABAAC4tmVq6YKVFGvOqXLZXexIUEAAAAAAADAAAABAADAAAAAwADAAAABAADAAAAAwADAAIA////////BQAAAAMAEAALfZ7w0jAhDkCWGqgtUKcwJgQAAAABAAMAAAACAAMAAAABAAMAAAACAP///////wQAAwD///////8FAAAABAAQAAsecmQBcZWoSI9cS608ix2fBAAAAAIAAwAAAAAAAw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2ZWrpgpUUa86pctld7EhQREYXRhAAUAAAAAAk5hbWUADQAAAExpbmtEYXRhTGlzdAAQVmVyc2lvbgAAAAAACUxhc3RXcml0ZQCd/rwzlgEAAAABAP////9hAGEAAAAFX2lkABAAAAAEfZ7w0jAhDkCWGqgtUKcwJgREYXRhAAUAAAAAAk5hbWUADQAAAExpbmtEYXRhTGlzdAAQVmVyc2lvbgABAAAACUxhc3RXcml0ZQCd/rwzlgEAAAACAP////9wAHAAAAAFX2lkABAAAAAEHnJkAXGVqEiPXEutPIsdnwNEYXRhABYAAAACUGVyc29uYWxJZAABAAAAAAACTmFtZQALAAAAUGVyc29uYWxJZAAQVmVyc2lvbgAAAAAACUxhc3RXcml0ZQC8/rw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5462003338"/>
  <p:tag name="EMPOWERCHARTSPROPERTIES_B_LENGTH" val="24576"/>
  <p:tag name="DOWN_MIGRATION_INITIAL_LAYOUT_REQUIRED" val="9.2.99"/>
  <p:tag name="RUNTIME_ID" val="5c4b397c-1c36-454a-baca-6050e9da062b"/>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EBAQEBAQEBAQEBAQEBAQMAAAAAAAAAAwAAAAMAAAAA/////wUAzgsAAAAAAAAAAAAAIAD///////////////8AAAD///////////////8DAAAAAgD///////8DAAAABAD///////8DAAAABAD///////8DAAAABAD///////8DAAAABAD///////8DAAAABAD///////8DAAAABAD///////////////////////////////////////////////////////////////////////////////////////////////////////////////////////////////////////////////////////////////////////////////////////////////////////////////////////////////////////////////////////////////////////////////////////////////////////////////////////////////////////////////////////////////////////////////////////////////////////////////8BACAA////////////////AAAO////////AwAAAAMA////////////////////////////////////////////////////////////////////////////////////////////////////////////////////////////////////////////////////////////////////////////////////////////////////////////////////////////////////////////////////////////////////////////////////////////////////////////////////////////////////////////////////////////////////////////////////////////////////////////////////////////////////////////////////////////////////////////////////////////////////////////////////////AgABAP///////wUAAAACABAAC4/O5QHTGf1Ht2azmCZehXwEAAAAAAADAAAAAAADAAAABAADAAEA////////BQAAAAMAEAALeLVdggN+rU+6kqQJFff1LQQAAAABAAMAAAAEAAMAAAABAAQABwD///////8FAAAABAAQAAuxiWUp4Z6gTowkARtWLj1WBAAAAAIAAwAAAAIAAwAAAAMAAwAAAAAA////////AwAAAAA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87lAdMZ/Ue3ZrOYJl6FfAREYXRhAAUAAAAAAk5hbWUADQAAAExpbmtEYXRhTGlzdAAQVmVyc2lvbgABAAAACUxhc3RXcml0ZQAULb8zlgEAAAABAP////9hAGEAAAAFX2lkABAAAAAEeLVdggN+rU+6kqQJFff1LQREYXRhAAUAAAAAAk5hbWUADQAAAExpbmtEYXRhTGlzdAAQVmVyc2lvbgAAAAAACUxhc3RXcml0ZQATLb8zlgEAAAACAP////9wAHAAAAAFX2lkABAAAAAEsYllKeGeoE6MJAEbVi49VgNEYXRhABYAAAACUGVyc29uYWxJZAABAAAAAAACTmFtZQALAAAAUGVyc29uYWxJZAAQVmVyc2lvbgAAAAAACUxhc3RXcml0ZQA5Lb8z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2216891680578"/>
  <p:tag name="EMPOWERCHARTSPROPERTIES_B_LENGTH" val="24576"/>
  <p:tag name="DOWN_MIGRATION_INITIAL_LAYOUT_REQUIRED" val="9.2.99"/>
  <p:tag name="RUNTIME_ID" val="bae7311b-702e-46b1-9b2f-ab7cf9de78d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GT new_TD">
  <a:themeElements>
    <a:clrScheme name="HGT">
      <a:dk1>
        <a:sysClr val="windowText" lastClr="000000"/>
      </a:dk1>
      <a:lt1>
        <a:sysClr val="window" lastClr="FFFFFF"/>
      </a:lt1>
      <a:dk2>
        <a:srgbClr val="414048"/>
      </a:dk2>
      <a:lt2>
        <a:srgbClr val="DADADF"/>
      </a:lt2>
      <a:accent1>
        <a:srgbClr val="212A37"/>
      </a:accent1>
      <a:accent2>
        <a:srgbClr val="E5EAEF"/>
      </a:accent2>
      <a:accent3>
        <a:srgbClr val="9AAAC2"/>
      </a:accent3>
      <a:accent4>
        <a:srgbClr val="56718C"/>
      </a:accent4>
      <a:accent5>
        <a:srgbClr val="324151"/>
      </a:accent5>
      <a:accent6>
        <a:srgbClr val="FF6600"/>
      </a:accent6>
      <a:hlink>
        <a:srgbClr val="FFC34E"/>
      </a:hlink>
      <a:folHlink>
        <a:srgbClr val="68BFAD"/>
      </a:folHlink>
    </a:clrScheme>
    <a:fontScheme name="Custom 1">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cmpd="sng" algn="ctr">
          <a:solidFill>
            <a:srgbClr val="9A9A9A"/>
          </a:solidFill>
          <a:prstDash val="solid"/>
          <a:round/>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HGT new_TD" id="{E0E93EB1-9B8C-46F3-8A6A-70EFED2CD743}" vid="{1E3714FC-DC60-4FEF-B963-1CB4EAF450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A925EF3109D14BBF07652984DC743A" ma:contentTypeVersion="16" ma:contentTypeDescription="Create a new document." ma:contentTypeScope="" ma:versionID="c449a79e7449419c4943afc2a4b475d9">
  <xsd:schema xmlns:xsd="http://www.w3.org/2001/XMLSchema" xmlns:xs="http://www.w3.org/2001/XMLSchema" xmlns:p="http://schemas.microsoft.com/office/2006/metadata/properties" xmlns:ns2="229e0a11-3848-49fd-8c6a-81e88ac08879" xmlns:ns3="39dd1e0b-5267-470b-acea-8e55b9f41d8e" targetNamespace="http://schemas.microsoft.com/office/2006/metadata/properties" ma:root="true" ma:fieldsID="4b7ba7fa09a540e48e07747b7a6e6119" ns2:_="" ns3:_="">
    <xsd:import namespace="229e0a11-3848-49fd-8c6a-81e88ac08879"/>
    <xsd:import namespace="39dd1e0b-5267-470b-acea-8e55b9f41d8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9e0a11-3848-49fd-8c6a-81e88ac08879" elementFormDefault="qualified">
    <xsd:import namespace="http://schemas.microsoft.com/office/2006/documentManagement/types"/>
    <xsd:import namespace="http://schemas.microsoft.com/office/infopath/2007/PartnerControls"/>
    <xsd:element name="MediaServiceMetadata" ma:index="5" nillable="true" ma:displayName="MediaServiceMetadata" ma:hidden="true" ma:internalName="MediaServiceMetadata" ma:readOnly="true">
      <xsd:simpleType>
        <xsd:restriction base="dms:Note"/>
      </xsd:simpleType>
    </xsd:element>
    <xsd:element name="MediaServiceFastMetadata" ma:index="6" nillable="true" ma:displayName="MediaServiceFastMetadata" ma:hidden="true" ma:internalName="MediaServiceFastMetadata" ma:readOnly="true">
      <xsd:simpleType>
        <xsd:restriction base="dms:Note"/>
      </xsd:simpleType>
    </xsd:element>
    <xsd:element name="MediaServiceSearchProperties" ma:index="7" nillable="true" ma:displayName="MediaServiceSearchProperties" ma:hidden="true" ma:internalName="MediaServiceSearchProperties" ma:readOnly="true">
      <xsd:simpleType>
        <xsd:restriction base="dms:Note"/>
      </xsd:simpleType>
    </xsd:element>
    <xsd:element name="MediaServiceDateTaken" ma:index="8" nillable="true" ma:displayName="MediaServiceDateTaken" ma:hidden="true" ma:indexed="true" ma:internalName="MediaServiceDateTaken" ma:readOnly="true">
      <xsd:simpleType>
        <xsd:restriction base="dms:Text"/>
      </xsd:simpleType>
    </xsd:element>
    <xsd:element name="lcf76f155ced4ddcb4097134ff3c332f" ma:index="10" nillable="true" ma:taxonomy="true" ma:internalName="lcf76f155ced4ddcb4097134ff3c332f" ma:taxonomyFieldName="MediaServiceImageTags" ma:displayName="Image Tags" ma:readOnly="false" ma:fieldId="{5cf76f15-5ced-4ddc-b409-7134ff3c332f}" ma:taxonomyMulti="true" ma:sspId="25a390ff-bb44-41ab-883e-bb6999e3d72e"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dd1e0b-5267-470b-acea-8e55b9f41d8e"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7cd2ebdb-72a5-4439-aff3-15631ecda4b4}" ma:internalName="TaxCatchAll" ma:showField="CatchAllData" ma:web="39dd1e0b-5267-470b-acea-8e55b9f41d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6"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9dd1e0b-5267-470b-acea-8e55b9f41d8e" xsi:nil="true"/>
    <lcf76f155ced4ddcb4097134ff3c332f xmlns="229e0a11-3848-49fd-8c6a-81e88ac0887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CA97984-1BFE-41A1-8245-6241D8F1E8D6}">
  <ds:schemaRefs>
    <ds:schemaRef ds:uri="229e0a11-3848-49fd-8c6a-81e88ac08879"/>
    <ds:schemaRef ds:uri="39dd1e0b-5267-470b-acea-8e55b9f41d8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264B596-193F-4F50-B7E1-1B0E6FC2E26F}">
  <ds:schemaRefs>
    <ds:schemaRef ds:uri="http://schemas.microsoft.com/sharepoint/v3/contenttype/forms"/>
  </ds:schemaRefs>
</ds:datastoreItem>
</file>

<file path=customXml/itemProps3.xml><?xml version="1.0" encoding="utf-8"?>
<ds:datastoreItem xmlns:ds="http://schemas.openxmlformats.org/officeDocument/2006/customXml" ds:itemID="{DE364BB1-A2E9-400A-94C9-18F45E098534}">
  <ds:schemaRefs>
    <ds:schemaRef ds:uri="http://purl.org/dc/elements/1.1/"/>
    <ds:schemaRef ds:uri="http://purl.org/dc/terms/"/>
    <ds:schemaRef ds:uri="http://schemas.microsoft.com/office/2006/metadata/properties"/>
    <ds:schemaRef ds:uri="229e0a11-3848-49fd-8c6a-81e88ac08879"/>
    <ds:schemaRef ds:uri="http://schemas.microsoft.com/office/2006/documentManagement/types"/>
    <ds:schemaRef ds:uri="http://purl.org/dc/dcmitype/"/>
    <ds:schemaRef ds:uri="39dd1e0b-5267-470b-acea-8e55b9f41d8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2816</TotalTime>
  <Words>7389</Words>
  <Application>Microsoft Office PowerPoint</Application>
  <PresentationFormat>Presentación en pantalla (16:9)</PresentationFormat>
  <Paragraphs>1563</Paragraphs>
  <Slides>138</Slides>
  <Notes>40</Notes>
  <HiddenSlides>0</HiddenSlides>
  <MMClips>2</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138</vt:i4>
      </vt:variant>
    </vt:vector>
  </HeadingPairs>
  <TitlesOfParts>
    <vt:vector size="147" baseType="lpstr">
      <vt:lpstr>ＭＳ Ｐゴシック</vt:lpstr>
      <vt:lpstr>Aptos</vt:lpstr>
      <vt:lpstr>Arial</vt:lpstr>
      <vt:lpstr>Calibri</vt:lpstr>
      <vt:lpstr>Helvetica Neue LT Pro</vt:lpstr>
      <vt:lpstr>Verdana</vt:lpstr>
      <vt:lpstr>Wingdings</vt:lpstr>
      <vt:lpstr>HGT new_TD</vt:lpstr>
      <vt:lpstr>Diapositiva de think-cell</vt:lpstr>
      <vt:lpstr>BEST Program</vt:lpstr>
      <vt:lpstr>BEST Excellence Academy Impulsando talento y cultura de mejora continua</vt:lpstr>
      <vt:lpstr>Presentación de PowerPoint</vt:lpstr>
      <vt:lpstr>Matriz de habilidades Desarrollando las capacidades correctas para la gente correcta</vt:lpstr>
      <vt:lpstr>PORT™</vt:lpstr>
      <vt:lpstr>Excellence Infrastructure: The Tools Behind the Transformation</vt:lpstr>
      <vt:lpstr>Definiciones</vt:lpstr>
      <vt:lpstr>Formación en PORT™ </vt:lpstr>
      <vt:lpstr>Formación</vt:lpstr>
      <vt:lpstr>Presentación de PowerPoint</vt:lpstr>
      <vt:lpstr>Problem Solving como un sistema</vt:lpstr>
      <vt:lpstr>Presentación de PowerPoint</vt:lpstr>
      <vt:lpstr>Actividad 1</vt:lpstr>
      <vt:lpstr>¿Qué es Problem Solving?</vt:lpstr>
      <vt:lpstr>¿Qué es Problem Solving?</vt:lpstr>
      <vt:lpstr>¿PORT™ o Six Sigma?</vt:lpstr>
      <vt:lpstr>Presentación de PowerPoint</vt:lpstr>
      <vt:lpstr>P O R T</vt:lpstr>
      <vt:lpstr>Presentación de PowerPoint</vt:lpstr>
      <vt:lpstr>Roles</vt:lpstr>
      <vt:lpstr>Roles</vt:lpstr>
      <vt:lpstr>Roles</vt:lpstr>
      <vt:lpstr>Roles</vt:lpstr>
      <vt:lpstr>Captura de problemas</vt:lpstr>
      <vt:lpstr>Equipo de solucionadores de problemas</vt:lpstr>
      <vt:lpstr>Despliegue (visual management system)</vt:lpstr>
      <vt:lpstr>Sistema de reuniones  Control diario y semanal para garantizar la mejora continua</vt:lpstr>
      <vt:lpstr>Correlación con los otros sistemas</vt:lpstr>
      <vt:lpstr>Presentación de PowerPoint</vt:lpstr>
      <vt:lpstr>Actividad 2</vt:lpstr>
      <vt:lpstr>BEST Program</vt:lpstr>
      <vt:lpstr>Formación</vt:lpstr>
      <vt:lpstr>Presentación de actividad 2</vt:lpstr>
      <vt:lpstr>Identificar el problema con precisión</vt:lpstr>
      <vt:lpstr>¿Qué es un problema?</vt:lpstr>
      <vt:lpstr>Sintomas, problemas y causas</vt:lpstr>
      <vt:lpstr>Diagrama de árbol</vt:lpstr>
      <vt:lpstr>Diagrama de árbol</vt:lpstr>
      <vt:lpstr>Actividad 3</vt:lpstr>
      <vt:lpstr>Articular la declaración de un problema</vt:lpstr>
      <vt:lpstr>Articular la declaración de un problema</vt:lpstr>
      <vt:lpstr>Actividad 4</vt:lpstr>
      <vt:lpstr>Reflexión</vt:lpstr>
      <vt:lpstr>Identificar el problema con precision: errores comunes </vt:lpstr>
      <vt:lpstr>Tips para lideres Fase: Identificar el problema con precisión</vt:lpstr>
      <vt:lpstr>Armar los equipos</vt:lpstr>
      <vt:lpstr>Actividad 5</vt:lpstr>
      <vt:lpstr>BEST Program</vt:lpstr>
      <vt:lpstr>Formación</vt:lpstr>
      <vt:lpstr>Presentación de actividad 5</vt:lpstr>
      <vt:lpstr>Observa y analiza</vt:lpstr>
      <vt:lpstr>Identificando las causas</vt:lpstr>
      <vt:lpstr>Diagrama de Ishikawa (causa y efecto)</vt:lpstr>
      <vt:lpstr>Diagrama de Ishikawa (causa y efecto)</vt:lpstr>
      <vt:lpstr>Diagrama de Ishikawa (causa y efecto)</vt:lpstr>
      <vt:lpstr>Presentación de PowerPoint</vt:lpstr>
      <vt:lpstr>Presentación de PowerPoint</vt:lpstr>
      <vt:lpstr>Presentación de PowerPoint</vt:lpstr>
      <vt:lpstr>Actividad 6</vt:lpstr>
      <vt:lpstr>Reflexión</vt:lpstr>
      <vt:lpstr>Presentación de PowerPoint</vt:lpstr>
      <vt:lpstr>Matriz multivotación</vt:lpstr>
      <vt:lpstr>Matriz multivotación</vt:lpstr>
      <vt:lpstr>Matriz multivotación</vt:lpstr>
      <vt:lpstr>Matriz multivotación</vt:lpstr>
      <vt:lpstr>Presentación de PowerPoint</vt:lpstr>
      <vt:lpstr>Presentación de PowerPoint</vt:lpstr>
      <vt:lpstr>Actividad 7</vt:lpstr>
      <vt:lpstr>BEST Program</vt:lpstr>
      <vt:lpstr>Formación</vt:lpstr>
      <vt:lpstr>Causa raíz</vt:lpstr>
      <vt:lpstr>Presentación de PowerPoint</vt:lpstr>
      <vt:lpstr>5 Porqués</vt:lpstr>
      <vt:lpstr>5 Porqués </vt:lpstr>
      <vt:lpstr>5 Porqués </vt:lpstr>
      <vt:lpstr>5 Porqués </vt:lpstr>
      <vt:lpstr>5 Porqués</vt:lpstr>
      <vt:lpstr>5 Porqués</vt:lpstr>
      <vt:lpstr>Presentación de PowerPoint</vt:lpstr>
      <vt:lpstr>Actividad 8</vt:lpstr>
      <vt:lpstr>Reflexión</vt:lpstr>
      <vt:lpstr>Contramedidas</vt:lpstr>
      <vt:lpstr>Presentación de PowerPoint</vt:lpstr>
      <vt:lpstr>Presentación de PowerPoint</vt:lpstr>
      <vt:lpstr>Presentación de PowerPoint</vt:lpstr>
      <vt:lpstr>Presentación de PowerPoint</vt:lpstr>
      <vt:lpstr>Presentación de PowerPoint</vt:lpstr>
      <vt:lpstr>Presentación de PowerPoint</vt:lpstr>
      <vt:lpstr>Actividad 9</vt:lpstr>
      <vt:lpstr>BEST Program</vt:lpstr>
      <vt:lpstr>Formación</vt:lpstr>
      <vt:lpstr>Presentación de actividad 9</vt:lpstr>
      <vt:lpstr>Resuelve con acciones</vt:lpstr>
      <vt:lpstr>Validación del plan de acción </vt:lpstr>
      <vt:lpstr>Validación del plan de acción </vt:lpstr>
      <vt:lpstr>Validación del plan de acción </vt:lpstr>
      <vt:lpstr>Validación del plan de acción </vt:lpstr>
      <vt:lpstr>Prueba piloto de las contramedidas</vt:lpstr>
      <vt:lpstr>Prueba piloto de las contramedidas</vt:lpstr>
      <vt:lpstr>Prueba piloto de las contramedidas</vt:lpstr>
      <vt:lpstr>Presentación de PowerPoint</vt:lpstr>
      <vt:lpstr>Presentación de PowerPoint</vt:lpstr>
      <vt:lpstr>Prueba piloto de las contramedidas</vt:lpstr>
      <vt:lpstr>Prueba piloto de las contramedidas</vt:lpstr>
      <vt:lpstr>Presentación de PowerPoint</vt:lpstr>
      <vt:lpstr>Presentación de PowerPoint</vt:lpstr>
      <vt:lpstr>Actividad 10</vt:lpstr>
      <vt:lpstr>Reflexión</vt:lpstr>
      <vt:lpstr>BEST Program</vt:lpstr>
      <vt:lpstr>Formación</vt:lpstr>
      <vt:lpstr>Seguimiento y sostenibilidad</vt:lpstr>
      <vt:lpstr>Genba Walk La diferencia esta en la constancia</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Método de trackeo </vt:lpstr>
      <vt:lpstr>Sistema de reuniones  Control diario y semanal para garantizar la mejora continua</vt:lpstr>
      <vt:lpstr>Sistema de reuniones  Captura de problemas</vt:lpstr>
      <vt:lpstr>Sistema de reuniones  Captura de problemas</vt:lpstr>
      <vt:lpstr>Sistema de reuniones  Captura de problemas</vt:lpstr>
      <vt:lpstr>Sistema de reuniones  Priorización y selección de lideres</vt:lpstr>
      <vt:lpstr>Gestión visual  Priorización y selección de lideres</vt:lpstr>
      <vt:lpstr>Gestión visual  Seguimiento del estado de los Problem Solving</vt:lpstr>
      <vt:lpstr>Gestión visual  Hacer visible lo importante para que se cumpla</vt:lpstr>
      <vt:lpstr>Sistema de reconocimiento Celebrando a quienes hacen que todo funcione</vt:lpstr>
      <vt:lpstr>Actividad 11</vt:lpstr>
      <vt:lpstr>Reflexión y cierre</vt:lpstr>
      <vt:lpstr>Presentación de PowerPoint</vt:lpstr>
      <vt:lpstr>Presentación de PowerPoint</vt:lpstr>
    </vt:vector>
  </TitlesOfParts>
  <Company>Hapag-Lloyd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Diagnostic Assessment</dc:title>
  <dc:creator>Dekker, Tobias</dc:creator>
  <cp:lastModifiedBy>Angel Adrian Sanchez Nevarez</cp:lastModifiedBy>
  <cp:revision>1</cp:revision>
  <dcterms:created xsi:type="dcterms:W3CDTF">2025-05-22T11:52:15Z</dcterms:created>
  <dcterms:modified xsi:type="dcterms:W3CDTF">2026-07-09T13:04:48Z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0x0101004FA925EF3109D14BBF07652984DC743A</vt:lpwstr>
  </property>
  <property fmtid="{D5CDD505-2E9C-101B-9397-08002B2CF9AE}" pid="3" name="MediaServiceImageTags">
    <vt:lpwstr/>
  </property>
</Properties>
</file>