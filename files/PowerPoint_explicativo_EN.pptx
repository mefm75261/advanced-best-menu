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heme/theme2.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50.xml" ContentType="application/vnd.openxmlformats-officedocument.presentationml.tags+xml"/>
  <Override PartName="/ppt/tags/tag51.xml" ContentType="application/vnd.openxmlformats-officedocument.presentationml.tags+xml"/>
  <Override PartName="/ppt/notesSlides/notesSlide1.xml" ContentType="application/vnd.openxmlformats-officedocument.presentationml.notesSlide+xml"/>
  <Override PartName="/ppt/tags/tag52.xml" ContentType="application/vnd.openxmlformats-officedocument.presentationml.tags+xml"/>
  <Override PartName="/ppt/notesSlides/notesSlide2.xml" ContentType="application/vnd.openxmlformats-officedocument.presentationml.notesSlide+xml"/>
  <Override PartName="/ppt/tags/tag53.xml" ContentType="application/vnd.openxmlformats-officedocument.presentationml.tags+xml"/>
  <Override PartName="/ppt/notesSlides/notesSlide3.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4.xml" ContentType="application/vnd.openxmlformats-officedocument.presentationml.notesSlide+xml"/>
  <Override PartName="/ppt/tags/tag57.xml" ContentType="application/vnd.openxmlformats-officedocument.presentationml.tags+xml"/>
  <Override PartName="/ppt/notesSlides/notesSlide5.xml" ContentType="application/vnd.openxmlformats-officedocument.presentationml.notesSlide+xml"/>
  <Override PartName="/ppt/tags/tag58.xml" ContentType="application/vnd.openxmlformats-officedocument.presentationml.tags+xml"/>
  <Override PartName="/ppt/notesSlides/notesSlide6.xml" ContentType="application/vnd.openxmlformats-officedocument.presentationml.notesSlide+xml"/>
  <Override PartName="/ppt/tags/tag59.xml" ContentType="application/vnd.openxmlformats-officedocument.presentationml.tags+xml"/>
  <Override PartName="/ppt/notesSlides/notesSlide7.xml" ContentType="application/vnd.openxmlformats-officedocument.presentationml.notesSlide+xml"/>
  <Override PartName="/ppt/tags/tag60.xml" ContentType="application/vnd.openxmlformats-officedocument.presentationml.tags+xml"/>
  <Override PartName="/ppt/notesSlides/notesSlide8.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notesSlides/notesSlide9.xml" ContentType="application/vnd.openxmlformats-officedocument.presentationml.notesSlide+xml"/>
  <Override PartName="/ppt/tags/tag63.xml" ContentType="application/vnd.openxmlformats-officedocument.presentationml.tags+xml"/>
  <Override PartName="/ppt/notesSlides/notesSlide10.xml" ContentType="application/vnd.openxmlformats-officedocument.presentationml.notesSlide+xml"/>
  <Override PartName="/ppt/tags/tag64.xml" ContentType="application/vnd.openxmlformats-officedocument.presentationml.tags+xml"/>
  <Override PartName="/ppt/notesSlides/notesSlide11.xml" ContentType="application/vnd.openxmlformats-officedocument.presentationml.notesSlide+xml"/>
  <Override PartName="/ppt/tags/tag65.xml" ContentType="application/vnd.openxmlformats-officedocument.presentationml.tags+xml"/>
  <Override PartName="/ppt/notesSlides/notesSlide12.xml" ContentType="application/vnd.openxmlformats-officedocument.presentationml.notesSlide+xml"/>
  <Override PartName="/ppt/tags/tag66.xml" ContentType="application/vnd.openxmlformats-officedocument.presentationml.tags+xml"/>
  <Override PartName="/ppt/notesSlides/notesSlide13.xml" ContentType="application/vnd.openxmlformats-officedocument.presentationml.notesSlide+xml"/>
  <Override PartName="/ppt/tags/tag67.xml" ContentType="application/vnd.openxmlformats-officedocument.presentationml.tags+xml"/>
  <Override PartName="/ppt/notesSlides/notesSlide14.xml" ContentType="application/vnd.openxmlformats-officedocument.presentationml.notesSlide+xml"/>
  <Override PartName="/ppt/tags/tag68.xml" ContentType="application/vnd.openxmlformats-officedocument.presentationml.tags+xml"/>
  <Override PartName="/ppt/notesSlides/notesSlide15.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notesSlides/notesSlide16.xml" ContentType="application/vnd.openxmlformats-officedocument.presentationml.notesSlide+xml"/>
  <Override PartName="/ppt/tags/tag71.xml" ContentType="application/vnd.openxmlformats-officedocument.presentationml.tags+xml"/>
  <Override PartName="/ppt/notesSlides/notesSlide17.xml" ContentType="application/vnd.openxmlformats-officedocument.presentationml.notesSlide+xml"/>
  <Override PartName="/ppt/tags/tag72.xml" ContentType="application/vnd.openxmlformats-officedocument.presentationml.tags+xml"/>
  <Override PartName="/ppt/notesSlides/notesSlide18.xml" ContentType="application/vnd.openxmlformats-officedocument.presentationml.notesSlide+xml"/>
  <Override PartName="/ppt/tags/tag73.xml" ContentType="application/vnd.openxmlformats-officedocument.presentationml.tags+xml"/>
  <Override PartName="/ppt/notesSlides/notesSlide19.xml" ContentType="application/vnd.openxmlformats-officedocument.presentationml.notesSlide+xml"/>
  <Override PartName="/ppt/tags/tag74.xml" ContentType="application/vnd.openxmlformats-officedocument.presentationml.tags+xml"/>
  <Override PartName="/ppt/notesSlides/notesSlide20.xml" ContentType="application/vnd.openxmlformats-officedocument.presentationml.notesSlide+xml"/>
  <Override PartName="/ppt/tags/tag75.xml" ContentType="application/vnd.openxmlformats-officedocument.presentationml.tags+xml"/>
  <Override PartName="/ppt/notesSlides/notesSlide21.xml" ContentType="application/vnd.openxmlformats-officedocument.presentationml.notesSlide+xml"/>
  <Override PartName="/ppt/tags/tag76.xml" ContentType="application/vnd.openxmlformats-officedocument.presentationml.tags+xml"/>
  <Override PartName="/ppt/notesSlides/notesSlide22.xml" ContentType="application/vnd.openxmlformats-officedocument.presentationml.notesSlide+xml"/>
  <Override PartName="/ppt/tags/tag77.xml" ContentType="application/vnd.openxmlformats-officedocument.presentationml.tags+xml"/>
  <Override PartName="/ppt/notesSlides/notesSlide23.xml" ContentType="application/vnd.openxmlformats-officedocument.presentationml.notesSlide+xml"/>
  <Override PartName="/ppt/tags/tag78.xml" ContentType="application/vnd.openxmlformats-officedocument.presentationml.tags+xml"/>
  <Override PartName="/ppt/notesSlides/notesSlide24.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25.xml" ContentType="application/vnd.openxmlformats-officedocument.presentationml.notesSlide+xml"/>
  <Override PartName="/ppt/tags/tag81.xml" ContentType="application/vnd.openxmlformats-officedocument.presentationml.tags+xml"/>
  <Override PartName="/ppt/notesSlides/notesSlide26.xml" ContentType="application/vnd.openxmlformats-officedocument.presentationml.notesSlide+xml"/>
  <Override PartName="/ppt/tags/tag82.xml" ContentType="application/vnd.openxmlformats-officedocument.presentationml.tags+xml"/>
  <Override PartName="/ppt/notesSlides/notesSlide27.xml" ContentType="application/vnd.openxmlformats-officedocument.presentationml.notesSlide+xml"/>
  <Override PartName="/ppt/tags/tag83.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84.xml" ContentType="application/vnd.openxmlformats-officedocument.presentationml.tags+xml"/>
  <Override PartName="/ppt/notesSlides/notesSlide30.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31.xml" ContentType="application/vnd.openxmlformats-officedocument.presentationml.notesSlide+xml"/>
  <Override PartName="/ppt/tags/tag87.xml" ContentType="application/vnd.openxmlformats-officedocument.presentationml.tags+xml"/>
  <Override PartName="/ppt/notesSlides/notesSlide32.xml" ContentType="application/vnd.openxmlformats-officedocument.presentationml.notesSlide+xml"/>
  <Override PartName="/ppt/tags/tag88.xml" ContentType="application/vnd.openxmlformats-officedocument.presentationml.tags+xml"/>
  <Override PartName="/ppt/notesSlides/notesSlide33.xml" ContentType="application/vnd.openxmlformats-officedocument.presentationml.notesSlide+xml"/>
  <Override PartName="/ppt/tags/tag89.xml" ContentType="application/vnd.openxmlformats-officedocument.presentationml.tags+xml"/>
  <Override PartName="/ppt/notesSlides/notesSlide34.xml" ContentType="application/vnd.openxmlformats-officedocument.presentationml.notesSlide+xml"/>
  <Override PartName="/ppt/tags/tag90.xml" ContentType="application/vnd.openxmlformats-officedocument.presentationml.tags+xml"/>
  <Override PartName="/ppt/notesSlides/notesSlide35.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notesSlides/notesSlide36.xml" ContentType="application/vnd.openxmlformats-officedocument.presentationml.notesSlide+xml"/>
  <Override PartName="/ppt/tags/tag93.xml" ContentType="application/vnd.openxmlformats-officedocument.presentationml.tags+xml"/>
  <Override PartName="/ppt/notesSlides/notesSlide37.xml" ContentType="application/vnd.openxmlformats-officedocument.presentationml.notesSlide+xml"/>
  <Override PartName="/ppt/tags/tag94.xml" ContentType="application/vnd.openxmlformats-officedocument.presentationml.tags+xml"/>
  <Override PartName="/ppt/notesSlides/notesSlide38.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39.xml" ContentType="application/vnd.openxmlformats-officedocument.presentationml.notesSlide+xml"/>
  <Override PartName="/ppt/tags/tag97.xml" ContentType="application/vnd.openxmlformats-officedocument.presentationml.tags+xml"/>
  <Override PartName="/ppt/notesSlides/notesSlide4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85" r:id="rId4"/>
  </p:sldMasterIdLst>
  <p:notesMasterIdLst>
    <p:notesMasterId r:id="rId143"/>
  </p:notesMasterIdLst>
  <p:sldIdLst>
    <p:sldId id="256" r:id="rId5"/>
    <p:sldId id="340" r:id="rId6"/>
    <p:sldId id="2147483610" r:id="rId7"/>
    <p:sldId id="304" r:id="rId8"/>
    <p:sldId id="275" r:id="rId9"/>
    <p:sldId id="276" r:id="rId10"/>
    <p:sldId id="366" r:id="rId11"/>
    <p:sldId id="2147483626" r:id="rId12"/>
    <p:sldId id="2147483638" r:id="rId13"/>
    <p:sldId id="311" r:id="rId14"/>
    <p:sldId id="2147483625" r:id="rId15"/>
    <p:sldId id="343" r:id="rId16"/>
    <p:sldId id="367" r:id="rId17"/>
    <p:sldId id="2147483619" r:id="rId18"/>
    <p:sldId id="2147483636" r:id="rId19"/>
    <p:sldId id="310" r:id="rId20"/>
    <p:sldId id="286" r:id="rId21"/>
    <p:sldId id="2147483622" r:id="rId22"/>
    <p:sldId id="341" r:id="rId23"/>
    <p:sldId id="2147483628" r:id="rId24"/>
    <p:sldId id="2147483629" r:id="rId25"/>
    <p:sldId id="2147483630" r:id="rId26"/>
    <p:sldId id="2147483631" r:id="rId27"/>
    <p:sldId id="2147483623" r:id="rId28"/>
    <p:sldId id="2147483632" r:id="rId29"/>
    <p:sldId id="2147483633" r:id="rId30"/>
    <p:sldId id="358" r:id="rId31"/>
    <p:sldId id="2147483635" r:id="rId32"/>
    <p:sldId id="2147483642" r:id="rId33"/>
    <p:sldId id="2147483637" r:id="rId34"/>
    <p:sldId id="2147483639" r:id="rId35"/>
    <p:sldId id="2147483644" r:id="rId36"/>
    <p:sldId id="2147483641" r:id="rId37"/>
    <p:sldId id="2147483640" r:id="rId38"/>
    <p:sldId id="2147483645" r:id="rId39"/>
    <p:sldId id="2147483646" r:id="rId40"/>
    <p:sldId id="2147483643" r:id="rId41"/>
    <p:sldId id="2147483647" r:id="rId42"/>
    <p:sldId id="257" r:id="rId43"/>
    <p:sldId id="259" r:id="rId44"/>
    <p:sldId id="260" r:id="rId45"/>
    <p:sldId id="261" r:id="rId46"/>
    <p:sldId id="258" r:id="rId47"/>
    <p:sldId id="262" r:id="rId48"/>
    <p:sldId id="312" r:id="rId49"/>
    <p:sldId id="263" r:id="rId50"/>
    <p:sldId id="264" r:id="rId51"/>
    <p:sldId id="265" r:id="rId52"/>
    <p:sldId id="266" r:id="rId53"/>
    <p:sldId id="267" r:id="rId54"/>
    <p:sldId id="316" r:id="rId55"/>
    <p:sldId id="268" r:id="rId56"/>
    <p:sldId id="285" r:id="rId57"/>
    <p:sldId id="269" r:id="rId58"/>
    <p:sldId id="272" r:id="rId59"/>
    <p:sldId id="271" r:id="rId60"/>
    <p:sldId id="278" r:id="rId61"/>
    <p:sldId id="313" r:id="rId62"/>
    <p:sldId id="277" r:id="rId63"/>
    <p:sldId id="297" r:id="rId64"/>
    <p:sldId id="274" r:id="rId65"/>
    <p:sldId id="273" r:id="rId66"/>
    <p:sldId id="280" r:id="rId67"/>
    <p:sldId id="281" r:id="rId68"/>
    <p:sldId id="365" r:id="rId69"/>
    <p:sldId id="279" r:id="rId70"/>
    <p:sldId id="303" r:id="rId71"/>
    <p:sldId id="284" r:id="rId72"/>
    <p:sldId id="282" r:id="rId73"/>
    <p:sldId id="287" r:id="rId74"/>
    <p:sldId id="288" r:id="rId75"/>
    <p:sldId id="289" r:id="rId76"/>
    <p:sldId id="290" r:id="rId77"/>
    <p:sldId id="291" r:id="rId78"/>
    <p:sldId id="292" r:id="rId79"/>
    <p:sldId id="294" r:id="rId80"/>
    <p:sldId id="309" r:id="rId81"/>
    <p:sldId id="283" r:id="rId82"/>
    <p:sldId id="293" r:id="rId83"/>
    <p:sldId id="295" r:id="rId84"/>
    <p:sldId id="296" r:id="rId85"/>
    <p:sldId id="318" r:id="rId86"/>
    <p:sldId id="298" r:id="rId87"/>
    <p:sldId id="301" r:id="rId88"/>
    <p:sldId id="300" r:id="rId89"/>
    <p:sldId id="305" r:id="rId90"/>
    <p:sldId id="302" r:id="rId91"/>
    <p:sldId id="314" r:id="rId92"/>
    <p:sldId id="306" r:id="rId93"/>
    <p:sldId id="307" r:id="rId94"/>
    <p:sldId id="308" r:id="rId95"/>
    <p:sldId id="315" r:id="rId96"/>
    <p:sldId id="317" r:id="rId97"/>
    <p:sldId id="325" r:id="rId98"/>
    <p:sldId id="327" r:id="rId99"/>
    <p:sldId id="328" r:id="rId100"/>
    <p:sldId id="326" r:id="rId101"/>
    <p:sldId id="319" r:id="rId102"/>
    <p:sldId id="299" r:id="rId103"/>
    <p:sldId id="320" r:id="rId104"/>
    <p:sldId id="323" r:id="rId105"/>
    <p:sldId id="324" r:id="rId106"/>
    <p:sldId id="321" r:id="rId107"/>
    <p:sldId id="322" r:id="rId108"/>
    <p:sldId id="332" r:id="rId109"/>
    <p:sldId id="331" r:id="rId110"/>
    <p:sldId id="329" r:id="rId111"/>
    <p:sldId id="330" r:id="rId112"/>
    <p:sldId id="333" r:id="rId113"/>
    <p:sldId id="334" r:id="rId114"/>
    <p:sldId id="335" r:id="rId115"/>
    <p:sldId id="368" r:id="rId116"/>
    <p:sldId id="336" r:id="rId117"/>
    <p:sldId id="338" r:id="rId118"/>
    <p:sldId id="339" r:id="rId119"/>
    <p:sldId id="337" r:id="rId120"/>
    <p:sldId id="342" r:id="rId121"/>
    <p:sldId id="344" r:id="rId122"/>
    <p:sldId id="345" r:id="rId123"/>
    <p:sldId id="346" r:id="rId124"/>
    <p:sldId id="348" r:id="rId125"/>
    <p:sldId id="347" r:id="rId126"/>
    <p:sldId id="349" r:id="rId127"/>
    <p:sldId id="350" r:id="rId128"/>
    <p:sldId id="351" r:id="rId129"/>
    <p:sldId id="353" r:id="rId130"/>
    <p:sldId id="352" r:id="rId131"/>
    <p:sldId id="355" r:id="rId132"/>
    <p:sldId id="356" r:id="rId133"/>
    <p:sldId id="357" r:id="rId134"/>
    <p:sldId id="354" r:id="rId135"/>
    <p:sldId id="359" r:id="rId136"/>
    <p:sldId id="364" r:id="rId137"/>
    <p:sldId id="360" r:id="rId138"/>
    <p:sldId id="363" r:id="rId139"/>
    <p:sldId id="361" r:id="rId140"/>
    <p:sldId id="362" r:id="rId141"/>
    <p:sldId id="270" r:id="rId142"/>
  </p:sldIdLst>
  <p:sldSz cx="9144000" cy="5143500" type="screen16x9"/>
  <p:notesSz cx="6950075" cy="9236075"/>
  <p:custDataLst>
    <p:tags r:id="rId144"/>
  </p:custData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1C0FA4-E69F-424B-80EE-DD12A62CEE75}">
          <p14:sldIdLst>
            <p14:sldId id="256"/>
          </p14:sldIdLst>
        </p14:section>
        <p14:section name="BEST Excellence Academy" id="{1BABA14B-C5BA-4511-8770-5C4F66053102}">
          <p14:sldIdLst>
            <p14:sldId id="340"/>
            <p14:sldId id="2147483610"/>
            <p14:sldId id="304"/>
            <p14:sldId id="275"/>
            <p14:sldId id="276"/>
            <p14:sldId id="366"/>
            <p14:sldId id="2147483626"/>
          </p14:sldIdLst>
        </p14:section>
        <p14:section name="Week 1: System introduction" id="{FF675B62-B97B-4242-9747-977BDF014691}">
          <p14:sldIdLst>
            <p14:sldId id="2147483638"/>
            <p14:sldId id="311"/>
            <p14:sldId id="2147483625"/>
            <p14:sldId id="343"/>
            <p14:sldId id="367"/>
            <p14:sldId id="2147483619"/>
            <p14:sldId id="2147483636"/>
            <p14:sldId id="310"/>
            <p14:sldId id="286"/>
            <p14:sldId id="2147483622"/>
            <p14:sldId id="341"/>
            <p14:sldId id="2147483628"/>
            <p14:sldId id="2147483629"/>
            <p14:sldId id="2147483630"/>
            <p14:sldId id="2147483631"/>
            <p14:sldId id="2147483623"/>
            <p14:sldId id="2147483632"/>
            <p14:sldId id="2147483633"/>
            <p14:sldId id="358"/>
            <p14:sldId id="2147483635"/>
            <p14:sldId id="2147483642"/>
            <p14:sldId id="2147483637"/>
          </p14:sldIdLst>
        </p14:section>
        <p14:section name="Week 2: Pinpoint the problem" id="{79F958E7-BA06-407B-98EA-F35284320F9F}">
          <p14:sldIdLst>
            <p14:sldId id="2147483639"/>
            <p14:sldId id="2147483644"/>
            <p14:sldId id="2147483641"/>
            <p14:sldId id="2147483640"/>
            <p14:sldId id="2147483645"/>
            <p14:sldId id="2147483646"/>
            <p14:sldId id="2147483643"/>
            <p14:sldId id="2147483647"/>
            <p14:sldId id="257"/>
            <p14:sldId id="259"/>
            <p14:sldId id="260"/>
            <p14:sldId id="261"/>
            <p14:sldId id="258"/>
            <p14:sldId id="262"/>
            <p14:sldId id="312"/>
            <p14:sldId id="263"/>
            <p14:sldId id="264"/>
          </p14:sldIdLst>
        </p14:section>
        <p14:section name="Week 3: Observe and analyze pt.1" id="{F1503E7F-96C1-42EE-803B-C852215D59DF}">
          <p14:sldIdLst>
            <p14:sldId id="265"/>
            <p14:sldId id="266"/>
            <p14:sldId id="267"/>
            <p14:sldId id="316"/>
            <p14:sldId id="268"/>
            <p14:sldId id="285"/>
            <p14:sldId id="269"/>
            <p14:sldId id="272"/>
            <p14:sldId id="271"/>
            <p14:sldId id="278"/>
            <p14:sldId id="313"/>
            <p14:sldId id="277"/>
            <p14:sldId id="297"/>
            <p14:sldId id="274"/>
            <p14:sldId id="273"/>
            <p14:sldId id="280"/>
            <p14:sldId id="281"/>
            <p14:sldId id="365"/>
            <p14:sldId id="279"/>
            <p14:sldId id="303"/>
            <p14:sldId id="284"/>
          </p14:sldIdLst>
        </p14:section>
        <p14:section name="Week 4: Observe and analyze pt.2" id="{BAD5FE84-3266-4586-B66B-3B092173B9A0}">
          <p14:sldIdLst>
            <p14:sldId id="282"/>
            <p14:sldId id="287"/>
            <p14:sldId id="288"/>
            <p14:sldId id="289"/>
            <p14:sldId id="290"/>
            <p14:sldId id="291"/>
            <p14:sldId id="292"/>
            <p14:sldId id="294"/>
            <p14:sldId id="309"/>
            <p14:sldId id="283"/>
            <p14:sldId id="293"/>
            <p14:sldId id="295"/>
            <p14:sldId id="296"/>
            <p14:sldId id="318"/>
            <p14:sldId id="298"/>
            <p14:sldId id="301"/>
            <p14:sldId id="300"/>
            <p14:sldId id="305"/>
            <p14:sldId id="302"/>
            <p14:sldId id="314"/>
            <p14:sldId id="306"/>
          </p14:sldIdLst>
        </p14:section>
        <p14:section name="Week 5: Resolve with Actions" id="{A46E44F6-12A3-4C9A-BFA3-6708B924F607}">
          <p14:sldIdLst>
            <p14:sldId id="307"/>
            <p14:sldId id="308"/>
            <p14:sldId id="315"/>
            <p14:sldId id="317"/>
            <p14:sldId id="325"/>
            <p14:sldId id="327"/>
            <p14:sldId id="328"/>
            <p14:sldId id="326"/>
            <p14:sldId id="319"/>
            <p14:sldId id="299"/>
            <p14:sldId id="320"/>
            <p14:sldId id="323"/>
            <p14:sldId id="324"/>
            <p14:sldId id="321"/>
            <p14:sldId id="322"/>
            <p14:sldId id="332"/>
            <p14:sldId id="331"/>
            <p14:sldId id="329"/>
            <p14:sldId id="330"/>
          </p14:sldIdLst>
        </p14:section>
        <p14:section name="Week 6: Track and sustain" id="{5E183228-E17E-4E76-A4ED-A2F305C921D6}">
          <p14:sldIdLst>
            <p14:sldId id="333"/>
            <p14:sldId id="334"/>
            <p14:sldId id="335"/>
            <p14:sldId id="368"/>
            <p14:sldId id="336"/>
            <p14:sldId id="338"/>
            <p14:sldId id="339"/>
            <p14:sldId id="337"/>
            <p14:sldId id="342"/>
            <p14:sldId id="344"/>
            <p14:sldId id="345"/>
            <p14:sldId id="346"/>
            <p14:sldId id="348"/>
            <p14:sldId id="347"/>
            <p14:sldId id="349"/>
            <p14:sldId id="350"/>
            <p14:sldId id="351"/>
            <p14:sldId id="353"/>
            <p14:sldId id="352"/>
            <p14:sldId id="355"/>
            <p14:sldId id="356"/>
            <p14:sldId id="357"/>
            <p14:sldId id="354"/>
            <p14:sldId id="359"/>
            <p14:sldId id="364"/>
            <p14:sldId id="360"/>
            <p14:sldId id="363"/>
            <p14:sldId id="361"/>
            <p14:sldId id="362"/>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F4F"/>
    <a:srgbClr val="BDA25C"/>
    <a:srgbClr val="FFEB9C"/>
    <a:srgbClr val="246504"/>
    <a:srgbClr val="C6EFCE"/>
    <a:srgbClr val="99082B"/>
    <a:srgbClr val="FFC7CE"/>
    <a:srgbClr val="FF6600"/>
    <a:srgbClr val="FF33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90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microsoft.com/office/2016/11/relationships/changesInfo" Target="changesInfos/changesInfo1.xml"/><Relationship Id="rId5" Type="http://schemas.openxmlformats.org/officeDocument/2006/relationships/slide" Target="slides/slide1.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notesMaster" Target="notesMasters/notesMaster1.xml"/><Relationship Id="rId14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tags" Target="tags/tag1.xml"/><Relationship Id="rId90" Type="http://schemas.openxmlformats.org/officeDocument/2006/relationships/slide" Target="slides/slide8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gel Adrian Sanchez Nevarez" userId="4982f2e2-954d-48c8-8821-f9b24faca7be" providerId="ADAL" clId="{5223169C-969D-429B-916C-8DD4098A10A3}"/>
    <pc:docChg chg="undo redo custSel addSld delSld modSld sldOrd addSection modSection">
      <pc:chgData name="Angel Adrian Sanchez Nevarez" userId="4982f2e2-954d-48c8-8821-f9b24faca7be" providerId="ADAL" clId="{5223169C-969D-429B-916C-8DD4098A10A3}" dt="2026-07-09T13:04:45.163" v="13778" actId="20577"/>
      <pc:docMkLst>
        <pc:docMk/>
      </pc:docMkLst>
      <pc:sldChg chg="modSp mod">
        <pc:chgData name="Angel Adrian Sanchez Nevarez" userId="4982f2e2-954d-48c8-8821-f9b24faca7be" providerId="ADAL" clId="{5223169C-969D-429B-916C-8DD4098A10A3}" dt="2026-07-09T13:04:45.163" v="13778" actId="20577"/>
        <pc:sldMkLst>
          <pc:docMk/>
          <pc:sldMk cId="3105289739" sldId="256"/>
        </pc:sldMkLst>
        <pc:spChg chg="mod">
          <ac:chgData name="Angel Adrian Sanchez Nevarez" userId="4982f2e2-954d-48c8-8821-f9b24faca7be" providerId="ADAL" clId="{5223169C-969D-429B-916C-8DD4098A10A3}" dt="2026-07-09T13:04:45.163" v="13778" actId="20577"/>
          <ac:spMkLst>
            <pc:docMk/>
            <pc:sldMk cId="3105289739" sldId="256"/>
            <ac:spMk id="3" creationId="{3C284FEC-B331-5D8B-41AC-B47141C40E9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D82201-EB37-431B-A6D5-388C7A63DBE1}" type="doc">
      <dgm:prSet loTypeId="urn:microsoft.com/office/officeart/2005/8/layout/pyramid1" loCatId="pyramid" qsTypeId="urn:microsoft.com/office/officeart/2005/8/quickstyle/simple1" qsCatId="simple" csTypeId="urn:microsoft.com/office/officeart/2005/8/colors/accent5_3" csCatId="accent5" phldr="1"/>
      <dgm:spPr/>
      <dgm:t>
        <a:bodyPr/>
        <a:lstStyle/>
        <a:p>
          <a:endParaRPr lang="es-MX"/>
        </a:p>
      </dgm:t>
    </dgm:pt>
    <dgm:pt modelId="{59614CB4-B5D4-4EE4-A1FC-94724F1139CF}">
      <dgm:prSet phldrT="[Text]" custT="1"/>
      <dgm:spPr/>
      <dgm:t>
        <a:bodyPr/>
        <a:lstStyle/>
        <a:p>
          <a:r>
            <a:rPr lang="es-MX" sz="1050" noProof="0">
              <a:solidFill>
                <a:schemeClr val="bg1"/>
              </a:solidFill>
            </a:rPr>
            <a:t>Coach</a:t>
          </a:r>
        </a:p>
      </dgm:t>
    </dgm:pt>
    <dgm:pt modelId="{58D2EE4B-A6DD-42FB-8AF7-4BA944C83D35}" type="parTrans" cxnId="{2A46EF2D-16A3-44E9-98FE-2DCD71B5864C}">
      <dgm:prSet/>
      <dgm:spPr/>
      <dgm:t>
        <a:bodyPr/>
        <a:lstStyle/>
        <a:p>
          <a:endParaRPr lang="en-NL" sz="700">
            <a:solidFill>
              <a:schemeClr val="bg1"/>
            </a:solidFill>
          </a:endParaRPr>
        </a:p>
      </dgm:t>
    </dgm:pt>
    <dgm:pt modelId="{30C795B7-C633-4013-B2F6-B8A2ADAD5E50}" type="sibTrans" cxnId="{2A46EF2D-16A3-44E9-98FE-2DCD71B5864C}">
      <dgm:prSet/>
      <dgm:spPr/>
      <dgm:t>
        <a:bodyPr/>
        <a:lstStyle/>
        <a:p>
          <a:endParaRPr lang="en-NL" sz="700">
            <a:solidFill>
              <a:schemeClr val="bg1"/>
            </a:solidFill>
          </a:endParaRPr>
        </a:p>
      </dgm:t>
    </dgm:pt>
    <dgm:pt modelId="{83D4A0C8-B9BE-49C0-B6CF-96D0B51FBCEC}">
      <dgm:prSet phldrT="[Text]" custT="1"/>
      <dgm:spPr/>
      <dgm:t>
        <a:bodyPr/>
        <a:lstStyle/>
        <a:p>
          <a:r>
            <a:rPr lang="es-MX" sz="1050" noProof="0">
              <a:solidFill>
                <a:schemeClr val="bg1"/>
              </a:solidFill>
            </a:rPr>
            <a:t>Experto</a:t>
          </a:r>
        </a:p>
      </dgm:t>
    </dgm:pt>
    <dgm:pt modelId="{BC444A1D-266A-42D9-BA5E-9ABE79FE0BAB}" type="parTrans" cxnId="{5E9401D1-DED7-4597-A244-E530CFBD6B0B}">
      <dgm:prSet/>
      <dgm:spPr/>
      <dgm:t>
        <a:bodyPr/>
        <a:lstStyle/>
        <a:p>
          <a:endParaRPr lang="en-NL" sz="700">
            <a:solidFill>
              <a:schemeClr val="bg1"/>
            </a:solidFill>
          </a:endParaRPr>
        </a:p>
      </dgm:t>
    </dgm:pt>
    <dgm:pt modelId="{18162273-B834-4034-BD31-467DD063DD7E}" type="sibTrans" cxnId="{5E9401D1-DED7-4597-A244-E530CFBD6B0B}">
      <dgm:prSet/>
      <dgm:spPr/>
      <dgm:t>
        <a:bodyPr/>
        <a:lstStyle/>
        <a:p>
          <a:endParaRPr lang="en-NL" sz="700">
            <a:solidFill>
              <a:schemeClr val="bg1"/>
            </a:solidFill>
          </a:endParaRPr>
        </a:p>
      </dgm:t>
    </dgm:pt>
    <dgm:pt modelId="{9B4DAD59-55A4-45CB-AD8A-7DBFBD856A4D}">
      <dgm:prSet phldrT="[Text]" custT="1"/>
      <dgm:spPr/>
      <dgm:t>
        <a:bodyPr/>
        <a:lstStyle/>
        <a:p>
          <a:r>
            <a:rPr lang="es-MX" sz="1050" noProof="0">
              <a:solidFill>
                <a:schemeClr val="bg1"/>
              </a:solidFill>
            </a:rPr>
            <a:t>Practicante</a:t>
          </a:r>
        </a:p>
      </dgm:t>
    </dgm:pt>
    <dgm:pt modelId="{D2770B51-5DD9-4FD2-AA53-D46A682D75D6}" type="parTrans" cxnId="{D4611652-0436-458F-B081-2CAADA3A533B}">
      <dgm:prSet/>
      <dgm:spPr/>
      <dgm:t>
        <a:bodyPr/>
        <a:lstStyle/>
        <a:p>
          <a:endParaRPr lang="en-NL" sz="700">
            <a:solidFill>
              <a:schemeClr val="bg1"/>
            </a:solidFill>
          </a:endParaRPr>
        </a:p>
      </dgm:t>
    </dgm:pt>
    <dgm:pt modelId="{7E2E8815-D58B-4F12-A969-90CDB59C8DF6}" type="sibTrans" cxnId="{D4611652-0436-458F-B081-2CAADA3A533B}">
      <dgm:prSet/>
      <dgm:spPr/>
      <dgm:t>
        <a:bodyPr/>
        <a:lstStyle/>
        <a:p>
          <a:endParaRPr lang="en-NL" sz="700">
            <a:solidFill>
              <a:schemeClr val="bg1"/>
            </a:solidFill>
          </a:endParaRPr>
        </a:p>
      </dgm:t>
    </dgm:pt>
    <dgm:pt modelId="{A5BFA4EB-C7FC-4D39-B430-11ADB3EA5CED}">
      <dgm:prSet phldrT="[Text]" custT="1"/>
      <dgm:spPr/>
      <dgm:t>
        <a:bodyPr/>
        <a:lstStyle/>
        <a:p>
          <a:r>
            <a:rPr lang="es-MX" sz="1050" noProof="0">
              <a:solidFill>
                <a:schemeClr val="bg1"/>
              </a:solidFill>
            </a:rPr>
            <a:t>Fundamentos</a:t>
          </a:r>
        </a:p>
      </dgm:t>
    </dgm:pt>
    <dgm:pt modelId="{146B2BC8-2E79-460A-A26F-2C00A5C5C96C}" type="parTrans" cxnId="{4AB68885-8DA5-4F44-917C-057F70834D83}">
      <dgm:prSet/>
      <dgm:spPr/>
      <dgm:t>
        <a:bodyPr/>
        <a:lstStyle/>
        <a:p>
          <a:endParaRPr lang="en-NL" sz="1400"/>
        </a:p>
      </dgm:t>
    </dgm:pt>
    <dgm:pt modelId="{B2BFCF0E-88CC-417B-BB38-4DB8C9D6E0D3}" type="sibTrans" cxnId="{4AB68885-8DA5-4F44-917C-057F70834D83}">
      <dgm:prSet/>
      <dgm:spPr/>
      <dgm:t>
        <a:bodyPr/>
        <a:lstStyle/>
        <a:p>
          <a:endParaRPr lang="en-NL" sz="1400"/>
        </a:p>
      </dgm:t>
    </dgm:pt>
    <dgm:pt modelId="{FBE1B90C-65B5-487B-A294-11FE5A7CF652}" type="pres">
      <dgm:prSet presAssocID="{88D82201-EB37-431B-A6D5-388C7A63DBE1}" presName="Name0" presStyleCnt="0">
        <dgm:presLayoutVars>
          <dgm:dir/>
          <dgm:animLvl val="lvl"/>
          <dgm:resizeHandles val="exact"/>
        </dgm:presLayoutVars>
      </dgm:prSet>
      <dgm:spPr/>
    </dgm:pt>
    <dgm:pt modelId="{A87C0725-274C-407A-9CD2-85EA1E891567}" type="pres">
      <dgm:prSet presAssocID="{59614CB4-B5D4-4EE4-A1FC-94724F1139CF}" presName="Name8" presStyleCnt="0"/>
      <dgm:spPr/>
    </dgm:pt>
    <dgm:pt modelId="{030900D5-BE51-42EA-A41E-E364EB5036D9}" type="pres">
      <dgm:prSet presAssocID="{59614CB4-B5D4-4EE4-A1FC-94724F1139CF}" presName="level" presStyleLbl="node1" presStyleIdx="0" presStyleCnt="4">
        <dgm:presLayoutVars>
          <dgm:chMax val="1"/>
          <dgm:bulletEnabled val="1"/>
        </dgm:presLayoutVars>
      </dgm:prSet>
      <dgm:spPr/>
    </dgm:pt>
    <dgm:pt modelId="{01F5EC0D-502A-4AA5-BFCE-B5E661CC17BB}" type="pres">
      <dgm:prSet presAssocID="{59614CB4-B5D4-4EE4-A1FC-94724F1139CF}" presName="levelTx" presStyleLbl="revTx" presStyleIdx="0" presStyleCnt="0">
        <dgm:presLayoutVars>
          <dgm:chMax val="1"/>
          <dgm:bulletEnabled val="1"/>
        </dgm:presLayoutVars>
      </dgm:prSet>
      <dgm:spPr/>
    </dgm:pt>
    <dgm:pt modelId="{2DE2B30C-4EF9-4F90-AE59-02D84272CDE5}" type="pres">
      <dgm:prSet presAssocID="{83D4A0C8-B9BE-49C0-B6CF-96D0B51FBCEC}" presName="Name8" presStyleCnt="0"/>
      <dgm:spPr/>
    </dgm:pt>
    <dgm:pt modelId="{52D846A1-33FC-4A99-B88F-6927539747F0}" type="pres">
      <dgm:prSet presAssocID="{83D4A0C8-B9BE-49C0-B6CF-96D0B51FBCEC}" presName="level" presStyleLbl="node1" presStyleIdx="1" presStyleCnt="4">
        <dgm:presLayoutVars>
          <dgm:chMax val="1"/>
          <dgm:bulletEnabled val="1"/>
        </dgm:presLayoutVars>
      </dgm:prSet>
      <dgm:spPr/>
    </dgm:pt>
    <dgm:pt modelId="{CC798C53-8319-4ECE-9240-C2648FC4A311}" type="pres">
      <dgm:prSet presAssocID="{83D4A0C8-B9BE-49C0-B6CF-96D0B51FBCEC}" presName="levelTx" presStyleLbl="revTx" presStyleIdx="0" presStyleCnt="0">
        <dgm:presLayoutVars>
          <dgm:chMax val="1"/>
          <dgm:bulletEnabled val="1"/>
        </dgm:presLayoutVars>
      </dgm:prSet>
      <dgm:spPr/>
    </dgm:pt>
    <dgm:pt modelId="{A64BB010-A532-4A28-9FDA-C61F94908403}" type="pres">
      <dgm:prSet presAssocID="{9B4DAD59-55A4-45CB-AD8A-7DBFBD856A4D}" presName="Name8" presStyleCnt="0"/>
      <dgm:spPr/>
    </dgm:pt>
    <dgm:pt modelId="{6AA6610D-59B1-4B34-8060-CFD479225DF2}" type="pres">
      <dgm:prSet presAssocID="{9B4DAD59-55A4-45CB-AD8A-7DBFBD856A4D}" presName="level" presStyleLbl="node1" presStyleIdx="2" presStyleCnt="4">
        <dgm:presLayoutVars>
          <dgm:chMax val="1"/>
          <dgm:bulletEnabled val="1"/>
        </dgm:presLayoutVars>
      </dgm:prSet>
      <dgm:spPr/>
    </dgm:pt>
    <dgm:pt modelId="{E146C4D6-D5E7-46AB-BB66-552835474497}" type="pres">
      <dgm:prSet presAssocID="{9B4DAD59-55A4-45CB-AD8A-7DBFBD856A4D}" presName="levelTx" presStyleLbl="revTx" presStyleIdx="0" presStyleCnt="0">
        <dgm:presLayoutVars>
          <dgm:chMax val="1"/>
          <dgm:bulletEnabled val="1"/>
        </dgm:presLayoutVars>
      </dgm:prSet>
      <dgm:spPr/>
    </dgm:pt>
    <dgm:pt modelId="{CC6D1F4A-17A1-48AD-BBBF-644CA4A4B194}" type="pres">
      <dgm:prSet presAssocID="{A5BFA4EB-C7FC-4D39-B430-11ADB3EA5CED}" presName="Name8" presStyleCnt="0"/>
      <dgm:spPr/>
    </dgm:pt>
    <dgm:pt modelId="{8DF8F4DB-04C7-472C-A6EA-C85FC4584410}" type="pres">
      <dgm:prSet presAssocID="{A5BFA4EB-C7FC-4D39-B430-11ADB3EA5CED}" presName="level" presStyleLbl="node1" presStyleIdx="3" presStyleCnt="4" custLinFactNeighborX="0" custLinFactNeighborY="11618">
        <dgm:presLayoutVars>
          <dgm:chMax val="1"/>
          <dgm:bulletEnabled val="1"/>
        </dgm:presLayoutVars>
      </dgm:prSet>
      <dgm:spPr/>
    </dgm:pt>
    <dgm:pt modelId="{4252B5DB-6BA9-464E-87D7-2E9736D52FD3}" type="pres">
      <dgm:prSet presAssocID="{A5BFA4EB-C7FC-4D39-B430-11ADB3EA5CED}" presName="levelTx" presStyleLbl="revTx" presStyleIdx="0" presStyleCnt="0">
        <dgm:presLayoutVars>
          <dgm:chMax val="1"/>
          <dgm:bulletEnabled val="1"/>
        </dgm:presLayoutVars>
      </dgm:prSet>
      <dgm:spPr/>
    </dgm:pt>
  </dgm:ptLst>
  <dgm:cxnLst>
    <dgm:cxn modelId="{DBE27609-5721-491B-A0CE-3B4D2ED787DA}" type="presOf" srcId="{9B4DAD59-55A4-45CB-AD8A-7DBFBD856A4D}" destId="{E146C4D6-D5E7-46AB-BB66-552835474497}" srcOrd="1" destOrd="0" presId="urn:microsoft.com/office/officeart/2005/8/layout/pyramid1"/>
    <dgm:cxn modelId="{2A46EF2D-16A3-44E9-98FE-2DCD71B5864C}" srcId="{88D82201-EB37-431B-A6D5-388C7A63DBE1}" destId="{59614CB4-B5D4-4EE4-A1FC-94724F1139CF}" srcOrd="0" destOrd="0" parTransId="{58D2EE4B-A6DD-42FB-8AF7-4BA944C83D35}" sibTransId="{30C795B7-C633-4013-B2F6-B8A2ADAD5E50}"/>
    <dgm:cxn modelId="{27E37A3F-2901-445A-9391-BB32F9458ECE}" type="presOf" srcId="{83D4A0C8-B9BE-49C0-B6CF-96D0B51FBCEC}" destId="{52D846A1-33FC-4A99-B88F-6927539747F0}" srcOrd="0" destOrd="0" presId="urn:microsoft.com/office/officeart/2005/8/layout/pyramid1"/>
    <dgm:cxn modelId="{F8A2694E-7440-4AEE-A50A-42C30852F14B}" type="presOf" srcId="{59614CB4-B5D4-4EE4-A1FC-94724F1139CF}" destId="{030900D5-BE51-42EA-A41E-E364EB5036D9}" srcOrd="0" destOrd="0" presId="urn:microsoft.com/office/officeart/2005/8/layout/pyramid1"/>
    <dgm:cxn modelId="{D4611652-0436-458F-B081-2CAADA3A533B}" srcId="{88D82201-EB37-431B-A6D5-388C7A63DBE1}" destId="{9B4DAD59-55A4-45CB-AD8A-7DBFBD856A4D}" srcOrd="2" destOrd="0" parTransId="{D2770B51-5DD9-4FD2-AA53-D46A682D75D6}" sibTransId="{7E2E8815-D58B-4F12-A969-90CDB59C8DF6}"/>
    <dgm:cxn modelId="{EF593976-5FD3-42EE-B32D-D728373B4C38}" type="presOf" srcId="{9B4DAD59-55A4-45CB-AD8A-7DBFBD856A4D}" destId="{6AA6610D-59B1-4B34-8060-CFD479225DF2}" srcOrd="0" destOrd="0" presId="urn:microsoft.com/office/officeart/2005/8/layout/pyramid1"/>
    <dgm:cxn modelId="{8E788456-F31F-4CC0-81A6-59891BCA03F2}" type="presOf" srcId="{88D82201-EB37-431B-A6D5-388C7A63DBE1}" destId="{FBE1B90C-65B5-487B-A294-11FE5A7CF652}" srcOrd="0" destOrd="0" presId="urn:microsoft.com/office/officeart/2005/8/layout/pyramid1"/>
    <dgm:cxn modelId="{4FEFAE7B-1F54-4847-9E03-8FCCA380570A}" type="presOf" srcId="{A5BFA4EB-C7FC-4D39-B430-11ADB3EA5CED}" destId="{8DF8F4DB-04C7-472C-A6EA-C85FC4584410}" srcOrd="0" destOrd="0" presId="urn:microsoft.com/office/officeart/2005/8/layout/pyramid1"/>
    <dgm:cxn modelId="{4AB68885-8DA5-4F44-917C-057F70834D83}" srcId="{88D82201-EB37-431B-A6D5-388C7A63DBE1}" destId="{A5BFA4EB-C7FC-4D39-B430-11ADB3EA5CED}" srcOrd="3" destOrd="0" parTransId="{146B2BC8-2E79-460A-A26F-2C00A5C5C96C}" sibTransId="{B2BFCF0E-88CC-417B-BB38-4DB8C9D6E0D3}"/>
    <dgm:cxn modelId="{4DF34BBB-B7C4-490E-B1E8-6ECD97213733}" type="presOf" srcId="{59614CB4-B5D4-4EE4-A1FC-94724F1139CF}" destId="{01F5EC0D-502A-4AA5-BFCE-B5E661CC17BB}" srcOrd="1" destOrd="0" presId="urn:microsoft.com/office/officeart/2005/8/layout/pyramid1"/>
    <dgm:cxn modelId="{8F46BECF-CF98-4EA5-B9CD-8C6F4847FCE9}" type="presOf" srcId="{83D4A0C8-B9BE-49C0-B6CF-96D0B51FBCEC}" destId="{CC798C53-8319-4ECE-9240-C2648FC4A311}" srcOrd="1" destOrd="0" presId="urn:microsoft.com/office/officeart/2005/8/layout/pyramid1"/>
    <dgm:cxn modelId="{5E9401D1-DED7-4597-A244-E530CFBD6B0B}" srcId="{88D82201-EB37-431B-A6D5-388C7A63DBE1}" destId="{83D4A0C8-B9BE-49C0-B6CF-96D0B51FBCEC}" srcOrd="1" destOrd="0" parTransId="{BC444A1D-266A-42D9-BA5E-9ABE79FE0BAB}" sibTransId="{18162273-B834-4034-BD31-467DD063DD7E}"/>
    <dgm:cxn modelId="{5756DED2-E35C-452E-AE89-2B0F91CDAA4A}" type="presOf" srcId="{A5BFA4EB-C7FC-4D39-B430-11ADB3EA5CED}" destId="{4252B5DB-6BA9-464E-87D7-2E9736D52FD3}" srcOrd="1" destOrd="0" presId="urn:microsoft.com/office/officeart/2005/8/layout/pyramid1"/>
    <dgm:cxn modelId="{4643FB4B-A821-4C81-8C94-24A48B631D73}" type="presParOf" srcId="{FBE1B90C-65B5-487B-A294-11FE5A7CF652}" destId="{A87C0725-274C-407A-9CD2-85EA1E891567}" srcOrd="0" destOrd="0" presId="urn:microsoft.com/office/officeart/2005/8/layout/pyramid1"/>
    <dgm:cxn modelId="{CE072B1B-D123-4FE3-B437-0182819E2446}" type="presParOf" srcId="{A87C0725-274C-407A-9CD2-85EA1E891567}" destId="{030900D5-BE51-42EA-A41E-E364EB5036D9}" srcOrd="0" destOrd="0" presId="urn:microsoft.com/office/officeart/2005/8/layout/pyramid1"/>
    <dgm:cxn modelId="{AD72F162-5109-4407-A3BC-64C3C400E764}" type="presParOf" srcId="{A87C0725-274C-407A-9CD2-85EA1E891567}" destId="{01F5EC0D-502A-4AA5-BFCE-B5E661CC17BB}" srcOrd="1" destOrd="0" presId="urn:microsoft.com/office/officeart/2005/8/layout/pyramid1"/>
    <dgm:cxn modelId="{3AF5CE66-D847-4017-981D-CEEF14DDA7CC}" type="presParOf" srcId="{FBE1B90C-65B5-487B-A294-11FE5A7CF652}" destId="{2DE2B30C-4EF9-4F90-AE59-02D84272CDE5}" srcOrd="1" destOrd="0" presId="urn:microsoft.com/office/officeart/2005/8/layout/pyramid1"/>
    <dgm:cxn modelId="{A59E68D1-831C-4296-943F-2EB99F9B4811}" type="presParOf" srcId="{2DE2B30C-4EF9-4F90-AE59-02D84272CDE5}" destId="{52D846A1-33FC-4A99-B88F-6927539747F0}" srcOrd="0" destOrd="0" presId="urn:microsoft.com/office/officeart/2005/8/layout/pyramid1"/>
    <dgm:cxn modelId="{A32BEC3B-8BA1-4A78-B46C-D5AE140C228D}" type="presParOf" srcId="{2DE2B30C-4EF9-4F90-AE59-02D84272CDE5}" destId="{CC798C53-8319-4ECE-9240-C2648FC4A311}" srcOrd="1" destOrd="0" presId="urn:microsoft.com/office/officeart/2005/8/layout/pyramid1"/>
    <dgm:cxn modelId="{3793A530-DC2B-4D6B-A74B-30AE2F7AA851}" type="presParOf" srcId="{FBE1B90C-65B5-487B-A294-11FE5A7CF652}" destId="{A64BB010-A532-4A28-9FDA-C61F94908403}" srcOrd="2" destOrd="0" presId="urn:microsoft.com/office/officeart/2005/8/layout/pyramid1"/>
    <dgm:cxn modelId="{8908AAB1-F209-428D-B6E4-F962F6062B6A}" type="presParOf" srcId="{A64BB010-A532-4A28-9FDA-C61F94908403}" destId="{6AA6610D-59B1-4B34-8060-CFD479225DF2}" srcOrd="0" destOrd="0" presId="urn:microsoft.com/office/officeart/2005/8/layout/pyramid1"/>
    <dgm:cxn modelId="{9C5FD59C-7FC1-4630-916A-9B520EF9E74F}" type="presParOf" srcId="{A64BB010-A532-4A28-9FDA-C61F94908403}" destId="{E146C4D6-D5E7-46AB-BB66-552835474497}" srcOrd="1" destOrd="0" presId="urn:microsoft.com/office/officeart/2005/8/layout/pyramid1"/>
    <dgm:cxn modelId="{40778C91-BF73-432C-9A70-663F31DFDEF5}" type="presParOf" srcId="{FBE1B90C-65B5-487B-A294-11FE5A7CF652}" destId="{CC6D1F4A-17A1-48AD-BBBF-644CA4A4B194}" srcOrd="3" destOrd="0" presId="urn:microsoft.com/office/officeart/2005/8/layout/pyramid1"/>
    <dgm:cxn modelId="{20916D93-6435-4763-9330-158D3DD3ACF2}" type="presParOf" srcId="{CC6D1F4A-17A1-48AD-BBBF-644CA4A4B194}" destId="{8DF8F4DB-04C7-472C-A6EA-C85FC4584410}" srcOrd="0" destOrd="0" presId="urn:microsoft.com/office/officeart/2005/8/layout/pyramid1"/>
    <dgm:cxn modelId="{9AA99D6E-9D68-46F9-9397-3CA87BDF93E0}" type="presParOf" srcId="{CC6D1F4A-17A1-48AD-BBBF-644CA4A4B194}" destId="{4252B5DB-6BA9-464E-87D7-2E9736D52FD3}"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0900D5-BE51-42EA-A41E-E364EB5036D9}">
      <dsp:nvSpPr>
        <dsp:cNvPr id="0" name=""/>
        <dsp:cNvSpPr/>
      </dsp:nvSpPr>
      <dsp:spPr>
        <a:xfrm>
          <a:off x="1522835" y="0"/>
          <a:ext cx="1015223" cy="684854"/>
        </a:xfrm>
        <a:prstGeom prst="trapezoid">
          <a:avLst>
            <a:gd name="adj" fmla="val 74120"/>
          </a:avLst>
        </a:prstGeom>
        <a:solidFill>
          <a:schemeClr val="accent5">
            <a:shade val="80000"/>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s-MX" sz="1050" kern="1200" noProof="0">
              <a:solidFill>
                <a:schemeClr val="bg1"/>
              </a:solidFill>
            </a:rPr>
            <a:t>Coach</a:t>
          </a:r>
        </a:p>
      </dsp:txBody>
      <dsp:txXfrm>
        <a:off x="1522835" y="0"/>
        <a:ext cx="1015223" cy="684854"/>
      </dsp:txXfrm>
    </dsp:sp>
    <dsp:sp modelId="{52D846A1-33FC-4A99-B88F-6927539747F0}">
      <dsp:nvSpPr>
        <dsp:cNvPr id="0" name=""/>
        <dsp:cNvSpPr/>
      </dsp:nvSpPr>
      <dsp:spPr>
        <a:xfrm>
          <a:off x="1015223" y="684854"/>
          <a:ext cx="2030447" cy="684854"/>
        </a:xfrm>
        <a:prstGeom prst="trapezoid">
          <a:avLst>
            <a:gd name="adj" fmla="val 74120"/>
          </a:avLst>
        </a:prstGeom>
        <a:solidFill>
          <a:schemeClr val="accent5">
            <a:shade val="80000"/>
            <a:hueOff val="72705"/>
            <a:satOff val="-6785"/>
            <a:lumOff val="12954"/>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s-MX" sz="1050" kern="1200" noProof="0">
              <a:solidFill>
                <a:schemeClr val="bg1"/>
              </a:solidFill>
            </a:rPr>
            <a:t>Experto</a:t>
          </a:r>
        </a:p>
      </dsp:txBody>
      <dsp:txXfrm>
        <a:off x="1370551" y="684854"/>
        <a:ext cx="1319790" cy="684854"/>
      </dsp:txXfrm>
    </dsp:sp>
    <dsp:sp modelId="{6AA6610D-59B1-4B34-8060-CFD479225DF2}">
      <dsp:nvSpPr>
        <dsp:cNvPr id="0" name=""/>
        <dsp:cNvSpPr/>
      </dsp:nvSpPr>
      <dsp:spPr>
        <a:xfrm>
          <a:off x="507611" y="1369708"/>
          <a:ext cx="3045670" cy="684854"/>
        </a:xfrm>
        <a:prstGeom prst="trapezoid">
          <a:avLst>
            <a:gd name="adj" fmla="val 74120"/>
          </a:avLst>
        </a:prstGeom>
        <a:solidFill>
          <a:schemeClr val="accent5">
            <a:shade val="80000"/>
            <a:hueOff val="145410"/>
            <a:satOff val="-13571"/>
            <a:lumOff val="25907"/>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s-MX" sz="1050" kern="1200" noProof="0">
              <a:solidFill>
                <a:schemeClr val="bg1"/>
              </a:solidFill>
            </a:rPr>
            <a:t>Practicante</a:t>
          </a:r>
        </a:p>
      </dsp:txBody>
      <dsp:txXfrm>
        <a:off x="1040604" y="1369708"/>
        <a:ext cx="1979685" cy="684854"/>
      </dsp:txXfrm>
    </dsp:sp>
    <dsp:sp modelId="{8DF8F4DB-04C7-472C-A6EA-C85FC4584410}">
      <dsp:nvSpPr>
        <dsp:cNvPr id="0" name=""/>
        <dsp:cNvSpPr/>
      </dsp:nvSpPr>
      <dsp:spPr>
        <a:xfrm>
          <a:off x="0" y="2054562"/>
          <a:ext cx="4060894" cy="684854"/>
        </a:xfrm>
        <a:prstGeom prst="trapezoid">
          <a:avLst>
            <a:gd name="adj" fmla="val 74120"/>
          </a:avLst>
        </a:prstGeom>
        <a:solidFill>
          <a:schemeClr val="accent5">
            <a:shade val="80000"/>
            <a:hueOff val="218115"/>
            <a:satOff val="-20356"/>
            <a:lumOff val="38861"/>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s-MX" sz="1050" kern="1200" noProof="0">
              <a:solidFill>
                <a:schemeClr val="bg1"/>
              </a:solidFill>
            </a:rPr>
            <a:t>Fundamentos</a:t>
          </a:r>
        </a:p>
      </dsp:txBody>
      <dsp:txXfrm>
        <a:off x="710656" y="2054562"/>
        <a:ext cx="2639581" cy="684854"/>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B5F6FD31-54D2-40AD-84A2-BAC8AEA2422C}" type="datetimeFigureOut">
              <a:rPr lang="en-US" smtClean="0"/>
              <a:t>10/15/2026</a:t>
            </a:fld>
            <a:endParaRPr lang="en-US"/>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5325" y="4445000"/>
            <a:ext cx="5559425" cy="36369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B19E1BAB-8530-45FC-B9CE-C81E0DF88AC3}" type="slidenum">
              <a:rPr lang="en-US" smtClean="0"/>
              <a:t>‹Nº›</a:t>
            </a:fld>
            <a:endParaRPr lang="en-US"/>
          </a:p>
        </p:txBody>
      </p:sp>
    </p:spTree>
    <p:extLst>
      <p:ext uri="{BB962C8B-B14F-4D97-AF65-F5344CB8AC3E}">
        <p14:creationId xmlns:p14="http://schemas.microsoft.com/office/powerpoint/2010/main" val="2152342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MX"/>
          </a:p>
        </p:txBody>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5</a:t>
            </a:fld>
            <a:endParaRPr lang="en-US"/>
          </a:p>
        </p:txBody>
      </p:sp>
    </p:spTree>
    <p:extLst>
      <p:ext uri="{BB962C8B-B14F-4D97-AF65-F5344CB8AC3E}">
        <p14:creationId xmlns:p14="http://schemas.microsoft.com/office/powerpoint/2010/main" val="23348536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55056-9750-04CA-4A4B-013FEF85D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23DFB-9B73-E574-37C2-EB1A132F5650}"/>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BD173317-B358-0BE8-A5C2-2568039E1979}"/>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20C0949F-AE8F-C92F-60B3-27502F12A32F}"/>
              </a:ext>
            </a:extLst>
          </p:cNvPr>
          <p:cNvSpPr>
            <a:spLocks noGrp="1"/>
          </p:cNvSpPr>
          <p:nvPr>
            <p:ph type="sldNum" sz="quarter" idx="5"/>
          </p:nvPr>
        </p:nvSpPr>
        <p:spPr/>
        <p:txBody>
          <a:bodyPr/>
          <a:lstStyle/>
          <a:p>
            <a:r>
              <a:rPr lang="en-US"/>
              <a:t>Notes view: </a:t>
            </a:r>
            <a:fld id="{128CEAFE-FA94-43E5-B0FF-D47E1CCDD1B4}" type="slidenum">
              <a:rPr lang="en-US" smtClean="0"/>
              <a:pPr/>
              <a:t>7</a:t>
            </a:fld>
            <a:endParaRPr lang="en-US"/>
          </a:p>
        </p:txBody>
      </p:sp>
    </p:spTree>
    <p:extLst>
      <p:ext uri="{BB962C8B-B14F-4D97-AF65-F5344CB8AC3E}">
        <p14:creationId xmlns:p14="http://schemas.microsoft.com/office/powerpoint/2010/main" val="2468858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C2E6A-8A09-A317-E672-A96178F6F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C03DA-4C9B-70B8-908A-AAE3B1D0AB3F}"/>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62D20C8F-E6FE-DF33-788B-D187DBE773E4}"/>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2E0606A7-CDDC-5310-5A34-D938232C950B}"/>
              </a:ext>
            </a:extLst>
          </p:cNvPr>
          <p:cNvSpPr>
            <a:spLocks noGrp="1"/>
          </p:cNvSpPr>
          <p:nvPr>
            <p:ph type="sldNum" sz="quarter" idx="5"/>
          </p:nvPr>
        </p:nvSpPr>
        <p:spPr/>
        <p:txBody>
          <a:bodyPr/>
          <a:lstStyle/>
          <a:p>
            <a:r>
              <a:rPr lang="en-US"/>
              <a:t>Notes view: </a:t>
            </a:r>
            <a:fld id="{128CEAFE-FA94-43E5-B0FF-D47E1CCDD1B4}" type="slidenum">
              <a:rPr lang="en-US" smtClean="0"/>
              <a:pPr/>
              <a:t>8</a:t>
            </a:fld>
            <a:endParaRPr lang="en-US"/>
          </a:p>
        </p:txBody>
      </p:sp>
    </p:spTree>
    <p:extLst>
      <p:ext uri="{BB962C8B-B14F-4D97-AF65-F5344CB8AC3E}">
        <p14:creationId xmlns:p14="http://schemas.microsoft.com/office/powerpoint/2010/main" val="2822507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60988-7144-6456-D281-718658CA5B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73D07-ACDD-9B1C-0CDD-B3C604714DBC}"/>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3A4BADC5-B451-822B-FC60-D46C7B226118}"/>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D48D656B-12EA-444B-AEEF-65ECD8CC03A3}"/>
              </a:ext>
            </a:extLst>
          </p:cNvPr>
          <p:cNvSpPr>
            <a:spLocks noGrp="1"/>
          </p:cNvSpPr>
          <p:nvPr>
            <p:ph type="sldNum" sz="quarter" idx="5"/>
          </p:nvPr>
        </p:nvSpPr>
        <p:spPr/>
        <p:txBody>
          <a:bodyPr/>
          <a:lstStyle/>
          <a:p>
            <a:r>
              <a:rPr lang="en-US"/>
              <a:t>Notes view: </a:t>
            </a:r>
            <a:fld id="{128CEAFE-FA94-43E5-B0FF-D47E1CCDD1B4}" type="slidenum">
              <a:rPr lang="en-US" smtClean="0"/>
              <a:pPr/>
              <a:t>16</a:t>
            </a:fld>
            <a:endParaRPr lang="en-US"/>
          </a:p>
        </p:txBody>
      </p:sp>
    </p:spTree>
    <p:extLst>
      <p:ext uri="{BB962C8B-B14F-4D97-AF65-F5344CB8AC3E}">
        <p14:creationId xmlns:p14="http://schemas.microsoft.com/office/powerpoint/2010/main" val="2236774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D1CF1-3E3E-6821-D14B-1F0B72886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2557D-F05B-2477-0E4C-98B16942E5ED}"/>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EB4145DB-9061-28C1-9635-2305A9D11BED}"/>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5419407D-333E-3800-0965-C68B18944676}"/>
              </a:ext>
            </a:extLst>
          </p:cNvPr>
          <p:cNvSpPr>
            <a:spLocks noGrp="1"/>
          </p:cNvSpPr>
          <p:nvPr>
            <p:ph type="sldNum" sz="quarter" idx="5"/>
          </p:nvPr>
        </p:nvSpPr>
        <p:spPr/>
        <p:txBody>
          <a:bodyPr/>
          <a:lstStyle/>
          <a:p>
            <a:r>
              <a:rPr lang="en-US"/>
              <a:t>Notes view: </a:t>
            </a:r>
            <a:fld id="{128CEAFE-FA94-43E5-B0FF-D47E1CCDD1B4}" type="slidenum">
              <a:rPr lang="en-US" smtClean="0"/>
              <a:pPr/>
              <a:t>17</a:t>
            </a:fld>
            <a:endParaRPr lang="en-US"/>
          </a:p>
        </p:txBody>
      </p:sp>
    </p:spTree>
    <p:extLst>
      <p:ext uri="{BB962C8B-B14F-4D97-AF65-F5344CB8AC3E}">
        <p14:creationId xmlns:p14="http://schemas.microsoft.com/office/powerpoint/2010/main" val="2933188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MX"/>
          </a:p>
        </p:txBody>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18</a:t>
            </a:fld>
            <a:endParaRPr lang="en-US"/>
          </a:p>
        </p:txBody>
      </p:sp>
    </p:spTree>
    <p:extLst>
      <p:ext uri="{BB962C8B-B14F-4D97-AF65-F5344CB8AC3E}">
        <p14:creationId xmlns:p14="http://schemas.microsoft.com/office/powerpoint/2010/main" val="2334853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AC4F-8E15-EE05-BC77-151E552C5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02F80-DB2D-EB36-AD48-02C971A21012}"/>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D992B1E8-D68F-B0F8-2EB1-E69E714A3314}"/>
              </a:ext>
            </a:extLst>
          </p:cNvPr>
          <p:cNvSpPr>
            <a:spLocks noGrp="1"/>
          </p:cNvSpPr>
          <p:nvPr>
            <p:ph type="body" idx="1"/>
          </p:nvPr>
        </p:nvSpPr>
        <p:spPr/>
        <p:txBody>
          <a:bodyPr/>
          <a:lstStyle/>
          <a:p>
            <a:r>
              <a:rPr lang="en-US" err="1"/>
              <a:t>Cambiar</a:t>
            </a:r>
            <a:r>
              <a:rPr lang="en-US"/>
              <a:t> DIVE </a:t>
            </a:r>
            <a:r>
              <a:rPr lang="en-US" err="1"/>
              <a:t>por</a:t>
            </a:r>
            <a:r>
              <a:rPr lang="en-US"/>
              <a:t> PORT</a:t>
            </a:r>
            <a:endParaRPr lang="en-NL"/>
          </a:p>
        </p:txBody>
      </p:sp>
      <p:sp>
        <p:nvSpPr>
          <p:cNvPr id="4" name="Slide Number Placeholder 3">
            <a:extLst>
              <a:ext uri="{FF2B5EF4-FFF2-40B4-BE49-F238E27FC236}">
                <a16:creationId xmlns:a16="http://schemas.microsoft.com/office/drawing/2014/main" id="{82AF99D2-DEE5-1071-2374-3204BEE75BD0}"/>
              </a:ext>
            </a:extLst>
          </p:cNvPr>
          <p:cNvSpPr>
            <a:spLocks noGrp="1"/>
          </p:cNvSpPr>
          <p:nvPr>
            <p:ph type="sldNum" sz="quarter" idx="5"/>
          </p:nvPr>
        </p:nvSpPr>
        <p:spPr/>
        <p:txBody>
          <a:bodyPr/>
          <a:lstStyle/>
          <a:p>
            <a:fld id="{B19E1BAB-8530-45FC-B9CE-C81E0DF88AC3}" type="slidenum">
              <a:rPr lang="en-US" smtClean="0"/>
              <a:t>25</a:t>
            </a:fld>
            <a:endParaRPr lang="en-US"/>
          </a:p>
        </p:txBody>
      </p:sp>
    </p:spTree>
    <p:extLst>
      <p:ext uri="{BB962C8B-B14F-4D97-AF65-F5344CB8AC3E}">
        <p14:creationId xmlns:p14="http://schemas.microsoft.com/office/powerpoint/2010/main" val="1453661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1858-30C0-53AF-2B76-F3A4FF26DD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84D05-D276-C254-8DCF-F750D5F30131}"/>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D5D79DBD-358A-C762-4985-2A31BDAAA5AE}"/>
              </a:ext>
            </a:extLst>
          </p:cNvPr>
          <p:cNvSpPr>
            <a:spLocks noGrp="1"/>
          </p:cNvSpPr>
          <p:nvPr>
            <p:ph type="body" idx="1"/>
          </p:nvPr>
        </p:nvSpPr>
        <p:spPr/>
        <p:txBody>
          <a:bodyPr/>
          <a:lstStyle/>
          <a:p>
            <a:r>
              <a:rPr lang="en-US" err="1"/>
              <a:t>Cambiar</a:t>
            </a:r>
            <a:r>
              <a:rPr lang="en-US"/>
              <a:t> DIVE </a:t>
            </a:r>
            <a:r>
              <a:rPr lang="en-US" err="1"/>
              <a:t>por</a:t>
            </a:r>
            <a:r>
              <a:rPr lang="en-US"/>
              <a:t> PORT</a:t>
            </a:r>
            <a:endParaRPr lang="en-NL"/>
          </a:p>
        </p:txBody>
      </p:sp>
      <p:sp>
        <p:nvSpPr>
          <p:cNvPr id="4" name="Slide Number Placeholder 3">
            <a:extLst>
              <a:ext uri="{FF2B5EF4-FFF2-40B4-BE49-F238E27FC236}">
                <a16:creationId xmlns:a16="http://schemas.microsoft.com/office/drawing/2014/main" id="{A0B2BFEB-47DD-BBBA-A8D6-A2716ED81A11}"/>
              </a:ext>
            </a:extLst>
          </p:cNvPr>
          <p:cNvSpPr>
            <a:spLocks noGrp="1"/>
          </p:cNvSpPr>
          <p:nvPr>
            <p:ph type="sldNum" sz="quarter" idx="5"/>
          </p:nvPr>
        </p:nvSpPr>
        <p:spPr/>
        <p:txBody>
          <a:bodyPr/>
          <a:lstStyle/>
          <a:p>
            <a:fld id="{B19E1BAB-8530-45FC-B9CE-C81E0DF88AC3}" type="slidenum">
              <a:rPr lang="en-US" smtClean="0"/>
              <a:t>27</a:t>
            </a:fld>
            <a:endParaRPr lang="en-US"/>
          </a:p>
        </p:txBody>
      </p:sp>
    </p:spTree>
    <p:extLst>
      <p:ext uri="{BB962C8B-B14F-4D97-AF65-F5344CB8AC3E}">
        <p14:creationId xmlns:p14="http://schemas.microsoft.com/office/powerpoint/2010/main" val="3997385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12BED-6AC7-A817-61F6-B23679375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FFDA89-3A61-2B39-261A-AEA2C6724FF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0ACDAA65-1E75-63FE-3042-830A1109B9C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436B3B35-DA5F-3B00-6A21-A1ADD4253FA7}"/>
              </a:ext>
            </a:extLst>
          </p:cNvPr>
          <p:cNvSpPr>
            <a:spLocks noGrp="1"/>
          </p:cNvSpPr>
          <p:nvPr>
            <p:ph type="sldNum" sz="quarter" idx="5"/>
          </p:nvPr>
        </p:nvSpPr>
        <p:spPr/>
        <p:txBody>
          <a:bodyPr/>
          <a:lstStyle/>
          <a:p>
            <a:r>
              <a:rPr lang="en-US"/>
              <a:t>Notes view: </a:t>
            </a:r>
            <a:fld id="{128CEAFE-FA94-43E5-B0FF-D47E1CCDD1B4}" type="slidenum">
              <a:rPr lang="en-US" smtClean="0"/>
              <a:pPr/>
              <a:t>31</a:t>
            </a:fld>
            <a:endParaRPr lang="en-US"/>
          </a:p>
        </p:txBody>
      </p:sp>
    </p:spTree>
    <p:extLst>
      <p:ext uri="{BB962C8B-B14F-4D97-AF65-F5344CB8AC3E}">
        <p14:creationId xmlns:p14="http://schemas.microsoft.com/office/powerpoint/2010/main" val="810959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4E04F-F2A4-07F7-4177-AC008806B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47FD0-D780-326B-E657-C7B4E108884F}"/>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DC7430D7-B6D1-1854-F01A-1205097E44E4}"/>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DDDF5AE3-950A-C703-0322-487984707FD9}"/>
              </a:ext>
            </a:extLst>
          </p:cNvPr>
          <p:cNvSpPr>
            <a:spLocks noGrp="1"/>
          </p:cNvSpPr>
          <p:nvPr>
            <p:ph type="sldNum" sz="quarter" idx="5"/>
          </p:nvPr>
        </p:nvSpPr>
        <p:spPr/>
        <p:txBody>
          <a:bodyPr/>
          <a:lstStyle/>
          <a:p>
            <a:r>
              <a:rPr lang="en-US"/>
              <a:t>Notes view: </a:t>
            </a:r>
            <a:fld id="{128CEAFE-FA94-43E5-B0FF-D47E1CCDD1B4}" type="slidenum">
              <a:rPr lang="en-US" smtClean="0"/>
              <a:pPr/>
              <a:t>33</a:t>
            </a:fld>
            <a:endParaRPr lang="en-US"/>
          </a:p>
        </p:txBody>
      </p:sp>
    </p:spTree>
    <p:extLst>
      <p:ext uri="{BB962C8B-B14F-4D97-AF65-F5344CB8AC3E}">
        <p14:creationId xmlns:p14="http://schemas.microsoft.com/office/powerpoint/2010/main" val="3317799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A3503-BF81-A611-A2D4-2AB766AB3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31C71-6CDA-67E0-3C33-893489E4F23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0821E6EA-CBFF-D45C-06C9-A603EF5FC5E4}"/>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09E97178-58E3-432A-BD00-BFBFFC6493A3}"/>
              </a:ext>
            </a:extLst>
          </p:cNvPr>
          <p:cNvSpPr>
            <a:spLocks noGrp="1"/>
          </p:cNvSpPr>
          <p:nvPr>
            <p:ph type="sldNum" sz="quarter" idx="5"/>
          </p:nvPr>
        </p:nvSpPr>
        <p:spPr/>
        <p:txBody>
          <a:bodyPr/>
          <a:lstStyle/>
          <a:p>
            <a:fld id="{B19E1BAB-8530-45FC-B9CE-C81E0DF88AC3}" type="slidenum">
              <a:rPr lang="en-US" smtClean="0"/>
              <a:t>35</a:t>
            </a:fld>
            <a:endParaRPr lang="en-US"/>
          </a:p>
        </p:txBody>
      </p:sp>
    </p:spTree>
    <p:extLst>
      <p:ext uri="{BB962C8B-B14F-4D97-AF65-F5344CB8AC3E}">
        <p14:creationId xmlns:p14="http://schemas.microsoft.com/office/powerpoint/2010/main" val="3060484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077D1-A28A-B24C-D0FA-B6586707B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16CB9-A115-2C1F-640E-1F82D50873E8}"/>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8C8062B8-90E1-98A0-4198-18C375B1BCE4}"/>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79EB1DE4-0510-8068-34A3-A92057869BCD}"/>
              </a:ext>
            </a:extLst>
          </p:cNvPr>
          <p:cNvSpPr>
            <a:spLocks noGrp="1"/>
          </p:cNvSpPr>
          <p:nvPr>
            <p:ph type="sldNum" sz="quarter" idx="5"/>
          </p:nvPr>
        </p:nvSpPr>
        <p:spPr/>
        <p:txBody>
          <a:bodyPr/>
          <a:lstStyle/>
          <a:p>
            <a:fld id="{B19E1BAB-8530-45FC-B9CE-C81E0DF88AC3}" type="slidenum">
              <a:rPr lang="en-US" smtClean="0"/>
              <a:t>39</a:t>
            </a:fld>
            <a:endParaRPr lang="en-US"/>
          </a:p>
        </p:txBody>
      </p:sp>
    </p:spTree>
    <p:extLst>
      <p:ext uri="{BB962C8B-B14F-4D97-AF65-F5344CB8AC3E}">
        <p14:creationId xmlns:p14="http://schemas.microsoft.com/office/powerpoint/2010/main" val="3935063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A860C-1AE9-C0E5-1587-1B79CEB06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D3B40-32D3-40EF-FF9A-CC03ABB4FBD2}"/>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CF25D6A3-AE3E-2C84-CDB3-156AE2056F35}"/>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473C0C0E-DE89-66BE-FF35-3CE3ECFD03E7}"/>
              </a:ext>
            </a:extLst>
          </p:cNvPr>
          <p:cNvSpPr>
            <a:spLocks noGrp="1"/>
          </p:cNvSpPr>
          <p:nvPr>
            <p:ph type="sldNum" sz="quarter" idx="5"/>
          </p:nvPr>
        </p:nvSpPr>
        <p:spPr/>
        <p:txBody>
          <a:bodyPr/>
          <a:lstStyle/>
          <a:p>
            <a:fld id="{B19E1BAB-8530-45FC-B9CE-C81E0DF88AC3}" type="slidenum">
              <a:rPr lang="en-US" smtClean="0"/>
              <a:t>42</a:t>
            </a:fld>
            <a:endParaRPr lang="en-US"/>
          </a:p>
        </p:txBody>
      </p:sp>
    </p:spTree>
    <p:extLst>
      <p:ext uri="{BB962C8B-B14F-4D97-AF65-F5344CB8AC3E}">
        <p14:creationId xmlns:p14="http://schemas.microsoft.com/office/powerpoint/2010/main" val="3339993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30976-E167-D2EF-9888-7D8889365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E693FE-8831-3D5C-E647-F67B5C3AB62F}"/>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A9035F15-AFD8-A1A6-2B3C-5230735B8D66}"/>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E3DA287B-BD88-E463-CD05-A7804CEE49EF}"/>
              </a:ext>
            </a:extLst>
          </p:cNvPr>
          <p:cNvSpPr>
            <a:spLocks noGrp="1"/>
          </p:cNvSpPr>
          <p:nvPr>
            <p:ph type="sldNum" sz="quarter" idx="5"/>
          </p:nvPr>
        </p:nvSpPr>
        <p:spPr/>
        <p:txBody>
          <a:bodyPr/>
          <a:lstStyle/>
          <a:p>
            <a:fld id="{B19E1BAB-8530-45FC-B9CE-C81E0DF88AC3}" type="slidenum">
              <a:rPr lang="en-US" smtClean="0"/>
              <a:t>43</a:t>
            </a:fld>
            <a:endParaRPr lang="en-US"/>
          </a:p>
        </p:txBody>
      </p:sp>
    </p:spTree>
    <p:extLst>
      <p:ext uri="{BB962C8B-B14F-4D97-AF65-F5344CB8AC3E}">
        <p14:creationId xmlns:p14="http://schemas.microsoft.com/office/powerpoint/2010/main" val="1227991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09272-2DBC-A0F9-7FAD-65DF0649C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D40C2-E1F7-D250-2D24-46F70FACF5E4}"/>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4C7992BA-7548-E2FC-B91F-D93CB5575C8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3DCF7E4E-67CD-B85C-61BB-567BBE5ADE8E}"/>
              </a:ext>
            </a:extLst>
          </p:cNvPr>
          <p:cNvSpPr>
            <a:spLocks noGrp="1"/>
          </p:cNvSpPr>
          <p:nvPr>
            <p:ph type="sldNum" sz="quarter" idx="5"/>
          </p:nvPr>
        </p:nvSpPr>
        <p:spPr/>
        <p:txBody>
          <a:bodyPr/>
          <a:lstStyle/>
          <a:p>
            <a:fld id="{B19E1BAB-8530-45FC-B9CE-C81E0DF88AC3}" type="slidenum">
              <a:rPr lang="en-US" smtClean="0"/>
              <a:t>44</a:t>
            </a:fld>
            <a:endParaRPr lang="en-US"/>
          </a:p>
        </p:txBody>
      </p:sp>
    </p:spTree>
    <p:extLst>
      <p:ext uri="{BB962C8B-B14F-4D97-AF65-F5344CB8AC3E}">
        <p14:creationId xmlns:p14="http://schemas.microsoft.com/office/powerpoint/2010/main" val="3395898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8DED5-9660-487A-8447-A6B2C9129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77448-7555-45C7-3E21-47211AF7DA6F}"/>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FF404EC-E834-19F3-9160-94919CC01918}"/>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6578BDF8-3D6B-FA46-99F7-DCD3010A3145}"/>
              </a:ext>
            </a:extLst>
          </p:cNvPr>
          <p:cNvSpPr>
            <a:spLocks noGrp="1"/>
          </p:cNvSpPr>
          <p:nvPr>
            <p:ph type="sldNum" sz="quarter" idx="5"/>
          </p:nvPr>
        </p:nvSpPr>
        <p:spPr/>
        <p:txBody>
          <a:bodyPr/>
          <a:lstStyle/>
          <a:p>
            <a:r>
              <a:rPr lang="en-US"/>
              <a:t>Notes view: </a:t>
            </a:r>
            <a:fld id="{128CEAFE-FA94-43E5-B0FF-D47E1CCDD1B4}" type="slidenum">
              <a:rPr lang="en-US" smtClean="0"/>
              <a:pPr/>
              <a:t>48</a:t>
            </a:fld>
            <a:endParaRPr lang="en-US"/>
          </a:p>
        </p:txBody>
      </p:sp>
    </p:spTree>
    <p:extLst>
      <p:ext uri="{BB962C8B-B14F-4D97-AF65-F5344CB8AC3E}">
        <p14:creationId xmlns:p14="http://schemas.microsoft.com/office/powerpoint/2010/main" val="8889365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3B1BE-6BD2-ED5A-164F-E0663570E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4B8CE-8FE6-8ECB-3E7F-C92D58BFB48D}"/>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E7881964-259C-916D-3706-1CA33F2684CE}"/>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3D9AF8DA-1F25-E469-AFE3-B8758D6E267D}"/>
              </a:ext>
            </a:extLst>
          </p:cNvPr>
          <p:cNvSpPr>
            <a:spLocks noGrp="1"/>
          </p:cNvSpPr>
          <p:nvPr>
            <p:ph type="sldNum" sz="quarter" idx="5"/>
          </p:nvPr>
        </p:nvSpPr>
        <p:spPr/>
        <p:txBody>
          <a:bodyPr/>
          <a:lstStyle/>
          <a:p>
            <a:r>
              <a:rPr lang="en-US"/>
              <a:t>Notes view: </a:t>
            </a:r>
            <a:fld id="{128CEAFE-FA94-43E5-B0FF-D47E1CCDD1B4}" type="slidenum">
              <a:rPr lang="en-US" smtClean="0"/>
              <a:pPr/>
              <a:t>50</a:t>
            </a:fld>
            <a:endParaRPr lang="en-US"/>
          </a:p>
        </p:txBody>
      </p:sp>
    </p:spTree>
    <p:extLst>
      <p:ext uri="{BB962C8B-B14F-4D97-AF65-F5344CB8AC3E}">
        <p14:creationId xmlns:p14="http://schemas.microsoft.com/office/powerpoint/2010/main" val="3824847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47BAE-6E9B-A665-7E07-A7F4C90FD5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AFCA8-2698-D394-3E3F-7A08670186EE}"/>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9B095C76-E5E8-5BF5-01E4-EA773EB40ADB}"/>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858CFD11-345B-2784-0AFB-6CFC0681386D}"/>
              </a:ext>
            </a:extLst>
          </p:cNvPr>
          <p:cNvSpPr>
            <a:spLocks noGrp="1"/>
          </p:cNvSpPr>
          <p:nvPr>
            <p:ph type="sldNum" sz="quarter" idx="5"/>
          </p:nvPr>
        </p:nvSpPr>
        <p:spPr/>
        <p:txBody>
          <a:bodyPr/>
          <a:lstStyle/>
          <a:p>
            <a:fld id="{B19E1BAB-8530-45FC-B9CE-C81E0DF88AC3}" type="slidenum">
              <a:rPr lang="en-US" smtClean="0"/>
              <a:t>55</a:t>
            </a:fld>
            <a:endParaRPr lang="en-US"/>
          </a:p>
        </p:txBody>
      </p:sp>
    </p:spTree>
    <p:extLst>
      <p:ext uri="{BB962C8B-B14F-4D97-AF65-F5344CB8AC3E}">
        <p14:creationId xmlns:p14="http://schemas.microsoft.com/office/powerpoint/2010/main" val="32064642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09782-21A6-803C-46F7-EF2FAB2BB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CD0A5E-C447-E365-8937-451107765520}"/>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CE53C3C0-CC88-9412-639B-7F731AF49C4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B9A248DD-A290-7C2D-150F-7A0984CA529D}"/>
              </a:ext>
            </a:extLst>
          </p:cNvPr>
          <p:cNvSpPr>
            <a:spLocks noGrp="1"/>
          </p:cNvSpPr>
          <p:nvPr>
            <p:ph type="sldNum" sz="quarter" idx="5"/>
          </p:nvPr>
        </p:nvSpPr>
        <p:spPr/>
        <p:txBody>
          <a:bodyPr/>
          <a:lstStyle/>
          <a:p>
            <a:fld id="{B19E1BAB-8530-45FC-B9CE-C81E0DF88AC3}" type="slidenum">
              <a:rPr lang="en-US" smtClean="0"/>
              <a:t>56</a:t>
            </a:fld>
            <a:endParaRPr lang="en-US"/>
          </a:p>
        </p:txBody>
      </p:sp>
    </p:spTree>
    <p:extLst>
      <p:ext uri="{BB962C8B-B14F-4D97-AF65-F5344CB8AC3E}">
        <p14:creationId xmlns:p14="http://schemas.microsoft.com/office/powerpoint/2010/main" val="5502212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A7510-FC6E-3784-646E-9FE5585B9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7B0E4-4515-6D1E-B780-9E92E2BCCCCA}"/>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D0FBB538-4281-2A9D-C524-FC4EE0F5AF65}"/>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AD4AE2E5-8C03-10E1-024A-FC403B4DABC9}"/>
              </a:ext>
            </a:extLst>
          </p:cNvPr>
          <p:cNvSpPr>
            <a:spLocks noGrp="1"/>
          </p:cNvSpPr>
          <p:nvPr>
            <p:ph type="sldNum" sz="quarter" idx="5"/>
          </p:nvPr>
        </p:nvSpPr>
        <p:spPr/>
        <p:txBody>
          <a:bodyPr/>
          <a:lstStyle/>
          <a:p>
            <a:fld id="{B19E1BAB-8530-45FC-B9CE-C81E0DF88AC3}" type="slidenum">
              <a:rPr lang="en-US" smtClean="0"/>
              <a:t>57</a:t>
            </a:fld>
            <a:endParaRPr lang="en-US"/>
          </a:p>
        </p:txBody>
      </p:sp>
    </p:spTree>
    <p:extLst>
      <p:ext uri="{BB962C8B-B14F-4D97-AF65-F5344CB8AC3E}">
        <p14:creationId xmlns:p14="http://schemas.microsoft.com/office/powerpoint/2010/main" val="3228504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945F3-F139-C31A-0CF2-34487493A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1DEA1-1911-387C-A0AF-23799FD3A614}"/>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3C86F32E-E909-A472-0C4D-094799DD78E6}"/>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9179BFD4-8E84-02F3-83F1-FADE571E369A}"/>
              </a:ext>
            </a:extLst>
          </p:cNvPr>
          <p:cNvSpPr>
            <a:spLocks noGrp="1"/>
          </p:cNvSpPr>
          <p:nvPr>
            <p:ph type="sldNum" sz="quarter" idx="5"/>
          </p:nvPr>
        </p:nvSpPr>
        <p:spPr/>
        <p:txBody>
          <a:bodyPr/>
          <a:lstStyle/>
          <a:p>
            <a:fld id="{B19E1BAB-8530-45FC-B9CE-C81E0DF88AC3}" type="slidenum">
              <a:rPr lang="en-US" smtClean="0"/>
              <a:t>59</a:t>
            </a:fld>
            <a:endParaRPr lang="en-US"/>
          </a:p>
        </p:txBody>
      </p:sp>
    </p:spTree>
    <p:extLst>
      <p:ext uri="{BB962C8B-B14F-4D97-AF65-F5344CB8AC3E}">
        <p14:creationId xmlns:p14="http://schemas.microsoft.com/office/powerpoint/2010/main" val="18560817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81172-62BA-092B-F683-15ECD878F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0D8E5-E0A5-28EE-F661-E7166495851C}"/>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8E88BD71-E22B-6EFF-3B9E-D70E2B1949B4}"/>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F37F01EA-F553-FEFA-BA51-A712EF072A6E}"/>
              </a:ext>
            </a:extLst>
          </p:cNvPr>
          <p:cNvSpPr>
            <a:spLocks noGrp="1"/>
          </p:cNvSpPr>
          <p:nvPr>
            <p:ph type="sldNum" sz="quarter" idx="5"/>
          </p:nvPr>
        </p:nvSpPr>
        <p:spPr/>
        <p:txBody>
          <a:bodyPr/>
          <a:lstStyle/>
          <a:p>
            <a:fld id="{B19E1BAB-8530-45FC-B9CE-C81E0DF88AC3}" type="slidenum">
              <a:rPr lang="en-US" smtClean="0"/>
              <a:t>60</a:t>
            </a:fld>
            <a:endParaRPr lang="en-US"/>
          </a:p>
        </p:txBody>
      </p:sp>
    </p:spTree>
    <p:extLst>
      <p:ext uri="{BB962C8B-B14F-4D97-AF65-F5344CB8AC3E}">
        <p14:creationId xmlns:p14="http://schemas.microsoft.com/office/powerpoint/2010/main" val="23300830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DFC75-68FB-F942-B461-8B3577709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7FE7E-55AF-A5EE-5679-491D09627DAE}"/>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E5FCF84-ED51-4B43-AC95-42D2808FB88A}"/>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2552731A-5251-3602-B952-2BA66A6E3C60}"/>
              </a:ext>
            </a:extLst>
          </p:cNvPr>
          <p:cNvSpPr>
            <a:spLocks noGrp="1"/>
          </p:cNvSpPr>
          <p:nvPr>
            <p:ph type="sldNum" sz="quarter" idx="5"/>
          </p:nvPr>
        </p:nvSpPr>
        <p:spPr/>
        <p:txBody>
          <a:bodyPr/>
          <a:lstStyle/>
          <a:p>
            <a:fld id="{B19E1BAB-8530-45FC-B9CE-C81E0DF88AC3}" type="slidenum">
              <a:rPr lang="en-US" smtClean="0"/>
              <a:t>65</a:t>
            </a:fld>
            <a:endParaRPr lang="en-US"/>
          </a:p>
        </p:txBody>
      </p:sp>
    </p:spTree>
    <p:extLst>
      <p:ext uri="{BB962C8B-B14F-4D97-AF65-F5344CB8AC3E}">
        <p14:creationId xmlns:p14="http://schemas.microsoft.com/office/powerpoint/2010/main" val="3205717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0EC39-3641-C354-3879-022B223A0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775D2-5F1F-24B6-DB0F-3598AB1CC78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A7766EAD-2ECC-925B-8B1C-7B419EA0971C}"/>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F41E7CD5-E991-FE00-72F6-F1080399B02C}"/>
              </a:ext>
            </a:extLst>
          </p:cNvPr>
          <p:cNvSpPr>
            <a:spLocks noGrp="1"/>
          </p:cNvSpPr>
          <p:nvPr>
            <p:ph type="sldNum" sz="quarter" idx="5"/>
          </p:nvPr>
        </p:nvSpPr>
        <p:spPr/>
        <p:txBody>
          <a:bodyPr/>
          <a:lstStyle/>
          <a:p>
            <a:fld id="{B19E1BAB-8530-45FC-B9CE-C81E0DF88AC3}" type="slidenum">
              <a:rPr lang="en-US" smtClean="0"/>
              <a:t>66</a:t>
            </a:fld>
            <a:endParaRPr lang="en-US"/>
          </a:p>
        </p:txBody>
      </p:sp>
    </p:spTree>
    <p:extLst>
      <p:ext uri="{BB962C8B-B14F-4D97-AF65-F5344CB8AC3E}">
        <p14:creationId xmlns:p14="http://schemas.microsoft.com/office/powerpoint/2010/main" val="39375420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3E237-B4D7-CF22-F59A-2C785878A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026CA-866B-3B99-A3EF-0FF9FF226122}"/>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FFFB683A-6403-99F8-89DC-D03225F2E2E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199C571F-2949-8B21-2939-59DF2756DE98}"/>
              </a:ext>
            </a:extLst>
          </p:cNvPr>
          <p:cNvSpPr>
            <a:spLocks noGrp="1"/>
          </p:cNvSpPr>
          <p:nvPr>
            <p:ph type="sldNum" sz="quarter" idx="5"/>
          </p:nvPr>
        </p:nvSpPr>
        <p:spPr/>
        <p:txBody>
          <a:bodyPr/>
          <a:lstStyle/>
          <a:p>
            <a:r>
              <a:rPr lang="en-US"/>
              <a:t>Notes view: </a:t>
            </a:r>
            <a:fld id="{128CEAFE-FA94-43E5-B0FF-D47E1CCDD1B4}" type="slidenum">
              <a:rPr lang="en-US" smtClean="0"/>
              <a:pPr/>
              <a:t>69</a:t>
            </a:fld>
            <a:endParaRPr lang="en-US"/>
          </a:p>
        </p:txBody>
      </p:sp>
    </p:spTree>
    <p:extLst>
      <p:ext uri="{BB962C8B-B14F-4D97-AF65-F5344CB8AC3E}">
        <p14:creationId xmlns:p14="http://schemas.microsoft.com/office/powerpoint/2010/main" val="6431743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1E576-6313-4127-8977-E1EC7F94E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0E4D2-3596-0DFB-100D-DF87F77F6627}"/>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C106DA4B-D2FF-AD7C-01CF-132D1D726F1D}"/>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770E2969-35FC-BD10-68E3-3A10C71C1E5F}"/>
              </a:ext>
            </a:extLst>
          </p:cNvPr>
          <p:cNvSpPr>
            <a:spLocks noGrp="1"/>
          </p:cNvSpPr>
          <p:nvPr>
            <p:ph type="sldNum" sz="quarter" idx="5"/>
          </p:nvPr>
        </p:nvSpPr>
        <p:spPr/>
        <p:txBody>
          <a:bodyPr/>
          <a:lstStyle/>
          <a:p>
            <a:fld id="{B19E1BAB-8530-45FC-B9CE-C81E0DF88AC3}" type="slidenum">
              <a:rPr lang="en-US" smtClean="0"/>
              <a:t>78</a:t>
            </a:fld>
            <a:endParaRPr lang="en-US"/>
          </a:p>
        </p:txBody>
      </p:sp>
    </p:spTree>
    <p:extLst>
      <p:ext uri="{BB962C8B-B14F-4D97-AF65-F5344CB8AC3E}">
        <p14:creationId xmlns:p14="http://schemas.microsoft.com/office/powerpoint/2010/main" val="29436228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50183-7259-C967-6CDE-1720639D3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BDD1C-6E48-8422-2A3F-EE190E0044CE}"/>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C8FF2723-8D7F-17C3-1D47-4E92EB94EC08}"/>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BB0366B7-883C-391F-A8A4-A2CF744FC4F5}"/>
              </a:ext>
            </a:extLst>
          </p:cNvPr>
          <p:cNvSpPr>
            <a:spLocks noGrp="1"/>
          </p:cNvSpPr>
          <p:nvPr>
            <p:ph type="sldNum" sz="quarter" idx="5"/>
          </p:nvPr>
        </p:nvSpPr>
        <p:spPr/>
        <p:txBody>
          <a:bodyPr/>
          <a:lstStyle/>
          <a:p>
            <a:fld id="{B19E1BAB-8530-45FC-B9CE-C81E0DF88AC3}" type="slidenum">
              <a:rPr lang="en-US" smtClean="0"/>
              <a:t>80</a:t>
            </a:fld>
            <a:endParaRPr lang="en-US"/>
          </a:p>
        </p:txBody>
      </p:sp>
    </p:spTree>
    <p:extLst>
      <p:ext uri="{BB962C8B-B14F-4D97-AF65-F5344CB8AC3E}">
        <p14:creationId xmlns:p14="http://schemas.microsoft.com/office/powerpoint/2010/main" val="15239366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C8958-F1B0-5E0A-46D1-EC8738C346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6DF4D-340B-3E6F-54AD-FAA8885B997A}"/>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93BAE816-97BC-2421-B16E-44E0886F6F17}"/>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B5BCC3A1-3F62-CC9E-2F03-117FDF3436BB}"/>
              </a:ext>
            </a:extLst>
          </p:cNvPr>
          <p:cNvSpPr>
            <a:spLocks noGrp="1"/>
          </p:cNvSpPr>
          <p:nvPr>
            <p:ph type="sldNum" sz="quarter" idx="5"/>
          </p:nvPr>
        </p:nvSpPr>
        <p:spPr/>
        <p:txBody>
          <a:bodyPr/>
          <a:lstStyle/>
          <a:p>
            <a:fld id="{B19E1BAB-8530-45FC-B9CE-C81E0DF88AC3}" type="slidenum">
              <a:rPr lang="en-US" smtClean="0"/>
              <a:t>81</a:t>
            </a:fld>
            <a:endParaRPr lang="en-US"/>
          </a:p>
        </p:txBody>
      </p:sp>
    </p:spTree>
    <p:extLst>
      <p:ext uri="{BB962C8B-B14F-4D97-AF65-F5344CB8AC3E}">
        <p14:creationId xmlns:p14="http://schemas.microsoft.com/office/powerpoint/2010/main" val="16302634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B19E1BAB-8530-45FC-B9CE-C81E0DF88AC3}" type="slidenum">
              <a:rPr lang="en-US" smtClean="0"/>
              <a:t>85</a:t>
            </a:fld>
            <a:endParaRPr lang="en-US"/>
          </a:p>
        </p:txBody>
      </p:sp>
    </p:spTree>
    <p:extLst>
      <p:ext uri="{BB962C8B-B14F-4D97-AF65-F5344CB8AC3E}">
        <p14:creationId xmlns:p14="http://schemas.microsoft.com/office/powerpoint/2010/main" val="16084778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11622-805A-6D4C-AC3D-2CCEA4E927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DFE00-2C91-A92C-9326-CE82E6C25E1A}"/>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1348EA53-7B8F-0390-B003-CF365EF29B3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DCF353CF-A5DF-C8A7-E270-220BF7B8B5C6}"/>
              </a:ext>
            </a:extLst>
          </p:cNvPr>
          <p:cNvSpPr>
            <a:spLocks noGrp="1"/>
          </p:cNvSpPr>
          <p:nvPr>
            <p:ph type="sldNum" sz="quarter" idx="5"/>
          </p:nvPr>
        </p:nvSpPr>
        <p:spPr/>
        <p:txBody>
          <a:bodyPr/>
          <a:lstStyle/>
          <a:p>
            <a:fld id="{B19E1BAB-8530-45FC-B9CE-C81E0DF88AC3}" type="slidenum">
              <a:rPr lang="en-US" smtClean="0"/>
              <a:t>87</a:t>
            </a:fld>
            <a:endParaRPr lang="en-US"/>
          </a:p>
        </p:txBody>
      </p:sp>
    </p:spTree>
    <p:extLst>
      <p:ext uri="{BB962C8B-B14F-4D97-AF65-F5344CB8AC3E}">
        <p14:creationId xmlns:p14="http://schemas.microsoft.com/office/powerpoint/2010/main" val="35939228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A1E98-11CA-C202-67F2-837A7903D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F18F4-F413-436D-7371-A8D78C176D53}"/>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DECC79DC-5A1C-931B-2E55-564CF7473B35}"/>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FA0B4C53-DF35-4C67-B0DC-778B61065440}"/>
              </a:ext>
            </a:extLst>
          </p:cNvPr>
          <p:cNvSpPr>
            <a:spLocks noGrp="1"/>
          </p:cNvSpPr>
          <p:nvPr>
            <p:ph type="sldNum" sz="quarter" idx="5"/>
          </p:nvPr>
        </p:nvSpPr>
        <p:spPr/>
        <p:txBody>
          <a:bodyPr/>
          <a:lstStyle/>
          <a:p>
            <a:r>
              <a:rPr lang="en-US"/>
              <a:t>Notes view: </a:t>
            </a:r>
            <a:fld id="{128CEAFE-FA94-43E5-B0FF-D47E1CCDD1B4}" type="slidenum">
              <a:rPr lang="en-US" smtClean="0"/>
              <a:pPr/>
              <a:t>90</a:t>
            </a:fld>
            <a:endParaRPr lang="en-US"/>
          </a:p>
        </p:txBody>
      </p:sp>
    </p:spTree>
    <p:extLst>
      <p:ext uri="{BB962C8B-B14F-4D97-AF65-F5344CB8AC3E}">
        <p14:creationId xmlns:p14="http://schemas.microsoft.com/office/powerpoint/2010/main" val="13192643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8AEF5-E7BA-D89C-1211-0F8AFE58B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9843F-265A-6F80-B087-29B1A951252E}"/>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3515E568-E345-DDF0-2FFE-D54A8A9BFF56}"/>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B3260224-A0D8-ED3B-B07D-D99E82DDB9C3}"/>
              </a:ext>
            </a:extLst>
          </p:cNvPr>
          <p:cNvSpPr>
            <a:spLocks noGrp="1"/>
          </p:cNvSpPr>
          <p:nvPr>
            <p:ph type="sldNum" sz="quarter" idx="5"/>
          </p:nvPr>
        </p:nvSpPr>
        <p:spPr/>
        <p:txBody>
          <a:bodyPr/>
          <a:lstStyle/>
          <a:p>
            <a:r>
              <a:rPr lang="en-US"/>
              <a:t>Notes view: </a:t>
            </a:r>
            <a:fld id="{128CEAFE-FA94-43E5-B0FF-D47E1CCDD1B4}" type="slidenum">
              <a:rPr lang="en-US" smtClean="0"/>
              <a:pPr/>
              <a:t>92</a:t>
            </a:fld>
            <a:endParaRPr lang="en-US"/>
          </a:p>
        </p:txBody>
      </p:sp>
    </p:spTree>
    <p:extLst>
      <p:ext uri="{BB962C8B-B14F-4D97-AF65-F5344CB8AC3E}">
        <p14:creationId xmlns:p14="http://schemas.microsoft.com/office/powerpoint/2010/main" val="11068146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7ADB4-91FF-5C66-EBC9-3CCB547C3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036AC-6F9F-29EB-FDE8-03DFF1B7EC0B}"/>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24B1CF3C-4372-C7F7-6130-4E04944EDC63}"/>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EBD97812-EB2F-5BC5-DB24-6A013D81A938}"/>
              </a:ext>
            </a:extLst>
          </p:cNvPr>
          <p:cNvSpPr>
            <a:spLocks noGrp="1"/>
          </p:cNvSpPr>
          <p:nvPr>
            <p:ph type="sldNum" sz="quarter" idx="5"/>
          </p:nvPr>
        </p:nvSpPr>
        <p:spPr/>
        <p:txBody>
          <a:bodyPr/>
          <a:lstStyle/>
          <a:p>
            <a:fld id="{B19E1BAB-8530-45FC-B9CE-C81E0DF88AC3}" type="slidenum">
              <a:rPr lang="en-US" smtClean="0"/>
              <a:t>104</a:t>
            </a:fld>
            <a:endParaRPr lang="en-US"/>
          </a:p>
        </p:txBody>
      </p:sp>
    </p:spTree>
    <p:extLst>
      <p:ext uri="{BB962C8B-B14F-4D97-AF65-F5344CB8AC3E}">
        <p14:creationId xmlns:p14="http://schemas.microsoft.com/office/powerpoint/2010/main" val="10084773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350F7-E402-DD01-11EB-CC46B82C0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F6C44-6A65-55EA-596F-7E27C8282160}"/>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0226A186-7B92-E1ED-611B-24C406395CE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1348F158-0043-9F70-17B8-A8BD5DC9D28F}"/>
              </a:ext>
            </a:extLst>
          </p:cNvPr>
          <p:cNvSpPr>
            <a:spLocks noGrp="1"/>
          </p:cNvSpPr>
          <p:nvPr>
            <p:ph type="sldNum" sz="quarter" idx="5"/>
          </p:nvPr>
        </p:nvSpPr>
        <p:spPr/>
        <p:txBody>
          <a:bodyPr/>
          <a:lstStyle/>
          <a:p>
            <a:fld id="{B19E1BAB-8530-45FC-B9CE-C81E0DF88AC3}" type="slidenum">
              <a:rPr lang="en-US" smtClean="0"/>
              <a:t>105</a:t>
            </a:fld>
            <a:endParaRPr lang="en-US"/>
          </a:p>
        </p:txBody>
      </p:sp>
    </p:spTree>
    <p:extLst>
      <p:ext uri="{BB962C8B-B14F-4D97-AF65-F5344CB8AC3E}">
        <p14:creationId xmlns:p14="http://schemas.microsoft.com/office/powerpoint/2010/main" val="39237974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60F5E-4121-0596-BC7A-6F08C9A41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D5F77-AF0B-849B-70D4-ADF0FBEF2C35}"/>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96FA6F08-CDCC-DBBC-C60C-7B8D9C9F92F6}"/>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FD414E35-3210-22EA-1067-C69A3B02838D}"/>
              </a:ext>
            </a:extLst>
          </p:cNvPr>
          <p:cNvSpPr>
            <a:spLocks noGrp="1"/>
          </p:cNvSpPr>
          <p:nvPr>
            <p:ph type="sldNum" sz="quarter" idx="5"/>
          </p:nvPr>
        </p:nvSpPr>
        <p:spPr/>
        <p:txBody>
          <a:bodyPr/>
          <a:lstStyle/>
          <a:p>
            <a:fld id="{B19E1BAB-8530-45FC-B9CE-C81E0DF88AC3}" type="slidenum">
              <a:rPr lang="en-US" smtClean="0"/>
              <a:t>107</a:t>
            </a:fld>
            <a:endParaRPr lang="en-US"/>
          </a:p>
        </p:txBody>
      </p:sp>
    </p:spTree>
    <p:extLst>
      <p:ext uri="{BB962C8B-B14F-4D97-AF65-F5344CB8AC3E}">
        <p14:creationId xmlns:p14="http://schemas.microsoft.com/office/powerpoint/2010/main" val="1044717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DD1C9-BA7E-657F-53FC-2213287E6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95BB4-7882-6878-A307-EB5478FC70F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ED5FD90-72C4-5C0D-5B33-4C3CBDAD72FF}"/>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58612008-C940-A18D-9ADD-1CA39804589D}"/>
              </a:ext>
            </a:extLst>
          </p:cNvPr>
          <p:cNvSpPr>
            <a:spLocks noGrp="1"/>
          </p:cNvSpPr>
          <p:nvPr>
            <p:ph type="sldNum" sz="quarter" idx="5"/>
          </p:nvPr>
        </p:nvSpPr>
        <p:spPr/>
        <p:txBody>
          <a:bodyPr/>
          <a:lstStyle/>
          <a:p>
            <a:r>
              <a:rPr lang="en-US"/>
              <a:t>Notes view: </a:t>
            </a:r>
            <a:fld id="{128CEAFE-FA94-43E5-B0FF-D47E1CCDD1B4}" type="slidenum">
              <a:rPr lang="en-US" smtClean="0"/>
              <a:pPr/>
              <a:t>109</a:t>
            </a:fld>
            <a:endParaRPr lang="en-US"/>
          </a:p>
        </p:txBody>
      </p:sp>
    </p:spTree>
    <p:extLst>
      <p:ext uri="{BB962C8B-B14F-4D97-AF65-F5344CB8AC3E}">
        <p14:creationId xmlns:p14="http://schemas.microsoft.com/office/powerpoint/2010/main" val="17405243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5C9AE-47CB-1789-1FD5-CB28814BFF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2A491-E329-50E6-0E42-27D83A67D68B}"/>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FD70BD8F-A4B5-6340-D981-0C06A36F6648}"/>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90E168F1-621C-94A6-69D9-1A110D48CF84}"/>
              </a:ext>
            </a:extLst>
          </p:cNvPr>
          <p:cNvSpPr>
            <a:spLocks noGrp="1"/>
          </p:cNvSpPr>
          <p:nvPr>
            <p:ph type="sldNum" sz="quarter" idx="5"/>
          </p:nvPr>
        </p:nvSpPr>
        <p:spPr/>
        <p:txBody>
          <a:bodyPr/>
          <a:lstStyle/>
          <a:p>
            <a:r>
              <a:rPr lang="en-US"/>
              <a:t>Notes view: </a:t>
            </a:r>
            <a:fld id="{128CEAFE-FA94-43E5-B0FF-D47E1CCDD1B4}" type="slidenum">
              <a:rPr lang="en-US" smtClean="0"/>
              <a:pPr/>
              <a:t>110</a:t>
            </a:fld>
            <a:endParaRPr lang="en-US"/>
          </a:p>
        </p:txBody>
      </p:sp>
    </p:spTree>
    <p:extLst>
      <p:ext uri="{BB962C8B-B14F-4D97-AF65-F5344CB8AC3E}">
        <p14:creationId xmlns:p14="http://schemas.microsoft.com/office/powerpoint/2010/main" val="30981026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8B469-6BCD-471C-9EDD-62DB0D725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A6EC0-CEC5-897A-0C55-B5D319C751D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6733BAC-E3E7-CD37-BC50-4B8917EED419}"/>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3A103242-F42C-8950-C367-8B829B383CA1}"/>
              </a:ext>
            </a:extLst>
          </p:cNvPr>
          <p:cNvSpPr>
            <a:spLocks noGrp="1"/>
          </p:cNvSpPr>
          <p:nvPr>
            <p:ph type="sldNum" sz="quarter" idx="5"/>
          </p:nvPr>
        </p:nvSpPr>
        <p:spPr/>
        <p:txBody>
          <a:bodyPr/>
          <a:lstStyle/>
          <a:p>
            <a:r>
              <a:rPr lang="en-US"/>
              <a:t>Notes view: </a:t>
            </a:r>
            <a:fld id="{128CEAFE-FA94-43E5-B0FF-D47E1CCDD1B4}" type="slidenum">
              <a:rPr lang="en-US" smtClean="0"/>
              <a:pPr/>
              <a:t>111</a:t>
            </a:fld>
            <a:endParaRPr lang="en-US"/>
          </a:p>
        </p:txBody>
      </p:sp>
    </p:spTree>
    <p:extLst>
      <p:ext uri="{BB962C8B-B14F-4D97-AF65-F5344CB8AC3E}">
        <p14:creationId xmlns:p14="http://schemas.microsoft.com/office/powerpoint/2010/main" val="16548052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74466-5598-E198-F267-77A65E822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A8F52-C3B2-0DAD-07EC-2E3DDFABAB2D}"/>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2CCEBFEC-0CDB-31CC-64CB-2B62E3CA152B}"/>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DFDDAF6E-3039-26AD-AAAA-159EE1E8E475}"/>
              </a:ext>
            </a:extLst>
          </p:cNvPr>
          <p:cNvSpPr>
            <a:spLocks noGrp="1"/>
          </p:cNvSpPr>
          <p:nvPr>
            <p:ph type="sldNum" sz="quarter" idx="5"/>
          </p:nvPr>
        </p:nvSpPr>
        <p:spPr/>
        <p:txBody>
          <a:bodyPr/>
          <a:lstStyle/>
          <a:p>
            <a:fld id="{B19E1BAB-8530-45FC-B9CE-C81E0DF88AC3}" type="slidenum">
              <a:rPr lang="en-US" smtClean="0"/>
              <a:t>136</a:t>
            </a:fld>
            <a:endParaRPr lang="en-US"/>
          </a:p>
        </p:txBody>
      </p:sp>
    </p:spTree>
    <p:extLst>
      <p:ext uri="{BB962C8B-B14F-4D97-AF65-F5344CB8AC3E}">
        <p14:creationId xmlns:p14="http://schemas.microsoft.com/office/powerpoint/2010/main" val="19851305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0A229-C238-FD2E-71D6-C8ABD5689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1B8C3-C428-38E0-7321-7FCCA8BAED4B}"/>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2F1D8E22-6D5A-8AC5-2538-A472C4B6463A}"/>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039390FA-B9B9-A4D6-8D8D-9BA9AED873BD}"/>
              </a:ext>
            </a:extLst>
          </p:cNvPr>
          <p:cNvSpPr>
            <a:spLocks noGrp="1"/>
          </p:cNvSpPr>
          <p:nvPr>
            <p:ph type="sldNum" sz="quarter" idx="5"/>
          </p:nvPr>
        </p:nvSpPr>
        <p:spPr/>
        <p:txBody>
          <a:bodyPr/>
          <a:lstStyle/>
          <a:p>
            <a:fld id="{B19E1BAB-8530-45FC-B9CE-C81E0DF88AC3}" type="slidenum">
              <a:rPr lang="en-US" smtClean="0"/>
              <a:t>137</a:t>
            </a:fld>
            <a:endParaRPr lang="en-US"/>
          </a:p>
        </p:txBody>
      </p:sp>
    </p:spTree>
    <p:extLst>
      <p:ext uri="{BB962C8B-B14F-4D97-AF65-F5344CB8AC3E}">
        <p14:creationId xmlns:p14="http://schemas.microsoft.com/office/powerpoint/2010/main" val="21909234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4.jpeg"/><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e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6.jpeg"/><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8.emf"/><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7.jpeg"/><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9.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9.emf"/><Relationship Id="rId4" Type="http://schemas.openxmlformats.org/officeDocument/2006/relationships/oleObject" Target="../embeddings/oleObject4.bin"/></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2.svg"/><Relationship Id="rId4" Type="http://schemas.openxmlformats.org/officeDocument/2006/relationships/image" Target="../media/image10.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2.svg"/><Relationship Id="rId4" Type="http://schemas.openxmlformats.org/officeDocument/2006/relationships/image" Target="../media/image10.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2.svg"/><Relationship Id="rId4" Type="http://schemas.openxmlformats.org/officeDocument/2006/relationships/image" Target="../media/image10.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9.emf"/><Relationship Id="rId4" Type="http://schemas.openxmlformats.org/officeDocument/2006/relationships/oleObject" Target="../embeddings/oleObject4.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9.emf"/><Relationship Id="rId4" Type="http://schemas.openxmlformats.org/officeDocument/2006/relationships/oleObject" Target="../embeddings/oleObject8.bin"/></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9.emf"/></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9.emf"/><Relationship Id="rId4" Type="http://schemas.openxmlformats.org/officeDocument/2006/relationships/oleObject" Target="../embeddings/oleObject10.bin"/></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9.emf"/></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9.emf"/><Relationship Id="rId4" Type="http://schemas.openxmlformats.org/officeDocument/2006/relationships/oleObject" Target="../embeddings/oleObject11.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9.emf"/><Relationship Id="rId4" Type="http://schemas.openxmlformats.org/officeDocument/2006/relationships/oleObject" Target="../embeddings/oleObject12.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9.emf"/><Relationship Id="rId4" Type="http://schemas.openxmlformats.org/officeDocument/2006/relationships/oleObject" Target="../embeddings/oleObject12.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image" Target="../media/image9.emf"/><Relationship Id="rId4" Type="http://schemas.openxmlformats.org/officeDocument/2006/relationships/oleObject" Target="../embeddings/oleObject12.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9.emf"/><Relationship Id="rId4" Type="http://schemas.openxmlformats.org/officeDocument/2006/relationships/oleObject" Target="../embeddings/oleObject3.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9.emf"/><Relationship Id="rId4" Type="http://schemas.openxmlformats.org/officeDocument/2006/relationships/oleObject" Target="../embeddings/oleObject3.bin"/></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9.emf"/><Relationship Id="rId4" Type="http://schemas.openxmlformats.org/officeDocument/2006/relationships/oleObject" Target="../embeddings/oleObject3.bin"/></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39.xml"/><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9.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9.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42.xml"/><Relationship Id="rId6" Type="http://schemas.openxmlformats.org/officeDocument/2006/relationships/image" Target="../media/image11.jpeg"/><Relationship Id="rId5" Type="http://schemas.openxmlformats.org/officeDocument/2006/relationships/image" Target="../media/image2.svg"/><Relationship Id="rId4" Type="http://schemas.openxmlformats.org/officeDocument/2006/relationships/image" Target="../media/image10.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43.xml"/><Relationship Id="rId6" Type="http://schemas.openxmlformats.org/officeDocument/2006/relationships/image" Target="../media/image12.jpeg"/><Relationship Id="rId5" Type="http://schemas.openxmlformats.org/officeDocument/2006/relationships/image" Target="../media/image2.svg"/><Relationship Id="rId4" Type="http://schemas.openxmlformats.org/officeDocument/2006/relationships/image" Target="../media/image10.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44.xml"/><Relationship Id="rId5" Type="http://schemas.openxmlformats.org/officeDocument/2006/relationships/image" Target="../media/image2.svg"/><Relationship Id="rId4" Type="http://schemas.openxmlformats.org/officeDocument/2006/relationships/image" Target="../media/image10.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45.xml"/><Relationship Id="rId5" Type="http://schemas.openxmlformats.org/officeDocument/2006/relationships/image" Target="../media/image13.jpeg"/><Relationship Id="rId4" Type="http://schemas.openxmlformats.org/officeDocument/2006/relationships/image" Target="../media/image10.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46.xml"/><Relationship Id="rId6" Type="http://schemas.openxmlformats.org/officeDocument/2006/relationships/image" Target="../media/image5.emf"/><Relationship Id="rId5" Type="http://schemas.openxmlformats.org/officeDocument/2006/relationships/image" Target="../media/image14.jpeg"/><Relationship Id="rId4" Type="http://schemas.openxmlformats.org/officeDocument/2006/relationships/image" Target="../media/image3.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47.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3.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extLst>
              <p:ext uri="{D42A27DB-BD31-4B8C-83A1-F6EECF244321}">
                <p14:modId xmlns:p14="http://schemas.microsoft.com/office/powerpoint/2010/main" val="2900659546"/>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191" y="1191"/>
                        <a:ext cx="1191" cy="1191"/>
                      </a:xfrm>
                      <a:prstGeom prst="rect">
                        <a:avLst/>
                      </a:prstGeom>
                    </p:spPr>
                  </p:pic>
                </p:oleObj>
              </mc:Fallback>
            </mc:AlternateContent>
          </a:graphicData>
        </a:graphic>
      </p:graphicFrame>
      <p:pic>
        <p:nvPicPr>
          <p:cNvPr id="6" name="Picture 5" descr="An aerial view of a city&#10;&#10;AI-generated content may be incorrect.">
            <a:extLst>
              <a:ext uri="{FF2B5EF4-FFF2-40B4-BE49-F238E27FC236}">
                <a16:creationId xmlns:a16="http://schemas.microsoft.com/office/drawing/2014/main" id="{65414E2E-10EE-140E-9184-99B13D7F63E5}"/>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0" y="5857"/>
            <a:ext cx="9144000" cy="5137643"/>
          </a:xfrm>
          <a:prstGeom prst="rect">
            <a:avLst/>
          </a:prstGeom>
        </p:spPr>
      </p:pic>
      <p:sp>
        <p:nvSpPr>
          <p:cNvPr id="7" name="Rectangle 6">
            <a:extLst>
              <a:ext uri="{FF2B5EF4-FFF2-40B4-BE49-F238E27FC236}">
                <a16:creationId xmlns:a16="http://schemas.microsoft.com/office/drawing/2014/main" id="{D39BF389-F0B7-D8F1-7290-6BAC9495C925}"/>
              </a:ext>
            </a:extLst>
          </p:cNvPr>
          <p:cNvSpPr/>
          <p:nvPr/>
        </p:nvSpPr>
        <p:spPr>
          <a:xfrm>
            <a:off x="0" y="0"/>
            <a:ext cx="9144000" cy="5143500"/>
          </a:xfrm>
          <a:prstGeom prst="rect">
            <a:avLst/>
          </a:prstGeom>
          <a:gradFill flip="none" rotWithShape="1">
            <a:gsLst>
              <a:gs pos="24000">
                <a:schemeClr val="accent5">
                  <a:alpha val="75000"/>
                </a:schemeClr>
              </a:gs>
              <a:gs pos="100000">
                <a:schemeClr val="accent5">
                  <a:alpha val="0"/>
                </a:schemeClr>
              </a:gs>
            </a:gsLst>
            <a:lin ang="10800000" scaled="1"/>
            <a:tileRect/>
          </a:gradFill>
          <a:ln>
            <a:noFill/>
          </a:ln>
        </p:spPr>
        <p:txBody>
          <a:bodyPr vert="horz" wrap="square" lIns="68580" tIns="34290" rIns="68580" bIns="34290" numCol="1" anchor="t" anchorCtr="0" compatLnSpc="1">
            <a:prstTxWarp prst="textNoShape">
              <a:avLst/>
            </a:prstTxWarp>
            <a:noAutofit/>
          </a:bodyPr>
          <a:lstStyle/>
          <a:p>
            <a:pPr lvl="0" defTabSz="914034"/>
            <a:endParaRPr lang="en-US" err="1">
              <a:solidFill>
                <a:schemeClr val="tx1"/>
              </a:solidFill>
            </a:endParaRPr>
          </a:p>
        </p:txBody>
      </p:sp>
      <p:sp>
        <p:nvSpPr>
          <p:cNvPr id="3" name="Rectangle 2" hidden="1"/>
          <p:cNvSpPr/>
          <p:nvPr>
            <p:custDataLst>
              <p:tags r:id="rId2"/>
            </p:custDataLst>
          </p:nvPr>
        </p:nvSpPr>
        <p:spPr>
          <a:xfrm>
            <a:off x="0" y="0"/>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a:solidFill>
                <a:srgbClr val="FFFFFF"/>
              </a:solidFill>
              <a:latin typeface="+mn-lt"/>
              <a:ea typeface="+mn-ea"/>
              <a:cs typeface="+mn-cs"/>
              <a:sym typeface="Trebuchet MS" panose="020B0603020202020204" pitchFamily="34" charset="0"/>
            </a:endParaRPr>
          </a:p>
        </p:txBody>
      </p:sp>
      <p:sp>
        <p:nvSpPr>
          <p:cNvPr id="19" name="Rechteck 6">
            <a:extLst>
              <a:ext uri="{FF2B5EF4-FFF2-40B4-BE49-F238E27FC236}">
                <a16:creationId xmlns:a16="http://schemas.microsoft.com/office/drawing/2014/main" id="{8ABF537A-6499-4BA3-AA2C-4FA203C99139}"/>
              </a:ext>
            </a:extLst>
          </p:cNvPr>
          <p:cNvSpPr/>
          <p:nvPr/>
        </p:nvSpPr>
        <p:spPr bwMode="gray">
          <a:xfrm>
            <a:off x="0" y="0"/>
            <a:ext cx="9144000" cy="80434"/>
          </a:xfrm>
          <a:prstGeom prst="rect">
            <a:avLst/>
          </a:prstGeom>
          <a:solidFill>
            <a:srgbClr val="FF6600"/>
          </a:solidFill>
          <a:ln w="9525" cap="flat" cmpd="sng" algn="ctr">
            <a:noFill/>
            <a:prstDash val="solid"/>
          </a:ln>
          <a:effectLst/>
        </p:spPr>
        <p:txBody>
          <a:bodyPr lIns="143940" tIns="47979" rIns="143940" bIns="47979" rtlCol="0" anchor="ctr"/>
          <a:lstStyle/>
          <a:p>
            <a:pPr marL="179924" marR="0" lvl="0" indent="-179924" algn="ctr" defTabSz="914012"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FF6600"/>
              </a:solidFill>
              <a:effectLst/>
              <a:uLnTx/>
              <a:uFillTx/>
              <a:latin typeface="+mn-lt"/>
              <a:ea typeface="+mn-ea"/>
              <a:cs typeface="+mn-cs"/>
            </a:endParaRPr>
          </a:p>
        </p:txBody>
      </p:sp>
      <p:pic>
        <p:nvPicPr>
          <p:cNvPr id="23" name="Grafik 17">
            <a:extLst>
              <a:ext uri="{FF2B5EF4-FFF2-40B4-BE49-F238E27FC236}">
                <a16:creationId xmlns:a16="http://schemas.microsoft.com/office/drawing/2014/main" id="{959A787B-6A5F-49A1-8640-E3968AB8E72F}"/>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23850" y="268936"/>
            <a:ext cx="8496300" cy="440240"/>
          </a:xfrm>
          <a:prstGeom prst="rect">
            <a:avLst/>
          </a:prstGeom>
        </p:spPr>
      </p:pic>
      <p:sp>
        <p:nvSpPr>
          <p:cNvPr id="2" name="Title 1">
            <a:extLst>
              <a:ext uri="{FF2B5EF4-FFF2-40B4-BE49-F238E27FC236}">
                <a16:creationId xmlns:a16="http://schemas.microsoft.com/office/drawing/2014/main" id="{9E6FFB47-0783-30E7-B4FA-CE9018E72BA1}"/>
              </a:ext>
            </a:extLst>
          </p:cNvPr>
          <p:cNvSpPr>
            <a:spLocks noGrp="1"/>
          </p:cNvSpPr>
          <p:nvPr>
            <p:ph type="ctrTitle" hasCustomPrompt="1"/>
          </p:nvPr>
        </p:nvSpPr>
        <p:spPr bwMode="ltGray">
          <a:xfrm>
            <a:off x="4645249" y="953482"/>
            <a:ext cx="4174901" cy="1110942"/>
          </a:xfrm>
          <a:prstGeom prst="rect">
            <a:avLst/>
          </a:prstGeom>
          <a:noFill/>
        </p:spPr>
        <p:txBody>
          <a:bodyPr vert="horz" wrap="none" lIns="0" tIns="0" rIns="0" bIns="0" rtlCol="0" anchor="b">
            <a:noAutofit/>
          </a:bodyPr>
          <a:lstStyle>
            <a:lvl1pPr>
              <a:defRPr kumimoji="0" lang="en-US" sz="2800" i="0" u="none" strike="noStrike" cap="none" spc="0" normalizeH="0" baseline="0" dirty="0">
                <a:ln>
                  <a:noFill/>
                </a:ln>
                <a:solidFill>
                  <a:schemeClr val="bg1"/>
                </a:solidFill>
                <a:effectLst/>
                <a:uLnTx/>
                <a:uFillTx/>
                <a:latin typeface="Arial"/>
                <a:ea typeface="+mn-ea"/>
                <a:cs typeface="+mn-cs"/>
              </a:defRPr>
            </a:lvl1pPr>
          </a:lstStyle>
          <a:p>
            <a:pPr marL="0" marR="0" lvl="0" indent="0" defTabSz="914034" fontAlgn="auto">
              <a:lnSpc>
                <a:spcPct val="100000"/>
              </a:lnSpc>
              <a:spcAft>
                <a:spcPts val="0"/>
              </a:spcAft>
              <a:buClrTx/>
              <a:buSzTx/>
              <a:buFontTx/>
              <a:tabLst/>
            </a:pPr>
            <a:r>
              <a:rPr lang="en-US"/>
              <a:t>Click to add title</a:t>
            </a:r>
          </a:p>
        </p:txBody>
      </p:sp>
      <p:sp>
        <p:nvSpPr>
          <p:cNvPr id="8" name="Subtitle 2">
            <a:extLst>
              <a:ext uri="{FF2B5EF4-FFF2-40B4-BE49-F238E27FC236}">
                <a16:creationId xmlns:a16="http://schemas.microsoft.com/office/drawing/2014/main" id="{5F5A34EB-B66A-2B39-1197-42D9DA9AC17D}"/>
              </a:ext>
            </a:extLst>
          </p:cNvPr>
          <p:cNvSpPr>
            <a:spLocks noGrp="1"/>
          </p:cNvSpPr>
          <p:nvPr>
            <p:ph type="subTitle" idx="1" hasCustomPrompt="1"/>
          </p:nvPr>
        </p:nvSpPr>
        <p:spPr bwMode="white">
          <a:xfrm>
            <a:off x="4645249" y="2116401"/>
            <a:ext cx="4174902" cy="292931"/>
          </a:xfrm>
          <a:prstGeom prst="rect">
            <a:avLst/>
          </a:prstGeom>
          <a:noFill/>
        </p:spPr>
        <p:txBody>
          <a:bodyPr vert="horz" wrap="none" lIns="0" tIns="0" rIns="0" bIns="0" rtlCol="0">
            <a:noAutofit/>
          </a:bodyPr>
          <a:lstStyle>
            <a:lvl1pPr>
              <a:defRPr lang="en-US" sz="1800" b="0" dirty="0">
                <a:solidFill>
                  <a:schemeClr val="bg1"/>
                </a:solidFill>
                <a:latin typeface="+mj-lt"/>
              </a:defRPr>
            </a:lvl1pPr>
          </a:lstStyle>
          <a:p>
            <a:pPr lvl="0" defTabSz="914034">
              <a:spcBef>
                <a:spcPts val="0"/>
              </a:spcBef>
              <a:spcAft>
                <a:spcPts val="0"/>
              </a:spcAft>
              <a:buNone/>
            </a:pPr>
            <a:r>
              <a:rPr lang="en-US"/>
              <a:t>Click to add subtitle</a:t>
            </a:r>
          </a:p>
        </p:txBody>
      </p:sp>
      <p:sp>
        <p:nvSpPr>
          <p:cNvPr id="9" name="Text Placeholder 4">
            <a:extLst>
              <a:ext uri="{FF2B5EF4-FFF2-40B4-BE49-F238E27FC236}">
                <a16:creationId xmlns:a16="http://schemas.microsoft.com/office/drawing/2014/main" id="{FC96E890-6933-58CC-3B41-781905D2C7B5}"/>
              </a:ext>
            </a:extLst>
          </p:cNvPr>
          <p:cNvSpPr>
            <a:spLocks noGrp="1"/>
          </p:cNvSpPr>
          <p:nvPr>
            <p:ph type="body" sz="quarter" idx="13" hasCustomPrompt="1"/>
          </p:nvPr>
        </p:nvSpPr>
        <p:spPr>
          <a:xfrm>
            <a:off x="4645248" y="2461309"/>
            <a:ext cx="791767"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bg1"/>
                </a:solidFill>
                <a:effectLst/>
                <a:uLnTx/>
                <a:uFillTx/>
                <a:latin typeface="Arial"/>
              </a:defRPr>
            </a:lvl1pPr>
          </a:lstStyle>
          <a:p>
            <a:pPr marR="0" lvl="0" defTabSz="914034" fontAlgn="auto">
              <a:lnSpc>
                <a:spcPct val="100000"/>
              </a:lnSpc>
              <a:spcBef>
                <a:spcPts val="0"/>
              </a:spcBef>
              <a:spcAft>
                <a:spcPts val="0"/>
              </a:spcAft>
              <a:buClrTx/>
              <a:buSzTx/>
              <a:buFontTx/>
              <a:buNone/>
              <a:tabLst/>
            </a:pPr>
            <a:fld id="{0E26B163-8971-4119-ABBC-5F3BCB521CF4}" type="datetime1">
              <a:rPr lang="en-US" smtClean="0"/>
              <a:pPr marR="0" lvl="0" defTabSz="914034" fontAlgn="auto">
                <a:lnSpc>
                  <a:spcPct val="100000"/>
                </a:lnSpc>
                <a:spcBef>
                  <a:spcPts val="0"/>
                </a:spcBef>
                <a:spcAft>
                  <a:spcPts val="0"/>
                </a:spcAft>
                <a:buClrTx/>
                <a:buSzTx/>
                <a:buFontTx/>
                <a:buNone/>
                <a:tabLst/>
              </a:pPr>
              <a:t>12/7/2024</a:t>
            </a:fld>
            <a:endParaRPr lang="en-US"/>
          </a:p>
        </p:txBody>
      </p:sp>
      <p:sp>
        <p:nvSpPr>
          <p:cNvPr id="10" name="Text Placeholder 4">
            <a:extLst>
              <a:ext uri="{FF2B5EF4-FFF2-40B4-BE49-F238E27FC236}">
                <a16:creationId xmlns:a16="http://schemas.microsoft.com/office/drawing/2014/main" id="{E278D778-1B7A-CFB2-C598-FA54352BC8BC}"/>
              </a:ext>
            </a:extLst>
          </p:cNvPr>
          <p:cNvSpPr>
            <a:spLocks noGrp="1"/>
          </p:cNvSpPr>
          <p:nvPr>
            <p:ph type="body" sz="quarter" idx="14" hasCustomPrompt="1"/>
          </p:nvPr>
        </p:nvSpPr>
        <p:spPr>
          <a:xfrm>
            <a:off x="5517538" y="2461309"/>
            <a:ext cx="3306010"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bg1"/>
                </a:solidFill>
                <a:effectLst/>
                <a:uLnTx/>
                <a:uFillTx/>
                <a:latin typeface="Arial"/>
              </a:defRPr>
            </a:lvl1pPr>
          </a:lstStyle>
          <a:p>
            <a:pPr marR="0" lvl="0" defTabSz="914034" fontAlgn="auto">
              <a:lnSpc>
                <a:spcPct val="100000"/>
              </a:lnSpc>
              <a:spcBef>
                <a:spcPts val="0"/>
              </a:spcBef>
              <a:spcAft>
                <a:spcPts val="0"/>
              </a:spcAft>
              <a:buClrTx/>
              <a:buSzTx/>
              <a:buFontTx/>
              <a:buNone/>
              <a:tabLst/>
            </a:pPr>
            <a:r>
              <a:rPr lang="en-US"/>
              <a:t>Click to add location</a:t>
            </a:r>
          </a:p>
        </p:txBody>
      </p:sp>
    </p:spTree>
    <p:extLst>
      <p:ext uri="{BB962C8B-B14F-4D97-AF65-F5344CB8AC3E}">
        <p14:creationId xmlns:p14="http://schemas.microsoft.com/office/powerpoint/2010/main" val="2077096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extLst>
              <p:ext uri="{D42A27DB-BD31-4B8C-83A1-F6EECF244321}">
                <p14:modId xmlns:p14="http://schemas.microsoft.com/office/powerpoint/2010/main" val="417679504"/>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191" y="1191"/>
                        <a:ext cx="1191" cy="1191"/>
                      </a:xfrm>
                      <a:prstGeom prst="rect">
                        <a:avLst/>
                      </a:prstGeom>
                    </p:spPr>
                  </p:pic>
                </p:oleObj>
              </mc:Fallback>
            </mc:AlternateContent>
          </a:graphicData>
        </a:graphic>
      </p:graphicFrame>
      <p:pic>
        <p:nvPicPr>
          <p:cNvPr id="17" name="Picture 16" descr="A large ship in a harbor&#10;&#10;AI-generated content may be incorrect.">
            <a:extLst>
              <a:ext uri="{FF2B5EF4-FFF2-40B4-BE49-F238E27FC236}">
                <a16:creationId xmlns:a16="http://schemas.microsoft.com/office/drawing/2014/main" id="{DF491813-8DED-D686-1E28-AFF5B96B1114}"/>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Rectangle 9">
            <a:extLst>
              <a:ext uri="{FF2B5EF4-FFF2-40B4-BE49-F238E27FC236}">
                <a16:creationId xmlns:a16="http://schemas.microsoft.com/office/drawing/2014/main" id="{452B7CE4-FF34-54B4-A3BA-04276C5CA44D}"/>
              </a:ext>
            </a:extLst>
          </p:cNvPr>
          <p:cNvSpPr/>
          <p:nvPr/>
        </p:nvSpPr>
        <p:spPr>
          <a:xfrm flipH="1">
            <a:off x="0" y="0"/>
            <a:ext cx="9144000" cy="5143500"/>
          </a:xfrm>
          <a:prstGeom prst="rect">
            <a:avLst/>
          </a:prstGeom>
          <a:gradFill flip="none" rotWithShape="1">
            <a:gsLst>
              <a:gs pos="25000">
                <a:schemeClr val="tx1">
                  <a:alpha val="35000"/>
                </a:schemeClr>
              </a:gs>
              <a:gs pos="100000">
                <a:schemeClr val="tx1">
                  <a:alpha val="0"/>
                </a:schemeClr>
              </a:gs>
            </a:gsLst>
            <a:lin ang="10800000" scaled="1"/>
            <a:tileRect/>
          </a:gradFill>
          <a:ln>
            <a:noFill/>
          </a:ln>
        </p:spPr>
        <p:txBody>
          <a:bodyPr vert="horz" wrap="square" lIns="68580" tIns="34290" rIns="68580" bIns="34290" numCol="1" anchor="t" anchorCtr="0" compatLnSpc="1">
            <a:prstTxWarp prst="textNoShape">
              <a:avLst/>
            </a:prstTxWarp>
            <a:noAutofit/>
          </a:bodyPr>
          <a:lstStyle/>
          <a:p>
            <a:pPr lvl="0" defTabSz="914034"/>
            <a:endParaRPr lang="en-US" err="1">
              <a:solidFill>
                <a:schemeClr val="tx1"/>
              </a:solidFill>
            </a:endParaRPr>
          </a:p>
        </p:txBody>
      </p:sp>
      <p:sp>
        <p:nvSpPr>
          <p:cNvPr id="3" name="Rectangle 2" hidden="1"/>
          <p:cNvSpPr/>
          <p:nvPr>
            <p:custDataLst>
              <p:tags r:id="rId2"/>
            </p:custDataLst>
          </p:nvPr>
        </p:nvSpPr>
        <p:spPr>
          <a:xfrm>
            <a:off x="0" y="0"/>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a:solidFill>
                <a:srgbClr val="FFFFFF"/>
              </a:solidFill>
              <a:latin typeface="+mn-lt"/>
              <a:ea typeface="+mn-ea"/>
              <a:cs typeface="+mn-cs"/>
              <a:sym typeface="Trebuchet MS" panose="020B0603020202020204" pitchFamily="34" charset="0"/>
            </a:endParaRPr>
          </a:p>
        </p:txBody>
      </p:sp>
      <p:sp>
        <p:nvSpPr>
          <p:cNvPr id="5" name="Rechteck 6">
            <a:extLst>
              <a:ext uri="{FF2B5EF4-FFF2-40B4-BE49-F238E27FC236}">
                <a16:creationId xmlns:a16="http://schemas.microsoft.com/office/drawing/2014/main" id="{C161A00B-D68F-E883-A00C-2646BC895076}"/>
              </a:ext>
            </a:extLst>
          </p:cNvPr>
          <p:cNvSpPr/>
          <p:nvPr/>
        </p:nvSpPr>
        <p:spPr bwMode="gray">
          <a:xfrm>
            <a:off x="0" y="0"/>
            <a:ext cx="9144000" cy="72000"/>
          </a:xfrm>
          <a:prstGeom prst="rect">
            <a:avLst/>
          </a:prstGeom>
          <a:solidFill>
            <a:srgbClr val="FF6600"/>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0341D2">
                  <a:lumMod val="75000"/>
                </a:srgbClr>
              </a:solidFill>
              <a:effectLst/>
              <a:uLnTx/>
              <a:uFillTx/>
              <a:latin typeface="Arial"/>
              <a:ea typeface="+mn-ea"/>
              <a:cs typeface="+mn-cs"/>
            </a:endParaRPr>
          </a:p>
        </p:txBody>
      </p:sp>
      <p:pic>
        <p:nvPicPr>
          <p:cNvPr id="13" name="Grafik 17">
            <a:extLst>
              <a:ext uri="{FF2B5EF4-FFF2-40B4-BE49-F238E27FC236}">
                <a16:creationId xmlns:a16="http://schemas.microsoft.com/office/drawing/2014/main" id="{5D2A2630-17B6-1470-D22F-9B0107E971A6}"/>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23850" y="268936"/>
            <a:ext cx="8496300" cy="440240"/>
          </a:xfrm>
          <a:prstGeom prst="rect">
            <a:avLst/>
          </a:prstGeom>
        </p:spPr>
      </p:pic>
      <p:sp>
        <p:nvSpPr>
          <p:cNvPr id="2" name="Title 1">
            <a:extLst>
              <a:ext uri="{FF2B5EF4-FFF2-40B4-BE49-F238E27FC236}">
                <a16:creationId xmlns:a16="http://schemas.microsoft.com/office/drawing/2014/main" id="{E3BA4552-9EEE-F93E-24EE-27869AFA85DC}"/>
              </a:ext>
            </a:extLst>
          </p:cNvPr>
          <p:cNvSpPr>
            <a:spLocks noGrp="1"/>
          </p:cNvSpPr>
          <p:nvPr>
            <p:ph type="ctrTitle" hasCustomPrompt="1"/>
          </p:nvPr>
        </p:nvSpPr>
        <p:spPr bwMode="ltGray">
          <a:xfrm>
            <a:off x="228600" y="3150737"/>
            <a:ext cx="4174901" cy="1110942"/>
          </a:xfrm>
          <a:prstGeom prst="rect">
            <a:avLst/>
          </a:prstGeom>
          <a:noFill/>
        </p:spPr>
        <p:txBody>
          <a:bodyPr vert="horz" wrap="none" lIns="0" tIns="0" rIns="0" bIns="0" rtlCol="0" anchor="b">
            <a:noAutofit/>
          </a:bodyPr>
          <a:lstStyle>
            <a:lvl1pPr>
              <a:defRPr kumimoji="0" lang="en-US" sz="2800" i="0" u="none" strike="noStrike" cap="none" spc="0" normalizeH="0" baseline="0" dirty="0">
                <a:ln>
                  <a:noFill/>
                </a:ln>
                <a:solidFill>
                  <a:schemeClr val="bg1"/>
                </a:solidFill>
                <a:effectLst/>
                <a:uLnTx/>
                <a:uFillTx/>
                <a:latin typeface="Arial"/>
                <a:ea typeface="+mn-ea"/>
                <a:cs typeface="+mn-cs"/>
              </a:defRPr>
            </a:lvl1pPr>
          </a:lstStyle>
          <a:p>
            <a:pPr marL="0" marR="0" lvl="0" indent="0" defTabSz="914034" fontAlgn="auto">
              <a:lnSpc>
                <a:spcPct val="100000"/>
              </a:lnSpc>
              <a:spcAft>
                <a:spcPts val="0"/>
              </a:spcAft>
              <a:buClrTx/>
              <a:buSzTx/>
              <a:buFontTx/>
              <a:tabLst/>
            </a:pPr>
            <a:r>
              <a:rPr lang="en-US"/>
              <a:t>Click to add title</a:t>
            </a:r>
          </a:p>
        </p:txBody>
      </p:sp>
      <p:sp>
        <p:nvSpPr>
          <p:cNvPr id="6" name="Subtitle 2">
            <a:extLst>
              <a:ext uri="{FF2B5EF4-FFF2-40B4-BE49-F238E27FC236}">
                <a16:creationId xmlns:a16="http://schemas.microsoft.com/office/drawing/2014/main" id="{9A9D74AA-D209-6B3F-E46F-234771E9A262}"/>
              </a:ext>
            </a:extLst>
          </p:cNvPr>
          <p:cNvSpPr>
            <a:spLocks noGrp="1"/>
          </p:cNvSpPr>
          <p:nvPr>
            <p:ph type="subTitle" idx="1" hasCustomPrompt="1"/>
          </p:nvPr>
        </p:nvSpPr>
        <p:spPr bwMode="white">
          <a:xfrm>
            <a:off x="228600" y="4313656"/>
            <a:ext cx="4174902" cy="292931"/>
          </a:xfrm>
          <a:prstGeom prst="rect">
            <a:avLst/>
          </a:prstGeom>
          <a:noFill/>
        </p:spPr>
        <p:txBody>
          <a:bodyPr vert="horz" wrap="none" lIns="0" tIns="0" rIns="0" bIns="0" rtlCol="0">
            <a:noAutofit/>
          </a:bodyPr>
          <a:lstStyle>
            <a:lvl1pPr>
              <a:defRPr lang="en-US" sz="1800" b="0" dirty="0">
                <a:solidFill>
                  <a:schemeClr val="bg1"/>
                </a:solidFill>
                <a:latin typeface="+mj-lt"/>
              </a:defRPr>
            </a:lvl1pPr>
          </a:lstStyle>
          <a:p>
            <a:pPr lvl="0" defTabSz="914034">
              <a:spcBef>
                <a:spcPts val="0"/>
              </a:spcBef>
              <a:spcAft>
                <a:spcPts val="0"/>
              </a:spcAft>
              <a:buNone/>
            </a:pPr>
            <a:r>
              <a:rPr lang="en-US"/>
              <a:t>Click to add subtitle</a:t>
            </a:r>
          </a:p>
        </p:txBody>
      </p:sp>
      <p:sp>
        <p:nvSpPr>
          <p:cNvPr id="7" name="Text Placeholder 4">
            <a:extLst>
              <a:ext uri="{FF2B5EF4-FFF2-40B4-BE49-F238E27FC236}">
                <a16:creationId xmlns:a16="http://schemas.microsoft.com/office/drawing/2014/main" id="{AAC82310-7794-AC2D-3D3D-F95F213C5EAA}"/>
              </a:ext>
            </a:extLst>
          </p:cNvPr>
          <p:cNvSpPr>
            <a:spLocks noGrp="1"/>
          </p:cNvSpPr>
          <p:nvPr>
            <p:ph type="body" sz="quarter" idx="13" hasCustomPrompt="1"/>
          </p:nvPr>
        </p:nvSpPr>
        <p:spPr>
          <a:xfrm>
            <a:off x="228599" y="4658564"/>
            <a:ext cx="791767"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bg1"/>
                </a:solidFill>
                <a:effectLst/>
                <a:uLnTx/>
                <a:uFillTx/>
                <a:latin typeface="Arial"/>
              </a:defRPr>
            </a:lvl1pPr>
          </a:lstStyle>
          <a:p>
            <a:pPr marR="0" lvl="0" defTabSz="914034" fontAlgn="auto">
              <a:lnSpc>
                <a:spcPct val="100000"/>
              </a:lnSpc>
              <a:spcBef>
                <a:spcPts val="0"/>
              </a:spcBef>
              <a:spcAft>
                <a:spcPts val="0"/>
              </a:spcAft>
              <a:buClrTx/>
              <a:buSzTx/>
              <a:buFontTx/>
              <a:buNone/>
              <a:tabLst/>
            </a:pPr>
            <a:fld id="{0E26B163-8971-4119-ABBC-5F3BCB521CF4}" type="datetime1">
              <a:rPr lang="en-US" smtClean="0"/>
              <a:pPr marR="0" lvl="0" defTabSz="914034" fontAlgn="auto">
                <a:lnSpc>
                  <a:spcPct val="100000"/>
                </a:lnSpc>
                <a:spcBef>
                  <a:spcPts val="0"/>
                </a:spcBef>
                <a:spcAft>
                  <a:spcPts val="0"/>
                </a:spcAft>
                <a:buClrTx/>
                <a:buSzTx/>
                <a:buFontTx/>
                <a:buNone/>
                <a:tabLst/>
              </a:pPr>
              <a:t>12/7/2024</a:t>
            </a:fld>
            <a:endParaRPr lang="en-US"/>
          </a:p>
        </p:txBody>
      </p:sp>
      <p:sp>
        <p:nvSpPr>
          <p:cNvPr id="8" name="Text Placeholder 4">
            <a:extLst>
              <a:ext uri="{FF2B5EF4-FFF2-40B4-BE49-F238E27FC236}">
                <a16:creationId xmlns:a16="http://schemas.microsoft.com/office/drawing/2014/main" id="{C9ACC8CE-1322-794A-E15B-94081473BA25}"/>
              </a:ext>
            </a:extLst>
          </p:cNvPr>
          <p:cNvSpPr>
            <a:spLocks noGrp="1"/>
          </p:cNvSpPr>
          <p:nvPr>
            <p:ph type="body" sz="quarter" idx="14" hasCustomPrompt="1"/>
          </p:nvPr>
        </p:nvSpPr>
        <p:spPr>
          <a:xfrm>
            <a:off x="1100889" y="4658564"/>
            <a:ext cx="3306010"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bg1"/>
                </a:solidFill>
                <a:effectLst/>
                <a:uLnTx/>
                <a:uFillTx/>
                <a:latin typeface="Arial"/>
              </a:defRPr>
            </a:lvl1pPr>
          </a:lstStyle>
          <a:p>
            <a:pPr marR="0" lvl="0" defTabSz="914034" fontAlgn="auto">
              <a:lnSpc>
                <a:spcPct val="100000"/>
              </a:lnSpc>
              <a:spcBef>
                <a:spcPts val="0"/>
              </a:spcBef>
              <a:spcAft>
                <a:spcPts val="0"/>
              </a:spcAft>
              <a:buClrTx/>
              <a:buSzTx/>
              <a:buFontTx/>
              <a:buNone/>
              <a:tabLst/>
            </a:pPr>
            <a:r>
              <a:rPr lang="en-US"/>
              <a:t>Click to add location</a:t>
            </a:r>
          </a:p>
        </p:txBody>
      </p:sp>
    </p:spTree>
    <p:extLst>
      <p:ext uri="{BB962C8B-B14F-4D97-AF65-F5344CB8AC3E}">
        <p14:creationId xmlns:p14="http://schemas.microsoft.com/office/powerpoint/2010/main" val="9960860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extLst>
              <p:ext uri="{D42A27DB-BD31-4B8C-83A1-F6EECF244321}">
                <p14:modId xmlns:p14="http://schemas.microsoft.com/office/powerpoint/2010/main" val="1999539351"/>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191" y="1191"/>
                        <a:ext cx="1191" cy="1191"/>
                      </a:xfrm>
                      <a:prstGeom prst="rect">
                        <a:avLst/>
                      </a:prstGeom>
                    </p:spPr>
                  </p:pic>
                </p:oleObj>
              </mc:Fallback>
            </mc:AlternateContent>
          </a:graphicData>
        </a:graphic>
      </p:graphicFrame>
      <p:pic>
        <p:nvPicPr>
          <p:cNvPr id="21" name="Picture 20" descr="A container ship in a port&#10;&#10;AI-generated content may be incorrect.">
            <a:extLst>
              <a:ext uri="{FF2B5EF4-FFF2-40B4-BE49-F238E27FC236}">
                <a16:creationId xmlns:a16="http://schemas.microsoft.com/office/drawing/2014/main" id="{0BEB697D-1D74-7120-06FB-688EC5020626}"/>
              </a:ext>
            </a:extLst>
          </p:cNvPr>
          <p:cNvPicPr>
            <a:picLocks noChangeAspect="1"/>
          </p:cNvPicPr>
          <p:nvPr/>
        </p:nvPicPr>
        <p:blipFill>
          <a:blip r:embed="rId6" cstate="print">
            <a:extLst>
              <a:ext uri="{28A0092B-C50C-407E-A947-70E740481C1C}">
                <a14:useLocalDpi xmlns:a14="http://schemas.microsoft.com/office/drawing/2010/main"/>
              </a:ext>
            </a:extLst>
          </a:blip>
          <a:srcRect/>
          <a:stretch/>
        </p:blipFill>
        <p:spPr>
          <a:xfrm>
            <a:off x="559" y="0"/>
            <a:ext cx="9142882" cy="5143500"/>
          </a:xfrm>
          <a:prstGeom prst="rect">
            <a:avLst/>
          </a:prstGeom>
        </p:spPr>
      </p:pic>
      <p:sp>
        <p:nvSpPr>
          <p:cNvPr id="3" name="Rectangle 2" hidden="1"/>
          <p:cNvSpPr/>
          <p:nvPr>
            <p:custDataLst>
              <p:tags r:id="rId2"/>
            </p:custDataLst>
          </p:nvPr>
        </p:nvSpPr>
        <p:spPr>
          <a:xfrm>
            <a:off x="0" y="0"/>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a:solidFill>
                <a:srgbClr val="FFFFFF"/>
              </a:solidFill>
              <a:latin typeface="+mn-lt"/>
              <a:ea typeface="+mn-ea"/>
              <a:cs typeface="+mn-cs"/>
              <a:sym typeface="Trebuchet MS" panose="020B0603020202020204" pitchFamily="34" charset="0"/>
            </a:endParaRPr>
          </a:p>
        </p:txBody>
      </p:sp>
      <p:sp>
        <p:nvSpPr>
          <p:cNvPr id="22" name="Rectangle 21">
            <a:extLst>
              <a:ext uri="{FF2B5EF4-FFF2-40B4-BE49-F238E27FC236}">
                <a16:creationId xmlns:a16="http://schemas.microsoft.com/office/drawing/2014/main" id="{E67FFDE7-A9B6-97A3-236A-7E8FDAB5E2D9}"/>
              </a:ext>
            </a:extLst>
          </p:cNvPr>
          <p:cNvSpPr/>
          <p:nvPr/>
        </p:nvSpPr>
        <p:spPr>
          <a:xfrm>
            <a:off x="0" y="-2282"/>
            <a:ext cx="4002575" cy="5143500"/>
          </a:xfrm>
          <a:prstGeom prst="rect">
            <a:avLst/>
          </a:prstGeom>
          <a:gradFill flip="none" rotWithShape="1">
            <a:gsLst>
              <a:gs pos="0">
                <a:schemeClr val="bg1">
                  <a:shade val="30000"/>
                  <a:satMod val="115000"/>
                  <a:lumMod val="13000"/>
                  <a:lumOff val="87000"/>
                  <a:alpha val="0"/>
                </a:schemeClr>
              </a:gs>
              <a:gs pos="100000">
                <a:schemeClr val="bg1">
                  <a:shade val="100000"/>
                  <a:satMod val="115000"/>
                  <a:lumMod val="0"/>
                  <a:lumOff val="100000"/>
                  <a:alpha val="57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hteck 6">
            <a:extLst>
              <a:ext uri="{FF2B5EF4-FFF2-40B4-BE49-F238E27FC236}">
                <a16:creationId xmlns:a16="http://schemas.microsoft.com/office/drawing/2014/main" id="{9D905F1E-F69B-05B5-1A10-F88A6CDE73DD}"/>
              </a:ext>
            </a:extLst>
          </p:cNvPr>
          <p:cNvSpPr/>
          <p:nvPr/>
        </p:nvSpPr>
        <p:spPr bwMode="gray">
          <a:xfrm>
            <a:off x="0" y="0"/>
            <a:ext cx="9144000" cy="72000"/>
          </a:xfrm>
          <a:prstGeom prst="rect">
            <a:avLst/>
          </a:prstGeom>
          <a:solidFill>
            <a:srgbClr val="FF6600"/>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0341D2">
                  <a:lumMod val="75000"/>
                </a:srgbClr>
              </a:solidFill>
              <a:effectLst/>
              <a:uLnTx/>
              <a:uFillTx/>
              <a:latin typeface="Arial"/>
              <a:ea typeface="+mn-ea"/>
              <a:cs typeface="+mn-cs"/>
            </a:endParaRPr>
          </a:p>
        </p:txBody>
      </p:sp>
      <p:pic>
        <p:nvPicPr>
          <p:cNvPr id="24" name="Grafik 4">
            <a:extLst>
              <a:ext uri="{FF2B5EF4-FFF2-40B4-BE49-F238E27FC236}">
                <a16:creationId xmlns:a16="http://schemas.microsoft.com/office/drawing/2014/main" id="{7861B61C-6517-065A-67C7-E40596DF889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23850" y="258317"/>
            <a:ext cx="8515300" cy="441225"/>
          </a:xfrm>
          <a:prstGeom prst="rect">
            <a:avLst/>
          </a:prstGeom>
        </p:spPr>
      </p:pic>
      <p:sp>
        <p:nvSpPr>
          <p:cNvPr id="14" name="Title 1">
            <a:extLst>
              <a:ext uri="{FF2B5EF4-FFF2-40B4-BE49-F238E27FC236}">
                <a16:creationId xmlns:a16="http://schemas.microsoft.com/office/drawing/2014/main" id="{FBBACAE8-8B19-E75B-ECF8-14CE823DA181}"/>
              </a:ext>
            </a:extLst>
          </p:cNvPr>
          <p:cNvSpPr>
            <a:spLocks noGrp="1"/>
          </p:cNvSpPr>
          <p:nvPr>
            <p:ph type="ctrTitle" hasCustomPrompt="1"/>
          </p:nvPr>
        </p:nvSpPr>
        <p:spPr bwMode="ltGray">
          <a:xfrm>
            <a:off x="228600" y="918878"/>
            <a:ext cx="4174901" cy="1110942"/>
          </a:xfrm>
          <a:prstGeom prst="rect">
            <a:avLst/>
          </a:prstGeom>
          <a:noFill/>
        </p:spPr>
        <p:txBody>
          <a:bodyPr vert="horz" wrap="none" lIns="0" tIns="0" rIns="0" bIns="0" rtlCol="0" anchor="b">
            <a:noAutofit/>
          </a:bodyPr>
          <a:lstStyle>
            <a:lvl1pPr>
              <a:defRPr kumimoji="0" lang="en-US" sz="2800" i="0" u="none" strike="noStrike" cap="none" spc="0" normalizeH="0" baseline="0" dirty="0">
                <a:ln>
                  <a:noFill/>
                </a:ln>
                <a:solidFill>
                  <a:schemeClr val="tx1"/>
                </a:solidFill>
                <a:effectLst/>
                <a:uLnTx/>
                <a:uFillTx/>
                <a:latin typeface="Arial"/>
                <a:ea typeface="+mn-ea"/>
                <a:cs typeface="+mn-cs"/>
              </a:defRPr>
            </a:lvl1pPr>
          </a:lstStyle>
          <a:p>
            <a:pPr marL="0" marR="0" lvl="0" indent="0" defTabSz="914034" fontAlgn="auto">
              <a:lnSpc>
                <a:spcPct val="100000"/>
              </a:lnSpc>
              <a:spcAft>
                <a:spcPts val="0"/>
              </a:spcAft>
              <a:buClrTx/>
              <a:buSzTx/>
              <a:buFontTx/>
              <a:tabLst/>
            </a:pPr>
            <a:r>
              <a:rPr lang="en-US"/>
              <a:t>Click to add title</a:t>
            </a:r>
          </a:p>
        </p:txBody>
      </p:sp>
      <p:sp>
        <p:nvSpPr>
          <p:cNvPr id="15" name="Subtitle 2">
            <a:extLst>
              <a:ext uri="{FF2B5EF4-FFF2-40B4-BE49-F238E27FC236}">
                <a16:creationId xmlns:a16="http://schemas.microsoft.com/office/drawing/2014/main" id="{CDDE0392-AC92-8E6E-B73B-E0E05E7547E6}"/>
              </a:ext>
            </a:extLst>
          </p:cNvPr>
          <p:cNvSpPr>
            <a:spLocks noGrp="1"/>
          </p:cNvSpPr>
          <p:nvPr>
            <p:ph type="subTitle" idx="1" hasCustomPrompt="1"/>
          </p:nvPr>
        </p:nvSpPr>
        <p:spPr bwMode="white">
          <a:xfrm>
            <a:off x="228600" y="2081797"/>
            <a:ext cx="4174902" cy="292931"/>
          </a:xfrm>
          <a:prstGeom prst="rect">
            <a:avLst/>
          </a:prstGeom>
          <a:noFill/>
        </p:spPr>
        <p:txBody>
          <a:bodyPr vert="horz" wrap="none" lIns="0" tIns="0" rIns="0" bIns="0" rtlCol="0">
            <a:noAutofit/>
          </a:bodyPr>
          <a:lstStyle>
            <a:lvl1pPr>
              <a:defRPr lang="en-US" sz="1800" b="0" dirty="0">
                <a:solidFill>
                  <a:schemeClr val="tx1"/>
                </a:solidFill>
                <a:latin typeface="+mj-lt"/>
              </a:defRPr>
            </a:lvl1pPr>
          </a:lstStyle>
          <a:p>
            <a:pPr lvl="0" defTabSz="914034">
              <a:spcBef>
                <a:spcPts val="0"/>
              </a:spcBef>
              <a:spcAft>
                <a:spcPts val="0"/>
              </a:spcAft>
              <a:buNone/>
            </a:pPr>
            <a:r>
              <a:rPr lang="en-US"/>
              <a:t>Click to add subtitle</a:t>
            </a:r>
          </a:p>
        </p:txBody>
      </p:sp>
      <p:sp>
        <p:nvSpPr>
          <p:cNvPr id="16" name="Text Placeholder 4">
            <a:extLst>
              <a:ext uri="{FF2B5EF4-FFF2-40B4-BE49-F238E27FC236}">
                <a16:creationId xmlns:a16="http://schemas.microsoft.com/office/drawing/2014/main" id="{0A401E1F-0AFE-154E-1580-47D3D59D3E53}"/>
              </a:ext>
            </a:extLst>
          </p:cNvPr>
          <p:cNvSpPr>
            <a:spLocks noGrp="1"/>
          </p:cNvSpPr>
          <p:nvPr>
            <p:ph type="body" sz="quarter" idx="13" hasCustomPrompt="1"/>
          </p:nvPr>
        </p:nvSpPr>
        <p:spPr>
          <a:xfrm>
            <a:off x="228599" y="2426705"/>
            <a:ext cx="791767"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tx1"/>
                </a:solidFill>
                <a:effectLst/>
                <a:uLnTx/>
                <a:uFillTx/>
                <a:latin typeface="Arial"/>
              </a:defRPr>
            </a:lvl1pPr>
          </a:lstStyle>
          <a:p>
            <a:pPr marR="0" lvl="0" defTabSz="914034" fontAlgn="auto">
              <a:lnSpc>
                <a:spcPct val="100000"/>
              </a:lnSpc>
              <a:spcBef>
                <a:spcPts val="0"/>
              </a:spcBef>
              <a:spcAft>
                <a:spcPts val="0"/>
              </a:spcAft>
              <a:buClrTx/>
              <a:buSzTx/>
              <a:buFontTx/>
              <a:buNone/>
              <a:tabLst/>
            </a:pPr>
            <a:fld id="{0E26B163-8971-4119-ABBC-5F3BCB521CF4}" type="datetime1">
              <a:rPr lang="en-US" smtClean="0"/>
              <a:pPr marR="0" lvl="0" defTabSz="914034" fontAlgn="auto">
                <a:lnSpc>
                  <a:spcPct val="100000"/>
                </a:lnSpc>
                <a:spcBef>
                  <a:spcPts val="0"/>
                </a:spcBef>
                <a:spcAft>
                  <a:spcPts val="0"/>
                </a:spcAft>
                <a:buClrTx/>
                <a:buSzTx/>
                <a:buFontTx/>
                <a:buNone/>
                <a:tabLst/>
              </a:pPr>
              <a:t>12/7/2024</a:t>
            </a:fld>
            <a:endParaRPr lang="en-US"/>
          </a:p>
        </p:txBody>
      </p:sp>
      <p:sp>
        <p:nvSpPr>
          <p:cNvPr id="17" name="Text Placeholder 4">
            <a:extLst>
              <a:ext uri="{FF2B5EF4-FFF2-40B4-BE49-F238E27FC236}">
                <a16:creationId xmlns:a16="http://schemas.microsoft.com/office/drawing/2014/main" id="{CD648F66-F4EA-8288-7DE3-72D08EE4B697}"/>
              </a:ext>
            </a:extLst>
          </p:cNvPr>
          <p:cNvSpPr>
            <a:spLocks noGrp="1"/>
          </p:cNvSpPr>
          <p:nvPr>
            <p:ph type="body" sz="quarter" idx="14" hasCustomPrompt="1"/>
          </p:nvPr>
        </p:nvSpPr>
        <p:spPr>
          <a:xfrm>
            <a:off x="1100889" y="2426705"/>
            <a:ext cx="3306010"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tx1"/>
                </a:solidFill>
                <a:effectLst/>
                <a:uLnTx/>
                <a:uFillTx/>
                <a:latin typeface="Arial"/>
              </a:defRPr>
            </a:lvl1pPr>
          </a:lstStyle>
          <a:p>
            <a:pPr marR="0" lvl="0" defTabSz="914034" fontAlgn="auto">
              <a:lnSpc>
                <a:spcPct val="100000"/>
              </a:lnSpc>
              <a:spcBef>
                <a:spcPts val="0"/>
              </a:spcBef>
              <a:spcAft>
                <a:spcPts val="0"/>
              </a:spcAft>
              <a:buClrTx/>
              <a:buSzTx/>
              <a:buFontTx/>
              <a:buNone/>
              <a:tabLst/>
            </a:pPr>
            <a:r>
              <a:rPr lang="en-US"/>
              <a:t>Click to add location</a:t>
            </a:r>
          </a:p>
        </p:txBody>
      </p:sp>
    </p:spTree>
    <p:extLst>
      <p:ext uri="{BB962C8B-B14F-4D97-AF65-F5344CB8AC3E}">
        <p14:creationId xmlns:p14="http://schemas.microsoft.com/office/powerpoint/2010/main" val="28840154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3117955-7A4F-BCC8-BE96-A1713154DE22}"/>
              </a:ext>
            </a:extLst>
          </p:cNvPr>
          <p:cNvGraphicFramePr>
            <a:graphicFrameLocks noChangeAspect="1"/>
          </p:cNvGraphicFramePr>
          <p:nvPr>
            <p:custDataLst>
              <p:tags r:id="rId1"/>
            </p:custDataLst>
            <p:extLst>
              <p:ext uri="{D42A27DB-BD31-4B8C-83A1-F6EECF244321}">
                <p14:modId xmlns:p14="http://schemas.microsoft.com/office/powerpoint/2010/main" val="35090690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3" name="think-cell data - do not delete" hidden="1">
                        <a:extLst>
                          <a:ext uri="{FF2B5EF4-FFF2-40B4-BE49-F238E27FC236}">
                            <a16:creationId xmlns:a16="http://schemas.microsoft.com/office/drawing/2014/main" id="{B3117955-7A4F-BCC8-BE96-A1713154DE2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1C196ECC-FA34-7280-5782-1C0C5306539A}"/>
              </a:ext>
            </a:extLst>
          </p:cNvPr>
          <p:cNvSpPr/>
          <p:nvPr>
            <p:custDataLst>
              <p:tags r:id="rId2"/>
            </p:custDataLst>
          </p:nvPr>
        </p:nvSpPr>
        <p:spPr>
          <a:xfrm>
            <a:off x="0" y="0"/>
            <a:ext cx="9144000" cy="5143500"/>
          </a:xfrm>
          <a:prstGeom prst="rect">
            <a:avLst/>
          </a:prstGeom>
          <a:gradFill flip="none" rotWithShape="1">
            <a:gsLst>
              <a:gs pos="0">
                <a:srgbClr val="324151">
                  <a:shade val="30000"/>
                  <a:satMod val="115000"/>
                </a:srgbClr>
              </a:gs>
              <a:gs pos="50000">
                <a:srgbClr val="324151">
                  <a:shade val="67500"/>
                  <a:satMod val="115000"/>
                </a:srgbClr>
              </a:gs>
              <a:gs pos="100000">
                <a:srgbClr val="324151">
                  <a:shade val="100000"/>
                  <a:satMod val="115000"/>
                </a:srgbClr>
              </a:gs>
            </a:gsLst>
            <a:path path="circle">
              <a:fillToRect l="50000" t="50000" r="50000" b="50000"/>
            </a:path>
            <a:tileRect/>
          </a:gra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grpSp>
        <p:nvGrpSpPr>
          <p:cNvPr id="5" name="Group 4">
            <a:extLst>
              <a:ext uri="{FF2B5EF4-FFF2-40B4-BE49-F238E27FC236}">
                <a16:creationId xmlns:a16="http://schemas.microsoft.com/office/drawing/2014/main" id="{707024E6-306C-9413-2AEE-08C39016922E}"/>
              </a:ext>
            </a:extLst>
          </p:cNvPr>
          <p:cNvGrpSpPr/>
          <p:nvPr/>
        </p:nvGrpSpPr>
        <p:grpSpPr>
          <a:xfrm flipH="1">
            <a:off x="-19050" y="510152"/>
            <a:ext cx="2095272" cy="4123198"/>
            <a:chOff x="6502058" y="27698"/>
            <a:chExt cx="2611460" cy="5088104"/>
          </a:xfrm>
          <a:solidFill>
            <a:schemeClr val="bg1"/>
          </a:solidFill>
        </p:grpSpPr>
        <p:sp>
          <p:nvSpPr>
            <p:cNvPr id="6" name="Freeform: Shape 5">
              <a:extLst>
                <a:ext uri="{FF2B5EF4-FFF2-40B4-BE49-F238E27FC236}">
                  <a16:creationId xmlns:a16="http://schemas.microsoft.com/office/drawing/2014/main" id="{AAD22666-6D17-D5BF-66F7-AA76297C1917}"/>
                </a:ext>
              </a:extLst>
            </p:cNvPr>
            <p:cNvSpPr/>
            <p:nvPr/>
          </p:nvSpPr>
          <p:spPr>
            <a:xfrm flipV="1">
              <a:off x="6502058" y="27698"/>
              <a:ext cx="2588600" cy="5088104"/>
            </a:xfrm>
            <a:custGeom>
              <a:avLst/>
              <a:gdLst>
                <a:gd name="connsiteX0" fmla="*/ 2493922 w 2588600"/>
                <a:gd name="connsiteY0" fmla="*/ 5088104 h 5088104"/>
                <a:gd name="connsiteX1" fmla="*/ 2588600 w 2588600"/>
                <a:gd name="connsiteY1" fmla="*/ 5088104 h 5088104"/>
                <a:gd name="connsiteX2" fmla="*/ 2588600 w 2588600"/>
                <a:gd name="connsiteY2" fmla="*/ 4367332 h 5088104"/>
                <a:gd name="connsiteX3" fmla="*/ 2493922 w 2588600"/>
                <a:gd name="connsiteY3" fmla="*/ 4367332 h 5088104"/>
                <a:gd name="connsiteX4" fmla="*/ 2493922 w 2588600"/>
                <a:gd name="connsiteY4" fmla="*/ 4577583 h 5088104"/>
                <a:gd name="connsiteX5" fmla="*/ 514049 w 2588600"/>
                <a:gd name="connsiteY5" fmla="*/ 2610788 h 5088104"/>
                <a:gd name="connsiteX6" fmla="*/ 736354 w 2588600"/>
                <a:gd name="connsiteY6" fmla="*/ 2610788 h 5088104"/>
                <a:gd name="connsiteX7" fmla="*/ 736354 w 2588600"/>
                <a:gd name="connsiteY7" fmla="*/ 2477313 h 5088104"/>
                <a:gd name="connsiteX8" fmla="*/ 514049 w 2588600"/>
                <a:gd name="connsiteY8" fmla="*/ 2477313 h 5088104"/>
                <a:gd name="connsiteX9" fmla="*/ 2493922 w 2588600"/>
                <a:gd name="connsiteY9" fmla="*/ 510626 h 5088104"/>
                <a:gd name="connsiteX10" fmla="*/ 2493922 w 2588600"/>
                <a:gd name="connsiteY10" fmla="*/ 731447 h 5088104"/>
                <a:gd name="connsiteX11" fmla="*/ 2588600 w 2588600"/>
                <a:gd name="connsiteY11" fmla="*/ 731447 h 5088104"/>
                <a:gd name="connsiteX12" fmla="*/ 2588600 w 2588600"/>
                <a:gd name="connsiteY12" fmla="*/ 0 h 5088104"/>
                <a:gd name="connsiteX13" fmla="*/ 2493922 w 2588600"/>
                <a:gd name="connsiteY13" fmla="*/ 0 h 5088104"/>
                <a:gd name="connsiteX14" fmla="*/ 2493922 w 2588600"/>
                <a:gd name="connsiteY14" fmla="*/ 377149 h 5088104"/>
                <a:gd name="connsiteX15" fmla="*/ 379679 w 2588600"/>
                <a:gd name="connsiteY15" fmla="*/ 2477313 h 5088104"/>
                <a:gd name="connsiteX16" fmla="*/ 0 w 2588600"/>
                <a:gd name="connsiteY16" fmla="*/ 2477313 h 5088104"/>
                <a:gd name="connsiteX17" fmla="*/ 0 w 2588600"/>
                <a:gd name="connsiteY17" fmla="*/ 2610788 h 5088104"/>
                <a:gd name="connsiteX18" fmla="*/ 379679 w 2588600"/>
                <a:gd name="connsiteY18" fmla="*/ 2610788 h 5088104"/>
                <a:gd name="connsiteX19" fmla="*/ 2493922 w 2588600"/>
                <a:gd name="connsiteY19" fmla="*/ 4711060 h 508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88600" h="5088104">
                  <a:moveTo>
                    <a:pt x="2493922" y="5088104"/>
                  </a:moveTo>
                  <a:lnTo>
                    <a:pt x="2588600" y="5088104"/>
                  </a:lnTo>
                  <a:lnTo>
                    <a:pt x="2588600" y="4367332"/>
                  </a:lnTo>
                  <a:lnTo>
                    <a:pt x="2493922" y="4367332"/>
                  </a:lnTo>
                  <a:lnTo>
                    <a:pt x="2493922" y="4577583"/>
                  </a:lnTo>
                  <a:cubicBezTo>
                    <a:pt x="1417020" y="4542665"/>
                    <a:pt x="549202" y="3680519"/>
                    <a:pt x="514049" y="2610788"/>
                  </a:cubicBezTo>
                  <a:lnTo>
                    <a:pt x="736354" y="2610788"/>
                  </a:lnTo>
                  <a:lnTo>
                    <a:pt x="736354" y="2477313"/>
                  </a:lnTo>
                  <a:lnTo>
                    <a:pt x="514049" y="2477313"/>
                  </a:lnTo>
                  <a:cubicBezTo>
                    <a:pt x="549202" y="1407583"/>
                    <a:pt x="1417020" y="545543"/>
                    <a:pt x="2493922" y="510626"/>
                  </a:cubicBezTo>
                  <a:lnTo>
                    <a:pt x="2493922" y="731447"/>
                  </a:lnTo>
                  <a:lnTo>
                    <a:pt x="2588600" y="731447"/>
                  </a:lnTo>
                  <a:lnTo>
                    <a:pt x="2588600" y="0"/>
                  </a:lnTo>
                  <a:lnTo>
                    <a:pt x="2493922" y="0"/>
                  </a:lnTo>
                  <a:lnTo>
                    <a:pt x="2493922" y="377149"/>
                  </a:lnTo>
                  <a:cubicBezTo>
                    <a:pt x="1342955" y="412174"/>
                    <a:pt x="414937" y="1334013"/>
                    <a:pt x="379679" y="2477313"/>
                  </a:cubicBezTo>
                  <a:lnTo>
                    <a:pt x="0" y="2477313"/>
                  </a:lnTo>
                  <a:lnTo>
                    <a:pt x="0" y="2610788"/>
                  </a:lnTo>
                  <a:lnTo>
                    <a:pt x="379679" y="2610788"/>
                  </a:lnTo>
                  <a:cubicBezTo>
                    <a:pt x="414937" y="3754196"/>
                    <a:pt x="1342955" y="4676035"/>
                    <a:pt x="2493922" y="4711060"/>
                  </a:cubicBezTo>
                  <a:close/>
                </a:path>
              </a:pathLst>
            </a:custGeom>
            <a:solidFill>
              <a:schemeClr val="accent6"/>
            </a:solidFill>
            <a:ln w="46091"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AE343918-8BD8-A8D7-B533-249306C28CF3}"/>
                </a:ext>
              </a:extLst>
            </p:cNvPr>
            <p:cNvSpPr/>
            <p:nvPr/>
          </p:nvSpPr>
          <p:spPr>
            <a:xfrm flipV="1">
              <a:off x="7383513" y="892633"/>
              <a:ext cx="1730005" cy="3336898"/>
            </a:xfrm>
            <a:custGeom>
              <a:avLst/>
              <a:gdLst>
                <a:gd name="connsiteX0" fmla="*/ 1077652 w 1730005"/>
                <a:gd name="connsiteY0" fmla="*/ 768927 h 3336898"/>
                <a:gd name="connsiteX1" fmla="*/ 1612879 w 1730005"/>
                <a:gd name="connsiteY1" fmla="*/ 140630 h 3336898"/>
                <a:gd name="connsiteX2" fmla="*/ 1612879 w 1730005"/>
                <a:gd name="connsiteY2" fmla="*/ 768927 h 3336898"/>
                <a:gd name="connsiteX3" fmla="*/ 430201 w 1730005"/>
                <a:gd name="connsiteY3" fmla="*/ 768927 h 3336898"/>
                <a:gd name="connsiteX4" fmla="*/ 1262117 w 1730005"/>
                <a:gd name="connsiteY4" fmla="*/ 191991 h 3336898"/>
                <a:gd name="connsiteX5" fmla="*/ 931889 w 1730005"/>
                <a:gd name="connsiteY5" fmla="*/ 768927 h 3336898"/>
                <a:gd name="connsiteX6" fmla="*/ 931781 w 1730005"/>
                <a:gd name="connsiteY6" fmla="*/ 1591034 h 3336898"/>
                <a:gd name="connsiteX7" fmla="*/ 1034332 w 1730005"/>
                <a:gd name="connsiteY7" fmla="*/ 902404 h 3336898"/>
                <a:gd name="connsiteX8" fmla="*/ 1612879 w 1730005"/>
                <a:gd name="connsiteY8" fmla="*/ 902404 h 3336898"/>
                <a:gd name="connsiteX9" fmla="*/ 1612879 w 1730005"/>
                <a:gd name="connsiteY9" fmla="*/ 1591034 h 3336898"/>
                <a:gd name="connsiteX10" fmla="*/ 138240 w 1730005"/>
                <a:gd name="connsiteY10" fmla="*/ 1591034 h 3336898"/>
                <a:gd name="connsiteX11" fmla="*/ 342591 w 1730005"/>
                <a:gd name="connsiteY11" fmla="*/ 902404 h 3336898"/>
                <a:gd name="connsiteX12" fmla="*/ 891683 w 1730005"/>
                <a:gd name="connsiteY12" fmla="*/ 902404 h 3336898"/>
                <a:gd name="connsiteX13" fmla="*/ 797409 w 1730005"/>
                <a:gd name="connsiteY13" fmla="*/ 1591034 h 3336898"/>
                <a:gd name="connsiteX14" fmla="*/ 1031107 w 1730005"/>
                <a:gd name="connsiteY14" fmla="*/ 2424028 h 3336898"/>
                <a:gd name="connsiteX15" fmla="*/ 931243 w 1730005"/>
                <a:gd name="connsiteY15" fmla="*/ 1724508 h 3336898"/>
                <a:gd name="connsiteX16" fmla="*/ 1612879 w 1730005"/>
                <a:gd name="connsiteY16" fmla="*/ 1724508 h 3336898"/>
                <a:gd name="connsiteX17" fmla="*/ 1612879 w 1730005"/>
                <a:gd name="connsiteY17" fmla="*/ 2424028 h 3336898"/>
                <a:gd name="connsiteX18" fmla="*/ 336035 w 1730005"/>
                <a:gd name="connsiteY18" fmla="*/ 2424028 h 3336898"/>
                <a:gd name="connsiteX19" fmla="*/ 137166 w 1730005"/>
                <a:gd name="connsiteY19" fmla="*/ 1724508 h 3336898"/>
                <a:gd name="connsiteX20" fmla="*/ 796873 w 1730005"/>
                <a:gd name="connsiteY20" fmla="*/ 1724508 h 3336898"/>
                <a:gd name="connsiteX21" fmla="*/ 889105 w 1730005"/>
                <a:gd name="connsiteY21" fmla="*/ 2424028 h 3336898"/>
                <a:gd name="connsiteX22" fmla="*/ 1262117 w 1730005"/>
                <a:gd name="connsiteY22" fmla="*/ 3145014 h 3336898"/>
                <a:gd name="connsiteX23" fmla="*/ 422246 w 1730005"/>
                <a:gd name="connsiteY23" fmla="*/ 2557505 h 3336898"/>
                <a:gd name="connsiteX24" fmla="*/ 928555 w 1730005"/>
                <a:gd name="connsiteY24" fmla="*/ 2557505 h 3336898"/>
                <a:gd name="connsiteX25" fmla="*/ 1262117 w 1730005"/>
                <a:gd name="connsiteY25" fmla="*/ 3145014 h 3336898"/>
                <a:gd name="connsiteX26" fmla="*/ 1612879 w 1730005"/>
                <a:gd name="connsiteY26" fmla="*/ 3196268 h 3336898"/>
                <a:gd name="connsiteX27" fmla="*/ 1073784 w 1730005"/>
                <a:gd name="connsiteY27" fmla="*/ 2557505 h 3336898"/>
                <a:gd name="connsiteX28" fmla="*/ 1612879 w 1730005"/>
                <a:gd name="connsiteY28" fmla="*/ 2557505 h 3336898"/>
                <a:gd name="connsiteX29" fmla="*/ 1679633 w 1730005"/>
                <a:gd name="connsiteY29" fmla="*/ 3336898 h 3336898"/>
                <a:gd name="connsiteX30" fmla="*/ 1730005 w 1730005"/>
                <a:gd name="connsiteY30" fmla="*/ 3334363 h 3336898"/>
                <a:gd name="connsiteX31" fmla="*/ 1730005 w 1730005"/>
                <a:gd name="connsiteY31" fmla="*/ 2535 h 3336898"/>
                <a:gd name="connsiteX32" fmla="*/ 1679633 w 1730005"/>
                <a:gd name="connsiteY32" fmla="*/ 0 h 3336898"/>
                <a:gd name="connsiteX33" fmla="*/ 0 w 1730005"/>
                <a:gd name="connsiteY33" fmla="*/ 1668449 h 3336898"/>
                <a:gd name="connsiteX34" fmla="*/ 1679633 w 1730005"/>
                <a:gd name="connsiteY34" fmla="*/ 3336898 h 333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30005" h="3336898">
                  <a:moveTo>
                    <a:pt x="1077652" y="768927"/>
                  </a:moveTo>
                  <a:cubicBezTo>
                    <a:pt x="1202887" y="422425"/>
                    <a:pt x="1395951" y="182062"/>
                    <a:pt x="1612879" y="140630"/>
                  </a:cubicBezTo>
                  <a:lnTo>
                    <a:pt x="1612879" y="768927"/>
                  </a:lnTo>
                  <a:close/>
                  <a:moveTo>
                    <a:pt x="430201" y="768927"/>
                  </a:moveTo>
                  <a:cubicBezTo>
                    <a:pt x="632080" y="493007"/>
                    <a:pt x="923395" y="286706"/>
                    <a:pt x="1262117" y="191991"/>
                  </a:cubicBezTo>
                  <a:cubicBezTo>
                    <a:pt x="1126456" y="326321"/>
                    <a:pt x="1013155" y="525682"/>
                    <a:pt x="931889" y="768927"/>
                  </a:cubicBezTo>
                  <a:close/>
                  <a:moveTo>
                    <a:pt x="931781" y="1591034"/>
                  </a:moveTo>
                  <a:cubicBezTo>
                    <a:pt x="938230" y="1342767"/>
                    <a:pt x="974670" y="1108171"/>
                    <a:pt x="1034332" y="902404"/>
                  </a:cubicBezTo>
                  <a:lnTo>
                    <a:pt x="1612879" y="902404"/>
                  </a:lnTo>
                  <a:lnTo>
                    <a:pt x="1612879" y="1591034"/>
                  </a:lnTo>
                  <a:close/>
                  <a:moveTo>
                    <a:pt x="138240" y="1591034"/>
                  </a:moveTo>
                  <a:cubicBezTo>
                    <a:pt x="150926" y="1341060"/>
                    <a:pt x="223270" y="1106996"/>
                    <a:pt x="342591" y="902404"/>
                  </a:cubicBezTo>
                  <a:lnTo>
                    <a:pt x="891683" y="902404"/>
                  </a:lnTo>
                  <a:cubicBezTo>
                    <a:pt x="836216" y="1109239"/>
                    <a:pt x="803214" y="1342233"/>
                    <a:pt x="797409" y="1591034"/>
                  </a:cubicBezTo>
                  <a:close/>
                  <a:moveTo>
                    <a:pt x="1031107" y="2424028"/>
                  </a:moveTo>
                  <a:cubicBezTo>
                    <a:pt x="971661" y="2214845"/>
                    <a:pt x="935973" y="1976406"/>
                    <a:pt x="931243" y="1724508"/>
                  </a:cubicBezTo>
                  <a:lnTo>
                    <a:pt x="1612879" y="1724508"/>
                  </a:lnTo>
                  <a:lnTo>
                    <a:pt x="1612879" y="2424028"/>
                  </a:lnTo>
                  <a:close/>
                  <a:moveTo>
                    <a:pt x="336035" y="2424028"/>
                  </a:moveTo>
                  <a:cubicBezTo>
                    <a:pt x="217143" y="2216020"/>
                    <a:pt x="146517" y="1978112"/>
                    <a:pt x="137166" y="1724508"/>
                  </a:cubicBezTo>
                  <a:lnTo>
                    <a:pt x="796873" y="1724508"/>
                  </a:lnTo>
                  <a:cubicBezTo>
                    <a:pt x="801172" y="1977259"/>
                    <a:pt x="833635" y="2213778"/>
                    <a:pt x="889105" y="2424028"/>
                  </a:cubicBezTo>
                  <a:close/>
                  <a:moveTo>
                    <a:pt x="1262117" y="3145014"/>
                  </a:moveTo>
                  <a:cubicBezTo>
                    <a:pt x="918989" y="3049017"/>
                    <a:pt x="624340" y="2838659"/>
                    <a:pt x="422246" y="2557505"/>
                  </a:cubicBezTo>
                  <a:lnTo>
                    <a:pt x="928555" y="2557505"/>
                  </a:lnTo>
                  <a:cubicBezTo>
                    <a:pt x="1009931" y="2805450"/>
                    <a:pt x="1124521" y="3008653"/>
                    <a:pt x="1262117" y="3145014"/>
                  </a:cubicBezTo>
                  <a:close/>
                  <a:moveTo>
                    <a:pt x="1612879" y="3196268"/>
                  </a:moveTo>
                  <a:cubicBezTo>
                    <a:pt x="1393694" y="3154517"/>
                    <a:pt x="1198803" y="2909668"/>
                    <a:pt x="1073784" y="2557505"/>
                  </a:cubicBezTo>
                  <a:lnTo>
                    <a:pt x="1612879" y="2557505"/>
                  </a:lnTo>
                  <a:close/>
                  <a:moveTo>
                    <a:pt x="1679633" y="3336898"/>
                  </a:moveTo>
                  <a:lnTo>
                    <a:pt x="1730005" y="3334363"/>
                  </a:lnTo>
                  <a:lnTo>
                    <a:pt x="1730005" y="2535"/>
                  </a:lnTo>
                  <a:lnTo>
                    <a:pt x="1679633" y="0"/>
                  </a:lnTo>
                  <a:cubicBezTo>
                    <a:pt x="753443" y="0"/>
                    <a:pt x="0" y="748532"/>
                    <a:pt x="0" y="1668449"/>
                  </a:cubicBezTo>
                  <a:cubicBezTo>
                    <a:pt x="0" y="2588471"/>
                    <a:pt x="753443" y="3336898"/>
                    <a:pt x="1679633" y="3336898"/>
                  </a:cubicBezTo>
                  <a:close/>
                </a:path>
              </a:pathLst>
            </a:custGeom>
            <a:grpFill/>
            <a:ln w="46091" cap="flat">
              <a:noFill/>
              <a:prstDash val="solid"/>
              <a:miter/>
            </a:ln>
          </p:spPr>
          <p:txBody>
            <a:bodyPr rtlCol="0" anchor="ctr"/>
            <a:lstStyle/>
            <a:p>
              <a:endParaRPr lang="en-US"/>
            </a:p>
          </p:txBody>
        </p:sp>
      </p:grpSp>
      <p:sp>
        <p:nvSpPr>
          <p:cNvPr id="9" name="Title 1">
            <a:extLst>
              <a:ext uri="{FF2B5EF4-FFF2-40B4-BE49-F238E27FC236}">
                <a16:creationId xmlns:a16="http://schemas.microsoft.com/office/drawing/2014/main" id="{D7C0CA5D-4EA8-8FD1-8584-F479104F3D8D}"/>
              </a:ext>
            </a:extLst>
          </p:cNvPr>
          <p:cNvSpPr>
            <a:spLocks noGrp="1"/>
          </p:cNvSpPr>
          <p:nvPr>
            <p:ph type="title" hasCustomPrompt="1"/>
          </p:nvPr>
        </p:nvSpPr>
        <p:spPr>
          <a:xfrm>
            <a:off x="2750344" y="2010997"/>
            <a:ext cx="6026400" cy="430887"/>
          </a:xfrm>
        </p:spPr>
        <p:txBody>
          <a:bodyPr vert="horz" wrap="square" lIns="0" tIns="0" rIns="0" bIns="0" rtlCol="0" anchor="b">
            <a:spAutoFit/>
          </a:bodyPr>
          <a:lstStyle>
            <a:lvl1pPr>
              <a:defRPr lang="en-US" sz="2800" dirty="0">
                <a:solidFill>
                  <a:schemeClr val="bg1"/>
                </a:solidFill>
              </a:defRPr>
            </a:lvl1pPr>
          </a:lstStyle>
          <a:p>
            <a:pPr marL="0" lvl="0">
              <a:lnSpc>
                <a:spcPct val="100000"/>
              </a:lnSpc>
            </a:pPr>
            <a:r>
              <a:rPr lang="en-US"/>
              <a:t>Click to add title</a:t>
            </a:r>
          </a:p>
        </p:txBody>
      </p:sp>
      <p:sp>
        <p:nvSpPr>
          <p:cNvPr id="10" name="Subtitle 2">
            <a:extLst>
              <a:ext uri="{FF2B5EF4-FFF2-40B4-BE49-F238E27FC236}">
                <a16:creationId xmlns:a16="http://schemas.microsoft.com/office/drawing/2014/main" id="{1B8CCFE1-5DCE-0B72-93A9-D486EBFB619C}"/>
              </a:ext>
            </a:extLst>
          </p:cNvPr>
          <p:cNvSpPr>
            <a:spLocks noGrp="1"/>
          </p:cNvSpPr>
          <p:nvPr>
            <p:ph type="subTitle" idx="1" hasCustomPrompt="1"/>
          </p:nvPr>
        </p:nvSpPr>
        <p:spPr bwMode="white">
          <a:xfrm>
            <a:off x="2751840" y="2578655"/>
            <a:ext cx="6026400" cy="276999"/>
          </a:xfrm>
          <a:prstGeom prst="rect">
            <a:avLst/>
          </a:prstGeom>
        </p:spPr>
        <p:txBody>
          <a:bodyPr vert="horz" wrap="square" lIns="0" tIns="0" rIns="0" bIns="0" rtlCol="0" anchor="t">
            <a:spAutoFit/>
          </a:bodyPr>
          <a:lstStyle>
            <a:lvl1pPr>
              <a:defRPr lang="en-US" sz="1800" b="0" dirty="0">
                <a:solidFill>
                  <a:schemeClr val="bg1"/>
                </a:solidFill>
                <a:latin typeface="+mj-lt"/>
                <a:ea typeface="+mj-ea"/>
                <a:cs typeface="+mj-cs"/>
              </a:defRPr>
            </a:lvl1pPr>
          </a:lstStyle>
          <a:p>
            <a:pPr lvl="0">
              <a:lnSpc>
                <a:spcPct val="100000"/>
              </a:lnSpc>
              <a:spcBef>
                <a:spcPct val="0"/>
              </a:spcBef>
              <a:buNone/>
            </a:pPr>
            <a:r>
              <a:rPr lang="en-US"/>
              <a:t>Click to add subtitle</a:t>
            </a:r>
          </a:p>
        </p:txBody>
      </p:sp>
      <p:sp>
        <p:nvSpPr>
          <p:cNvPr id="11" name="Text Placeholder 4">
            <a:extLst>
              <a:ext uri="{FF2B5EF4-FFF2-40B4-BE49-F238E27FC236}">
                <a16:creationId xmlns:a16="http://schemas.microsoft.com/office/drawing/2014/main" id="{AD98FCBC-0BDC-7C25-21D1-F47B12E9AD3B}"/>
              </a:ext>
            </a:extLst>
          </p:cNvPr>
          <p:cNvSpPr>
            <a:spLocks noGrp="1"/>
          </p:cNvSpPr>
          <p:nvPr>
            <p:ph type="body" sz="quarter" idx="13" hasCustomPrompt="1"/>
          </p:nvPr>
        </p:nvSpPr>
        <p:spPr>
          <a:xfrm>
            <a:off x="2750344" y="3084203"/>
            <a:ext cx="936000" cy="184666"/>
          </a:xfrm>
          <a:prstGeom prst="rect">
            <a:avLst/>
          </a:prstGeom>
        </p:spPr>
        <p:txBody>
          <a:bodyPr vert="horz" wrap="square" lIns="0" tIns="0" rIns="0" bIns="0" rtlCol="0" anchor="t">
            <a:spAutoFit/>
          </a:bodyPr>
          <a:lstStyle>
            <a:lvl1pPr>
              <a:defRPr lang="en-US" sz="1200" b="0" dirty="0">
                <a:solidFill>
                  <a:schemeClr val="bg1"/>
                </a:solidFill>
                <a:latin typeface="+mj-lt"/>
                <a:ea typeface="+mj-ea"/>
                <a:cs typeface="+mj-cs"/>
              </a:defRPr>
            </a:lvl1pPr>
          </a:lstStyle>
          <a:p>
            <a:pPr lvl="0">
              <a:lnSpc>
                <a:spcPct val="100000"/>
              </a:lnSpc>
              <a:spcBef>
                <a:spcPct val="0"/>
              </a:spcBef>
              <a:buNone/>
            </a:pPr>
            <a:fld id="{0E26B163-8971-4119-ABBC-5F3BCB521CF4}" type="datetime1">
              <a:rPr lang="en-US" smtClean="0"/>
              <a:pPr lvl="0">
                <a:lnSpc>
                  <a:spcPct val="100000"/>
                </a:lnSpc>
                <a:spcBef>
                  <a:spcPct val="0"/>
                </a:spcBef>
                <a:buNone/>
              </a:pPr>
              <a:t>12/7/2024</a:t>
            </a:fld>
            <a:endParaRPr lang="en-US"/>
          </a:p>
        </p:txBody>
      </p:sp>
      <p:sp>
        <p:nvSpPr>
          <p:cNvPr id="12" name="Text Placeholder 4">
            <a:extLst>
              <a:ext uri="{FF2B5EF4-FFF2-40B4-BE49-F238E27FC236}">
                <a16:creationId xmlns:a16="http://schemas.microsoft.com/office/drawing/2014/main" id="{0A8B60C5-1F31-115C-5721-7214DAC57993}"/>
              </a:ext>
            </a:extLst>
          </p:cNvPr>
          <p:cNvSpPr>
            <a:spLocks noGrp="1"/>
          </p:cNvSpPr>
          <p:nvPr>
            <p:ph type="body" sz="quarter" idx="14" hasCustomPrompt="1"/>
          </p:nvPr>
        </p:nvSpPr>
        <p:spPr>
          <a:xfrm>
            <a:off x="3776663" y="3084759"/>
            <a:ext cx="5001577" cy="184666"/>
          </a:xfrm>
          <a:prstGeom prst="rect">
            <a:avLst/>
          </a:prstGeom>
        </p:spPr>
        <p:txBody>
          <a:bodyPr vert="horz" wrap="square" lIns="0" tIns="0" rIns="0" bIns="0" rtlCol="0" anchor="t">
            <a:spAutoFit/>
          </a:bodyPr>
          <a:lstStyle>
            <a:lvl1pPr>
              <a:defRPr lang="en-US" sz="1200" b="0" dirty="0">
                <a:solidFill>
                  <a:schemeClr val="bg1"/>
                </a:solidFill>
                <a:latin typeface="+mj-lt"/>
                <a:ea typeface="+mj-ea"/>
                <a:cs typeface="+mj-cs"/>
              </a:defRPr>
            </a:lvl1pPr>
          </a:lstStyle>
          <a:p>
            <a:pPr lvl="0">
              <a:lnSpc>
                <a:spcPct val="100000"/>
              </a:lnSpc>
              <a:spcBef>
                <a:spcPct val="0"/>
              </a:spcBef>
              <a:buNone/>
            </a:pPr>
            <a:r>
              <a:rPr lang="en-US"/>
              <a:t>Click to add location</a:t>
            </a:r>
          </a:p>
        </p:txBody>
      </p:sp>
      <p:grpSp>
        <p:nvGrpSpPr>
          <p:cNvPr id="39" name="Group 38">
            <a:extLst>
              <a:ext uri="{FF2B5EF4-FFF2-40B4-BE49-F238E27FC236}">
                <a16:creationId xmlns:a16="http://schemas.microsoft.com/office/drawing/2014/main" id="{20D522AC-C308-F0F9-DAD5-A77B7779A0DD}"/>
              </a:ext>
            </a:extLst>
          </p:cNvPr>
          <p:cNvGrpSpPr/>
          <p:nvPr/>
        </p:nvGrpSpPr>
        <p:grpSpPr>
          <a:xfrm>
            <a:off x="6575854" y="230823"/>
            <a:ext cx="2200890" cy="546302"/>
            <a:chOff x="5706199" y="3115121"/>
            <a:chExt cx="1096734" cy="272230"/>
          </a:xfrm>
        </p:grpSpPr>
        <p:sp>
          <p:nvSpPr>
            <p:cNvPr id="40" name="Freeform: Shape 39">
              <a:extLst>
                <a:ext uri="{FF2B5EF4-FFF2-40B4-BE49-F238E27FC236}">
                  <a16:creationId xmlns:a16="http://schemas.microsoft.com/office/drawing/2014/main" id="{A8EFB161-B4D3-4FE4-BB35-3FDD3F8A728C}"/>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pPr rtl="0"/>
              <a:endParaRPr lang="en-IN"/>
            </a:p>
          </p:txBody>
        </p:sp>
        <p:sp>
          <p:nvSpPr>
            <p:cNvPr id="41" name="Freeform: Shape 40">
              <a:extLst>
                <a:ext uri="{FF2B5EF4-FFF2-40B4-BE49-F238E27FC236}">
                  <a16:creationId xmlns:a16="http://schemas.microsoft.com/office/drawing/2014/main" id="{AC9DF24C-CD35-5A9B-49F8-B3C0C2FACB50}"/>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pPr rtl="0"/>
              <a:endParaRPr lang="en-IN"/>
            </a:p>
          </p:txBody>
        </p:sp>
        <p:sp>
          <p:nvSpPr>
            <p:cNvPr id="42" name="Freeform: Shape 41">
              <a:extLst>
                <a:ext uri="{FF2B5EF4-FFF2-40B4-BE49-F238E27FC236}">
                  <a16:creationId xmlns:a16="http://schemas.microsoft.com/office/drawing/2014/main" id="{3774EAC1-9B7A-086D-E862-AF56F8EBC7BB}"/>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pPr rtl="0"/>
              <a:endParaRPr lang="en-IN"/>
            </a:p>
          </p:txBody>
        </p:sp>
        <p:sp>
          <p:nvSpPr>
            <p:cNvPr id="43" name="Freeform: Shape 42">
              <a:extLst>
                <a:ext uri="{FF2B5EF4-FFF2-40B4-BE49-F238E27FC236}">
                  <a16:creationId xmlns:a16="http://schemas.microsoft.com/office/drawing/2014/main" id="{97E5D9B1-38C8-122E-6B52-0855B87DA0E8}"/>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pPr rtl="0"/>
              <a:endParaRPr lang="en-IN"/>
            </a:p>
          </p:txBody>
        </p:sp>
        <p:sp>
          <p:nvSpPr>
            <p:cNvPr id="44" name="Freeform: Shape 43">
              <a:extLst>
                <a:ext uri="{FF2B5EF4-FFF2-40B4-BE49-F238E27FC236}">
                  <a16:creationId xmlns:a16="http://schemas.microsoft.com/office/drawing/2014/main" id="{9460ADCC-BCCF-5420-C7B0-EB4A1DFB5EB1}"/>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pPr rtl="0"/>
              <a:endParaRPr lang="en-IN"/>
            </a:p>
          </p:txBody>
        </p:sp>
        <p:sp>
          <p:nvSpPr>
            <p:cNvPr id="45" name="Freeform: Shape 44">
              <a:extLst>
                <a:ext uri="{FF2B5EF4-FFF2-40B4-BE49-F238E27FC236}">
                  <a16:creationId xmlns:a16="http://schemas.microsoft.com/office/drawing/2014/main" id="{A2835A24-287F-3D1C-2B05-3C22C0D8005C}"/>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pPr rtl="0"/>
              <a:endParaRPr lang="en-IN"/>
            </a:p>
          </p:txBody>
        </p:sp>
        <p:sp>
          <p:nvSpPr>
            <p:cNvPr id="46" name="Freeform: Shape 45">
              <a:extLst>
                <a:ext uri="{FF2B5EF4-FFF2-40B4-BE49-F238E27FC236}">
                  <a16:creationId xmlns:a16="http://schemas.microsoft.com/office/drawing/2014/main" id="{5CFBB06B-D562-3D9D-16EF-D76E2DBBD364}"/>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pPr rtl="0"/>
              <a:endParaRPr lang="en-IN"/>
            </a:p>
          </p:txBody>
        </p:sp>
        <p:sp>
          <p:nvSpPr>
            <p:cNvPr id="47" name="Freeform: Shape 46">
              <a:extLst>
                <a:ext uri="{FF2B5EF4-FFF2-40B4-BE49-F238E27FC236}">
                  <a16:creationId xmlns:a16="http://schemas.microsoft.com/office/drawing/2014/main" id="{76E3FF73-BB6B-585C-895D-7032ACAE8F05}"/>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pPr rtl="0"/>
              <a:endParaRPr lang="en-IN"/>
            </a:p>
          </p:txBody>
        </p:sp>
        <p:sp>
          <p:nvSpPr>
            <p:cNvPr id="48" name="Freeform: Shape 47">
              <a:extLst>
                <a:ext uri="{FF2B5EF4-FFF2-40B4-BE49-F238E27FC236}">
                  <a16:creationId xmlns:a16="http://schemas.microsoft.com/office/drawing/2014/main" id="{0A61DB7A-20A6-7A10-A7CE-F11D82D420B4}"/>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pPr rtl="0"/>
              <a:endParaRPr lang="en-IN"/>
            </a:p>
          </p:txBody>
        </p:sp>
        <p:sp>
          <p:nvSpPr>
            <p:cNvPr id="49" name="Freeform: Shape 48">
              <a:extLst>
                <a:ext uri="{FF2B5EF4-FFF2-40B4-BE49-F238E27FC236}">
                  <a16:creationId xmlns:a16="http://schemas.microsoft.com/office/drawing/2014/main" id="{C62CA1B0-388E-D58B-88F3-7826AA804391}"/>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pPr rtl="0"/>
              <a:endParaRPr lang="en-IN"/>
            </a:p>
          </p:txBody>
        </p:sp>
        <p:sp>
          <p:nvSpPr>
            <p:cNvPr id="50" name="Freeform: Shape 49">
              <a:extLst>
                <a:ext uri="{FF2B5EF4-FFF2-40B4-BE49-F238E27FC236}">
                  <a16:creationId xmlns:a16="http://schemas.microsoft.com/office/drawing/2014/main" id="{0F624587-DED1-3F0B-7262-DF82C52726FF}"/>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pPr rtl="0"/>
              <a:endParaRPr lang="en-IN"/>
            </a:p>
          </p:txBody>
        </p:sp>
        <p:sp>
          <p:nvSpPr>
            <p:cNvPr id="51" name="Freeform: Shape 50">
              <a:extLst>
                <a:ext uri="{FF2B5EF4-FFF2-40B4-BE49-F238E27FC236}">
                  <a16:creationId xmlns:a16="http://schemas.microsoft.com/office/drawing/2014/main" id="{65FD7547-68C4-0BD2-EAD4-1106543A619F}"/>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pPr rtl="0"/>
              <a:endParaRPr lang="en-IN"/>
            </a:p>
          </p:txBody>
        </p:sp>
        <p:sp>
          <p:nvSpPr>
            <p:cNvPr id="52" name="Freeform: Shape 51">
              <a:extLst>
                <a:ext uri="{FF2B5EF4-FFF2-40B4-BE49-F238E27FC236}">
                  <a16:creationId xmlns:a16="http://schemas.microsoft.com/office/drawing/2014/main" id="{5B386FC0-3120-BA1E-CBB8-ACFA3887F06D}"/>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pPr rtl="0"/>
              <a:endParaRPr lang="en-IN"/>
            </a:p>
          </p:txBody>
        </p:sp>
        <p:sp>
          <p:nvSpPr>
            <p:cNvPr id="53" name="Freeform: Shape 52">
              <a:extLst>
                <a:ext uri="{FF2B5EF4-FFF2-40B4-BE49-F238E27FC236}">
                  <a16:creationId xmlns:a16="http://schemas.microsoft.com/office/drawing/2014/main" id="{A5EA3599-FFF2-4307-AD48-31150E984007}"/>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pPr rtl="0"/>
              <a:endParaRPr lang="en-IN"/>
            </a:p>
          </p:txBody>
        </p:sp>
        <p:sp>
          <p:nvSpPr>
            <p:cNvPr id="54" name="Freeform: Shape 53">
              <a:extLst>
                <a:ext uri="{FF2B5EF4-FFF2-40B4-BE49-F238E27FC236}">
                  <a16:creationId xmlns:a16="http://schemas.microsoft.com/office/drawing/2014/main" id="{C59A994A-35D5-1AEA-25FD-0A9AB1B6ED8D}"/>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pPr rtl="0"/>
              <a:endParaRPr lang="en-IN"/>
            </a:p>
          </p:txBody>
        </p:sp>
        <p:sp>
          <p:nvSpPr>
            <p:cNvPr id="55" name="Freeform: Shape 54">
              <a:extLst>
                <a:ext uri="{FF2B5EF4-FFF2-40B4-BE49-F238E27FC236}">
                  <a16:creationId xmlns:a16="http://schemas.microsoft.com/office/drawing/2014/main" id="{96515DEE-54E7-96F1-AF0F-D06E55D06A02}"/>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pPr rtl="0"/>
              <a:endParaRPr lang="en-IN"/>
            </a:p>
          </p:txBody>
        </p:sp>
        <p:sp>
          <p:nvSpPr>
            <p:cNvPr id="56" name="Freeform: Shape 55">
              <a:extLst>
                <a:ext uri="{FF2B5EF4-FFF2-40B4-BE49-F238E27FC236}">
                  <a16:creationId xmlns:a16="http://schemas.microsoft.com/office/drawing/2014/main" id="{233E314E-FBCA-9C3D-A64B-775DDA07B029}"/>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pPr rtl="0"/>
              <a:endParaRPr lang="en-IN"/>
            </a:p>
          </p:txBody>
        </p:sp>
        <p:sp>
          <p:nvSpPr>
            <p:cNvPr id="57" name="Freeform: Shape 56">
              <a:extLst>
                <a:ext uri="{FF2B5EF4-FFF2-40B4-BE49-F238E27FC236}">
                  <a16:creationId xmlns:a16="http://schemas.microsoft.com/office/drawing/2014/main" id="{C6F33471-A5DE-97E6-C27A-01C4B666A124}"/>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pPr rtl="0"/>
              <a:endParaRPr lang="en-IN"/>
            </a:p>
          </p:txBody>
        </p:sp>
        <p:sp>
          <p:nvSpPr>
            <p:cNvPr id="58" name="Freeform: Shape 57">
              <a:extLst>
                <a:ext uri="{FF2B5EF4-FFF2-40B4-BE49-F238E27FC236}">
                  <a16:creationId xmlns:a16="http://schemas.microsoft.com/office/drawing/2014/main" id="{6E65ACDB-DC87-431F-0AA0-076DE08B8AA4}"/>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pPr rtl="0"/>
              <a:endParaRPr lang="en-IN"/>
            </a:p>
          </p:txBody>
        </p:sp>
        <p:sp>
          <p:nvSpPr>
            <p:cNvPr id="59" name="Freeform: Shape 58">
              <a:extLst>
                <a:ext uri="{FF2B5EF4-FFF2-40B4-BE49-F238E27FC236}">
                  <a16:creationId xmlns:a16="http://schemas.microsoft.com/office/drawing/2014/main" id="{74E6EF1F-803F-CA1A-FB67-2C7ABC6D657C}"/>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pPr rtl="0"/>
              <a:endParaRPr lang="en-IN"/>
            </a:p>
          </p:txBody>
        </p:sp>
        <p:sp>
          <p:nvSpPr>
            <p:cNvPr id="60" name="Freeform: Shape 59">
              <a:extLst>
                <a:ext uri="{FF2B5EF4-FFF2-40B4-BE49-F238E27FC236}">
                  <a16:creationId xmlns:a16="http://schemas.microsoft.com/office/drawing/2014/main" id="{D8EB6CB6-4DF3-EE64-8358-4B3080DA79EC}"/>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pPr rtl="0"/>
              <a:endParaRPr lang="en-IN"/>
            </a:p>
          </p:txBody>
        </p:sp>
        <p:sp>
          <p:nvSpPr>
            <p:cNvPr id="61" name="Freeform: Shape 60">
              <a:extLst>
                <a:ext uri="{FF2B5EF4-FFF2-40B4-BE49-F238E27FC236}">
                  <a16:creationId xmlns:a16="http://schemas.microsoft.com/office/drawing/2014/main" id="{CDCBA7F6-A0E0-2838-9129-E2F0D9D20FE5}"/>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pPr rtl="0"/>
              <a:endParaRPr lang="en-IN"/>
            </a:p>
          </p:txBody>
        </p:sp>
        <p:sp>
          <p:nvSpPr>
            <p:cNvPr id="62" name="Freeform: Shape 61">
              <a:extLst>
                <a:ext uri="{FF2B5EF4-FFF2-40B4-BE49-F238E27FC236}">
                  <a16:creationId xmlns:a16="http://schemas.microsoft.com/office/drawing/2014/main" id="{6C400DC8-A399-1BD7-CA49-D574E7AF0C44}"/>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pPr rtl="0"/>
              <a:endParaRPr lang="en-IN"/>
            </a:p>
          </p:txBody>
        </p:sp>
        <p:sp>
          <p:nvSpPr>
            <p:cNvPr id="63" name="Freeform: Shape 62">
              <a:extLst>
                <a:ext uri="{FF2B5EF4-FFF2-40B4-BE49-F238E27FC236}">
                  <a16:creationId xmlns:a16="http://schemas.microsoft.com/office/drawing/2014/main" id="{49FC7EF4-0F27-84C3-0789-F415AFC625E6}"/>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pPr rtl="0"/>
              <a:endParaRPr lang="en-IN"/>
            </a:p>
          </p:txBody>
        </p:sp>
        <p:sp>
          <p:nvSpPr>
            <p:cNvPr id="64" name="Freeform: Shape 63">
              <a:extLst>
                <a:ext uri="{FF2B5EF4-FFF2-40B4-BE49-F238E27FC236}">
                  <a16:creationId xmlns:a16="http://schemas.microsoft.com/office/drawing/2014/main" id="{558BBBE9-569D-E3C7-5CDD-5F29739398BE}"/>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pPr rtl="0"/>
              <a:endParaRPr lang="en-IN"/>
            </a:p>
          </p:txBody>
        </p:sp>
        <p:sp>
          <p:nvSpPr>
            <p:cNvPr id="65" name="Freeform: Shape 64">
              <a:extLst>
                <a:ext uri="{FF2B5EF4-FFF2-40B4-BE49-F238E27FC236}">
                  <a16:creationId xmlns:a16="http://schemas.microsoft.com/office/drawing/2014/main" id="{923E8315-821B-A72D-5E3E-CE7642D193C0}"/>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pPr rtl="0"/>
              <a:endParaRPr lang="en-IN"/>
            </a:p>
          </p:txBody>
        </p:sp>
      </p:grpSp>
    </p:spTree>
    <p:extLst>
      <p:ext uri="{BB962C8B-B14F-4D97-AF65-F5344CB8AC3E}">
        <p14:creationId xmlns:p14="http://schemas.microsoft.com/office/powerpoint/2010/main" val="2757362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342C7C73-3895-B321-8C9A-5AA5CBC38DE3}"/>
              </a:ext>
            </a:extLst>
          </p:cNvPr>
          <p:cNvGraphicFramePr>
            <a:graphicFrameLocks noChangeAspect="1"/>
          </p:cNvGraphicFramePr>
          <p:nvPr>
            <p:custDataLst>
              <p:tags r:id="rId1"/>
            </p:custDataLst>
            <p:extLst>
              <p:ext uri="{D42A27DB-BD31-4B8C-83A1-F6EECF244321}">
                <p14:modId xmlns:p14="http://schemas.microsoft.com/office/powerpoint/2010/main" val="1328045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11" name="think-cell data - do not delete" hidden="1">
                        <a:extLst>
                          <a:ext uri="{FF2B5EF4-FFF2-40B4-BE49-F238E27FC236}">
                            <a16:creationId xmlns:a16="http://schemas.microsoft.com/office/drawing/2014/main" id="{342C7C73-3895-B321-8C9A-5AA5CBC38DE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3C9AD81-BC3A-214B-4A20-C42A63419606}"/>
              </a:ext>
            </a:extLst>
          </p:cNvPr>
          <p:cNvSpPr>
            <a:spLocks noGrp="1"/>
          </p:cNvSpPr>
          <p:nvPr>
            <p:ph type="title"/>
          </p:nvPr>
        </p:nvSpPr>
        <p:spPr>
          <a:xfrm>
            <a:off x="247650" y="1703821"/>
            <a:ext cx="2571750" cy="1292662"/>
          </a:xfrm>
        </p:spPr>
        <p:txBody>
          <a:bodyPr vert="horz" wrap="square" lIns="0" tIns="0" rIns="0" bIns="0" rtlCol="0" anchor="ctr">
            <a:spAutoFit/>
          </a:bodyPr>
          <a:lstStyle>
            <a:lvl1pPr>
              <a:lnSpc>
                <a:spcPct val="100000"/>
              </a:lnSpc>
              <a:defRPr lang="en-IN" sz="2800"/>
            </a:lvl1pPr>
          </a:lstStyle>
          <a:p>
            <a:pPr marL="0" lvl="0"/>
            <a:r>
              <a:rPr lang="en-US"/>
              <a:t>Click to edit Master title style</a:t>
            </a:r>
            <a:endParaRPr lang="en-IN"/>
          </a:p>
        </p:txBody>
      </p:sp>
      <p:sp>
        <p:nvSpPr>
          <p:cNvPr id="3" name="Rectangle 2">
            <a:extLst>
              <a:ext uri="{FF2B5EF4-FFF2-40B4-BE49-F238E27FC236}">
                <a16:creationId xmlns:a16="http://schemas.microsoft.com/office/drawing/2014/main" id="{9306616A-CC24-3140-33BC-B2F9093AAD41}"/>
              </a:ext>
            </a:extLst>
          </p:cNvPr>
          <p:cNvSpPr/>
          <p:nvPr>
            <p:custDataLst>
              <p:tags r:id="rId2"/>
            </p:custDataLst>
          </p:nvPr>
        </p:nvSpPr>
        <p:spPr>
          <a:xfrm>
            <a:off x="2988000" y="0"/>
            <a:ext cx="6156000" cy="5143500"/>
          </a:xfrm>
          <a:prstGeom prst="rect">
            <a:avLst/>
          </a:prstGeom>
          <a:solidFill>
            <a:srgbClr val="32415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grpSp>
        <p:nvGrpSpPr>
          <p:cNvPr id="6" name="Group 5">
            <a:extLst>
              <a:ext uri="{FF2B5EF4-FFF2-40B4-BE49-F238E27FC236}">
                <a16:creationId xmlns:a16="http://schemas.microsoft.com/office/drawing/2014/main" id="{E923CD89-84CD-7628-FB18-5E5016AB1DC6}"/>
              </a:ext>
            </a:extLst>
          </p:cNvPr>
          <p:cNvGrpSpPr/>
          <p:nvPr/>
        </p:nvGrpSpPr>
        <p:grpSpPr>
          <a:xfrm>
            <a:off x="6547778" y="2258"/>
            <a:ext cx="2611460" cy="5138985"/>
            <a:chOff x="6502058" y="27698"/>
            <a:chExt cx="2611460" cy="5088104"/>
          </a:xfrm>
          <a:solidFill>
            <a:schemeClr val="bg1">
              <a:alpha val="15000"/>
            </a:schemeClr>
          </a:solidFill>
        </p:grpSpPr>
        <p:sp>
          <p:nvSpPr>
            <p:cNvPr id="7" name="Freeform: Shape 6">
              <a:extLst>
                <a:ext uri="{FF2B5EF4-FFF2-40B4-BE49-F238E27FC236}">
                  <a16:creationId xmlns:a16="http://schemas.microsoft.com/office/drawing/2014/main" id="{5334B072-E862-1C0B-B60A-F0B4B9E6771F}"/>
                </a:ext>
              </a:extLst>
            </p:cNvPr>
            <p:cNvSpPr/>
            <p:nvPr/>
          </p:nvSpPr>
          <p:spPr>
            <a:xfrm flipV="1">
              <a:off x="6502058" y="27698"/>
              <a:ext cx="2588600" cy="5088104"/>
            </a:xfrm>
            <a:custGeom>
              <a:avLst/>
              <a:gdLst>
                <a:gd name="connsiteX0" fmla="*/ 2493922 w 2588600"/>
                <a:gd name="connsiteY0" fmla="*/ 5088104 h 5088104"/>
                <a:gd name="connsiteX1" fmla="*/ 2588600 w 2588600"/>
                <a:gd name="connsiteY1" fmla="*/ 5088104 h 5088104"/>
                <a:gd name="connsiteX2" fmla="*/ 2588600 w 2588600"/>
                <a:gd name="connsiteY2" fmla="*/ 4367332 h 5088104"/>
                <a:gd name="connsiteX3" fmla="*/ 2493922 w 2588600"/>
                <a:gd name="connsiteY3" fmla="*/ 4367332 h 5088104"/>
                <a:gd name="connsiteX4" fmla="*/ 2493922 w 2588600"/>
                <a:gd name="connsiteY4" fmla="*/ 4577583 h 5088104"/>
                <a:gd name="connsiteX5" fmla="*/ 514049 w 2588600"/>
                <a:gd name="connsiteY5" fmla="*/ 2610788 h 5088104"/>
                <a:gd name="connsiteX6" fmla="*/ 736354 w 2588600"/>
                <a:gd name="connsiteY6" fmla="*/ 2610788 h 5088104"/>
                <a:gd name="connsiteX7" fmla="*/ 736354 w 2588600"/>
                <a:gd name="connsiteY7" fmla="*/ 2477313 h 5088104"/>
                <a:gd name="connsiteX8" fmla="*/ 514049 w 2588600"/>
                <a:gd name="connsiteY8" fmla="*/ 2477313 h 5088104"/>
                <a:gd name="connsiteX9" fmla="*/ 2493922 w 2588600"/>
                <a:gd name="connsiteY9" fmla="*/ 510626 h 5088104"/>
                <a:gd name="connsiteX10" fmla="*/ 2493922 w 2588600"/>
                <a:gd name="connsiteY10" fmla="*/ 731447 h 5088104"/>
                <a:gd name="connsiteX11" fmla="*/ 2588600 w 2588600"/>
                <a:gd name="connsiteY11" fmla="*/ 731447 h 5088104"/>
                <a:gd name="connsiteX12" fmla="*/ 2588600 w 2588600"/>
                <a:gd name="connsiteY12" fmla="*/ 0 h 5088104"/>
                <a:gd name="connsiteX13" fmla="*/ 2493922 w 2588600"/>
                <a:gd name="connsiteY13" fmla="*/ 0 h 5088104"/>
                <a:gd name="connsiteX14" fmla="*/ 2493922 w 2588600"/>
                <a:gd name="connsiteY14" fmla="*/ 377149 h 5088104"/>
                <a:gd name="connsiteX15" fmla="*/ 379679 w 2588600"/>
                <a:gd name="connsiteY15" fmla="*/ 2477313 h 5088104"/>
                <a:gd name="connsiteX16" fmla="*/ 0 w 2588600"/>
                <a:gd name="connsiteY16" fmla="*/ 2477313 h 5088104"/>
                <a:gd name="connsiteX17" fmla="*/ 0 w 2588600"/>
                <a:gd name="connsiteY17" fmla="*/ 2610788 h 5088104"/>
                <a:gd name="connsiteX18" fmla="*/ 379679 w 2588600"/>
                <a:gd name="connsiteY18" fmla="*/ 2610788 h 5088104"/>
                <a:gd name="connsiteX19" fmla="*/ 2493922 w 2588600"/>
                <a:gd name="connsiteY19" fmla="*/ 4711060 h 508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88600" h="5088104">
                  <a:moveTo>
                    <a:pt x="2493922" y="5088104"/>
                  </a:moveTo>
                  <a:lnTo>
                    <a:pt x="2588600" y="5088104"/>
                  </a:lnTo>
                  <a:lnTo>
                    <a:pt x="2588600" y="4367332"/>
                  </a:lnTo>
                  <a:lnTo>
                    <a:pt x="2493922" y="4367332"/>
                  </a:lnTo>
                  <a:lnTo>
                    <a:pt x="2493922" y="4577583"/>
                  </a:lnTo>
                  <a:cubicBezTo>
                    <a:pt x="1417020" y="4542665"/>
                    <a:pt x="549202" y="3680519"/>
                    <a:pt x="514049" y="2610788"/>
                  </a:cubicBezTo>
                  <a:lnTo>
                    <a:pt x="736354" y="2610788"/>
                  </a:lnTo>
                  <a:lnTo>
                    <a:pt x="736354" y="2477313"/>
                  </a:lnTo>
                  <a:lnTo>
                    <a:pt x="514049" y="2477313"/>
                  </a:lnTo>
                  <a:cubicBezTo>
                    <a:pt x="549202" y="1407583"/>
                    <a:pt x="1417020" y="545543"/>
                    <a:pt x="2493922" y="510626"/>
                  </a:cubicBezTo>
                  <a:lnTo>
                    <a:pt x="2493922" y="731447"/>
                  </a:lnTo>
                  <a:lnTo>
                    <a:pt x="2588600" y="731447"/>
                  </a:lnTo>
                  <a:lnTo>
                    <a:pt x="2588600" y="0"/>
                  </a:lnTo>
                  <a:lnTo>
                    <a:pt x="2493922" y="0"/>
                  </a:lnTo>
                  <a:lnTo>
                    <a:pt x="2493922" y="377149"/>
                  </a:lnTo>
                  <a:cubicBezTo>
                    <a:pt x="1342955" y="412174"/>
                    <a:pt x="414937" y="1334013"/>
                    <a:pt x="379679" y="2477313"/>
                  </a:cubicBezTo>
                  <a:lnTo>
                    <a:pt x="0" y="2477313"/>
                  </a:lnTo>
                  <a:lnTo>
                    <a:pt x="0" y="2610788"/>
                  </a:lnTo>
                  <a:lnTo>
                    <a:pt x="379679" y="2610788"/>
                  </a:lnTo>
                  <a:cubicBezTo>
                    <a:pt x="414937" y="3754196"/>
                    <a:pt x="1342955" y="4676035"/>
                    <a:pt x="2493922" y="4711060"/>
                  </a:cubicBezTo>
                  <a:close/>
                </a:path>
              </a:pathLst>
            </a:custGeom>
            <a:grpFill/>
            <a:ln w="46091"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BF51A4E0-F50F-869D-45A0-74B72ED9B360}"/>
                </a:ext>
              </a:extLst>
            </p:cNvPr>
            <p:cNvSpPr/>
            <p:nvPr/>
          </p:nvSpPr>
          <p:spPr>
            <a:xfrm flipV="1">
              <a:off x="7383513" y="892633"/>
              <a:ext cx="1730005" cy="3336898"/>
            </a:xfrm>
            <a:custGeom>
              <a:avLst/>
              <a:gdLst>
                <a:gd name="connsiteX0" fmla="*/ 1077652 w 1730005"/>
                <a:gd name="connsiteY0" fmla="*/ 768927 h 3336898"/>
                <a:gd name="connsiteX1" fmla="*/ 1612879 w 1730005"/>
                <a:gd name="connsiteY1" fmla="*/ 140630 h 3336898"/>
                <a:gd name="connsiteX2" fmla="*/ 1612879 w 1730005"/>
                <a:gd name="connsiteY2" fmla="*/ 768927 h 3336898"/>
                <a:gd name="connsiteX3" fmla="*/ 430201 w 1730005"/>
                <a:gd name="connsiteY3" fmla="*/ 768927 h 3336898"/>
                <a:gd name="connsiteX4" fmla="*/ 1262117 w 1730005"/>
                <a:gd name="connsiteY4" fmla="*/ 191991 h 3336898"/>
                <a:gd name="connsiteX5" fmla="*/ 931889 w 1730005"/>
                <a:gd name="connsiteY5" fmla="*/ 768927 h 3336898"/>
                <a:gd name="connsiteX6" fmla="*/ 931781 w 1730005"/>
                <a:gd name="connsiteY6" fmla="*/ 1591034 h 3336898"/>
                <a:gd name="connsiteX7" fmla="*/ 1034332 w 1730005"/>
                <a:gd name="connsiteY7" fmla="*/ 902404 h 3336898"/>
                <a:gd name="connsiteX8" fmla="*/ 1612879 w 1730005"/>
                <a:gd name="connsiteY8" fmla="*/ 902404 h 3336898"/>
                <a:gd name="connsiteX9" fmla="*/ 1612879 w 1730005"/>
                <a:gd name="connsiteY9" fmla="*/ 1591034 h 3336898"/>
                <a:gd name="connsiteX10" fmla="*/ 138240 w 1730005"/>
                <a:gd name="connsiteY10" fmla="*/ 1591034 h 3336898"/>
                <a:gd name="connsiteX11" fmla="*/ 342591 w 1730005"/>
                <a:gd name="connsiteY11" fmla="*/ 902404 h 3336898"/>
                <a:gd name="connsiteX12" fmla="*/ 891683 w 1730005"/>
                <a:gd name="connsiteY12" fmla="*/ 902404 h 3336898"/>
                <a:gd name="connsiteX13" fmla="*/ 797409 w 1730005"/>
                <a:gd name="connsiteY13" fmla="*/ 1591034 h 3336898"/>
                <a:gd name="connsiteX14" fmla="*/ 1031107 w 1730005"/>
                <a:gd name="connsiteY14" fmla="*/ 2424028 h 3336898"/>
                <a:gd name="connsiteX15" fmla="*/ 931243 w 1730005"/>
                <a:gd name="connsiteY15" fmla="*/ 1724508 h 3336898"/>
                <a:gd name="connsiteX16" fmla="*/ 1612879 w 1730005"/>
                <a:gd name="connsiteY16" fmla="*/ 1724508 h 3336898"/>
                <a:gd name="connsiteX17" fmla="*/ 1612879 w 1730005"/>
                <a:gd name="connsiteY17" fmla="*/ 2424028 h 3336898"/>
                <a:gd name="connsiteX18" fmla="*/ 336035 w 1730005"/>
                <a:gd name="connsiteY18" fmla="*/ 2424028 h 3336898"/>
                <a:gd name="connsiteX19" fmla="*/ 137166 w 1730005"/>
                <a:gd name="connsiteY19" fmla="*/ 1724508 h 3336898"/>
                <a:gd name="connsiteX20" fmla="*/ 796873 w 1730005"/>
                <a:gd name="connsiteY20" fmla="*/ 1724508 h 3336898"/>
                <a:gd name="connsiteX21" fmla="*/ 889105 w 1730005"/>
                <a:gd name="connsiteY21" fmla="*/ 2424028 h 3336898"/>
                <a:gd name="connsiteX22" fmla="*/ 1262117 w 1730005"/>
                <a:gd name="connsiteY22" fmla="*/ 3145014 h 3336898"/>
                <a:gd name="connsiteX23" fmla="*/ 422246 w 1730005"/>
                <a:gd name="connsiteY23" fmla="*/ 2557505 h 3336898"/>
                <a:gd name="connsiteX24" fmla="*/ 928555 w 1730005"/>
                <a:gd name="connsiteY24" fmla="*/ 2557505 h 3336898"/>
                <a:gd name="connsiteX25" fmla="*/ 1262117 w 1730005"/>
                <a:gd name="connsiteY25" fmla="*/ 3145014 h 3336898"/>
                <a:gd name="connsiteX26" fmla="*/ 1612879 w 1730005"/>
                <a:gd name="connsiteY26" fmla="*/ 3196268 h 3336898"/>
                <a:gd name="connsiteX27" fmla="*/ 1073784 w 1730005"/>
                <a:gd name="connsiteY27" fmla="*/ 2557505 h 3336898"/>
                <a:gd name="connsiteX28" fmla="*/ 1612879 w 1730005"/>
                <a:gd name="connsiteY28" fmla="*/ 2557505 h 3336898"/>
                <a:gd name="connsiteX29" fmla="*/ 1679633 w 1730005"/>
                <a:gd name="connsiteY29" fmla="*/ 3336898 h 3336898"/>
                <a:gd name="connsiteX30" fmla="*/ 1730005 w 1730005"/>
                <a:gd name="connsiteY30" fmla="*/ 3334363 h 3336898"/>
                <a:gd name="connsiteX31" fmla="*/ 1730005 w 1730005"/>
                <a:gd name="connsiteY31" fmla="*/ 2535 h 3336898"/>
                <a:gd name="connsiteX32" fmla="*/ 1679633 w 1730005"/>
                <a:gd name="connsiteY32" fmla="*/ 0 h 3336898"/>
                <a:gd name="connsiteX33" fmla="*/ 0 w 1730005"/>
                <a:gd name="connsiteY33" fmla="*/ 1668449 h 3336898"/>
                <a:gd name="connsiteX34" fmla="*/ 1679633 w 1730005"/>
                <a:gd name="connsiteY34" fmla="*/ 3336898 h 333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30005" h="3336898">
                  <a:moveTo>
                    <a:pt x="1077652" y="768927"/>
                  </a:moveTo>
                  <a:cubicBezTo>
                    <a:pt x="1202887" y="422425"/>
                    <a:pt x="1395951" y="182062"/>
                    <a:pt x="1612879" y="140630"/>
                  </a:cubicBezTo>
                  <a:lnTo>
                    <a:pt x="1612879" y="768927"/>
                  </a:lnTo>
                  <a:close/>
                  <a:moveTo>
                    <a:pt x="430201" y="768927"/>
                  </a:moveTo>
                  <a:cubicBezTo>
                    <a:pt x="632080" y="493007"/>
                    <a:pt x="923395" y="286706"/>
                    <a:pt x="1262117" y="191991"/>
                  </a:cubicBezTo>
                  <a:cubicBezTo>
                    <a:pt x="1126456" y="326321"/>
                    <a:pt x="1013155" y="525682"/>
                    <a:pt x="931889" y="768927"/>
                  </a:cubicBezTo>
                  <a:close/>
                  <a:moveTo>
                    <a:pt x="931781" y="1591034"/>
                  </a:moveTo>
                  <a:cubicBezTo>
                    <a:pt x="938230" y="1342767"/>
                    <a:pt x="974670" y="1108171"/>
                    <a:pt x="1034332" y="902404"/>
                  </a:cubicBezTo>
                  <a:lnTo>
                    <a:pt x="1612879" y="902404"/>
                  </a:lnTo>
                  <a:lnTo>
                    <a:pt x="1612879" y="1591034"/>
                  </a:lnTo>
                  <a:close/>
                  <a:moveTo>
                    <a:pt x="138240" y="1591034"/>
                  </a:moveTo>
                  <a:cubicBezTo>
                    <a:pt x="150926" y="1341060"/>
                    <a:pt x="223270" y="1106996"/>
                    <a:pt x="342591" y="902404"/>
                  </a:cubicBezTo>
                  <a:lnTo>
                    <a:pt x="891683" y="902404"/>
                  </a:lnTo>
                  <a:cubicBezTo>
                    <a:pt x="836216" y="1109239"/>
                    <a:pt x="803214" y="1342233"/>
                    <a:pt x="797409" y="1591034"/>
                  </a:cubicBezTo>
                  <a:close/>
                  <a:moveTo>
                    <a:pt x="1031107" y="2424028"/>
                  </a:moveTo>
                  <a:cubicBezTo>
                    <a:pt x="971661" y="2214845"/>
                    <a:pt x="935973" y="1976406"/>
                    <a:pt x="931243" y="1724508"/>
                  </a:cubicBezTo>
                  <a:lnTo>
                    <a:pt x="1612879" y="1724508"/>
                  </a:lnTo>
                  <a:lnTo>
                    <a:pt x="1612879" y="2424028"/>
                  </a:lnTo>
                  <a:close/>
                  <a:moveTo>
                    <a:pt x="336035" y="2424028"/>
                  </a:moveTo>
                  <a:cubicBezTo>
                    <a:pt x="217143" y="2216020"/>
                    <a:pt x="146517" y="1978112"/>
                    <a:pt x="137166" y="1724508"/>
                  </a:cubicBezTo>
                  <a:lnTo>
                    <a:pt x="796873" y="1724508"/>
                  </a:lnTo>
                  <a:cubicBezTo>
                    <a:pt x="801172" y="1977259"/>
                    <a:pt x="833635" y="2213778"/>
                    <a:pt x="889105" y="2424028"/>
                  </a:cubicBezTo>
                  <a:close/>
                  <a:moveTo>
                    <a:pt x="1262117" y="3145014"/>
                  </a:moveTo>
                  <a:cubicBezTo>
                    <a:pt x="918989" y="3049017"/>
                    <a:pt x="624340" y="2838659"/>
                    <a:pt x="422246" y="2557505"/>
                  </a:cubicBezTo>
                  <a:lnTo>
                    <a:pt x="928555" y="2557505"/>
                  </a:lnTo>
                  <a:cubicBezTo>
                    <a:pt x="1009931" y="2805450"/>
                    <a:pt x="1124521" y="3008653"/>
                    <a:pt x="1262117" y="3145014"/>
                  </a:cubicBezTo>
                  <a:close/>
                  <a:moveTo>
                    <a:pt x="1612879" y="3196268"/>
                  </a:moveTo>
                  <a:cubicBezTo>
                    <a:pt x="1393694" y="3154517"/>
                    <a:pt x="1198803" y="2909668"/>
                    <a:pt x="1073784" y="2557505"/>
                  </a:cubicBezTo>
                  <a:lnTo>
                    <a:pt x="1612879" y="2557505"/>
                  </a:lnTo>
                  <a:close/>
                  <a:moveTo>
                    <a:pt x="1679633" y="3336898"/>
                  </a:moveTo>
                  <a:lnTo>
                    <a:pt x="1730005" y="3334363"/>
                  </a:lnTo>
                  <a:lnTo>
                    <a:pt x="1730005" y="2535"/>
                  </a:lnTo>
                  <a:lnTo>
                    <a:pt x="1679633" y="0"/>
                  </a:lnTo>
                  <a:cubicBezTo>
                    <a:pt x="753443" y="0"/>
                    <a:pt x="0" y="748532"/>
                    <a:pt x="0" y="1668449"/>
                  </a:cubicBezTo>
                  <a:cubicBezTo>
                    <a:pt x="0" y="2588471"/>
                    <a:pt x="753443" y="3336898"/>
                    <a:pt x="1679633" y="3336898"/>
                  </a:cubicBezTo>
                  <a:close/>
                </a:path>
              </a:pathLst>
            </a:custGeom>
            <a:grpFill/>
            <a:ln w="46091" cap="flat">
              <a:noFill/>
              <a:prstDash val="solid"/>
              <a:miter/>
            </a:ln>
          </p:spPr>
          <p:txBody>
            <a:bodyPr rtlCol="0" anchor="ctr"/>
            <a:lstStyle/>
            <a:p>
              <a:endParaRPr lang="en-US"/>
            </a:p>
          </p:txBody>
        </p:sp>
      </p:grpSp>
      <p:sp>
        <p:nvSpPr>
          <p:cNvPr id="17" name="Text Placeholder 7">
            <a:extLst>
              <a:ext uri="{FF2B5EF4-FFF2-40B4-BE49-F238E27FC236}">
                <a16:creationId xmlns:a16="http://schemas.microsoft.com/office/drawing/2014/main" id="{687F6812-1D1C-26B3-19C7-D5C894952C27}"/>
              </a:ext>
            </a:extLst>
          </p:cNvPr>
          <p:cNvSpPr>
            <a:spLocks noGrp="1"/>
          </p:cNvSpPr>
          <p:nvPr>
            <p:ph type="body" sz="quarter" idx="10"/>
          </p:nvPr>
        </p:nvSpPr>
        <p:spPr>
          <a:xfrm>
            <a:off x="3264694" y="638913"/>
            <a:ext cx="3114484" cy="3059906"/>
          </a:xfrm>
          <a:prstGeom prst="rect">
            <a:avLst/>
          </a:prstGeom>
        </p:spPr>
        <p:txBody>
          <a:bodyPr/>
          <a:lstStyle>
            <a:lvl1pPr>
              <a:lnSpc>
                <a:spcPct val="100000"/>
              </a:lnSpc>
              <a:spcBef>
                <a:spcPts val="600"/>
              </a:spcBef>
              <a:spcAft>
                <a:spcPts val="0"/>
              </a:spcAft>
              <a:defRPr sz="1600">
                <a:solidFill>
                  <a:schemeClr val="bg1"/>
                </a:solidFill>
                <a:latin typeface="+mn-lt"/>
                <a:ea typeface="+mn-ea"/>
                <a:cs typeface="+mn-cs"/>
              </a:defRPr>
            </a:lvl1pPr>
            <a:lvl2pPr>
              <a:lnSpc>
                <a:spcPct val="100000"/>
              </a:lnSpc>
              <a:spcBef>
                <a:spcPts val="600"/>
              </a:spcBef>
              <a:spcAft>
                <a:spcPts val="0"/>
              </a:spcAft>
              <a:buClr>
                <a:schemeClr val="bg1"/>
              </a:buClr>
              <a:defRPr sz="1600">
                <a:solidFill>
                  <a:schemeClr val="bg1"/>
                </a:solidFill>
                <a:latin typeface="+mn-lt"/>
                <a:ea typeface="+mn-ea"/>
                <a:cs typeface="+mn-cs"/>
              </a:defRPr>
            </a:lvl2pPr>
            <a:lvl3pPr>
              <a:lnSpc>
                <a:spcPct val="100000"/>
              </a:lnSpc>
              <a:spcBef>
                <a:spcPts val="600"/>
              </a:spcBef>
              <a:spcAft>
                <a:spcPts val="0"/>
              </a:spcAft>
              <a:buClr>
                <a:schemeClr val="bg1"/>
              </a:buClr>
              <a:defRPr sz="1600">
                <a:solidFill>
                  <a:schemeClr val="bg1"/>
                </a:solidFill>
                <a:latin typeface="+mn-lt"/>
                <a:ea typeface="+mn-ea"/>
                <a:cs typeface="+mn-cs"/>
              </a:defRPr>
            </a:lvl3pPr>
            <a:lvl4pPr>
              <a:lnSpc>
                <a:spcPct val="100000"/>
              </a:lnSpc>
              <a:spcBef>
                <a:spcPts val="600"/>
              </a:spcBef>
              <a:spcAft>
                <a:spcPts val="0"/>
              </a:spcAft>
              <a:buClr>
                <a:schemeClr val="bg1"/>
              </a:buClr>
              <a:defRPr sz="1600">
                <a:solidFill>
                  <a:schemeClr val="bg1"/>
                </a:solidFill>
                <a:latin typeface="+mn-lt"/>
                <a:ea typeface="+mn-ea"/>
                <a:cs typeface="+mn-cs"/>
              </a:defRPr>
            </a:lvl4pPr>
            <a:lvl5pPr>
              <a:lnSpc>
                <a:spcPct val="100000"/>
              </a:lnSpc>
              <a:spcBef>
                <a:spcPts val="0"/>
              </a:spcBef>
              <a:spcAft>
                <a:spcPts val="0"/>
              </a:spcAft>
              <a:defRPr sz="2400">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7" name="Group 36">
            <a:extLst>
              <a:ext uri="{FF2B5EF4-FFF2-40B4-BE49-F238E27FC236}">
                <a16:creationId xmlns:a16="http://schemas.microsoft.com/office/drawing/2014/main" id="{E0682111-78AF-0F1D-D322-B711CC74C032}"/>
              </a:ext>
            </a:extLst>
          </p:cNvPr>
          <p:cNvGrpSpPr/>
          <p:nvPr/>
        </p:nvGrpSpPr>
        <p:grpSpPr>
          <a:xfrm>
            <a:off x="7699318" y="4765292"/>
            <a:ext cx="1096734" cy="272230"/>
            <a:chOff x="5706199" y="3115121"/>
            <a:chExt cx="1096734" cy="272230"/>
          </a:xfrm>
        </p:grpSpPr>
        <p:sp>
          <p:nvSpPr>
            <p:cNvPr id="4" name="Freeform: Shape 3">
              <a:extLst>
                <a:ext uri="{FF2B5EF4-FFF2-40B4-BE49-F238E27FC236}">
                  <a16:creationId xmlns:a16="http://schemas.microsoft.com/office/drawing/2014/main" id="{ABE994F0-F7D7-74FE-EA34-F552BC126EBA}"/>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5" name="Freeform: Shape 4">
              <a:extLst>
                <a:ext uri="{FF2B5EF4-FFF2-40B4-BE49-F238E27FC236}">
                  <a16:creationId xmlns:a16="http://schemas.microsoft.com/office/drawing/2014/main" id="{1B440BF8-77C5-1BB5-60C6-A1F2B297C2D6}"/>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8C59FCEF-2541-CC13-81FB-D31429D52F18}"/>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651CED6F-46C1-DA2A-EF15-FD7E6ED60244}"/>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9DE4229D-0268-F90D-3FA5-1E7391C311C2}"/>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F8C6C528-86BE-D305-A1AD-36E9662EBCD7}"/>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6048DC33-33F9-E8C4-0791-879054C68252}"/>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DBCBC6F6-D74B-3282-56B3-93FAB6632401}"/>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074E4146-2540-FA1E-B558-B1DEF1A74A24}"/>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F73807DD-4FFF-EFEC-DB63-54F2075930E1}"/>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A0679F17-1F79-CD0E-441F-DD7F60D31794}"/>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DDB110E8-8ACA-2187-03E5-A81BEA427A54}"/>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FE51A0A9-3AC7-4E41-D279-82D90574D81F}"/>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6D91E1BD-630F-4D00-0A09-4760D29194A6}"/>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09523F18-763C-6CFF-076B-CAA56A307495}"/>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7F7369CD-4CCD-2E15-7351-15F20F494ED0}"/>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7EA67F0F-82D7-587F-EBF4-1ED0A9515F06}"/>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E474F2A6-C76A-6D68-38BA-BABD4A32F695}"/>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257A02CE-0904-E5E3-7160-5E7FAC1296E3}"/>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C7BC1F86-DDE0-DB52-F2B3-65CA0ABE99F5}"/>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29224272-3EC5-DC1C-04C5-405004A7EBAA}"/>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BDB5E16B-5EA1-A8F4-789D-B6A6D57061C3}"/>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F76BA7C6-E813-42E0-97BC-D1F9BDA7793A}"/>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848C3AAB-8EA8-D788-C0C6-3164FEF685AF}"/>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33FEF4FD-C548-7413-DD48-99BC4E947049}"/>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3556D4EB-60CF-5CF6-F4E5-533F942FA875}"/>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470157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2F2F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4915BCB-C388-45EC-8D35-48AFB878355F}"/>
              </a:ext>
            </a:extLst>
          </p:cNvPr>
          <p:cNvGraphicFramePr>
            <a:graphicFrameLocks noChangeAspect="1"/>
          </p:cNvGraphicFramePr>
          <p:nvPr>
            <p:custDataLst>
              <p:tags r:id="rId1"/>
            </p:custDataLst>
            <p:extLst>
              <p:ext uri="{D42A27DB-BD31-4B8C-83A1-F6EECF244321}">
                <p14:modId xmlns:p14="http://schemas.microsoft.com/office/powerpoint/2010/main" val="58141809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4" name="think-cell data - do not delete" hidden="1">
                        <a:extLst>
                          <a:ext uri="{FF2B5EF4-FFF2-40B4-BE49-F238E27FC236}">
                            <a16:creationId xmlns:a16="http://schemas.microsoft.com/office/drawing/2014/main" id="{F4915BCB-C388-45EC-8D35-48AFB878355F}"/>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7"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pic>
        <p:nvPicPr>
          <p:cNvPr id="12" name="Grafik 9">
            <a:extLst>
              <a:ext uri="{FF2B5EF4-FFF2-40B4-BE49-F238E27FC236}">
                <a16:creationId xmlns:a16="http://schemas.microsoft.com/office/drawing/2014/main" id="{B747A8A0-5B13-476B-AD15-A0269295DFD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sp>
        <p:nvSpPr>
          <p:cNvPr id="9" name="Title Placeholder 1">
            <a:extLst>
              <a:ext uri="{FF2B5EF4-FFF2-40B4-BE49-F238E27FC236}">
                <a16:creationId xmlns:a16="http://schemas.microsoft.com/office/drawing/2014/main" id="{101EDAFA-2ED4-4CAD-96E7-C37D5A80149D}"/>
              </a:ext>
            </a:extLst>
          </p:cNvPr>
          <p:cNvSpPr>
            <a:spLocks noGrp="1"/>
          </p:cNvSpPr>
          <p:nvPr>
            <p:ph type="title" hasCustomPrompt="1"/>
          </p:nvPr>
        </p:nvSpPr>
        <p:spPr>
          <a:xfrm>
            <a:off x="330994" y="231777"/>
            <a:ext cx="8482014" cy="307777"/>
          </a:xfrm>
          <a:prstGeom prst="rect">
            <a:avLst/>
          </a:prstGeom>
        </p:spPr>
        <p:txBody>
          <a:bodyPr vert="horz" wrap="square" lIns="0" tIns="0" rIns="0" bIns="0" rtlCol="0" anchor="t">
            <a:spAutoFit/>
          </a:bodyPr>
          <a:lstStyle>
            <a:lvl1pPr>
              <a:lnSpc>
                <a:spcPct val="100000"/>
              </a:lnSpc>
              <a:defRPr sz="2000">
                <a:latin typeface="+mj-lt"/>
                <a:ea typeface="+mj-ea"/>
                <a:cs typeface="+mj-cs"/>
              </a:defRPr>
            </a:lvl1pPr>
          </a:lstStyle>
          <a:p>
            <a:r>
              <a:rPr lang="en-US"/>
              <a:t>Click to add title</a:t>
            </a:r>
          </a:p>
        </p:txBody>
      </p:sp>
      <p:sp>
        <p:nvSpPr>
          <p:cNvPr id="11" name="Rechteck 6">
            <a:extLst>
              <a:ext uri="{FF2B5EF4-FFF2-40B4-BE49-F238E27FC236}">
                <a16:creationId xmlns:a16="http://schemas.microsoft.com/office/drawing/2014/main" id="{A1E87975-63AB-32EE-4AA4-440FE6A9AEE6}"/>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Tree>
    <p:extLst>
      <p:ext uri="{BB962C8B-B14F-4D97-AF65-F5344CB8AC3E}">
        <p14:creationId xmlns:p14="http://schemas.microsoft.com/office/powerpoint/2010/main" val="17738841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Text">
    <p:bg>
      <p:bgPr>
        <a:solidFill>
          <a:srgbClr val="F2F2F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1E3ABF8-39A9-43C9-9B3D-690130731E9D}"/>
              </a:ext>
            </a:extLst>
          </p:cNvPr>
          <p:cNvGraphicFramePr>
            <a:graphicFrameLocks noChangeAspect="1"/>
          </p:cNvGraphicFramePr>
          <p:nvPr>
            <p:custDataLst>
              <p:tags r:id="rId1"/>
            </p:custDataLst>
            <p:extLst>
              <p:ext uri="{D42A27DB-BD31-4B8C-83A1-F6EECF244321}">
                <p14:modId xmlns:p14="http://schemas.microsoft.com/office/powerpoint/2010/main" val="1910407212"/>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4" name="think-cell data - do not delete" hidden="1">
                        <a:extLst>
                          <a:ext uri="{FF2B5EF4-FFF2-40B4-BE49-F238E27FC236}">
                            <a16:creationId xmlns:a16="http://schemas.microsoft.com/office/drawing/2014/main" id="{21E3ABF8-39A9-43C9-9B3D-690130731E9D}"/>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330994" y="1370013"/>
            <a:ext cx="8482014" cy="3059906"/>
          </a:xfrm>
          <a:prstGeom prst="rect">
            <a:avLst/>
          </a:prstGeom>
        </p:spPr>
        <p:txBody>
          <a:bodyPr/>
          <a:lstStyle>
            <a:lvl1pPr>
              <a:lnSpc>
                <a:spcPct val="100000"/>
              </a:lnSpc>
              <a:spcBef>
                <a:spcPts val="600"/>
              </a:spcBef>
              <a:spcAft>
                <a:spcPts val="0"/>
              </a:spcAft>
              <a:defRPr sz="1600" b="1">
                <a:latin typeface="+mn-lt"/>
                <a:ea typeface="+mn-ea"/>
                <a:cs typeface="+mn-cs"/>
              </a:defRPr>
            </a:lvl1pPr>
            <a:lvl2pPr>
              <a:lnSpc>
                <a:spcPct val="100000"/>
              </a:lnSpc>
              <a:spcBef>
                <a:spcPts val="600"/>
              </a:spcBef>
              <a:spcAft>
                <a:spcPts val="0"/>
              </a:spcAft>
              <a:defRPr lang="en-US" sz="1600" kern="1200" dirty="0">
                <a:solidFill>
                  <a:schemeClr val="tx1"/>
                </a:solidFill>
                <a:latin typeface="+mn-lt"/>
                <a:ea typeface="+mn-ea"/>
                <a:cs typeface="+mn-cs"/>
                <a:sym typeface="Trebuchet MS" panose="020B0603020202020204" pitchFamily="34" charset="0"/>
              </a:defRPr>
            </a:lvl2pPr>
            <a:lvl3pPr>
              <a:lnSpc>
                <a:spcPct val="100000"/>
              </a:lnSpc>
              <a:spcBef>
                <a:spcPts val="600"/>
              </a:spcBef>
              <a:spcAft>
                <a:spcPts val="0"/>
              </a:spcAft>
              <a:defRPr sz="1600">
                <a:latin typeface="+mn-lt"/>
                <a:ea typeface="+mn-ea"/>
                <a:cs typeface="+mn-cs"/>
              </a:defRPr>
            </a:lvl3pPr>
            <a:lvl4pPr>
              <a:lnSpc>
                <a:spcPct val="100000"/>
              </a:lnSpc>
              <a:spcBef>
                <a:spcPts val="600"/>
              </a:spcBef>
              <a:spcAft>
                <a:spcPts val="0"/>
              </a:spcAft>
              <a:defRPr sz="1600">
                <a:latin typeface="+mn-lt"/>
                <a:ea typeface="+mn-ea"/>
                <a:cs typeface="+mn-cs"/>
              </a:defRPr>
            </a:lvl4pPr>
            <a:lvl5pPr>
              <a:lnSpc>
                <a:spcPct val="100000"/>
              </a:lnSpc>
              <a:spcBef>
                <a:spcPts val="0"/>
              </a:spcBef>
              <a:spcAft>
                <a:spcPts val="0"/>
              </a:spcAft>
              <a:defRPr sz="2400">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sp>
        <p:nvSpPr>
          <p:cNvPr id="7" name="Title Placeholder 1">
            <a:extLst>
              <a:ext uri="{FF2B5EF4-FFF2-40B4-BE49-F238E27FC236}">
                <a16:creationId xmlns:a16="http://schemas.microsoft.com/office/drawing/2014/main" id="{1926BD67-08B4-4344-B992-9DB6A8F5FC87}"/>
              </a:ext>
            </a:extLst>
          </p:cNvPr>
          <p:cNvSpPr>
            <a:spLocks noGrp="1"/>
          </p:cNvSpPr>
          <p:nvPr>
            <p:ph type="title" hasCustomPrompt="1"/>
          </p:nvPr>
        </p:nvSpPr>
        <p:spPr>
          <a:xfrm>
            <a:off x="330994" y="231777"/>
            <a:ext cx="8482014" cy="307777"/>
          </a:xfrm>
          <a:prstGeom prst="rect">
            <a:avLst/>
          </a:prstGeom>
        </p:spPr>
        <p:txBody>
          <a:bodyPr vert="horz" wrap="square" lIns="0" tIns="0" rIns="0" bIns="0" rtlCol="0" anchor="t">
            <a:spAutoFit/>
          </a:bodyPr>
          <a:lstStyle>
            <a:lvl1pPr>
              <a:lnSpc>
                <a:spcPct val="100000"/>
              </a:lnSpc>
              <a:defRPr sz="2000">
                <a:latin typeface="+mj-lt"/>
                <a:ea typeface="+mj-ea"/>
                <a:cs typeface="+mj-cs"/>
              </a:defRPr>
            </a:lvl1pPr>
          </a:lstStyle>
          <a:p>
            <a:r>
              <a:rPr lang="en-US"/>
              <a:t>Click to add title</a:t>
            </a:r>
          </a:p>
        </p:txBody>
      </p:sp>
      <p:pic>
        <p:nvPicPr>
          <p:cNvPr id="12" name="Grafik 9">
            <a:extLst>
              <a:ext uri="{FF2B5EF4-FFF2-40B4-BE49-F238E27FC236}">
                <a16:creationId xmlns:a16="http://schemas.microsoft.com/office/drawing/2014/main" id="{C1C15473-8730-4CC1-BADA-84A4F142FED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sp>
        <p:nvSpPr>
          <p:cNvPr id="14" name="Rechteck 6">
            <a:extLst>
              <a:ext uri="{FF2B5EF4-FFF2-40B4-BE49-F238E27FC236}">
                <a16:creationId xmlns:a16="http://schemas.microsoft.com/office/drawing/2014/main" id="{805F8493-D1C2-B5E3-9498-CCFEC6FCA202}"/>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Tree>
    <p:extLst>
      <p:ext uri="{BB962C8B-B14F-4D97-AF65-F5344CB8AC3E}">
        <p14:creationId xmlns:p14="http://schemas.microsoft.com/office/powerpoint/2010/main" val="9899628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 Title Only">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D354E0D-68BF-4CE1-9FE6-39838F67FE2D}"/>
              </a:ext>
            </a:extLst>
          </p:cNvPr>
          <p:cNvGraphicFramePr>
            <a:graphicFrameLocks noChangeAspect="1"/>
          </p:cNvGraphicFramePr>
          <p:nvPr>
            <p:custDataLst>
              <p:tags r:id="rId1"/>
            </p:custDataLst>
            <p:extLst>
              <p:ext uri="{D42A27DB-BD31-4B8C-83A1-F6EECF244321}">
                <p14:modId xmlns:p14="http://schemas.microsoft.com/office/powerpoint/2010/main" val="1901129149"/>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3" name="think-cell data - do not delete" hidden="1">
                        <a:extLst>
                          <a:ext uri="{FF2B5EF4-FFF2-40B4-BE49-F238E27FC236}">
                            <a16:creationId xmlns:a16="http://schemas.microsoft.com/office/drawing/2014/main" id="{1D354E0D-68BF-4CE1-9FE6-39838F67FE2D}"/>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7"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pic>
        <p:nvPicPr>
          <p:cNvPr id="11" name="Grafik 9">
            <a:extLst>
              <a:ext uri="{FF2B5EF4-FFF2-40B4-BE49-F238E27FC236}">
                <a16:creationId xmlns:a16="http://schemas.microsoft.com/office/drawing/2014/main" id="{34C59610-C26B-4287-8FCA-5B53932D3C78}"/>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sp>
        <p:nvSpPr>
          <p:cNvPr id="8" name="Title 1">
            <a:extLst>
              <a:ext uri="{FF2B5EF4-FFF2-40B4-BE49-F238E27FC236}">
                <a16:creationId xmlns:a16="http://schemas.microsoft.com/office/drawing/2014/main" id="{3CF57722-6C62-4A1E-AC0E-99F0EC06DA7E}"/>
              </a:ext>
            </a:extLst>
          </p:cNvPr>
          <p:cNvSpPr>
            <a:spLocks noGrp="1"/>
          </p:cNvSpPr>
          <p:nvPr>
            <p:ph type="title" hasCustomPrompt="1"/>
          </p:nvPr>
        </p:nvSpPr>
        <p:spPr>
          <a:xfrm>
            <a:off x="330994" y="231777"/>
            <a:ext cx="8482014" cy="307777"/>
          </a:xfrm>
        </p:spPr>
        <p:txBody>
          <a:bodyPr vert="horz">
            <a:spAutoFit/>
          </a:bodyPr>
          <a:lstStyle>
            <a:lvl1pPr>
              <a:lnSpc>
                <a:spcPct val="100000"/>
              </a:lnSpc>
              <a:defRPr>
                <a:latin typeface="+mj-lt"/>
                <a:ea typeface="+mj-ea"/>
                <a:cs typeface="+mj-cs"/>
              </a:defRPr>
            </a:lvl1pPr>
          </a:lstStyle>
          <a:p>
            <a:r>
              <a:rPr lang="en-US"/>
              <a:t>Click to add title</a:t>
            </a:r>
          </a:p>
        </p:txBody>
      </p:sp>
      <p:sp>
        <p:nvSpPr>
          <p:cNvPr id="5" name="Rechteck 6">
            <a:extLst>
              <a:ext uri="{FF2B5EF4-FFF2-40B4-BE49-F238E27FC236}">
                <a16:creationId xmlns:a16="http://schemas.microsoft.com/office/drawing/2014/main" id="{96F0F4EF-5DB3-398B-66BD-89D82606E393}"/>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Tree>
    <p:extLst>
      <p:ext uri="{BB962C8B-B14F-4D97-AF65-F5344CB8AC3E}">
        <p14:creationId xmlns:p14="http://schemas.microsoft.com/office/powerpoint/2010/main" val="8233362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32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Text 2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B9BE188-51B3-9276-B131-174090977E1D}"/>
              </a:ext>
            </a:extLst>
          </p:cNvPr>
          <p:cNvGraphicFramePr>
            <a:graphicFrameLocks noChangeAspect="1"/>
          </p:cNvGraphicFramePr>
          <p:nvPr>
            <p:custDataLst>
              <p:tags r:id="rId1"/>
            </p:custDataLst>
            <p:extLst>
              <p:ext uri="{D42A27DB-BD31-4B8C-83A1-F6EECF244321}">
                <p14:modId xmlns:p14="http://schemas.microsoft.com/office/powerpoint/2010/main" val="1961716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5" name="think-cell data - do not delete" hidden="1">
                        <a:extLst>
                          <a:ext uri="{FF2B5EF4-FFF2-40B4-BE49-F238E27FC236}">
                            <a16:creationId xmlns:a16="http://schemas.microsoft.com/office/drawing/2014/main" id="{FB9BE188-51B3-9276-B131-174090977E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DDEBDB55-4E48-0EC9-D333-62EB3B2A3B41}"/>
              </a:ext>
            </a:extLst>
          </p:cNvPr>
          <p:cNvSpPr>
            <a:spLocks noGrp="1"/>
          </p:cNvSpPr>
          <p:nvPr>
            <p:ph type="title"/>
          </p:nvPr>
        </p:nvSpPr>
        <p:spPr/>
        <p:txBody>
          <a:bodyPr vert="horz"/>
          <a:lstStyle>
            <a:lvl1pPr>
              <a:lnSpc>
                <a:spcPct val="100000"/>
              </a:lnSpc>
              <a:defRPr/>
            </a:lvl1pPr>
          </a:lstStyle>
          <a:p>
            <a:r>
              <a:rPr lang="en-US"/>
              <a:t>Click to edit Master title style</a:t>
            </a:r>
            <a:endParaRPr lang="en-IN"/>
          </a:p>
        </p:txBody>
      </p:sp>
      <p:sp>
        <p:nvSpPr>
          <p:cNvPr id="8" name="Text Placeholder 7">
            <a:extLst>
              <a:ext uri="{FF2B5EF4-FFF2-40B4-BE49-F238E27FC236}">
                <a16:creationId xmlns:a16="http://schemas.microsoft.com/office/drawing/2014/main" id="{E92D52F8-67E7-884D-D18F-AF143F4C946D}"/>
              </a:ext>
            </a:extLst>
          </p:cNvPr>
          <p:cNvSpPr>
            <a:spLocks noGrp="1"/>
          </p:cNvSpPr>
          <p:nvPr>
            <p:ph type="body" sz="quarter" idx="10"/>
          </p:nvPr>
        </p:nvSpPr>
        <p:spPr>
          <a:xfrm>
            <a:off x="331788" y="1370013"/>
            <a:ext cx="8482012"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326613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Text 2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B9BE188-51B3-9276-B131-174090977E1D}"/>
              </a:ext>
            </a:extLst>
          </p:cNvPr>
          <p:cNvGraphicFramePr>
            <a:graphicFrameLocks noChangeAspect="1"/>
          </p:cNvGraphicFramePr>
          <p:nvPr>
            <p:custDataLst>
              <p:tags r:id="rId1"/>
            </p:custDataLst>
            <p:extLst>
              <p:ext uri="{D42A27DB-BD31-4B8C-83A1-F6EECF244321}">
                <p14:modId xmlns:p14="http://schemas.microsoft.com/office/powerpoint/2010/main" val="17082134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5" name="think-cell data - do not delete" hidden="1">
                        <a:extLst>
                          <a:ext uri="{FF2B5EF4-FFF2-40B4-BE49-F238E27FC236}">
                            <a16:creationId xmlns:a16="http://schemas.microsoft.com/office/drawing/2014/main" id="{FB9BE188-51B3-9276-B131-174090977E1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8BD038A-73BB-2830-0A3D-16141C308A0D}"/>
              </a:ext>
            </a:extLst>
          </p:cNvPr>
          <p:cNvSpPr/>
          <p:nvPr>
            <p:custDataLst>
              <p:tags r:id="rId2"/>
            </p:custDataLst>
          </p:nvPr>
        </p:nvSpPr>
        <p:spPr>
          <a:xfrm>
            <a:off x="0" y="0"/>
            <a:ext cx="9144000" cy="5143500"/>
          </a:xfrm>
          <a:prstGeom prst="rect">
            <a:avLst/>
          </a:prstGeom>
          <a:gradFill flip="none" rotWithShape="1">
            <a:gsLst>
              <a:gs pos="0">
                <a:srgbClr val="324151">
                  <a:shade val="30000"/>
                  <a:satMod val="115000"/>
                </a:srgbClr>
              </a:gs>
              <a:gs pos="50000">
                <a:srgbClr val="324151">
                  <a:shade val="67500"/>
                  <a:satMod val="115000"/>
                </a:srgbClr>
              </a:gs>
              <a:gs pos="100000">
                <a:srgbClr val="324151">
                  <a:shade val="100000"/>
                  <a:satMod val="115000"/>
                </a:srgbClr>
              </a:gs>
            </a:gsLst>
            <a:path path="circle">
              <a:fillToRect l="50000" t="50000" r="50000" b="50000"/>
            </a:path>
            <a:tileRect/>
          </a:gra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200" err="1">
              <a:solidFill>
                <a:srgbClr val="FFFFFF"/>
              </a:solidFill>
            </a:endParaRPr>
          </a:p>
        </p:txBody>
      </p:sp>
      <p:sp>
        <p:nvSpPr>
          <p:cNvPr id="6" name="Title 5">
            <a:extLst>
              <a:ext uri="{FF2B5EF4-FFF2-40B4-BE49-F238E27FC236}">
                <a16:creationId xmlns:a16="http://schemas.microsoft.com/office/drawing/2014/main" id="{DDEBDB55-4E48-0EC9-D333-62EB3B2A3B41}"/>
              </a:ext>
            </a:extLst>
          </p:cNvPr>
          <p:cNvSpPr>
            <a:spLocks noGrp="1"/>
          </p:cNvSpPr>
          <p:nvPr>
            <p:ph type="title"/>
          </p:nvPr>
        </p:nvSpPr>
        <p:spPr/>
        <p:txBody>
          <a:bodyPr vert="horz"/>
          <a:lstStyle>
            <a:lvl1pPr>
              <a:lnSpc>
                <a:spcPct val="100000"/>
              </a:lnSpc>
              <a:defRPr>
                <a:solidFill>
                  <a:schemeClr val="accent6"/>
                </a:solidFill>
              </a:defRPr>
            </a:lvl1pPr>
          </a:lstStyle>
          <a:p>
            <a:r>
              <a:rPr lang="en-US"/>
              <a:t>Click to edit Master title style</a:t>
            </a:r>
            <a:endParaRPr lang="en-IN"/>
          </a:p>
        </p:txBody>
      </p:sp>
      <p:sp>
        <p:nvSpPr>
          <p:cNvPr id="8" name="Text Placeholder 7">
            <a:extLst>
              <a:ext uri="{FF2B5EF4-FFF2-40B4-BE49-F238E27FC236}">
                <a16:creationId xmlns:a16="http://schemas.microsoft.com/office/drawing/2014/main" id="{E92D52F8-67E7-884D-D18F-AF143F4C946D}"/>
              </a:ext>
            </a:extLst>
          </p:cNvPr>
          <p:cNvSpPr>
            <a:spLocks noGrp="1"/>
          </p:cNvSpPr>
          <p:nvPr>
            <p:ph type="body" sz="quarter" idx="10"/>
          </p:nvPr>
        </p:nvSpPr>
        <p:spPr>
          <a:xfrm>
            <a:off x="331788" y="1370013"/>
            <a:ext cx="8482012" cy="3060000"/>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7" name="Group 6">
            <a:extLst>
              <a:ext uri="{FF2B5EF4-FFF2-40B4-BE49-F238E27FC236}">
                <a16:creationId xmlns:a16="http://schemas.microsoft.com/office/drawing/2014/main" id="{D28101D1-5935-C425-84E3-7428E7AA0632}"/>
              </a:ext>
            </a:extLst>
          </p:cNvPr>
          <p:cNvGrpSpPr/>
          <p:nvPr/>
        </p:nvGrpSpPr>
        <p:grpSpPr>
          <a:xfrm>
            <a:off x="7699318" y="4765292"/>
            <a:ext cx="1096734" cy="272230"/>
            <a:chOff x="5706199" y="3115121"/>
            <a:chExt cx="1096734" cy="272230"/>
          </a:xfrm>
        </p:grpSpPr>
        <p:sp>
          <p:nvSpPr>
            <p:cNvPr id="9" name="Freeform: Shape 8">
              <a:extLst>
                <a:ext uri="{FF2B5EF4-FFF2-40B4-BE49-F238E27FC236}">
                  <a16:creationId xmlns:a16="http://schemas.microsoft.com/office/drawing/2014/main" id="{87C0D242-ADE8-AC1E-C10B-8232D5BE492D}"/>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E240C478-A067-196F-2204-299AB074BF43}"/>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38BD379E-B048-85D3-1466-77A111B71F42}"/>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0CFD53B8-570C-6223-C0B4-770C809D18C7}"/>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AC6FA1AC-2130-CC4D-DD03-DD1802777A8C}"/>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9B1EDB28-3C58-1439-E20F-FA13E8B37E1D}"/>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E66A8110-5BDC-AB7F-2C00-D13A1C2AA9A9}"/>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DBADFED2-5DFE-AD3A-F2EC-A4F38CC10DDE}"/>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D895245-684E-1E72-43C1-554DCD2D0145}"/>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3576AEEC-CD13-6B4C-9638-9C0F2A0ED792}"/>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DDFAA882-B838-3143-C369-479A6AE46177}"/>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925954FD-8A6A-89BA-F5DC-617391214FE3}"/>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9FA7B86F-49BF-5BEC-A679-1BF2C82DE594}"/>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35BC51C6-9CD1-E097-9160-8C27383EAA56}"/>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4F882EAF-B693-67BD-53EC-ED33EA7C26DC}"/>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784E8FFA-6AA5-544F-F6AC-2E8843FC695E}"/>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EFD8F9FE-0349-DD53-A5C2-082C3F5D6259}"/>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0EAF99A5-6007-0551-6B50-28417C47E68C}"/>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18962AC3-9396-B289-4F71-4FA6F914A1E1}"/>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F95ED8DB-9964-9018-590F-54158A866823}"/>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2BC7C0D9-8214-43EE-08AD-B3E579C2744D}"/>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7B4C7FAA-F4F8-DF6D-80B6-F4E9EEE86566}"/>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08B30E42-B296-792B-1BD6-EDA6FF76093B}"/>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2D76E0E0-DB34-E175-B089-322C962402A2}"/>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A4CA4B45-2A26-34FF-F8E4-54A2DE546DAB}"/>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2C6C0EA9-78BB-6FAF-BBEA-C774C37D1560}"/>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
        <p:nvSpPr>
          <p:cNvPr id="35" name="TextBox 34">
            <a:extLst>
              <a:ext uri="{FF2B5EF4-FFF2-40B4-BE49-F238E27FC236}">
                <a16:creationId xmlns:a16="http://schemas.microsoft.com/office/drawing/2014/main" id="{E639F8CE-C9D5-858C-D99F-3C00121EB23F}"/>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7637571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Column Layout">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0227A88-0B42-4842-D70B-7AB1046F43F5}"/>
              </a:ext>
            </a:extLst>
          </p:cNvPr>
          <p:cNvGraphicFramePr>
            <a:graphicFrameLocks noChangeAspect="1"/>
          </p:cNvGraphicFramePr>
          <p:nvPr>
            <p:custDataLst>
              <p:tags r:id="rId1"/>
            </p:custDataLst>
            <p:extLst>
              <p:ext uri="{D42A27DB-BD31-4B8C-83A1-F6EECF244321}">
                <p14:modId xmlns:p14="http://schemas.microsoft.com/office/powerpoint/2010/main" val="29505895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14" name="think-cell data - do not delete" hidden="1">
                        <a:extLst>
                          <a:ext uri="{FF2B5EF4-FFF2-40B4-BE49-F238E27FC236}">
                            <a16:creationId xmlns:a16="http://schemas.microsoft.com/office/drawing/2014/main" id="{A0227A88-0B42-4842-D70B-7AB1046F43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AE4C792-8C7F-10BA-92DD-8B4CE50A97D6}"/>
              </a:ext>
            </a:extLst>
          </p:cNvPr>
          <p:cNvSpPr>
            <a:spLocks noGrp="1"/>
          </p:cNvSpPr>
          <p:nvPr>
            <p:ph type="title"/>
          </p:nvPr>
        </p:nvSpPr>
        <p:spPr>
          <a:xfrm>
            <a:off x="330994" y="231777"/>
            <a:ext cx="8482014" cy="307777"/>
          </a:xfrm>
        </p:spPr>
        <p:txBody>
          <a:bodyPr vert="horz"/>
          <a:lstStyle>
            <a:lvl1pPr>
              <a:lnSpc>
                <a:spcPct val="100000"/>
              </a:lnSpc>
              <a:defRPr/>
            </a:lvl1pPr>
          </a:lstStyle>
          <a:p>
            <a:r>
              <a:rPr lang="en-US"/>
              <a:t>Click to edit Master title style</a:t>
            </a:r>
            <a:endParaRPr lang="en-IN"/>
          </a:p>
        </p:txBody>
      </p:sp>
      <p:sp>
        <p:nvSpPr>
          <p:cNvPr id="3" name="Isosceles Triangle 2">
            <a:extLst>
              <a:ext uri="{FF2B5EF4-FFF2-40B4-BE49-F238E27FC236}">
                <a16:creationId xmlns:a16="http://schemas.microsoft.com/office/drawing/2014/main" id="{42FDB8D8-C82B-7443-9181-4474491536AF}"/>
              </a:ext>
            </a:extLst>
          </p:cNvPr>
          <p:cNvSpPr/>
          <p:nvPr>
            <p:custDataLst>
              <p:tags r:id="rId2"/>
            </p:custDataLst>
          </p:nvPr>
        </p:nvSpPr>
        <p:spPr>
          <a:xfrm rot="5400000">
            <a:off x="3619501" y="2819452"/>
            <a:ext cx="1905000" cy="228600"/>
          </a:xfrm>
          <a:prstGeom prst="triangle">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cxnSp>
        <p:nvCxnSpPr>
          <p:cNvPr id="5" name="Straight Connector 4">
            <a:extLst>
              <a:ext uri="{FF2B5EF4-FFF2-40B4-BE49-F238E27FC236}">
                <a16:creationId xmlns:a16="http://schemas.microsoft.com/office/drawing/2014/main" id="{A5E905F1-D285-15E5-E402-7E13D20D78F7}"/>
              </a:ext>
            </a:extLst>
          </p:cNvPr>
          <p:cNvCxnSpPr>
            <a:cxnSpLocks/>
          </p:cNvCxnSpPr>
          <p:nvPr/>
        </p:nvCxnSpPr>
        <p:spPr>
          <a:xfrm>
            <a:off x="330994" y="1336807"/>
            <a:ext cx="38736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939B0C8-D9BE-F771-782B-728B94D102CC}"/>
              </a:ext>
            </a:extLst>
          </p:cNvPr>
          <p:cNvCxnSpPr>
            <a:cxnSpLocks/>
          </p:cNvCxnSpPr>
          <p:nvPr/>
        </p:nvCxnSpPr>
        <p:spPr>
          <a:xfrm>
            <a:off x="4940462" y="1336807"/>
            <a:ext cx="38736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8EF9AC2F-FECC-D94E-4765-8AA9580253A7}"/>
              </a:ext>
            </a:extLst>
          </p:cNvPr>
          <p:cNvSpPr>
            <a:spLocks noGrp="1"/>
          </p:cNvSpPr>
          <p:nvPr>
            <p:ph type="body" sz="quarter" idx="10"/>
          </p:nvPr>
        </p:nvSpPr>
        <p:spPr>
          <a:xfrm>
            <a:off x="330994" y="1385752"/>
            <a:ext cx="3872546"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10">
            <a:extLst>
              <a:ext uri="{FF2B5EF4-FFF2-40B4-BE49-F238E27FC236}">
                <a16:creationId xmlns:a16="http://schemas.microsoft.com/office/drawing/2014/main" id="{E4AF71FF-39DD-210C-4799-90239A330A7D}"/>
              </a:ext>
            </a:extLst>
          </p:cNvPr>
          <p:cNvSpPr>
            <a:spLocks noGrp="1"/>
          </p:cNvSpPr>
          <p:nvPr>
            <p:ph type="body" sz="quarter" idx="11"/>
          </p:nvPr>
        </p:nvSpPr>
        <p:spPr>
          <a:xfrm>
            <a:off x="4940462" y="1385752"/>
            <a:ext cx="3872546"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0">
            <a:extLst>
              <a:ext uri="{FF2B5EF4-FFF2-40B4-BE49-F238E27FC236}">
                <a16:creationId xmlns:a16="http://schemas.microsoft.com/office/drawing/2014/main" id="{A794137F-9CC6-EE20-E331-8B1FD81A33C9}"/>
              </a:ext>
            </a:extLst>
          </p:cNvPr>
          <p:cNvSpPr>
            <a:spLocks noGrp="1"/>
          </p:cNvSpPr>
          <p:nvPr>
            <p:ph type="body" sz="quarter" idx="12" hasCustomPrompt="1"/>
          </p:nvPr>
        </p:nvSpPr>
        <p:spPr>
          <a:xfrm>
            <a:off x="330994" y="1054180"/>
            <a:ext cx="3872546" cy="246221"/>
          </a:xfrm>
        </p:spPr>
        <p:txBody>
          <a:bodyPr lIns="0" tIns="0" rIns="0" bIns="0" anchor="b" anchorCtr="0">
            <a:spAutoFit/>
          </a:bodyPr>
          <a:lstStyle>
            <a:lvl1pPr>
              <a:defRPr>
                <a:solidFill>
                  <a:schemeClr val="accent5"/>
                </a:solidFill>
              </a:defRPr>
            </a:lvl1pPr>
          </a:lstStyle>
          <a:p>
            <a:pPr lvl="0"/>
            <a:r>
              <a:rPr lang="en-US"/>
              <a:t>Header</a:t>
            </a:r>
            <a:endParaRPr lang="en-IN"/>
          </a:p>
        </p:txBody>
      </p:sp>
      <p:sp>
        <p:nvSpPr>
          <p:cNvPr id="16" name="Text Placeholder 10">
            <a:extLst>
              <a:ext uri="{FF2B5EF4-FFF2-40B4-BE49-F238E27FC236}">
                <a16:creationId xmlns:a16="http://schemas.microsoft.com/office/drawing/2014/main" id="{6FEB527A-3BB0-1486-16D5-931322F7CFD9}"/>
              </a:ext>
            </a:extLst>
          </p:cNvPr>
          <p:cNvSpPr>
            <a:spLocks noGrp="1"/>
          </p:cNvSpPr>
          <p:nvPr>
            <p:ph type="body" sz="quarter" idx="13" hasCustomPrompt="1"/>
          </p:nvPr>
        </p:nvSpPr>
        <p:spPr>
          <a:xfrm>
            <a:off x="4940462" y="1054180"/>
            <a:ext cx="3872546" cy="246221"/>
          </a:xfrm>
        </p:spPr>
        <p:txBody>
          <a:bodyPr lIns="0" tIns="0" rIns="0" bIns="0" anchor="b" anchorCtr="0">
            <a:spAutoFit/>
          </a:bodyPr>
          <a:lstStyle>
            <a:lvl1pPr>
              <a:defRPr>
                <a:solidFill>
                  <a:schemeClr val="accent5"/>
                </a:solidFill>
              </a:defRPr>
            </a:lvl1pPr>
          </a:lstStyle>
          <a:p>
            <a:pPr lvl="0"/>
            <a:r>
              <a:rPr lang="en-US"/>
              <a:t>Header</a:t>
            </a:r>
            <a:endParaRPr lang="en-IN"/>
          </a:p>
        </p:txBody>
      </p:sp>
    </p:spTree>
    <p:extLst>
      <p:ext uri="{BB962C8B-B14F-4D97-AF65-F5344CB8AC3E}">
        <p14:creationId xmlns:p14="http://schemas.microsoft.com/office/powerpoint/2010/main" val="25013171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Column Layout">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CCC609FB-656F-6695-8C55-F052FB8F46BD}"/>
              </a:ext>
            </a:extLst>
          </p:cNvPr>
          <p:cNvGraphicFramePr>
            <a:graphicFrameLocks noChangeAspect="1"/>
          </p:cNvGraphicFramePr>
          <p:nvPr>
            <p:custDataLst>
              <p:tags r:id="rId1"/>
            </p:custDataLst>
            <p:extLst>
              <p:ext uri="{D42A27DB-BD31-4B8C-83A1-F6EECF244321}">
                <p14:modId xmlns:p14="http://schemas.microsoft.com/office/powerpoint/2010/main" val="37897145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14" name="think-cell data - do not delete" hidden="1">
                        <a:extLst>
                          <a:ext uri="{FF2B5EF4-FFF2-40B4-BE49-F238E27FC236}">
                            <a16:creationId xmlns:a16="http://schemas.microsoft.com/office/drawing/2014/main" id="{CCC609FB-656F-6695-8C55-F052FB8F46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63E4632-3C7D-F159-1744-775E1BAC1A8C}"/>
              </a:ext>
            </a:extLst>
          </p:cNvPr>
          <p:cNvSpPr>
            <a:spLocks noGrp="1"/>
          </p:cNvSpPr>
          <p:nvPr>
            <p:ph type="title"/>
          </p:nvPr>
        </p:nvSpPr>
        <p:spPr>
          <a:xfrm>
            <a:off x="330994" y="231777"/>
            <a:ext cx="8482014" cy="307777"/>
          </a:xfrm>
        </p:spPr>
        <p:txBody>
          <a:bodyPr vert="horz"/>
          <a:lstStyle>
            <a:lvl1pPr>
              <a:lnSpc>
                <a:spcPct val="100000"/>
              </a:lnSpc>
              <a:defRPr/>
            </a:lvl1pPr>
          </a:lstStyle>
          <a:p>
            <a:r>
              <a:rPr lang="en-US"/>
              <a:t>Click to edit Master title style</a:t>
            </a:r>
            <a:endParaRPr lang="en-IN"/>
          </a:p>
        </p:txBody>
      </p:sp>
      <p:cxnSp>
        <p:nvCxnSpPr>
          <p:cNvPr id="3" name="Straight Connector 2">
            <a:extLst>
              <a:ext uri="{FF2B5EF4-FFF2-40B4-BE49-F238E27FC236}">
                <a16:creationId xmlns:a16="http://schemas.microsoft.com/office/drawing/2014/main" id="{59C36ADA-6FB4-9CAD-9AF5-B5423E94ECCF}"/>
              </a:ext>
            </a:extLst>
          </p:cNvPr>
          <p:cNvCxnSpPr>
            <a:cxnSpLocks/>
          </p:cNvCxnSpPr>
          <p:nvPr/>
        </p:nvCxnSpPr>
        <p:spPr>
          <a:xfrm>
            <a:off x="330994" y="1336807"/>
            <a:ext cx="270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ext Placeholder 10">
            <a:extLst>
              <a:ext uri="{FF2B5EF4-FFF2-40B4-BE49-F238E27FC236}">
                <a16:creationId xmlns:a16="http://schemas.microsoft.com/office/drawing/2014/main" id="{ED6E3B69-8B18-3DC0-790D-794AA2043276}"/>
              </a:ext>
            </a:extLst>
          </p:cNvPr>
          <p:cNvSpPr>
            <a:spLocks noGrp="1"/>
          </p:cNvSpPr>
          <p:nvPr>
            <p:ph type="body" sz="quarter" idx="10"/>
          </p:nvPr>
        </p:nvSpPr>
        <p:spPr>
          <a:xfrm>
            <a:off x="330994" y="1385752"/>
            <a:ext cx="270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10">
            <a:extLst>
              <a:ext uri="{FF2B5EF4-FFF2-40B4-BE49-F238E27FC236}">
                <a16:creationId xmlns:a16="http://schemas.microsoft.com/office/drawing/2014/main" id="{E99B52E0-59B9-3A70-0839-D08057DF9244}"/>
              </a:ext>
            </a:extLst>
          </p:cNvPr>
          <p:cNvSpPr>
            <a:spLocks noGrp="1"/>
          </p:cNvSpPr>
          <p:nvPr>
            <p:ph type="body" sz="quarter" idx="12" hasCustomPrompt="1"/>
          </p:nvPr>
        </p:nvSpPr>
        <p:spPr>
          <a:xfrm>
            <a:off x="330994" y="1054180"/>
            <a:ext cx="270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cxnSp>
        <p:nvCxnSpPr>
          <p:cNvPr id="7" name="Straight Connector 6">
            <a:extLst>
              <a:ext uri="{FF2B5EF4-FFF2-40B4-BE49-F238E27FC236}">
                <a16:creationId xmlns:a16="http://schemas.microsoft.com/office/drawing/2014/main" id="{2E16E8F2-2616-36EF-7C19-D3C848545272}"/>
              </a:ext>
            </a:extLst>
          </p:cNvPr>
          <p:cNvCxnSpPr>
            <a:cxnSpLocks/>
          </p:cNvCxnSpPr>
          <p:nvPr/>
        </p:nvCxnSpPr>
        <p:spPr>
          <a:xfrm>
            <a:off x="3222001" y="1336807"/>
            <a:ext cx="270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 Placeholder 10">
            <a:extLst>
              <a:ext uri="{FF2B5EF4-FFF2-40B4-BE49-F238E27FC236}">
                <a16:creationId xmlns:a16="http://schemas.microsoft.com/office/drawing/2014/main" id="{A09FEFD2-58FE-1F89-8141-7576542B8E4C}"/>
              </a:ext>
            </a:extLst>
          </p:cNvPr>
          <p:cNvSpPr>
            <a:spLocks noGrp="1"/>
          </p:cNvSpPr>
          <p:nvPr>
            <p:ph type="body" sz="quarter" idx="13"/>
          </p:nvPr>
        </p:nvSpPr>
        <p:spPr>
          <a:xfrm>
            <a:off x="3222001" y="1385752"/>
            <a:ext cx="270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10">
            <a:extLst>
              <a:ext uri="{FF2B5EF4-FFF2-40B4-BE49-F238E27FC236}">
                <a16:creationId xmlns:a16="http://schemas.microsoft.com/office/drawing/2014/main" id="{263BDF90-57CF-5060-05A0-81BDF9AB0CA2}"/>
              </a:ext>
            </a:extLst>
          </p:cNvPr>
          <p:cNvSpPr>
            <a:spLocks noGrp="1"/>
          </p:cNvSpPr>
          <p:nvPr>
            <p:ph type="body" sz="quarter" idx="14" hasCustomPrompt="1"/>
          </p:nvPr>
        </p:nvSpPr>
        <p:spPr>
          <a:xfrm>
            <a:off x="3222001" y="1054180"/>
            <a:ext cx="270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cxnSp>
        <p:nvCxnSpPr>
          <p:cNvPr id="10" name="Straight Connector 9">
            <a:extLst>
              <a:ext uri="{FF2B5EF4-FFF2-40B4-BE49-F238E27FC236}">
                <a16:creationId xmlns:a16="http://schemas.microsoft.com/office/drawing/2014/main" id="{2BB8B215-0E6A-BD88-28A0-67C14CDFB952}"/>
              </a:ext>
            </a:extLst>
          </p:cNvPr>
          <p:cNvCxnSpPr>
            <a:cxnSpLocks/>
          </p:cNvCxnSpPr>
          <p:nvPr/>
        </p:nvCxnSpPr>
        <p:spPr>
          <a:xfrm>
            <a:off x="6113008" y="1336807"/>
            <a:ext cx="270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F7C14BF6-367A-65C4-B893-FACEBC643E1F}"/>
              </a:ext>
            </a:extLst>
          </p:cNvPr>
          <p:cNvSpPr>
            <a:spLocks noGrp="1"/>
          </p:cNvSpPr>
          <p:nvPr>
            <p:ph type="body" sz="quarter" idx="15"/>
          </p:nvPr>
        </p:nvSpPr>
        <p:spPr>
          <a:xfrm>
            <a:off x="6113008" y="1385752"/>
            <a:ext cx="270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10">
            <a:extLst>
              <a:ext uri="{FF2B5EF4-FFF2-40B4-BE49-F238E27FC236}">
                <a16:creationId xmlns:a16="http://schemas.microsoft.com/office/drawing/2014/main" id="{D1930389-33F8-C190-3C13-B4EEDE6A9047}"/>
              </a:ext>
            </a:extLst>
          </p:cNvPr>
          <p:cNvSpPr>
            <a:spLocks noGrp="1"/>
          </p:cNvSpPr>
          <p:nvPr>
            <p:ph type="body" sz="quarter" idx="16" hasCustomPrompt="1"/>
          </p:nvPr>
        </p:nvSpPr>
        <p:spPr>
          <a:xfrm>
            <a:off x="6113008" y="1054180"/>
            <a:ext cx="270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spTree>
    <p:extLst>
      <p:ext uri="{BB962C8B-B14F-4D97-AF65-F5344CB8AC3E}">
        <p14:creationId xmlns:p14="http://schemas.microsoft.com/office/powerpoint/2010/main" val="20655445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3-Column Layout">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CCC609FB-656F-6695-8C55-F052FB8F46BD}"/>
              </a:ext>
            </a:extLst>
          </p:cNvPr>
          <p:cNvGraphicFramePr>
            <a:graphicFrameLocks noChangeAspect="1"/>
          </p:cNvGraphicFramePr>
          <p:nvPr>
            <p:custDataLst>
              <p:tags r:id="rId1"/>
            </p:custDataLst>
            <p:extLst>
              <p:ext uri="{D42A27DB-BD31-4B8C-83A1-F6EECF244321}">
                <p14:modId xmlns:p14="http://schemas.microsoft.com/office/powerpoint/2010/main" val="32816658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14" name="think-cell data - do not delete" hidden="1">
                        <a:extLst>
                          <a:ext uri="{FF2B5EF4-FFF2-40B4-BE49-F238E27FC236}">
                            <a16:creationId xmlns:a16="http://schemas.microsoft.com/office/drawing/2014/main" id="{CCC609FB-656F-6695-8C55-F052FB8F46B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62F40E5-34A2-B87A-9777-F310AB190275}"/>
              </a:ext>
            </a:extLst>
          </p:cNvPr>
          <p:cNvSpPr/>
          <p:nvPr>
            <p:custDataLst>
              <p:tags r:id="rId2"/>
            </p:custDataLst>
          </p:nvPr>
        </p:nvSpPr>
        <p:spPr>
          <a:xfrm>
            <a:off x="0" y="0"/>
            <a:ext cx="9144000" cy="5143500"/>
          </a:xfrm>
          <a:prstGeom prst="rect">
            <a:avLst/>
          </a:prstGeom>
          <a:gradFill flip="none" rotWithShape="1">
            <a:gsLst>
              <a:gs pos="0">
                <a:srgbClr val="324151">
                  <a:shade val="30000"/>
                  <a:satMod val="115000"/>
                </a:srgbClr>
              </a:gs>
              <a:gs pos="50000">
                <a:srgbClr val="324151">
                  <a:shade val="67500"/>
                  <a:satMod val="115000"/>
                </a:srgbClr>
              </a:gs>
              <a:gs pos="100000">
                <a:srgbClr val="324151">
                  <a:shade val="100000"/>
                  <a:satMod val="115000"/>
                </a:srgbClr>
              </a:gs>
            </a:gsLst>
            <a:path path="circle">
              <a:fillToRect l="50000" t="50000" r="50000" b="50000"/>
            </a:path>
            <a:tileRect/>
          </a:gra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200" err="1">
              <a:solidFill>
                <a:srgbClr val="FFFFFF"/>
              </a:solidFill>
            </a:endParaRPr>
          </a:p>
        </p:txBody>
      </p:sp>
      <p:grpSp>
        <p:nvGrpSpPr>
          <p:cNvPr id="13" name="Group 12">
            <a:extLst>
              <a:ext uri="{FF2B5EF4-FFF2-40B4-BE49-F238E27FC236}">
                <a16:creationId xmlns:a16="http://schemas.microsoft.com/office/drawing/2014/main" id="{CEEAE21A-F633-D410-4DE4-A73D0EC76153}"/>
              </a:ext>
            </a:extLst>
          </p:cNvPr>
          <p:cNvGrpSpPr/>
          <p:nvPr/>
        </p:nvGrpSpPr>
        <p:grpSpPr>
          <a:xfrm>
            <a:off x="7699318" y="4765292"/>
            <a:ext cx="1096734" cy="272230"/>
            <a:chOff x="5706199" y="3115121"/>
            <a:chExt cx="1096734" cy="272230"/>
          </a:xfrm>
        </p:grpSpPr>
        <p:sp>
          <p:nvSpPr>
            <p:cNvPr id="15" name="Freeform: Shape 14">
              <a:extLst>
                <a:ext uri="{FF2B5EF4-FFF2-40B4-BE49-F238E27FC236}">
                  <a16:creationId xmlns:a16="http://schemas.microsoft.com/office/drawing/2014/main" id="{A2A1F39E-82D3-EF63-A11E-DFEDFDB68B37}"/>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7454DAAD-4982-4AB4-DA55-074571050A60}"/>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9AC88A39-C70C-F438-565A-21CF35E9D12E}"/>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7C02D540-CC24-4B32-9E17-440D947AF305}"/>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E620795B-3CD0-5EB3-8721-F539FC104392}"/>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F03A5EED-E1A8-688F-451B-1E2297BE8AF4}"/>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3AA8B731-E8D6-F826-3191-6A67CD470492}"/>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C4D0FEF8-0285-8E91-83EA-9FFF7F3A0AE3}"/>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CE7BFE7E-88FD-668A-8D3D-0EB89030E689}"/>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42A7FECB-001E-C597-5A84-FAB3D0FA24B2}"/>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5E111950-C5C5-59E4-FACD-1B3007536656}"/>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EB436C53-2058-805A-BAFA-ADDB64DBCD7B}"/>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8ECC9C1C-51A3-B9DA-9EAF-E7401528CCF5}"/>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3798700D-0D48-2645-73C6-BBDF86648797}"/>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F4A5B77-2845-3939-20F0-364E7FDF4062}"/>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978C2138-9051-5585-4198-71E457125198}"/>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F03C26DD-4EE6-9F13-57C2-5742DC7AB924}"/>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58AED012-92F0-D072-A9D7-23E81521F92D}"/>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677D40C8-24BA-BA47-C724-86EA2F0F8C53}"/>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5D2C4CF7-A4E4-3672-CA4D-DF780B07135E}"/>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850EADDA-D92D-5741-27E1-9486A1B6A602}"/>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A0D6076F-19A1-BAA0-1A20-A71645634F12}"/>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1DD637F1-085A-CA20-39FC-833E87D31378}"/>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96ED9335-3B39-28AD-1C2C-7A02192BC735}"/>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B2E90EEC-25EB-428F-07F4-B574AC3A1748}"/>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3B1BECA9-C276-08FA-788D-47EB6BCAB63A}"/>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
        <p:nvSpPr>
          <p:cNvPr id="41" name="TextBox 40">
            <a:extLst>
              <a:ext uri="{FF2B5EF4-FFF2-40B4-BE49-F238E27FC236}">
                <a16:creationId xmlns:a16="http://schemas.microsoft.com/office/drawing/2014/main" id="{8A924816-4032-9919-0612-F3FD195DA483}"/>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163E4632-3C7D-F159-1744-775E1BAC1A8C}"/>
              </a:ext>
            </a:extLst>
          </p:cNvPr>
          <p:cNvSpPr>
            <a:spLocks noGrp="1"/>
          </p:cNvSpPr>
          <p:nvPr>
            <p:ph type="title"/>
          </p:nvPr>
        </p:nvSpPr>
        <p:spPr>
          <a:xfrm>
            <a:off x="330994" y="231777"/>
            <a:ext cx="8482014" cy="307777"/>
          </a:xfrm>
        </p:spPr>
        <p:txBody>
          <a:bodyPr vert="horz"/>
          <a:lstStyle>
            <a:lvl1pPr>
              <a:lnSpc>
                <a:spcPct val="100000"/>
              </a:lnSpc>
              <a:defRPr>
                <a:solidFill>
                  <a:schemeClr val="accent6"/>
                </a:solidFill>
              </a:defRPr>
            </a:lvl1pPr>
          </a:lstStyle>
          <a:p>
            <a:r>
              <a:rPr lang="en-US"/>
              <a:t>Click to edit Master title style</a:t>
            </a:r>
            <a:endParaRPr lang="en-IN"/>
          </a:p>
        </p:txBody>
      </p:sp>
      <p:cxnSp>
        <p:nvCxnSpPr>
          <p:cNvPr id="3" name="Straight Connector 2">
            <a:extLst>
              <a:ext uri="{FF2B5EF4-FFF2-40B4-BE49-F238E27FC236}">
                <a16:creationId xmlns:a16="http://schemas.microsoft.com/office/drawing/2014/main" id="{59C36ADA-6FB4-9CAD-9AF5-B5423E94ECCF}"/>
              </a:ext>
            </a:extLst>
          </p:cNvPr>
          <p:cNvCxnSpPr>
            <a:cxnSpLocks/>
          </p:cNvCxnSpPr>
          <p:nvPr/>
        </p:nvCxnSpPr>
        <p:spPr>
          <a:xfrm>
            <a:off x="330994" y="1336807"/>
            <a:ext cx="270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ext Placeholder 10">
            <a:extLst>
              <a:ext uri="{FF2B5EF4-FFF2-40B4-BE49-F238E27FC236}">
                <a16:creationId xmlns:a16="http://schemas.microsoft.com/office/drawing/2014/main" id="{ED6E3B69-8B18-3DC0-790D-794AA2043276}"/>
              </a:ext>
            </a:extLst>
          </p:cNvPr>
          <p:cNvSpPr>
            <a:spLocks noGrp="1"/>
          </p:cNvSpPr>
          <p:nvPr>
            <p:ph type="body" sz="quarter" idx="10"/>
          </p:nvPr>
        </p:nvSpPr>
        <p:spPr>
          <a:xfrm>
            <a:off x="330994" y="1385752"/>
            <a:ext cx="270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10">
            <a:extLst>
              <a:ext uri="{FF2B5EF4-FFF2-40B4-BE49-F238E27FC236}">
                <a16:creationId xmlns:a16="http://schemas.microsoft.com/office/drawing/2014/main" id="{E99B52E0-59B9-3A70-0839-D08057DF9244}"/>
              </a:ext>
            </a:extLst>
          </p:cNvPr>
          <p:cNvSpPr>
            <a:spLocks noGrp="1"/>
          </p:cNvSpPr>
          <p:nvPr>
            <p:ph type="body" sz="quarter" idx="12" hasCustomPrompt="1"/>
          </p:nvPr>
        </p:nvSpPr>
        <p:spPr>
          <a:xfrm>
            <a:off x="330994" y="1054180"/>
            <a:ext cx="270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cxnSp>
        <p:nvCxnSpPr>
          <p:cNvPr id="7" name="Straight Connector 6">
            <a:extLst>
              <a:ext uri="{FF2B5EF4-FFF2-40B4-BE49-F238E27FC236}">
                <a16:creationId xmlns:a16="http://schemas.microsoft.com/office/drawing/2014/main" id="{2E16E8F2-2616-36EF-7C19-D3C848545272}"/>
              </a:ext>
            </a:extLst>
          </p:cNvPr>
          <p:cNvCxnSpPr>
            <a:cxnSpLocks/>
          </p:cNvCxnSpPr>
          <p:nvPr/>
        </p:nvCxnSpPr>
        <p:spPr>
          <a:xfrm>
            <a:off x="3222001" y="1336807"/>
            <a:ext cx="270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 Placeholder 10">
            <a:extLst>
              <a:ext uri="{FF2B5EF4-FFF2-40B4-BE49-F238E27FC236}">
                <a16:creationId xmlns:a16="http://schemas.microsoft.com/office/drawing/2014/main" id="{A09FEFD2-58FE-1F89-8141-7576542B8E4C}"/>
              </a:ext>
            </a:extLst>
          </p:cNvPr>
          <p:cNvSpPr>
            <a:spLocks noGrp="1"/>
          </p:cNvSpPr>
          <p:nvPr>
            <p:ph type="body" sz="quarter" idx="13"/>
          </p:nvPr>
        </p:nvSpPr>
        <p:spPr>
          <a:xfrm>
            <a:off x="3222001" y="1385752"/>
            <a:ext cx="270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10">
            <a:extLst>
              <a:ext uri="{FF2B5EF4-FFF2-40B4-BE49-F238E27FC236}">
                <a16:creationId xmlns:a16="http://schemas.microsoft.com/office/drawing/2014/main" id="{263BDF90-57CF-5060-05A0-81BDF9AB0CA2}"/>
              </a:ext>
            </a:extLst>
          </p:cNvPr>
          <p:cNvSpPr>
            <a:spLocks noGrp="1"/>
          </p:cNvSpPr>
          <p:nvPr>
            <p:ph type="body" sz="quarter" idx="14" hasCustomPrompt="1"/>
          </p:nvPr>
        </p:nvSpPr>
        <p:spPr>
          <a:xfrm>
            <a:off x="3222001" y="1054180"/>
            <a:ext cx="270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cxnSp>
        <p:nvCxnSpPr>
          <p:cNvPr id="10" name="Straight Connector 9">
            <a:extLst>
              <a:ext uri="{FF2B5EF4-FFF2-40B4-BE49-F238E27FC236}">
                <a16:creationId xmlns:a16="http://schemas.microsoft.com/office/drawing/2014/main" id="{2BB8B215-0E6A-BD88-28A0-67C14CDFB952}"/>
              </a:ext>
            </a:extLst>
          </p:cNvPr>
          <p:cNvCxnSpPr>
            <a:cxnSpLocks/>
          </p:cNvCxnSpPr>
          <p:nvPr/>
        </p:nvCxnSpPr>
        <p:spPr>
          <a:xfrm>
            <a:off x="6113008" y="1336807"/>
            <a:ext cx="270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F7C14BF6-367A-65C4-B893-FACEBC643E1F}"/>
              </a:ext>
            </a:extLst>
          </p:cNvPr>
          <p:cNvSpPr>
            <a:spLocks noGrp="1"/>
          </p:cNvSpPr>
          <p:nvPr>
            <p:ph type="body" sz="quarter" idx="15"/>
          </p:nvPr>
        </p:nvSpPr>
        <p:spPr>
          <a:xfrm>
            <a:off x="6113008" y="1385752"/>
            <a:ext cx="270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10">
            <a:extLst>
              <a:ext uri="{FF2B5EF4-FFF2-40B4-BE49-F238E27FC236}">
                <a16:creationId xmlns:a16="http://schemas.microsoft.com/office/drawing/2014/main" id="{D1930389-33F8-C190-3C13-B4EEDE6A9047}"/>
              </a:ext>
            </a:extLst>
          </p:cNvPr>
          <p:cNvSpPr>
            <a:spLocks noGrp="1"/>
          </p:cNvSpPr>
          <p:nvPr>
            <p:ph type="body" sz="quarter" idx="16" hasCustomPrompt="1"/>
          </p:nvPr>
        </p:nvSpPr>
        <p:spPr>
          <a:xfrm>
            <a:off x="6113008" y="1054180"/>
            <a:ext cx="270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spTree>
    <p:extLst>
      <p:ext uri="{BB962C8B-B14F-4D97-AF65-F5344CB8AC3E}">
        <p14:creationId xmlns:p14="http://schemas.microsoft.com/office/powerpoint/2010/main" val="31610571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Column Layout">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CCC609FB-656F-6695-8C55-F052FB8F46BD}"/>
              </a:ext>
            </a:extLst>
          </p:cNvPr>
          <p:cNvGraphicFramePr>
            <a:graphicFrameLocks noChangeAspect="1"/>
          </p:cNvGraphicFramePr>
          <p:nvPr>
            <p:custDataLst>
              <p:tags r:id="rId1"/>
            </p:custDataLst>
            <p:extLst>
              <p:ext uri="{D42A27DB-BD31-4B8C-83A1-F6EECF244321}">
                <p14:modId xmlns:p14="http://schemas.microsoft.com/office/powerpoint/2010/main" val="34615637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14" name="think-cell data - do not delete" hidden="1">
                        <a:extLst>
                          <a:ext uri="{FF2B5EF4-FFF2-40B4-BE49-F238E27FC236}">
                            <a16:creationId xmlns:a16="http://schemas.microsoft.com/office/drawing/2014/main" id="{CCC609FB-656F-6695-8C55-F052FB8F46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63E4632-3C7D-F159-1744-775E1BAC1A8C}"/>
              </a:ext>
            </a:extLst>
          </p:cNvPr>
          <p:cNvSpPr>
            <a:spLocks noGrp="1"/>
          </p:cNvSpPr>
          <p:nvPr>
            <p:ph type="title"/>
          </p:nvPr>
        </p:nvSpPr>
        <p:spPr>
          <a:xfrm>
            <a:off x="330994" y="231777"/>
            <a:ext cx="8482014" cy="307777"/>
          </a:xfrm>
        </p:spPr>
        <p:txBody>
          <a:bodyPr vert="horz"/>
          <a:lstStyle>
            <a:lvl1pPr>
              <a:lnSpc>
                <a:spcPct val="100000"/>
              </a:lnSpc>
              <a:defRPr/>
            </a:lvl1pPr>
          </a:lstStyle>
          <a:p>
            <a:r>
              <a:rPr lang="en-US"/>
              <a:t>Click to edit Master title style</a:t>
            </a:r>
            <a:endParaRPr lang="en-IN"/>
          </a:p>
        </p:txBody>
      </p:sp>
      <p:cxnSp>
        <p:nvCxnSpPr>
          <p:cNvPr id="3" name="Straight Connector 2">
            <a:extLst>
              <a:ext uri="{FF2B5EF4-FFF2-40B4-BE49-F238E27FC236}">
                <a16:creationId xmlns:a16="http://schemas.microsoft.com/office/drawing/2014/main" id="{59C36ADA-6FB4-9CAD-9AF5-B5423E94ECCF}"/>
              </a:ext>
            </a:extLst>
          </p:cNvPr>
          <p:cNvCxnSpPr>
            <a:cxnSpLocks/>
          </p:cNvCxnSpPr>
          <p:nvPr/>
        </p:nvCxnSpPr>
        <p:spPr>
          <a:xfrm>
            <a:off x="330994" y="1336807"/>
            <a:ext cx="198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ext Placeholder 10">
            <a:extLst>
              <a:ext uri="{FF2B5EF4-FFF2-40B4-BE49-F238E27FC236}">
                <a16:creationId xmlns:a16="http://schemas.microsoft.com/office/drawing/2014/main" id="{ED6E3B69-8B18-3DC0-790D-794AA2043276}"/>
              </a:ext>
            </a:extLst>
          </p:cNvPr>
          <p:cNvSpPr>
            <a:spLocks noGrp="1"/>
          </p:cNvSpPr>
          <p:nvPr>
            <p:ph type="body" sz="quarter" idx="10"/>
          </p:nvPr>
        </p:nvSpPr>
        <p:spPr>
          <a:xfrm>
            <a:off x="330994" y="1385752"/>
            <a:ext cx="198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10">
            <a:extLst>
              <a:ext uri="{FF2B5EF4-FFF2-40B4-BE49-F238E27FC236}">
                <a16:creationId xmlns:a16="http://schemas.microsoft.com/office/drawing/2014/main" id="{E99B52E0-59B9-3A70-0839-D08057DF9244}"/>
              </a:ext>
            </a:extLst>
          </p:cNvPr>
          <p:cNvSpPr>
            <a:spLocks noGrp="1"/>
          </p:cNvSpPr>
          <p:nvPr>
            <p:ph type="body" sz="quarter" idx="12" hasCustomPrompt="1"/>
          </p:nvPr>
        </p:nvSpPr>
        <p:spPr>
          <a:xfrm>
            <a:off x="330994" y="1054180"/>
            <a:ext cx="198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cxnSp>
        <p:nvCxnSpPr>
          <p:cNvPr id="7" name="Straight Connector 6">
            <a:extLst>
              <a:ext uri="{FF2B5EF4-FFF2-40B4-BE49-F238E27FC236}">
                <a16:creationId xmlns:a16="http://schemas.microsoft.com/office/drawing/2014/main" id="{2E16E8F2-2616-36EF-7C19-D3C848545272}"/>
              </a:ext>
            </a:extLst>
          </p:cNvPr>
          <p:cNvCxnSpPr>
            <a:cxnSpLocks/>
          </p:cNvCxnSpPr>
          <p:nvPr/>
        </p:nvCxnSpPr>
        <p:spPr>
          <a:xfrm>
            <a:off x="2498332" y="1336807"/>
            <a:ext cx="198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 Placeholder 10">
            <a:extLst>
              <a:ext uri="{FF2B5EF4-FFF2-40B4-BE49-F238E27FC236}">
                <a16:creationId xmlns:a16="http://schemas.microsoft.com/office/drawing/2014/main" id="{A09FEFD2-58FE-1F89-8141-7576542B8E4C}"/>
              </a:ext>
            </a:extLst>
          </p:cNvPr>
          <p:cNvSpPr>
            <a:spLocks noGrp="1"/>
          </p:cNvSpPr>
          <p:nvPr>
            <p:ph type="body" sz="quarter" idx="13"/>
          </p:nvPr>
        </p:nvSpPr>
        <p:spPr>
          <a:xfrm>
            <a:off x="2498332" y="1385752"/>
            <a:ext cx="198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10">
            <a:extLst>
              <a:ext uri="{FF2B5EF4-FFF2-40B4-BE49-F238E27FC236}">
                <a16:creationId xmlns:a16="http://schemas.microsoft.com/office/drawing/2014/main" id="{263BDF90-57CF-5060-05A0-81BDF9AB0CA2}"/>
              </a:ext>
            </a:extLst>
          </p:cNvPr>
          <p:cNvSpPr>
            <a:spLocks noGrp="1"/>
          </p:cNvSpPr>
          <p:nvPr>
            <p:ph type="body" sz="quarter" idx="14" hasCustomPrompt="1"/>
          </p:nvPr>
        </p:nvSpPr>
        <p:spPr>
          <a:xfrm>
            <a:off x="2498332" y="1054180"/>
            <a:ext cx="198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cxnSp>
        <p:nvCxnSpPr>
          <p:cNvPr id="10" name="Straight Connector 9">
            <a:extLst>
              <a:ext uri="{FF2B5EF4-FFF2-40B4-BE49-F238E27FC236}">
                <a16:creationId xmlns:a16="http://schemas.microsoft.com/office/drawing/2014/main" id="{2BB8B215-0E6A-BD88-28A0-67C14CDFB952}"/>
              </a:ext>
            </a:extLst>
          </p:cNvPr>
          <p:cNvCxnSpPr>
            <a:cxnSpLocks/>
          </p:cNvCxnSpPr>
          <p:nvPr/>
        </p:nvCxnSpPr>
        <p:spPr>
          <a:xfrm>
            <a:off x="4665670" y="1336807"/>
            <a:ext cx="198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F7C14BF6-367A-65C4-B893-FACEBC643E1F}"/>
              </a:ext>
            </a:extLst>
          </p:cNvPr>
          <p:cNvSpPr>
            <a:spLocks noGrp="1"/>
          </p:cNvSpPr>
          <p:nvPr>
            <p:ph type="body" sz="quarter" idx="15"/>
          </p:nvPr>
        </p:nvSpPr>
        <p:spPr>
          <a:xfrm>
            <a:off x="4665670" y="1385752"/>
            <a:ext cx="198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10">
            <a:extLst>
              <a:ext uri="{FF2B5EF4-FFF2-40B4-BE49-F238E27FC236}">
                <a16:creationId xmlns:a16="http://schemas.microsoft.com/office/drawing/2014/main" id="{D1930389-33F8-C190-3C13-B4EEDE6A9047}"/>
              </a:ext>
            </a:extLst>
          </p:cNvPr>
          <p:cNvSpPr>
            <a:spLocks noGrp="1"/>
          </p:cNvSpPr>
          <p:nvPr>
            <p:ph type="body" sz="quarter" idx="16" hasCustomPrompt="1"/>
          </p:nvPr>
        </p:nvSpPr>
        <p:spPr>
          <a:xfrm>
            <a:off x="4665670" y="1054180"/>
            <a:ext cx="198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cxnSp>
        <p:nvCxnSpPr>
          <p:cNvPr id="6" name="Straight Connector 5">
            <a:extLst>
              <a:ext uri="{FF2B5EF4-FFF2-40B4-BE49-F238E27FC236}">
                <a16:creationId xmlns:a16="http://schemas.microsoft.com/office/drawing/2014/main" id="{A44370BB-2485-E471-4F99-15F63847F686}"/>
              </a:ext>
            </a:extLst>
          </p:cNvPr>
          <p:cNvCxnSpPr>
            <a:cxnSpLocks/>
          </p:cNvCxnSpPr>
          <p:nvPr/>
        </p:nvCxnSpPr>
        <p:spPr>
          <a:xfrm>
            <a:off x="6833008" y="1336807"/>
            <a:ext cx="198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Text Placeholder 10">
            <a:extLst>
              <a:ext uri="{FF2B5EF4-FFF2-40B4-BE49-F238E27FC236}">
                <a16:creationId xmlns:a16="http://schemas.microsoft.com/office/drawing/2014/main" id="{D794FDED-FE31-75AF-8065-F017D743EEF6}"/>
              </a:ext>
            </a:extLst>
          </p:cNvPr>
          <p:cNvSpPr>
            <a:spLocks noGrp="1"/>
          </p:cNvSpPr>
          <p:nvPr>
            <p:ph type="body" sz="quarter" idx="17"/>
          </p:nvPr>
        </p:nvSpPr>
        <p:spPr>
          <a:xfrm>
            <a:off x="6833008" y="1385752"/>
            <a:ext cx="198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0">
            <a:extLst>
              <a:ext uri="{FF2B5EF4-FFF2-40B4-BE49-F238E27FC236}">
                <a16:creationId xmlns:a16="http://schemas.microsoft.com/office/drawing/2014/main" id="{F7B21156-BDFE-D400-8E15-0E4F55B62AB3}"/>
              </a:ext>
            </a:extLst>
          </p:cNvPr>
          <p:cNvSpPr>
            <a:spLocks noGrp="1"/>
          </p:cNvSpPr>
          <p:nvPr>
            <p:ph type="body" sz="quarter" idx="18" hasCustomPrompt="1"/>
          </p:nvPr>
        </p:nvSpPr>
        <p:spPr>
          <a:xfrm>
            <a:off x="6833008" y="1054180"/>
            <a:ext cx="198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spTree>
    <p:extLst>
      <p:ext uri="{BB962C8B-B14F-4D97-AF65-F5344CB8AC3E}">
        <p14:creationId xmlns:p14="http://schemas.microsoft.com/office/powerpoint/2010/main" val="701328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4-Column Layout">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CCC609FB-656F-6695-8C55-F052FB8F46BD}"/>
              </a:ext>
            </a:extLst>
          </p:cNvPr>
          <p:cNvGraphicFramePr>
            <a:graphicFrameLocks noChangeAspect="1"/>
          </p:cNvGraphicFramePr>
          <p:nvPr>
            <p:custDataLst>
              <p:tags r:id="rId1"/>
            </p:custDataLst>
            <p:extLst>
              <p:ext uri="{D42A27DB-BD31-4B8C-83A1-F6EECF244321}">
                <p14:modId xmlns:p14="http://schemas.microsoft.com/office/powerpoint/2010/main" val="4055652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14" name="think-cell data - do not delete" hidden="1">
                        <a:extLst>
                          <a:ext uri="{FF2B5EF4-FFF2-40B4-BE49-F238E27FC236}">
                            <a16:creationId xmlns:a16="http://schemas.microsoft.com/office/drawing/2014/main" id="{CCC609FB-656F-6695-8C55-F052FB8F46B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CFF672E8-D795-4751-9B16-DE71F3C02679}"/>
              </a:ext>
            </a:extLst>
          </p:cNvPr>
          <p:cNvSpPr/>
          <p:nvPr>
            <p:custDataLst>
              <p:tags r:id="rId2"/>
            </p:custDataLst>
          </p:nvPr>
        </p:nvSpPr>
        <p:spPr>
          <a:xfrm>
            <a:off x="0" y="0"/>
            <a:ext cx="9144000" cy="5143500"/>
          </a:xfrm>
          <a:prstGeom prst="rect">
            <a:avLst/>
          </a:prstGeom>
          <a:gradFill flip="none" rotWithShape="1">
            <a:gsLst>
              <a:gs pos="0">
                <a:srgbClr val="324151">
                  <a:shade val="30000"/>
                  <a:satMod val="115000"/>
                </a:srgbClr>
              </a:gs>
              <a:gs pos="50000">
                <a:srgbClr val="324151">
                  <a:shade val="67500"/>
                  <a:satMod val="115000"/>
                </a:srgbClr>
              </a:gs>
              <a:gs pos="100000">
                <a:srgbClr val="324151">
                  <a:shade val="100000"/>
                  <a:satMod val="115000"/>
                </a:srgbClr>
              </a:gs>
            </a:gsLst>
            <a:path path="circle">
              <a:fillToRect l="50000" t="50000" r="50000" b="50000"/>
            </a:path>
            <a:tileRect/>
          </a:gra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200" err="1">
              <a:solidFill>
                <a:srgbClr val="FFFFFF"/>
              </a:solidFill>
            </a:endParaRPr>
          </a:p>
        </p:txBody>
      </p:sp>
      <p:grpSp>
        <p:nvGrpSpPr>
          <p:cNvPr id="17" name="Group 16">
            <a:extLst>
              <a:ext uri="{FF2B5EF4-FFF2-40B4-BE49-F238E27FC236}">
                <a16:creationId xmlns:a16="http://schemas.microsoft.com/office/drawing/2014/main" id="{B0073B17-50DC-182D-4F16-BD7367F60BEA}"/>
              </a:ext>
            </a:extLst>
          </p:cNvPr>
          <p:cNvGrpSpPr/>
          <p:nvPr/>
        </p:nvGrpSpPr>
        <p:grpSpPr>
          <a:xfrm>
            <a:off x="7699318" y="4765292"/>
            <a:ext cx="1096734" cy="272230"/>
            <a:chOff x="5706199" y="3115121"/>
            <a:chExt cx="1096734" cy="272230"/>
          </a:xfrm>
        </p:grpSpPr>
        <p:sp>
          <p:nvSpPr>
            <p:cNvPr id="18" name="Freeform: Shape 17">
              <a:extLst>
                <a:ext uri="{FF2B5EF4-FFF2-40B4-BE49-F238E27FC236}">
                  <a16:creationId xmlns:a16="http://schemas.microsoft.com/office/drawing/2014/main" id="{8AAE5D20-00B3-D003-1718-A014843142D7}"/>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26547646-EF6E-28B4-0378-C97CBC1FF149}"/>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415F34CD-0192-060B-CA62-3EE4121364B6}"/>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9846F401-FB9F-8723-4705-354BD5F5F475}"/>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7DCDC0C8-AA1C-2FCF-8852-FD9811A36B8F}"/>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D310A9C2-D4F8-4FE8-D6E3-D6A36649471D}"/>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C8D1DA0E-0A03-CA2D-3740-D8DD284B747C}"/>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C1B1DBBF-97E0-64C6-B197-51238FB5F971}"/>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3A6E6290-6DAF-DABE-7F27-D1DBD5951A7C}"/>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75D921C9-031A-E4AD-77AE-4B9B4DC49C4C}"/>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E03C100A-78E1-EDB9-E1A1-EE0B3CAB1E4A}"/>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31D5929B-3246-CC5E-8226-6D2613EA1AAC}"/>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4C80AA8E-762F-FE28-1285-CE5C7988BEF6}"/>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6AC08727-AA22-E18D-C7D0-9511B35DE7BB}"/>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2CFD474E-B27A-6438-ECF1-7186A304FA15}"/>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8133C1BC-749F-1922-DC98-9719FE80DF5B}"/>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A026FE63-1E6C-C1E2-F5AA-979E88041D38}"/>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ADF918C3-CAB1-9A7B-D811-D1C0A79CA2D8}"/>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63DB08C0-4420-44F9-1466-D9EAC365126F}"/>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3777B64D-6CDA-C162-AA60-7356CFEAD8A8}"/>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4A3E51AD-64D8-DE97-F91C-A7EBB51053F2}"/>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F2064232-15A0-F113-6503-A062D3505030}"/>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DE599DA5-3756-F690-7EAE-2E0843DB552B}"/>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D0DF484A-95C9-5BFB-21CE-7329EFA282D3}"/>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4043C9DE-9840-4AE6-1D2C-9B8AFEAB8F10}"/>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30BA95E2-F473-EF63-D971-79C340A15752}"/>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
        <p:nvSpPr>
          <p:cNvPr id="44" name="TextBox 43">
            <a:extLst>
              <a:ext uri="{FF2B5EF4-FFF2-40B4-BE49-F238E27FC236}">
                <a16:creationId xmlns:a16="http://schemas.microsoft.com/office/drawing/2014/main" id="{762ED22C-99E2-92A2-118F-D33F4BCBB3DE}"/>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163E4632-3C7D-F159-1744-775E1BAC1A8C}"/>
              </a:ext>
            </a:extLst>
          </p:cNvPr>
          <p:cNvSpPr>
            <a:spLocks noGrp="1"/>
          </p:cNvSpPr>
          <p:nvPr>
            <p:ph type="title"/>
          </p:nvPr>
        </p:nvSpPr>
        <p:spPr>
          <a:xfrm>
            <a:off x="330994" y="231777"/>
            <a:ext cx="8482014" cy="307777"/>
          </a:xfrm>
        </p:spPr>
        <p:txBody>
          <a:bodyPr vert="horz"/>
          <a:lstStyle>
            <a:lvl1pPr>
              <a:lnSpc>
                <a:spcPct val="100000"/>
              </a:lnSpc>
              <a:defRPr>
                <a:solidFill>
                  <a:schemeClr val="accent6"/>
                </a:solidFill>
              </a:defRPr>
            </a:lvl1pPr>
          </a:lstStyle>
          <a:p>
            <a:r>
              <a:rPr lang="en-US"/>
              <a:t>Click to edit Master title style</a:t>
            </a:r>
            <a:endParaRPr lang="en-IN"/>
          </a:p>
        </p:txBody>
      </p:sp>
      <p:cxnSp>
        <p:nvCxnSpPr>
          <p:cNvPr id="3" name="Straight Connector 2">
            <a:extLst>
              <a:ext uri="{FF2B5EF4-FFF2-40B4-BE49-F238E27FC236}">
                <a16:creationId xmlns:a16="http://schemas.microsoft.com/office/drawing/2014/main" id="{59C36ADA-6FB4-9CAD-9AF5-B5423E94ECCF}"/>
              </a:ext>
            </a:extLst>
          </p:cNvPr>
          <p:cNvCxnSpPr>
            <a:cxnSpLocks/>
          </p:cNvCxnSpPr>
          <p:nvPr/>
        </p:nvCxnSpPr>
        <p:spPr>
          <a:xfrm>
            <a:off x="330994" y="1336807"/>
            <a:ext cx="198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ext Placeholder 10">
            <a:extLst>
              <a:ext uri="{FF2B5EF4-FFF2-40B4-BE49-F238E27FC236}">
                <a16:creationId xmlns:a16="http://schemas.microsoft.com/office/drawing/2014/main" id="{ED6E3B69-8B18-3DC0-790D-794AA2043276}"/>
              </a:ext>
            </a:extLst>
          </p:cNvPr>
          <p:cNvSpPr>
            <a:spLocks noGrp="1"/>
          </p:cNvSpPr>
          <p:nvPr>
            <p:ph type="body" sz="quarter" idx="10"/>
          </p:nvPr>
        </p:nvSpPr>
        <p:spPr>
          <a:xfrm>
            <a:off x="330994" y="1385752"/>
            <a:ext cx="198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10">
            <a:extLst>
              <a:ext uri="{FF2B5EF4-FFF2-40B4-BE49-F238E27FC236}">
                <a16:creationId xmlns:a16="http://schemas.microsoft.com/office/drawing/2014/main" id="{E99B52E0-59B9-3A70-0839-D08057DF9244}"/>
              </a:ext>
            </a:extLst>
          </p:cNvPr>
          <p:cNvSpPr>
            <a:spLocks noGrp="1"/>
          </p:cNvSpPr>
          <p:nvPr>
            <p:ph type="body" sz="quarter" idx="12" hasCustomPrompt="1"/>
          </p:nvPr>
        </p:nvSpPr>
        <p:spPr>
          <a:xfrm>
            <a:off x="330994" y="1054180"/>
            <a:ext cx="198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cxnSp>
        <p:nvCxnSpPr>
          <p:cNvPr id="7" name="Straight Connector 6">
            <a:extLst>
              <a:ext uri="{FF2B5EF4-FFF2-40B4-BE49-F238E27FC236}">
                <a16:creationId xmlns:a16="http://schemas.microsoft.com/office/drawing/2014/main" id="{2E16E8F2-2616-36EF-7C19-D3C848545272}"/>
              </a:ext>
            </a:extLst>
          </p:cNvPr>
          <p:cNvCxnSpPr>
            <a:cxnSpLocks/>
          </p:cNvCxnSpPr>
          <p:nvPr/>
        </p:nvCxnSpPr>
        <p:spPr>
          <a:xfrm>
            <a:off x="2498332" y="1336807"/>
            <a:ext cx="198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 Placeholder 10">
            <a:extLst>
              <a:ext uri="{FF2B5EF4-FFF2-40B4-BE49-F238E27FC236}">
                <a16:creationId xmlns:a16="http://schemas.microsoft.com/office/drawing/2014/main" id="{A09FEFD2-58FE-1F89-8141-7576542B8E4C}"/>
              </a:ext>
            </a:extLst>
          </p:cNvPr>
          <p:cNvSpPr>
            <a:spLocks noGrp="1"/>
          </p:cNvSpPr>
          <p:nvPr>
            <p:ph type="body" sz="quarter" idx="13"/>
          </p:nvPr>
        </p:nvSpPr>
        <p:spPr>
          <a:xfrm>
            <a:off x="2498332" y="1385752"/>
            <a:ext cx="198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10">
            <a:extLst>
              <a:ext uri="{FF2B5EF4-FFF2-40B4-BE49-F238E27FC236}">
                <a16:creationId xmlns:a16="http://schemas.microsoft.com/office/drawing/2014/main" id="{263BDF90-57CF-5060-05A0-81BDF9AB0CA2}"/>
              </a:ext>
            </a:extLst>
          </p:cNvPr>
          <p:cNvSpPr>
            <a:spLocks noGrp="1"/>
          </p:cNvSpPr>
          <p:nvPr>
            <p:ph type="body" sz="quarter" idx="14" hasCustomPrompt="1"/>
          </p:nvPr>
        </p:nvSpPr>
        <p:spPr>
          <a:xfrm>
            <a:off x="2498332" y="1054180"/>
            <a:ext cx="198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cxnSp>
        <p:nvCxnSpPr>
          <p:cNvPr id="10" name="Straight Connector 9">
            <a:extLst>
              <a:ext uri="{FF2B5EF4-FFF2-40B4-BE49-F238E27FC236}">
                <a16:creationId xmlns:a16="http://schemas.microsoft.com/office/drawing/2014/main" id="{2BB8B215-0E6A-BD88-28A0-67C14CDFB952}"/>
              </a:ext>
            </a:extLst>
          </p:cNvPr>
          <p:cNvCxnSpPr>
            <a:cxnSpLocks/>
          </p:cNvCxnSpPr>
          <p:nvPr/>
        </p:nvCxnSpPr>
        <p:spPr>
          <a:xfrm>
            <a:off x="4665670" y="1336807"/>
            <a:ext cx="198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F7C14BF6-367A-65C4-B893-FACEBC643E1F}"/>
              </a:ext>
            </a:extLst>
          </p:cNvPr>
          <p:cNvSpPr>
            <a:spLocks noGrp="1"/>
          </p:cNvSpPr>
          <p:nvPr>
            <p:ph type="body" sz="quarter" idx="15"/>
          </p:nvPr>
        </p:nvSpPr>
        <p:spPr>
          <a:xfrm>
            <a:off x="4665670" y="1385752"/>
            <a:ext cx="198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10">
            <a:extLst>
              <a:ext uri="{FF2B5EF4-FFF2-40B4-BE49-F238E27FC236}">
                <a16:creationId xmlns:a16="http://schemas.microsoft.com/office/drawing/2014/main" id="{D1930389-33F8-C190-3C13-B4EEDE6A9047}"/>
              </a:ext>
            </a:extLst>
          </p:cNvPr>
          <p:cNvSpPr>
            <a:spLocks noGrp="1"/>
          </p:cNvSpPr>
          <p:nvPr>
            <p:ph type="body" sz="quarter" idx="16" hasCustomPrompt="1"/>
          </p:nvPr>
        </p:nvSpPr>
        <p:spPr>
          <a:xfrm>
            <a:off x="4665670" y="1054180"/>
            <a:ext cx="198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cxnSp>
        <p:nvCxnSpPr>
          <p:cNvPr id="6" name="Straight Connector 5">
            <a:extLst>
              <a:ext uri="{FF2B5EF4-FFF2-40B4-BE49-F238E27FC236}">
                <a16:creationId xmlns:a16="http://schemas.microsoft.com/office/drawing/2014/main" id="{A44370BB-2485-E471-4F99-15F63847F686}"/>
              </a:ext>
            </a:extLst>
          </p:cNvPr>
          <p:cNvCxnSpPr>
            <a:cxnSpLocks/>
          </p:cNvCxnSpPr>
          <p:nvPr/>
        </p:nvCxnSpPr>
        <p:spPr>
          <a:xfrm>
            <a:off x="6833008" y="1336807"/>
            <a:ext cx="198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Text Placeholder 10">
            <a:extLst>
              <a:ext uri="{FF2B5EF4-FFF2-40B4-BE49-F238E27FC236}">
                <a16:creationId xmlns:a16="http://schemas.microsoft.com/office/drawing/2014/main" id="{D794FDED-FE31-75AF-8065-F017D743EEF6}"/>
              </a:ext>
            </a:extLst>
          </p:cNvPr>
          <p:cNvSpPr>
            <a:spLocks noGrp="1"/>
          </p:cNvSpPr>
          <p:nvPr>
            <p:ph type="body" sz="quarter" idx="17"/>
          </p:nvPr>
        </p:nvSpPr>
        <p:spPr>
          <a:xfrm>
            <a:off x="6833008" y="1385752"/>
            <a:ext cx="198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0">
            <a:extLst>
              <a:ext uri="{FF2B5EF4-FFF2-40B4-BE49-F238E27FC236}">
                <a16:creationId xmlns:a16="http://schemas.microsoft.com/office/drawing/2014/main" id="{F7B21156-BDFE-D400-8E15-0E4F55B62AB3}"/>
              </a:ext>
            </a:extLst>
          </p:cNvPr>
          <p:cNvSpPr>
            <a:spLocks noGrp="1"/>
          </p:cNvSpPr>
          <p:nvPr>
            <p:ph type="body" sz="quarter" idx="18" hasCustomPrompt="1"/>
          </p:nvPr>
        </p:nvSpPr>
        <p:spPr>
          <a:xfrm>
            <a:off x="6833008" y="1054180"/>
            <a:ext cx="198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spTree>
    <p:extLst>
      <p:ext uri="{BB962C8B-B14F-4D97-AF65-F5344CB8AC3E}">
        <p14:creationId xmlns:p14="http://schemas.microsoft.com/office/powerpoint/2010/main" val="38153689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2397797-4137-4313-D81E-C1E2CF28DEB3}"/>
              </a:ext>
            </a:extLst>
          </p:cNvPr>
          <p:cNvGraphicFramePr>
            <a:graphicFrameLocks noChangeAspect="1"/>
          </p:cNvGraphicFramePr>
          <p:nvPr>
            <p:custDataLst>
              <p:tags r:id="rId1"/>
            </p:custDataLst>
            <p:extLst>
              <p:ext uri="{D42A27DB-BD31-4B8C-83A1-F6EECF244321}">
                <p14:modId xmlns:p14="http://schemas.microsoft.com/office/powerpoint/2010/main" val="20025186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7" name="think-cell data - do not delete" hidden="1">
                        <a:extLst>
                          <a:ext uri="{FF2B5EF4-FFF2-40B4-BE49-F238E27FC236}">
                            <a16:creationId xmlns:a16="http://schemas.microsoft.com/office/drawing/2014/main" id="{A2397797-4137-4313-D81E-C1E2CF28DEB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77BA823-174F-0C21-1F40-C4486703EDF1}"/>
              </a:ext>
            </a:extLst>
          </p:cNvPr>
          <p:cNvSpPr>
            <a:spLocks noGrp="1"/>
          </p:cNvSpPr>
          <p:nvPr>
            <p:ph type="title"/>
          </p:nvPr>
        </p:nvSpPr>
        <p:spPr>
          <a:xfrm>
            <a:off x="330994" y="231777"/>
            <a:ext cx="6336000" cy="307777"/>
          </a:xfrm>
        </p:spPr>
        <p:txBody>
          <a:bodyPr vert="horz">
            <a:spAutoFit/>
          </a:bodyPr>
          <a:lstStyle>
            <a:lvl1pPr>
              <a:lnSpc>
                <a:spcPct val="100000"/>
              </a:lnSpc>
              <a:defRPr/>
            </a:lvl1pPr>
          </a:lstStyle>
          <a:p>
            <a:r>
              <a:rPr lang="en-US"/>
              <a:t>Click to edit Master title style</a:t>
            </a:r>
            <a:endParaRPr lang="en-IN"/>
          </a:p>
        </p:txBody>
      </p:sp>
      <p:sp>
        <p:nvSpPr>
          <p:cNvPr id="3" name="Rectangle 2">
            <a:extLst>
              <a:ext uri="{FF2B5EF4-FFF2-40B4-BE49-F238E27FC236}">
                <a16:creationId xmlns:a16="http://schemas.microsoft.com/office/drawing/2014/main" id="{000D1633-5959-1028-3EBE-F8CC5705E136}"/>
              </a:ext>
            </a:extLst>
          </p:cNvPr>
          <p:cNvSpPr/>
          <p:nvPr>
            <p:custDataLst>
              <p:tags r:id="rId2"/>
            </p:custDataLst>
          </p:nvPr>
        </p:nvSpPr>
        <p:spPr>
          <a:xfrm>
            <a:off x="6953250" y="0"/>
            <a:ext cx="219075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5" name="Text Placeholder 7">
            <a:extLst>
              <a:ext uri="{FF2B5EF4-FFF2-40B4-BE49-F238E27FC236}">
                <a16:creationId xmlns:a16="http://schemas.microsoft.com/office/drawing/2014/main" id="{056F97C0-D403-B5E3-6BEA-04A19152B304}"/>
              </a:ext>
            </a:extLst>
          </p:cNvPr>
          <p:cNvSpPr>
            <a:spLocks noGrp="1"/>
          </p:cNvSpPr>
          <p:nvPr>
            <p:ph type="body" sz="quarter" idx="10"/>
          </p:nvPr>
        </p:nvSpPr>
        <p:spPr>
          <a:xfrm>
            <a:off x="331788" y="1370013"/>
            <a:ext cx="6336000"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6" name="Group 5">
            <a:extLst>
              <a:ext uri="{FF2B5EF4-FFF2-40B4-BE49-F238E27FC236}">
                <a16:creationId xmlns:a16="http://schemas.microsoft.com/office/drawing/2014/main" id="{30FFFFF2-876A-2A7D-A501-326690C4F1B8}"/>
              </a:ext>
            </a:extLst>
          </p:cNvPr>
          <p:cNvGrpSpPr/>
          <p:nvPr/>
        </p:nvGrpSpPr>
        <p:grpSpPr>
          <a:xfrm>
            <a:off x="7699318" y="4765292"/>
            <a:ext cx="1096734" cy="272230"/>
            <a:chOff x="5706199" y="3115121"/>
            <a:chExt cx="1096734" cy="272230"/>
          </a:xfrm>
        </p:grpSpPr>
        <p:sp>
          <p:nvSpPr>
            <p:cNvPr id="8" name="Freeform: Shape 7">
              <a:extLst>
                <a:ext uri="{FF2B5EF4-FFF2-40B4-BE49-F238E27FC236}">
                  <a16:creationId xmlns:a16="http://schemas.microsoft.com/office/drawing/2014/main" id="{79208C71-98EF-B28F-B478-FAB230935C0B}"/>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BAA4C16C-649D-7551-57EF-CEDB4D3B131B}"/>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ABF0AFDA-5D76-2ECC-FFA4-AF2FE1E6E648}"/>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2BF42ED6-ACFC-2578-4E54-05FE40C6299B}"/>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A24A622B-301D-7BB4-5CA4-D23F5F22B15B}"/>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AACFAD61-0F16-726E-5404-5674F71643A4}"/>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5E16CD9B-20FD-E3EC-BEA4-924C5E820CE6}"/>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CF7670CC-E5E1-9490-9121-1E64126F89FB}"/>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CBC5344A-354C-11B5-7C7F-8E4C11AE8FFE}"/>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CFD7CC97-7E35-3EA4-E665-FE11151D38ED}"/>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885FFB51-EEBD-6A6A-8858-828FA3AD96EC}"/>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62606EA5-BE38-3EE5-6FDE-EB8228671FBF}"/>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97EA1FCA-DF63-33AE-20EF-8E1A138DD8E4}"/>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003D6FBC-2209-68B1-F6B1-DC9E222472AC}"/>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353E376A-4B4D-2D7D-CE51-80B6051A2163}"/>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D53FE8AB-6A50-4324-8F45-0F897171DA94}"/>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5A595F41-BAF0-2CDD-3DE3-B67868465F6B}"/>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C0F78CB0-7AB1-8E9C-546A-B09DF280B156}"/>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8F47A31A-4776-AC4D-A32F-E4E485120B31}"/>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40A1A74F-3DAF-BAFC-FCA0-A52C7B647413}"/>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59F6F7C7-A365-9349-D7E4-A24D23FBC2D4}"/>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058ED7D9-5060-8FBE-4C08-DBCBB5188A93}"/>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A28363DC-36AE-D1D2-5591-E866E4EDB20B}"/>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07FE3825-FAAC-C910-407A-9DC12B889C6C}"/>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48501DE5-C585-5E2A-32FA-5258C7482C2D}"/>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1C50A319-7C9A-2423-6658-A349BFEE4163}"/>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36707580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2397797-4137-4313-D81E-C1E2CF28DEB3}"/>
              </a:ext>
            </a:extLst>
          </p:cNvPr>
          <p:cNvGraphicFramePr>
            <a:graphicFrameLocks noChangeAspect="1"/>
          </p:cNvGraphicFramePr>
          <p:nvPr>
            <p:custDataLst>
              <p:tags r:id="rId1"/>
            </p:custDataLst>
            <p:extLst>
              <p:ext uri="{D42A27DB-BD31-4B8C-83A1-F6EECF244321}">
                <p14:modId xmlns:p14="http://schemas.microsoft.com/office/powerpoint/2010/main" val="2252263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7" name="think-cell data - do not delete" hidden="1">
                        <a:extLst>
                          <a:ext uri="{FF2B5EF4-FFF2-40B4-BE49-F238E27FC236}">
                            <a16:creationId xmlns:a16="http://schemas.microsoft.com/office/drawing/2014/main" id="{A2397797-4137-4313-D81E-C1E2CF28DEB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77BA823-174F-0C21-1F40-C4486703EDF1}"/>
              </a:ext>
            </a:extLst>
          </p:cNvPr>
          <p:cNvSpPr>
            <a:spLocks noGrp="1"/>
          </p:cNvSpPr>
          <p:nvPr>
            <p:ph type="title"/>
          </p:nvPr>
        </p:nvSpPr>
        <p:spPr>
          <a:xfrm>
            <a:off x="330994" y="231777"/>
            <a:ext cx="5400000" cy="307777"/>
          </a:xfrm>
        </p:spPr>
        <p:txBody>
          <a:bodyPr vert="horz">
            <a:spAutoFit/>
          </a:bodyPr>
          <a:lstStyle>
            <a:lvl1pPr>
              <a:lnSpc>
                <a:spcPct val="100000"/>
              </a:lnSpc>
              <a:defRPr/>
            </a:lvl1pPr>
          </a:lstStyle>
          <a:p>
            <a:r>
              <a:rPr lang="en-US"/>
              <a:t>Click to edit Master title style</a:t>
            </a:r>
            <a:endParaRPr lang="en-IN"/>
          </a:p>
        </p:txBody>
      </p:sp>
      <p:sp>
        <p:nvSpPr>
          <p:cNvPr id="3" name="Rectangle 2">
            <a:extLst>
              <a:ext uri="{FF2B5EF4-FFF2-40B4-BE49-F238E27FC236}">
                <a16:creationId xmlns:a16="http://schemas.microsoft.com/office/drawing/2014/main" id="{000D1633-5959-1028-3EBE-F8CC5705E136}"/>
              </a:ext>
            </a:extLst>
          </p:cNvPr>
          <p:cNvSpPr/>
          <p:nvPr>
            <p:custDataLst>
              <p:tags r:id="rId2"/>
            </p:custDataLst>
          </p:nvPr>
        </p:nvSpPr>
        <p:spPr>
          <a:xfrm>
            <a:off x="5988050" y="0"/>
            <a:ext cx="315595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5" name="Text Placeholder 7">
            <a:extLst>
              <a:ext uri="{FF2B5EF4-FFF2-40B4-BE49-F238E27FC236}">
                <a16:creationId xmlns:a16="http://schemas.microsoft.com/office/drawing/2014/main" id="{056F97C0-D403-B5E3-6BEA-04A19152B304}"/>
              </a:ext>
            </a:extLst>
          </p:cNvPr>
          <p:cNvSpPr>
            <a:spLocks noGrp="1"/>
          </p:cNvSpPr>
          <p:nvPr>
            <p:ph type="body" sz="quarter" idx="10"/>
          </p:nvPr>
        </p:nvSpPr>
        <p:spPr>
          <a:xfrm>
            <a:off x="331788" y="1370013"/>
            <a:ext cx="5400000"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6" name="Group 5">
            <a:extLst>
              <a:ext uri="{FF2B5EF4-FFF2-40B4-BE49-F238E27FC236}">
                <a16:creationId xmlns:a16="http://schemas.microsoft.com/office/drawing/2014/main" id="{30FFFFF2-876A-2A7D-A501-326690C4F1B8}"/>
              </a:ext>
            </a:extLst>
          </p:cNvPr>
          <p:cNvGrpSpPr/>
          <p:nvPr/>
        </p:nvGrpSpPr>
        <p:grpSpPr>
          <a:xfrm>
            <a:off x="7699318" y="4765292"/>
            <a:ext cx="1096734" cy="272230"/>
            <a:chOff x="5706199" y="3115121"/>
            <a:chExt cx="1096734" cy="272230"/>
          </a:xfrm>
        </p:grpSpPr>
        <p:sp>
          <p:nvSpPr>
            <p:cNvPr id="8" name="Freeform: Shape 7">
              <a:extLst>
                <a:ext uri="{FF2B5EF4-FFF2-40B4-BE49-F238E27FC236}">
                  <a16:creationId xmlns:a16="http://schemas.microsoft.com/office/drawing/2014/main" id="{79208C71-98EF-B28F-B478-FAB230935C0B}"/>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BAA4C16C-649D-7551-57EF-CEDB4D3B131B}"/>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ABF0AFDA-5D76-2ECC-FFA4-AF2FE1E6E648}"/>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2BF42ED6-ACFC-2578-4E54-05FE40C6299B}"/>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A24A622B-301D-7BB4-5CA4-D23F5F22B15B}"/>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AACFAD61-0F16-726E-5404-5674F71643A4}"/>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5E16CD9B-20FD-E3EC-BEA4-924C5E820CE6}"/>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CF7670CC-E5E1-9490-9121-1E64126F89FB}"/>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CBC5344A-354C-11B5-7C7F-8E4C11AE8FFE}"/>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CFD7CC97-7E35-3EA4-E665-FE11151D38ED}"/>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885FFB51-EEBD-6A6A-8858-828FA3AD96EC}"/>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62606EA5-BE38-3EE5-6FDE-EB8228671FBF}"/>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97EA1FCA-DF63-33AE-20EF-8E1A138DD8E4}"/>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003D6FBC-2209-68B1-F6B1-DC9E222472AC}"/>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353E376A-4B4D-2D7D-CE51-80B6051A2163}"/>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D53FE8AB-6A50-4324-8F45-0F897171DA94}"/>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5A595F41-BAF0-2CDD-3DE3-B67868465F6B}"/>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C0F78CB0-7AB1-8E9C-546A-B09DF280B156}"/>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8F47A31A-4776-AC4D-A32F-E4E485120B31}"/>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40A1A74F-3DAF-BAFC-FCA0-A52C7B647413}"/>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59F6F7C7-A365-9349-D7E4-A24D23FBC2D4}"/>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058ED7D9-5060-8FBE-4C08-DBCBB5188A93}"/>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A28363DC-36AE-D1D2-5591-E866E4EDB20B}"/>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07FE3825-FAAC-C910-407A-9DC12B889C6C}"/>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48501DE5-C585-5E2A-32FA-5258C7482C2D}"/>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1C50A319-7C9A-2423-6658-A349BFEE4163}"/>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39893871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1F2E24-2855-0242-29B2-12A8DB526AA8}"/>
              </a:ext>
            </a:extLst>
          </p:cNvPr>
          <p:cNvGraphicFramePr>
            <a:graphicFrameLocks noChangeAspect="1"/>
          </p:cNvGraphicFramePr>
          <p:nvPr>
            <p:custDataLst>
              <p:tags r:id="rId1"/>
            </p:custDataLst>
            <p:extLst>
              <p:ext uri="{D42A27DB-BD31-4B8C-83A1-F6EECF244321}">
                <p14:modId xmlns:p14="http://schemas.microsoft.com/office/powerpoint/2010/main" val="9935024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7" name="think-cell data - do not delete" hidden="1">
                        <a:extLst>
                          <a:ext uri="{FF2B5EF4-FFF2-40B4-BE49-F238E27FC236}">
                            <a16:creationId xmlns:a16="http://schemas.microsoft.com/office/drawing/2014/main" id="{A41F2E24-2855-0242-29B2-12A8DB526A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777103A-FED0-7F40-E906-7B3322874C16}"/>
              </a:ext>
            </a:extLst>
          </p:cNvPr>
          <p:cNvSpPr>
            <a:spLocks noGrp="1"/>
          </p:cNvSpPr>
          <p:nvPr>
            <p:ph type="title"/>
          </p:nvPr>
        </p:nvSpPr>
        <p:spPr>
          <a:xfrm>
            <a:off x="330994" y="231777"/>
            <a:ext cx="4037806" cy="307777"/>
          </a:xfrm>
        </p:spPr>
        <p:txBody>
          <a:bodyPr vert="horz"/>
          <a:lstStyle>
            <a:lvl1pPr>
              <a:lnSpc>
                <a:spcPct val="100000"/>
              </a:lnSpc>
              <a:defRPr/>
            </a:lvl1pPr>
          </a:lstStyle>
          <a:p>
            <a:r>
              <a:rPr lang="en-US"/>
              <a:t>Click to edit Master title style</a:t>
            </a:r>
            <a:endParaRPr lang="en-IN"/>
          </a:p>
        </p:txBody>
      </p:sp>
      <p:sp>
        <p:nvSpPr>
          <p:cNvPr id="3" name="Rectangle 2">
            <a:extLst>
              <a:ext uri="{FF2B5EF4-FFF2-40B4-BE49-F238E27FC236}">
                <a16:creationId xmlns:a16="http://schemas.microsoft.com/office/drawing/2014/main" id="{D3165D3A-D807-BA22-9343-A8430AD2EC25}"/>
              </a:ext>
            </a:extLst>
          </p:cNvPr>
          <p:cNvSpPr/>
          <p:nvPr>
            <p:custDataLst>
              <p:tags r:id="rId2"/>
            </p:custDataLst>
          </p:nvPr>
        </p:nvSpPr>
        <p:spPr>
          <a:xfrm>
            <a:off x="4572000" y="0"/>
            <a:ext cx="457200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5" name="Text Placeholder 7">
            <a:extLst>
              <a:ext uri="{FF2B5EF4-FFF2-40B4-BE49-F238E27FC236}">
                <a16:creationId xmlns:a16="http://schemas.microsoft.com/office/drawing/2014/main" id="{B77BEBD8-E2EE-ACCC-E281-B8465442FF48}"/>
              </a:ext>
            </a:extLst>
          </p:cNvPr>
          <p:cNvSpPr>
            <a:spLocks noGrp="1"/>
          </p:cNvSpPr>
          <p:nvPr>
            <p:ph type="body" sz="quarter" idx="10"/>
          </p:nvPr>
        </p:nvSpPr>
        <p:spPr>
          <a:xfrm>
            <a:off x="331788" y="1370013"/>
            <a:ext cx="4037012"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38" name="Group 37">
            <a:extLst>
              <a:ext uri="{FF2B5EF4-FFF2-40B4-BE49-F238E27FC236}">
                <a16:creationId xmlns:a16="http://schemas.microsoft.com/office/drawing/2014/main" id="{8A38F830-4705-257E-F38D-7C7926B0A0A8}"/>
              </a:ext>
            </a:extLst>
          </p:cNvPr>
          <p:cNvGrpSpPr/>
          <p:nvPr/>
        </p:nvGrpSpPr>
        <p:grpSpPr>
          <a:xfrm>
            <a:off x="7699318" y="4765292"/>
            <a:ext cx="1096734" cy="272230"/>
            <a:chOff x="5706199" y="3115121"/>
            <a:chExt cx="1096734" cy="272230"/>
          </a:xfrm>
        </p:grpSpPr>
        <p:sp>
          <p:nvSpPr>
            <p:cNvPr id="39" name="Freeform: Shape 38">
              <a:extLst>
                <a:ext uri="{FF2B5EF4-FFF2-40B4-BE49-F238E27FC236}">
                  <a16:creationId xmlns:a16="http://schemas.microsoft.com/office/drawing/2014/main" id="{31BD6D7C-205D-F095-0461-C57DBA205D3C}"/>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4E4A3EB4-47E9-30D3-B4B8-C04A6AF5AB2B}"/>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2054DF56-1C2A-2A5C-8B3E-7BF2224BAF54}"/>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47289F73-9766-DA16-6BB3-81B91DCEB45D}"/>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A14E55A8-487E-79B6-1E7D-CDC1F767D2F7}"/>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F4BCFA7B-685D-A0F9-54B5-25734A336ACE}"/>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B341EBA9-A336-E11F-94CA-D16E2C082ECE}"/>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DD40C976-395E-9796-4A5F-B4FC6FE93D74}"/>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6269D7A7-3F0A-A076-7C5E-C7FBD47048AA}"/>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74EFCF2F-0120-11CF-F28B-4909DB40FB05}"/>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C40886DD-EB56-1B60-9774-9E2AE3253BD2}"/>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71FC2FEF-B0AE-2893-66C7-745D3F243D0E}"/>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1DE31AF6-77F8-9C21-426E-B1E6E9B75EF4}"/>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32A860D5-9992-F6CA-7701-5FC242C89FF5}"/>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9B4A1FD1-F857-E8B5-CEB6-7AE1DD76BCA7}"/>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910A0BB7-1C43-33FD-6067-BF76C18A4AAE}"/>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8AA6F327-EF7A-5A65-3A63-85DBF9B930B6}"/>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C4BB9318-B033-C18D-CEDA-93FAD24363DC}"/>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CAC8E0CA-6E01-3F8A-4CA3-2387BCEF3527}"/>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528FCFE3-BCBA-3725-2E7B-78787071C5D9}"/>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CDAB3A09-FE80-DE93-D331-9447C3084DE4}"/>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F8BDC069-5D44-E926-D1D8-89DF92F8DBBD}"/>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FCB7DC91-F2E8-4FF2-999A-DEF39B100985}"/>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501E0A42-EEA2-36A1-253E-83225ADF1C35}"/>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8841763C-D04F-AEDA-2AEB-46BE97698689}"/>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3FE684D0-C3E7-EB6F-5490-1B7503364071}"/>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1338042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2944680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C287FEDF-F66B-4C9F-3F5C-926910967F9D}"/>
              </a:ext>
            </a:extLst>
          </p:cNvPr>
          <p:cNvSpPr/>
          <p:nvPr>
            <p:custDataLst>
              <p:tags r:id="rId2"/>
            </p:custDataLst>
          </p:nvPr>
        </p:nvSpPr>
        <p:spPr>
          <a:xfrm>
            <a:off x="0" y="0"/>
            <a:ext cx="914400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7" name="Pentagon 8">
            <a:extLst>
              <a:ext uri="{FF2B5EF4-FFF2-40B4-BE49-F238E27FC236}">
                <a16:creationId xmlns:a16="http://schemas.microsoft.com/office/drawing/2014/main" id="{05406310-F3C2-0B85-D470-5734A6332604}"/>
              </a:ext>
            </a:extLst>
          </p:cNvPr>
          <p:cNvSpPr/>
          <p:nvPr/>
        </p:nvSpPr>
        <p:spPr bwMode="white">
          <a:xfrm>
            <a:off x="0" y="0"/>
            <a:ext cx="477266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9" name="Title 1">
            <a:extLst>
              <a:ext uri="{FF2B5EF4-FFF2-40B4-BE49-F238E27FC236}">
                <a16:creationId xmlns:a16="http://schemas.microsoft.com/office/drawing/2014/main" id="{2BD559C9-D6FF-4CDD-CD66-06DD41FD813A}"/>
              </a:ext>
            </a:extLst>
          </p:cNvPr>
          <p:cNvSpPr>
            <a:spLocks noGrp="1"/>
          </p:cNvSpPr>
          <p:nvPr>
            <p:ph type="title"/>
          </p:nvPr>
        </p:nvSpPr>
        <p:spPr>
          <a:xfrm>
            <a:off x="330994" y="231777"/>
            <a:ext cx="3608546" cy="307777"/>
          </a:xfrm>
        </p:spPr>
        <p:txBody>
          <a:bodyPr vert="horz"/>
          <a:lstStyle>
            <a:lvl1pPr>
              <a:lnSpc>
                <a:spcPct val="100000"/>
              </a:lnSpc>
              <a:defRPr/>
            </a:lvl1pPr>
          </a:lstStyle>
          <a:p>
            <a:r>
              <a:rPr lang="en-US"/>
              <a:t>Click to edit Master title style</a:t>
            </a:r>
            <a:endParaRPr lang="en-IN"/>
          </a:p>
        </p:txBody>
      </p:sp>
      <p:sp>
        <p:nvSpPr>
          <p:cNvPr id="12" name="Text Placeholder 7">
            <a:extLst>
              <a:ext uri="{FF2B5EF4-FFF2-40B4-BE49-F238E27FC236}">
                <a16:creationId xmlns:a16="http://schemas.microsoft.com/office/drawing/2014/main" id="{A692D8FB-A372-0DCD-202B-49023E6A6D20}"/>
              </a:ext>
            </a:extLst>
          </p:cNvPr>
          <p:cNvSpPr>
            <a:spLocks noGrp="1"/>
          </p:cNvSpPr>
          <p:nvPr>
            <p:ph type="body" sz="quarter" idx="10"/>
          </p:nvPr>
        </p:nvSpPr>
        <p:spPr>
          <a:xfrm>
            <a:off x="331788" y="1370013"/>
            <a:ext cx="3607752"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Box 14">
            <a:extLst>
              <a:ext uri="{FF2B5EF4-FFF2-40B4-BE49-F238E27FC236}">
                <a16:creationId xmlns:a16="http://schemas.microsoft.com/office/drawing/2014/main" id="{10ADFC0C-2E69-7B98-D07D-8E75D7EDF1A0}"/>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16" name="Rechteck 6">
            <a:extLst>
              <a:ext uri="{FF2B5EF4-FFF2-40B4-BE49-F238E27FC236}">
                <a16:creationId xmlns:a16="http://schemas.microsoft.com/office/drawing/2014/main" id="{D224B019-C233-E398-E832-FFF8CD4D4186}"/>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grpSp>
        <p:nvGrpSpPr>
          <p:cNvPr id="17" name="Group 16">
            <a:extLst>
              <a:ext uri="{FF2B5EF4-FFF2-40B4-BE49-F238E27FC236}">
                <a16:creationId xmlns:a16="http://schemas.microsoft.com/office/drawing/2014/main" id="{4A23E2E5-BEEA-B5DA-B9B8-374D20B0FBC1}"/>
              </a:ext>
            </a:extLst>
          </p:cNvPr>
          <p:cNvGrpSpPr/>
          <p:nvPr/>
        </p:nvGrpSpPr>
        <p:grpSpPr>
          <a:xfrm>
            <a:off x="7699318" y="4765292"/>
            <a:ext cx="1096734" cy="272230"/>
            <a:chOff x="5706199" y="3115121"/>
            <a:chExt cx="1096734" cy="272230"/>
          </a:xfrm>
        </p:grpSpPr>
        <p:sp>
          <p:nvSpPr>
            <p:cNvPr id="18" name="Freeform: Shape 17">
              <a:extLst>
                <a:ext uri="{FF2B5EF4-FFF2-40B4-BE49-F238E27FC236}">
                  <a16:creationId xmlns:a16="http://schemas.microsoft.com/office/drawing/2014/main" id="{9A6CCE33-7816-47D7-6466-936AC5E56A5A}"/>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0AE2DE55-BAE2-2421-5D3A-E89DB11C670B}"/>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85C6CFBD-331B-FE26-8163-F3C7C760683F}"/>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ECED2FD9-98AA-1AA2-C74F-D1CAD4852E44}"/>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BB08ACC8-1DD0-5062-D8F3-5DF736C605FE}"/>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7E2EDCD2-5E64-AECD-F96C-87E694EE3DE7}"/>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842ACD97-AA45-48B8-8955-E3EA1D6557E2}"/>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2D911740-B176-CB53-6F49-9584BE840DC8}"/>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F6A76A47-96B4-87AC-9FB7-C6621BE57319}"/>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E91602D9-FF44-2E0D-3ECE-0CE09E95479B}"/>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C3BE9074-80A2-6B95-4D0C-89572D54CA27}"/>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BA7B33A8-7D8A-3D28-6719-297009D29F8D}"/>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A4FEC6A2-0AE0-EFC8-E3BB-0CACDC9D93EF}"/>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18C214DD-5FD3-81D0-F15E-66D6502A574A}"/>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8A1ED9B9-74BA-CCD9-9FD8-547737154197}"/>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56442498-6BC0-F8AB-732B-5DFC2BF5BD56}"/>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6E0A7146-4321-A908-F2AC-9D5FD22960EE}"/>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7BAB1CC8-E343-D217-4D2A-B62C5DDA3F87}"/>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868DB778-DE9F-8688-1C59-72FC494F893F}"/>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E85F87C5-D340-D350-3F16-DD506B177F9F}"/>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8E0BCEEE-B02D-FC5D-2915-31F35B3C94C4}"/>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D3E58618-5A75-BD77-5B9D-33CD76029640}"/>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7A55D1F8-A878-37FD-56B1-1248F91571BD}"/>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C489E46F-F6A3-8F09-0A05-C1EF27150B80}"/>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625A956E-474A-4AFF-1D68-B90D5CAC08DA}"/>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F43F6791-4CB6-306D-DB4B-1861D0986D0D}"/>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10211905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36314140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C287FEDF-F66B-4C9F-3F5C-926910967F9D}"/>
              </a:ext>
            </a:extLst>
          </p:cNvPr>
          <p:cNvSpPr/>
          <p:nvPr>
            <p:custDataLst>
              <p:tags r:id="rId2"/>
            </p:custDataLst>
          </p:nvPr>
        </p:nvSpPr>
        <p:spPr>
          <a:xfrm>
            <a:off x="0" y="0"/>
            <a:ext cx="914400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Freeform 18">
            <a:extLst>
              <a:ext uri="{FF2B5EF4-FFF2-40B4-BE49-F238E27FC236}">
                <a16:creationId xmlns:a16="http://schemas.microsoft.com/office/drawing/2014/main" id="{8588EA02-38F3-9B85-0407-1DAA387EC926}"/>
              </a:ext>
            </a:extLst>
          </p:cNvPr>
          <p:cNvSpPr/>
          <p:nvPr/>
        </p:nvSpPr>
        <p:spPr bwMode="white">
          <a:xfrm>
            <a:off x="0" y="0"/>
            <a:ext cx="59740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a:solidFill>
                <a:schemeClr val="bg1"/>
              </a:solidFill>
              <a:latin typeface="+mn-lt"/>
              <a:ea typeface="+mn-ea"/>
              <a:cs typeface="+mn-cs"/>
              <a:sym typeface="Trebuchet MS" panose="020B0603020202020204" pitchFamily="34" charset="0"/>
            </a:endParaRPr>
          </a:p>
        </p:txBody>
      </p:sp>
      <p:sp>
        <p:nvSpPr>
          <p:cNvPr id="9" name="Title 1">
            <a:extLst>
              <a:ext uri="{FF2B5EF4-FFF2-40B4-BE49-F238E27FC236}">
                <a16:creationId xmlns:a16="http://schemas.microsoft.com/office/drawing/2014/main" id="{2BD559C9-D6FF-4CDD-CD66-06DD41FD813A}"/>
              </a:ext>
            </a:extLst>
          </p:cNvPr>
          <p:cNvSpPr>
            <a:spLocks noGrp="1"/>
          </p:cNvSpPr>
          <p:nvPr>
            <p:ph type="title"/>
          </p:nvPr>
        </p:nvSpPr>
        <p:spPr>
          <a:xfrm>
            <a:off x="330994" y="231777"/>
            <a:ext cx="4860000" cy="307777"/>
          </a:xfrm>
        </p:spPr>
        <p:txBody>
          <a:bodyPr vert="horz"/>
          <a:lstStyle>
            <a:lvl1pPr>
              <a:lnSpc>
                <a:spcPct val="100000"/>
              </a:lnSpc>
              <a:defRPr/>
            </a:lvl1pPr>
          </a:lstStyle>
          <a:p>
            <a:r>
              <a:rPr lang="en-US"/>
              <a:t>Click to edit Master title style</a:t>
            </a:r>
            <a:endParaRPr lang="en-IN"/>
          </a:p>
        </p:txBody>
      </p:sp>
      <p:sp>
        <p:nvSpPr>
          <p:cNvPr id="12" name="Text Placeholder 7">
            <a:extLst>
              <a:ext uri="{FF2B5EF4-FFF2-40B4-BE49-F238E27FC236}">
                <a16:creationId xmlns:a16="http://schemas.microsoft.com/office/drawing/2014/main" id="{A692D8FB-A372-0DCD-202B-49023E6A6D20}"/>
              </a:ext>
            </a:extLst>
          </p:cNvPr>
          <p:cNvSpPr>
            <a:spLocks noGrp="1"/>
          </p:cNvSpPr>
          <p:nvPr>
            <p:ph type="body" sz="quarter" idx="10"/>
          </p:nvPr>
        </p:nvSpPr>
        <p:spPr>
          <a:xfrm>
            <a:off x="331788" y="1370013"/>
            <a:ext cx="4860000"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Box 7">
            <a:extLst>
              <a:ext uri="{FF2B5EF4-FFF2-40B4-BE49-F238E27FC236}">
                <a16:creationId xmlns:a16="http://schemas.microsoft.com/office/drawing/2014/main" id="{D13E942E-10CD-B5A3-71C1-CF5DE767BE8B}"/>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10" name="Rechteck 6">
            <a:extLst>
              <a:ext uri="{FF2B5EF4-FFF2-40B4-BE49-F238E27FC236}">
                <a16:creationId xmlns:a16="http://schemas.microsoft.com/office/drawing/2014/main" id="{A253A139-9197-49DD-7AA1-DBAA7F2C1894}"/>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grpSp>
        <p:nvGrpSpPr>
          <p:cNvPr id="11" name="Group 10">
            <a:extLst>
              <a:ext uri="{FF2B5EF4-FFF2-40B4-BE49-F238E27FC236}">
                <a16:creationId xmlns:a16="http://schemas.microsoft.com/office/drawing/2014/main" id="{5E283597-DB3C-A3B3-834E-B94B49B99CBA}"/>
              </a:ext>
            </a:extLst>
          </p:cNvPr>
          <p:cNvGrpSpPr/>
          <p:nvPr/>
        </p:nvGrpSpPr>
        <p:grpSpPr>
          <a:xfrm>
            <a:off x="7699318" y="4765292"/>
            <a:ext cx="1096734" cy="272230"/>
            <a:chOff x="5706199" y="3115121"/>
            <a:chExt cx="1096734" cy="272230"/>
          </a:xfrm>
        </p:grpSpPr>
        <p:sp>
          <p:nvSpPr>
            <p:cNvPr id="13" name="Freeform: Shape 12">
              <a:extLst>
                <a:ext uri="{FF2B5EF4-FFF2-40B4-BE49-F238E27FC236}">
                  <a16:creationId xmlns:a16="http://schemas.microsoft.com/office/drawing/2014/main" id="{67266F1D-693F-EA5E-F5CE-4EE2CEA7881A}"/>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970B1E96-3916-0CF4-A83B-9EEE44949939}"/>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775F8DAE-36C2-1836-586C-2D80A09A5C5A}"/>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804785EF-AE30-AEF8-453F-4CBEAA9897A1}"/>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79118E60-7CB0-093B-07EA-FCD59F3B3DFF}"/>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D82FEFA1-2CEA-FF1F-977A-85EABFB3560A}"/>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2BC57DE8-AD4D-236E-5D2E-3F91FB7E1493}"/>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A334723F-57F7-FCAC-F03F-228D27784225}"/>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0A1BFBA5-FC3F-BE50-35EE-6ED313BA3C9C}"/>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1EB2BBF4-F80F-2AD6-03EF-68F87442F663}"/>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EB3645D0-9730-97B5-9B41-D40E6B93CA2C}"/>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CC6A2046-7485-790A-FBE3-D564A116217E}"/>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BE08E87B-F11B-DCE2-697B-47A7F2465125}"/>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1DED2B11-DF2B-FD60-9D45-4B733DA0579E}"/>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B7312FE6-E787-CD99-7451-B26615089A6A}"/>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6C6BDCC4-5161-7E64-4CCF-BB2D68DE8672}"/>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C27D15CB-496A-3090-DB87-C30B7EE762DA}"/>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83AF09F9-4CCB-8C27-1D9A-817073CCAED9}"/>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36E6B90F-1B73-1221-139E-96D0DC3B0972}"/>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D29417D7-D092-B5B0-CC1A-270CC1FF04A4}"/>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5A1D3267-4BD8-1F8F-3179-BEB5671A9D46}"/>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08F3516A-3D67-0005-D5E1-148BAFF3861D}"/>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BCD21897-88FE-296B-C3D1-95ABDBC8E387}"/>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B18DE1D9-A890-B3BD-4762-3825A803620C}"/>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8C286AEB-8382-413E-633C-B225884A8DB8}"/>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785DC09B-4271-A5FB-98B1-2BD397C18D05}"/>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31947241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21615047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C287FEDF-F66B-4C9F-3F5C-926910967F9D}"/>
              </a:ext>
            </a:extLst>
          </p:cNvPr>
          <p:cNvSpPr/>
          <p:nvPr>
            <p:custDataLst>
              <p:tags r:id="rId2"/>
            </p:custDataLst>
          </p:nvPr>
        </p:nvSpPr>
        <p:spPr>
          <a:xfrm>
            <a:off x="0" y="0"/>
            <a:ext cx="914400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Freeform 18">
            <a:extLst>
              <a:ext uri="{FF2B5EF4-FFF2-40B4-BE49-F238E27FC236}">
                <a16:creationId xmlns:a16="http://schemas.microsoft.com/office/drawing/2014/main" id="{8588EA02-38F3-9B85-0407-1DAA387EC926}"/>
              </a:ext>
            </a:extLst>
          </p:cNvPr>
          <p:cNvSpPr/>
          <p:nvPr/>
        </p:nvSpPr>
        <p:spPr bwMode="white">
          <a:xfrm>
            <a:off x="1" y="0"/>
            <a:ext cx="7097462"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a:solidFill>
                <a:schemeClr val="bg1"/>
              </a:solidFill>
              <a:latin typeface="+mn-lt"/>
              <a:ea typeface="+mn-ea"/>
              <a:cs typeface="+mn-cs"/>
              <a:sym typeface="Trebuchet MS" panose="020B0603020202020204" pitchFamily="34" charset="0"/>
            </a:endParaRPr>
          </a:p>
        </p:txBody>
      </p:sp>
      <p:sp>
        <p:nvSpPr>
          <p:cNvPr id="9" name="Title 1">
            <a:extLst>
              <a:ext uri="{FF2B5EF4-FFF2-40B4-BE49-F238E27FC236}">
                <a16:creationId xmlns:a16="http://schemas.microsoft.com/office/drawing/2014/main" id="{2BD559C9-D6FF-4CDD-CD66-06DD41FD813A}"/>
              </a:ext>
            </a:extLst>
          </p:cNvPr>
          <p:cNvSpPr>
            <a:spLocks noGrp="1"/>
          </p:cNvSpPr>
          <p:nvPr>
            <p:ph type="title"/>
          </p:nvPr>
        </p:nvSpPr>
        <p:spPr>
          <a:xfrm>
            <a:off x="330994" y="231777"/>
            <a:ext cx="6015672" cy="307777"/>
          </a:xfrm>
        </p:spPr>
        <p:txBody>
          <a:bodyPr vert="horz"/>
          <a:lstStyle>
            <a:lvl1pPr>
              <a:lnSpc>
                <a:spcPct val="100000"/>
              </a:lnSpc>
              <a:defRPr/>
            </a:lvl1pPr>
          </a:lstStyle>
          <a:p>
            <a:r>
              <a:rPr lang="en-US"/>
              <a:t>Click to edit Master title style</a:t>
            </a:r>
            <a:endParaRPr lang="en-IN"/>
          </a:p>
        </p:txBody>
      </p:sp>
      <p:sp>
        <p:nvSpPr>
          <p:cNvPr id="12" name="Text Placeholder 7">
            <a:extLst>
              <a:ext uri="{FF2B5EF4-FFF2-40B4-BE49-F238E27FC236}">
                <a16:creationId xmlns:a16="http://schemas.microsoft.com/office/drawing/2014/main" id="{A692D8FB-A372-0DCD-202B-49023E6A6D20}"/>
              </a:ext>
            </a:extLst>
          </p:cNvPr>
          <p:cNvSpPr>
            <a:spLocks noGrp="1"/>
          </p:cNvSpPr>
          <p:nvPr>
            <p:ph type="body" sz="quarter" idx="10"/>
          </p:nvPr>
        </p:nvSpPr>
        <p:spPr>
          <a:xfrm>
            <a:off x="331788" y="1370013"/>
            <a:ext cx="6015672"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Box 7">
            <a:extLst>
              <a:ext uri="{FF2B5EF4-FFF2-40B4-BE49-F238E27FC236}">
                <a16:creationId xmlns:a16="http://schemas.microsoft.com/office/drawing/2014/main" id="{D13E942E-10CD-B5A3-71C1-CF5DE767BE8B}"/>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10" name="Rechteck 6">
            <a:extLst>
              <a:ext uri="{FF2B5EF4-FFF2-40B4-BE49-F238E27FC236}">
                <a16:creationId xmlns:a16="http://schemas.microsoft.com/office/drawing/2014/main" id="{A253A139-9197-49DD-7AA1-DBAA7F2C1894}"/>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grpSp>
        <p:nvGrpSpPr>
          <p:cNvPr id="11" name="Group 10">
            <a:extLst>
              <a:ext uri="{FF2B5EF4-FFF2-40B4-BE49-F238E27FC236}">
                <a16:creationId xmlns:a16="http://schemas.microsoft.com/office/drawing/2014/main" id="{5E283597-DB3C-A3B3-834E-B94B49B99CBA}"/>
              </a:ext>
            </a:extLst>
          </p:cNvPr>
          <p:cNvGrpSpPr/>
          <p:nvPr/>
        </p:nvGrpSpPr>
        <p:grpSpPr>
          <a:xfrm>
            <a:off x="7699318" y="4765292"/>
            <a:ext cx="1096734" cy="272230"/>
            <a:chOff x="5706199" y="3115121"/>
            <a:chExt cx="1096734" cy="272230"/>
          </a:xfrm>
        </p:grpSpPr>
        <p:sp>
          <p:nvSpPr>
            <p:cNvPr id="13" name="Freeform: Shape 12">
              <a:extLst>
                <a:ext uri="{FF2B5EF4-FFF2-40B4-BE49-F238E27FC236}">
                  <a16:creationId xmlns:a16="http://schemas.microsoft.com/office/drawing/2014/main" id="{67266F1D-693F-EA5E-F5CE-4EE2CEA7881A}"/>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970B1E96-3916-0CF4-A83B-9EEE44949939}"/>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775F8DAE-36C2-1836-586C-2D80A09A5C5A}"/>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804785EF-AE30-AEF8-453F-4CBEAA9897A1}"/>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79118E60-7CB0-093B-07EA-FCD59F3B3DFF}"/>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D82FEFA1-2CEA-FF1F-977A-85EABFB3560A}"/>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2BC57DE8-AD4D-236E-5D2E-3F91FB7E1493}"/>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A334723F-57F7-FCAC-F03F-228D27784225}"/>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0A1BFBA5-FC3F-BE50-35EE-6ED313BA3C9C}"/>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1EB2BBF4-F80F-2AD6-03EF-68F87442F663}"/>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EB3645D0-9730-97B5-9B41-D40E6B93CA2C}"/>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CC6A2046-7485-790A-FBE3-D564A116217E}"/>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BE08E87B-F11B-DCE2-697B-47A7F2465125}"/>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1DED2B11-DF2B-FD60-9D45-4B733DA0579E}"/>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B7312FE6-E787-CD99-7451-B26615089A6A}"/>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6C6BDCC4-5161-7E64-4CCF-BB2D68DE8672}"/>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C27D15CB-496A-3090-DB87-C30B7EE762DA}"/>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83AF09F9-4CCB-8C27-1D9A-817073CCAED9}"/>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36E6B90F-1B73-1221-139E-96D0DC3B0972}"/>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D29417D7-D092-B5B0-CC1A-270CC1FF04A4}"/>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5A1D3267-4BD8-1F8F-3179-BEB5671A9D46}"/>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08F3516A-3D67-0005-D5E1-148BAFF3861D}"/>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BCD21897-88FE-296B-C3D1-95ABDBC8E387}"/>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B18DE1D9-A890-B3BD-4762-3825A803620C}"/>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8C286AEB-8382-413E-633C-B225884A8DB8}"/>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785DC09B-4271-A5FB-98B1-2BD397C18D05}"/>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25231306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3296101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8" name="Pentagon 8">
            <a:extLst>
              <a:ext uri="{FF2B5EF4-FFF2-40B4-BE49-F238E27FC236}">
                <a16:creationId xmlns:a16="http://schemas.microsoft.com/office/drawing/2014/main" id="{833A9605-E8AC-DD4B-FC81-8608E159F6DB}"/>
              </a:ext>
            </a:extLst>
          </p:cNvPr>
          <p:cNvSpPr/>
          <p:nvPr/>
        </p:nvSpPr>
        <p:spPr bwMode="white">
          <a:xfrm>
            <a:off x="0" y="0"/>
            <a:ext cx="4772660" cy="5143500"/>
          </a:xfrm>
          <a:prstGeom prst="homePlate">
            <a:avLst>
              <a:gd name="adj" fmla="val 1293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9" name="Title 1">
            <a:extLst>
              <a:ext uri="{FF2B5EF4-FFF2-40B4-BE49-F238E27FC236}">
                <a16:creationId xmlns:a16="http://schemas.microsoft.com/office/drawing/2014/main" id="{2BD559C9-D6FF-4CDD-CD66-06DD41FD813A}"/>
              </a:ext>
            </a:extLst>
          </p:cNvPr>
          <p:cNvSpPr>
            <a:spLocks noGrp="1"/>
          </p:cNvSpPr>
          <p:nvPr>
            <p:ph type="title"/>
          </p:nvPr>
        </p:nvSpPr>
        <p:spPr>
          <a:xfrm>
            <a:off x="330994" y="231777"/>
            <a:ext cx="3608546" cy="307777"/>
          </a:xfrm>
        </p:spPr>
        <p:txBody>
          <a:bodyPr vert="horz"/>
          <a:lstStyle>
            <a:lvl1pPr>
              <a:lnSpc>
                <a:spcPct val="100000"/>
              </a:lnSpc>
              <a:defRPr>
                <a:solidFill>
                  <a:schemeClr val="accent6"/>
                </a:solidFill>
              </a:defRPr>
            </a:lvl1pPr>
          </a:lstStyle>
          <a:p>
            <a:r>
              <a:rPr lang="en-US"/>
              <a:t>Click to edit Master title style</a:t>
            </a:r>
            <a:endParaRPr lang="en-IN"/>
          </a:p>
        </p:txBody>
      </p:sp>
      <p:sp>
        <p:nvSpPr>
          <p:cNvPr id="12" name="Text Placeholder 7">
            <a:extLst>
              <a:ext uri="{FF2B5EF4-FFF2-40B4-BE49-F238E27FC236}">
                <a16:creationId xmlns:a16="http://schemas.microsoft.com/office/drawing/2014/main" id="{A692D8FB-A372-0DCD-202B-49023E6A6D20}"/>
              </a:ext>
            </a:extLst>
          </p:cNvPr>
          <p:cNvSpPr>
            <a:spLocks noGrp="1"/>
          </p:cNvSpPr>
          <p:nvPr>
            <p:ph type="body" sz="quarter" idx="10"/>
          </p:nvPr>
        </p:nvSpPr>
        <p:spPr>
          <a:xfrm>
            <a:off x="331788" y="1370013"/>
            <a:ext cx="3607752" cy="3060000"/>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7" name="TextBox 66">
            <a:extLst>
              <a:ext uri="{FF2B5EF4-FFF2-40B4-BE49-F238E27FC236}">
                <a16:creationId xmlns:a16="http://schemas.microsoft.com/office/drawing/2014/main" id="{49912C13-E753-DE4E-0EA4-B43895A889C1}"/>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4406025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2098672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Freeform 18">
            <a:extLst>
              <a:ext uri="{FF2B5EF4-FFF2-40B4-BE49-F238E27FC236}">
                <a16:creationId xmlns:a16="http://schemas.microsoft.com/office/drawing/2014/main" id="{8588EA02-38F3-9B85-0407-1DAA387EC926}"/>
              </a:ext>
            </a:extLst>
          </p:cNvPr>
          <p:cNvSpPr/>
          <p:nvPr/>
        </p:nvSpPr>
        <p:spPr bwMode="white">
          <a:xfrm>
            <a:off x="0" y="0"/>
            <a:ext cx="59740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a:solidFill>
                <a:schemeClr val="bg1"/>
              </a:solidFill>
              <a:latin typeface="+mn-lt"/>
              <a:ea typeface="+mn-ea"/>
              <a:cs typeface="+mn-cs"/>
              <a:sym typeface="Trebuchet MS" panose="020B0603020202020204" pitchFamily="34" charset="0"/>
            </a:endParaRPr>
          </a:p>
        </p:txBody>
      </p:sp>
      <p:sp>
        <p:nvSpPr>
          <p:cNvPr id="10" name="Rechteck 6">
            <a:extLst>
              <a:ext uri="{FF2B5EF4-FFF2-40B4-BE49-F238E27FC236}">
                <a16:creationId xmlns:a16="http://schemas.microsoft.com/office/drawing/2014/main" id="{A253A139-9197-49DD-7AA1-DBAA7F2C1894}"/>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
        <p:nvSpPr>
          <p:cNvPr id="4" name="Title 1">
            <a:extLst>
              <a:ext uri="{FF2B5EF4-FFF2-40B4-BE49-F238E27FC236}">
                <a16:creationId xmlns:a16="http://schemas.microsoft.com/office/drawing/2014/main" id="{CE6AF6FF-B9F5-7401-EA06-A11FDB12271E}"/>
              </a:ext>
            </a:extLst>
          </p:cNvPr>
          <p:cNvSpPr>
            <a:spLocks noGrp="1"/>
          </p:cNvSpPr>
          <p:nvPr>
            <p:ph type="title"/>
          </p:nvPr>
        </p:nvSpPr>
        <p:spPr>
          <a:xfrm>
            <a:off x="330993" y="231777"/>
            <a:ext cx="4896609" cy="307777"/>
          </a:xfrm>
        </p:spPr>
        <p:txBody>
          <a:bodyPr vert="horz"/>
          <a:lstStyle>
            <a:lvl1pPr>
              <a:lnSpc>
                <a:spcPct val="100000"/>
              </a:lnSpc>
              <a:defRPr>
                <a:solidFill>
                  <a:schemeClr val="accent6"/>
                </a:solidFill>
              </a:defRPr>
            </a:lvl1pPr>
          </a:lstStyle>
          <a:p>
            <a:r>
              <a:rPr lang="en-US"/>
              <a:t>Click to edit Master title style</a:t>
            </a:r>
            <a:endParaRPr lang="en-IN"/>
          </a:p>
        </p:txBody>
      </p:sp>
      <p:sp>
        <p:nvSpPr>
          <p:cNvPr id="6" name="Text Placeholder 7">
            <a:extLst>
              <a:ext uri="{FF2B5EF4-FFF2-40B4-BE49-F238E27FC236}">
                <a16:creationId xmlns:a16="http://schemas.microsoft.com/office/drawing/2014/main" id="{C9ADC685-6603-9902-1292-61477E3997FB}"/>
              </a:ext>
            </a:extLst>
          </p:cNvPr>
          <p:cNvSpPr>
            <a:spLocks noGrp="1"/>
          </p:cNvSpPr>
          <p:nvPr>
            <p:ph type="body" sz="quarter" idx="10"/>
          </p:nvPr>
        </p:nvSpPr>
        <p:spPr>
          <a:xfrm>
            <a:off x="331788" y="1370013"/>
            <a:ext cx="4895532" cy="3060000"/>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a:extLst>
              <a:ext uri="{FF2B5EF4-FFF2-40B4-BE49-F238E27FC236}">
                <a16:creationId xmlns:a16="http://schemas.microsoft.com/office/drawing/2014/main" id="{8CE0BDBB-3B49-5421-259C-26DC2355326F}"/>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3404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29701645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Freeform 18">
            <a:extLst>
              <a:ext uri="{FF2B5EF4-FFF2-40B4-BE49-F238E27FC236}">
                <a16:creationId xmlns:a16="http://schemas.microsoft.com/office/drawing/2014/main" id="{8588EA02-38F3-9B85-0407-1DAA387EC926}"/>
              </a:ext>
            </a:extLst>
          </p:cNvPr>
          <p:cNvSpPr/>
          <p:nvPr/>
        </p:nvSpPr>
        <p:spPr bwMode="white">
          <a:xfrm>
            <a:off x="1" y="0"/>
            <a:ext cx="7097462"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a:solidFill>
                <a:schemeClr val="bg1"/>
              </a:solidFill>
              <a:latin typeface="+mn-lt"/>
              <a:ea typeface="+mn-ea"/>
              <a:cs typeface="+mn-cs"/>
              <a:sym typeface="Trebuchet MS" panose="020B0603020202020204" pitchFamily="34" charset="0"/>
            </a:endParaRPr>
          </a:p>
        </p:txBody>
      </p:sp>
      <p:sp>
        <p:nvSpPr>
          <p:cNvPr id="9" name="Title 1">
            <a:extLst>
              <a:ext uri="{FF2B5EF4-FFF2-40B4-BE49-F238E27FC236}">
                <a16:creationId xmlns:a16="http://schemas.microsoft.com/office/drawing/2014/main" id="{2BD559C9-D6FF-4CDD-CD66-06DD41FD813A}"/>
              </a:ext>
            </a:extLst>
          </p:cNvPr>
          <p:cNvSpPr>
            <a:spLocks noGrp="1"/>
          </p:cNvSpPr>
          <p:nvPr>
            <p:ph type="title"/>
          </p:nvPr>
        </p:nvSpPr>
        <p:spPr>
          <a:xfrm>
            <a:off x="330994" y="231777"/>
            <a:ext cx="6015672" cy="307777"/>
          </a:xfrm>
        </p:spPr>
        <p:txBody>
          <a:bodyPr vert="horz"/>
          <a:lstStyle>
            <a:lvl1pPr>
              <a:lnSpc>
                <a:spcPct val="100000"/>
              </a:lnSpc>
              <a:defRPr>
                <a:solidFill>
                  <a:schemeClr val="accent6"/>
                </a:solidFill>
              </a:defRPr>
            </a:lvl1pPr>
          </a:lstStyle>
          <a:p>
            <a:r>
              <a:rPr lang="en-US"/>
              <a:t>Click to edit Master title style</a:t>
            </a:r>
            <a:endParaRPr lang="en-IN"/>
          </a:p>
        </p:txBody>
      </p:sp>
      <p:sp>
        <p:nvSpPr>
          <p:cNvPr id="12" name="Text Placeholder 7">
            <a:extLst>
              <a:ext uri="{FF2B5EF4-FFF2-40B4-BE49-F238E27FC236}">
                <a16:creationId xmlns:a16="http://schemas.microsoft.com/office/drawing/2014/main" id="{A692D8FB-A372-0DCD-202B-49023E6A6D20}"/>
              </a:ext>
            </a:extLst>
          </p:cNvPr>
          <p:cNvSpPr>
            <a:spLocks noGrp="1"/>
          </p:cNvSpPr>
          <p:nvPr>
            <p:ph type="body" sz="quarter" idx="10"/>
          </p:nvPr>
        </p:nvSpPr>
        <p:spPr>
          <a:xfrm>
            <a:off x="331788" y="1370013"/>
            <a:ext cx="6015672" cy="3060000"/>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Rechteck 6">
            <a:extLst>
              <a:ext uri="{FF2B5EF4-FFF2-40B4-BE49-F238E27FC236}">
                <a16:creationId xmlns:a16="http://schemas.microsoft.com/office/drawing/2014/main" id="{A253A139-9197-49DD-7AA1-DBAA7F2C1894}"/>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
        <p:nvSpPr>
          <p:cNvPr id="4" name="TextBox 3">
            <a:extLst>
              <a:ext uri="{FF2B5EF4-FFF2-40B4-BE49-F238E27FC236}">
                <a16:creationId xmlns:a16="http://schemas.microsoft.com/office/drawing/2014/main" id="{FAA75294-F1C2-414B-58D3-5A6A1B8ED7B3}"/>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8552682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lient layout 1">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7BAF094-3B15-494A-85A2-60DE842775CC}"/>
              </a:ext>
            </a:extLst>
          </p:cNvPr>
          <p:cNvGraphicFramePr>
            <a:graphicFrameLocks noChangeAspect="1"/>
          </p:cNvGraphicFramePr>
          <p:nvPr>
            <p:custDataLst>
              <p:tags r:id="rId1"/>
            </p:custDataLst>
            <p:extLst>
              <p:ext uri="{D42A27DB-BD31-4B8C-83A1-F6EECF244321}">
                <p14:modId xmlns:p14="http://schemas.microsoft.com/office/powerpoint/2010/main" val="3705225933"/>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2" name="think-cell data - do not delete" hidden="1">
                        <a:extLst>
                          <a:ext uri="{FF2B5EF4-FFF2-40B4-BE49-F238E27FC236}">
                            <a16:creationId xmlns:a16="http://schemas.microsoft.com/office/drawing/2014/main" id="{07BAF094-3B15-494A-85A2-60DE842775CC}"/>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5"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sp>
        <p:nvSpPr>
          <p:cNvPr id="8" name="TextBox 7">
            <a:extLst>
              <a:ext uri="{FF2B5EF4-FFF2-40B4-BE49-F238E27FC236}">
                <a16:creationId xmlns:a16="http://schemas.microsoft.com/office/drawing/2014/main" id="{766EA2F4-FCEA-4B4C-97F0-F8E6E5A7D732}"/>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3" name="Title 1">
            <a:extLst>
              <a:ext uri="{FF2B5EF4-FFF2-40B4-BE49-F238E27FC236}">
                <a16:creationId xmlns:a16="http://schemas.microsoft.com/office/drawing/2014/main" id="{DF5FE159-F2AA-3A9D-5292-C809C651428D}"/>
              </a:ext>
            </a:extLst>
          </p:cNvPr>
          <p:cNvSpPr>
            <a:spLocks noGrp="1"/>
          </p:cNvSpPr>
          <p:nvPr>
            <p:ph type="title" hasCustomPrompt="1"/>
          </p:nvPr>
        </p:nvSpPr>
        <p:spPr bwMode="gray">
          <a:xfrm>
            <a:off x="330994" y="231777"/>
            <a:ext cx="8482014" cy="307777"/>
          </a:xfrm>
        </p:spPr>
        <p:txBody>
          <a:bodyPr vert="horz"/>
          <a:lstStyle>
            <a:lvl1pPr>
              <a:lnSpc>
                <a:spcPct val="100000"/>
              </a:lnSpc>
              <a:defRPr>
                <a:latin typeface="+mj-lt"/>
                <a:ea typeface="+mj-ea"/>
                <a:cs typeface="+mj-cs"/>
              </a:defRPr>
            </a:lvl1pPr>
          </a:lstStyle>
          <a:p>
            <a:r>
              <a:rPr lang="en-GB"/>
              <a:t>Click to add title</a:t>
            </a:r>
          </a:p>
        </p:txBody>
      </p:sp>
      <p:sp>
        <p:nvSpPr>
          <p:cNvPr id="4" name="Text Placeholder 5">
            <a:extLst>
              <a:ext uri="{FF2B5EF4-FFF2-40B4-BE49-F238E27FC236}">
                <a16:creationId xmlns:a16="http://schemas.microsoft.com/office/drawing/2014/main" id="{5348B53B-ECC6-75A4-1ADA-7AC3FB8BF227}"/>
              </a:ext>
            </a:extLst>
          </p:cNvPr>
          <p:cNvSpPr>
            <a:spLocks noGrp="1"/>
          </p:cNvSpPr>
          <p:nvPr>
            <p:ph type="body" sz="quarter" idx="22" hasCustomPrompt="1"/>
          </p:nvPr>
        </p:nvSpPr>
        <p:spPr bwMode="gray">
          <a:xfrm>
            <a:off x="323851" y="1147202"/>
            <a:ext cx="4176713" cy="3527352"/>
          </a:xfrm>
          <a:prstGeom prst="rect">
            <a:avLst/>
          </a:prstGeom>
        </p:spPr>
        <p:txBody>
          <a:bodyPr/>
          <a:lstStyle>
            <a:lvl1pPr>
              <a:defRPr sz="1400">
                <a:latin typeface="+mn-lt"/>
                <a:ea typeface="+mn-ea"/>
                <a:cs typeface="+mn-cs"/>
              </a:defRPr>
            </a:lvl1pPr>
            <a:lvl2pPr>
              <a:defRPr sz="1400">
                <a:latin typeface="+mn-lt"/>
                <a:ea typeface="+mn-ea"/>
                <a:cs typeface="+mn-cs"/>
              </a:defRPr>
            </a:lvl2pPr>
            <a:lvl3pPr>
              <a:defRPr sz="1400">
                <a:latin typeface="+mn-lt"/>
                <a:ea typeface="+mn-ea"/>
                <a:cs typeface="+mn-cs"/>
              </a:defRPr>
            </a:lvl3pPr>
            <a:lvl4pPr>
              <a:defRPr sz="1400">
                <a:latin typeface="+mn-lt"/>
                <a:ea typeface="+mn-ea"/>
                <a:cs typeface="+mn-cs"/>
              </a:defRPr>
            </a:lvl4pPr>
            <a:lvl5pPr>
              <a:defRPr sz="1400">
                <a:latin typeface="+mn-lt"/>
                <a:ea typeface="+mn-ea"/>
                <a:cs typeface="+mn-cs"/>
              </a:defRPr>
            </a:lvl5pPr>
          </a:lstStyle>
          <a:p>
            <a:pPr lvl="0"/>
            <a:r>
              <a:rPr lang="en-GB"/>
              <a:t>Edit Master text styles  </a:t>
            </a:r>
          </a:p>
          <a:p>
            <a:pPr lvl="1"/>
            <a:r>
              <a:rPr lang="en-GB"/>
              <a:t>Second level  </a:t>
            </a:r>
          </a:p>
          <a:p>
            <a:pPr lvl="2"/>
            <a:r>
              <a:rPr lang="en-GB"/>
              <a:t>Third level  </a:t>
            </a:r>
          </a:p>
          <a:p>
            <a:pPr lvl="3"/>
            <a:r>
              <a:rPr lang="en-GB"/>
              <a:t>Fourth level  </a:t>
            </a:r>
          </a:p>
          <a:p>
            <a:pPr lvl="4"/>
            <a:r>
              <a:rPr lang="en-GB"/>
              <a:t>Fifth level  </a:t>
            </a:r>
          </a:p>
        </p:txBody>
      </p:sp>
      <p:pic>
        <p:nvPicPr>
          <p:cNvPr id="7" name="Grafik 9">
            <a:extLst>
              <a:ext uri="{FF2B5EF4-FFF2-40B4-BE49-F238E27FC236}">
                <a16:creationId xmlns:a16="http://schemas.microsoft.com/office/drawing/2014/main" id="{38DCC0DC-E932-E11A-3613-4DDFDB62F27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sp>
        <p:nvSpPr>
          <p:cNvPr id="9" name="Rechteck 6">
            <a:extLst>
              <a:ext uri="{FF2B5EF4-FFF2-40B4-BE49-F238E27FC236}">
                <a16:creationId xmlns:a16="http://schemas.microsoft.com/office/drawing/2014/main" id="{03DD52B0-4510-25E6-398F-1753CF669AA6}"/>
              </a:ext>
            </a:extLst>
          </p:cNvPr>
          <p:cNvSpPr/>
          <p:nvPr/>
        </p:nvSpPr>
        <p:spPr bwMode="gray">
          <a:xfrm>
            <a:off x="0" y="0"/>
            <a:ext cx="9144000" cy="72000"/>
          </a:xfrm>
          <a:prstGeom prst="rect">
            <a:avLst/>
          </a:prstGeom>
          <a:solidFill>
            <a:srgbClr val="222C37">
              <a:lumMod val="90000"/>
              <a:lumOff val="10000"/>
            </a:srgbClr>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pic>
        <p:nvPicPr>
          <p:cNvPr id="11" name="Picture 10" descr="A aerial view of a warehouse&#10;&#10;AI-generated content may be incorrect.">
            <a:extLst>
              <a:ext uri="{FF2B5EF4-FFF2-40B4-BE49-F238E27FC236}">
                <a16:creationId xmlns:a16="http://schemas.microsoft.com/office/drawing/2014/main" id="{F5C3DA44-E4A2-BF06-2E3E-8FE54BDEA57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4636294" y="1147200"/>
            <a:ext cx="4176712" cy="3527353"/>
          </a:xfrm>
          <a:prstGeom prst="rect">
            <a:avLst/>
          </a:prstGeom>
        </p:spPr>
      </p:pic>
    </p:spTree>
    <p:extLst>
      <p:ext uri="{BB962C8B-B14F-4D97-AF65-F5344CB8AC3E}">
        <p14:creationId xmlns:p14="http://schemas.microsoft.com/office/powerpoint/2010/main" val="3307259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lient layout 2">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7BAF094-3B15-494A-85A2-60DE842775CC}"/>
              </a:ext>
            </a:extLst>
          </p:cNvPr>
          <p:cNvGraphicFramePr>
            <a:graphicFrameLocks noChangeAspect="1"/>
          </p:cNvGraphicFramePr>
          <p:nvPr>
            <p:custDataLst>
              <p:tags r:id="rId1"/>
            </p:custDataLst>
            <p:extLst>
              <p:ext uri="{D42A27DB-BD31-4B8C-83A1-F6EECF244321}">
                <p14:modId xmlns:p14="http://schemas.microsoft.com/office/powerpoint/2010/main" val="2610720918"/>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2" name="think-cell data - do not delete" hidden="1">
                        <a:extLst>
                          <a:ext uri="{FF2B5EF4-FFF2-40B4-BE49-F238E27FC236}">
                            <a16:creationId xmlns:a16="http://schemas.microsoft.com/office/drawing/2014/main" id="{07BAF094-3B15-494A-85A2-60DE842775CC}"/>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5"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sp>
        <p:nvSpPr>
          <p:cNvPr id="8" name="TextBox 7">
            <a:extLst>
              <a:ext uri="{FF2B5EF4-FFF2-40B4-BE49-F238E27FC236}">
                <a16:creationId xmlns:a16="http://schemas.microsoft.com/office/drawing/2014/main" id="{766EA2F4-FCEA-4B4C-97F0-F8E6E5A7D732}"/>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3" name="Title 1">
            <a:extLst>
              <a:ext uri="{FF2B5EF4-FFF2-40B4-BE49-F238E27FC236}">
                <a16:creationId xmlns:a16="http://schemas.microsoft.com/office/drawing/2014/main" id="{DF5FE159-F2AA-3A9D-5292-C809C651428D}"/>
              </a:ext>
            </a:extLst>
          </p:cNvPr>
          <p:cNvSpPr>
            <a:spLocks noGrp="1"/>
          </p:cNvSpPr>
          <p:nvPr>
            <p:ph type="title" hasCustomPrompt="1"/>
          </p:nvPr>
        </p:nvSpPr>
        <p:spPr bwMode="gray">
          <a:xfrm>
            <a:off x="330994" y="231777"/>
            <a:ext cx="8482014" cy="307777"/>
          </a:xfrm>
        </p:spPr>
        <p:txBody>
          <a:bodyPr vert="horz"/>
          <a:lstStyle>
            <a:lvl1pPr>
              <a:lnSpc>
                <a:spcPct val="100000"/>
              </a:lnSpc>
              <a:defRPr sz="2000">
                <a:latin typeface="+mj-lt"/>
                <a:ea typeface="+mj-ea"/>
                <a:cs typeface="+mj-cs"/>
              </a:defRPr>
            </a:lvl1pPr>
          </a:lstStyle>
          <a:p>
            <a:r>
              <a:rPr lang="en-GB"/>
              <a:t>Click to add title</a:t>
            </a:r>
          </a:p>
        </p:txBody>
      </p:sp>
      <p:sp>
        <p:nvSpPr>
          <p:cNvPr id="18" name="Rechteck 6">
            <a:extLst>
              <a:ext uri="{FF2B5EF4-FFF2-40B4-BE49-F238E27FC236}">
                <a16:creationId xmlns:a16="http://schemas.microsoft.com/office/drawing/2014/main" id="{F24A7ACB-244B-7708-284E-08E9D6538AB1}"/>
              </a:ext>
            </a:extLst>
          </p:cNvPr>
          <p:cNvSpPr/>
          <p:nvPr/>
        </p:nvSpPr>
        <p:spPr bwMode="gray">
          <a:xfrm>
            <a:off x="0" y="0"/>
            <a:ext cx="9144000" cy="72000"/>
          </a:xfrm>
          <a:prstGeom prst="rect">
            <a:avLst/>
          </a:prstGeom>
          <a:solidFill>
            <a:srgbClr val="222C37">
              <a:lumMod val="90000"/>
              <a:lumOff val="10000"/>
            </a:srgbClr>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
        <p:nvSpPr>
          <p:cNvPr id="6" name="Text Placeholder 5">
            <a:extLst>
              <a:ext uri="{FF2B5EF4-FFF2-40B4-BE49-F238E27FC236}">
                <a16:creationId xmlns:a16="http://schemas.microsoft.com/office/drawing/2014/main" id="{CE01C401-924B-C9B7-CA81-45C5C55A246D}"/>
              </a:ext>
            </a:extLst>
          </p:cNvPr>
          <p:cNvSpPr>
            <a:spLocks noGrp="1"/>
          </p:cNvSpPr>
          <p:nvPr>
            <p:ph type="body" sz="quarter" idx="22" hasCustomPrompt="1"/>
          </p:nvPr>
        </p:nvSpPr>
        <p:spPr bwMode="gray">
          <a:xfrm>
            <a:off x="4643438" y="1146554"/>
            <a:ext cx="4176713" cy="3528000"/>
          </a:xfrm>
          <a:prstGeom prst="rect">
            <a:avLst/>
          </a:prstGeom>
        </p:spPr>
        <p:txBody>
          <a:bodyPr/>
          <a:lstStyle>
            <a:lvl1pPr>
              <a:defRPr sz="1400"/>
            </a:lvl1pPr>
            <a:lvl2pPr>
              <a:defRPr sz="1400"/>
            </a:lvl2pPr>
            <a:lvl3pPr>
              <a:defRPr sz="1400"/>
            </a:lvl3pPr>
            <a:lvl4pPr>
              <a:defRPr sz="1400"/>
            </a:lvl4pPr>
            <a:lvl5pPr>
              <a:defRPr sz="1400"/>
            </a:lvl5pPr>
          </a:lstStyle>
          <a:p>
            <a:pPr lvl="0"/>
            <a:r>
              <a:rPr lang="en-GB"/>
              <a:t>Edit Master text styles  </a:t>
            </a:r>
          </a:p>
          <a:p>
            <a:pPr lvl="1"/>
            <a:r>
              <a:rPr lang="en-GB"/>
              <a:t>Second level  </a:t>
            </a:r>
          </a:p>
          <a:p>
            <a:pPr lvl="2"/>
            <a:r>
              <a:rPr lang="en-GB"/>
              <a:t>Third level  </a:t>
            </a:r>
          </a:p>
          <a:p>
            <a:pPr lvl="3"/>
            <a:r>
              <a:rPr lang="en-GB"/>
              <a:t>Fourth level  </a:t>
            </a:r>
          </a:p>
          <a:p>
            <a:pPr lvl="4"/>
            <a:r>
              <a:rPr lang="en-GB"/>
              <a:t>Fifth level  </a:t>
            </a:r>
          </a:p>
        </p:txBody>
      </p:sp>
      <p:pic>
        <p:nvPicPr>
          <p:cNvPr id="7" name="Grafik 9">
            <a:extLst>
              <a:ext uri="{FF2B5EF4-FFF2-40B4-BE49-F238E27FC236}">
                <a16:creationId xmlns:a16="http://schemas.microsoft.com/office/drawing/2014/main" id="{FDB78C75-56E6-6A6A-40F4-3B175B73F150}"/>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pic>
        <p:nvPicPr>
          <p:cNvPr id="12" name="Picture 11" descr="A person in a control room&#10;&#10;AI-generated content may be incorrect.">
            <a:extLst>
              <a:ext uri="{FF2B5EF4-FFF2-40B4-BE49-F238E27FC236}">
                <a16:creationId xmlns:a16="http://schemas.microsoft.com/office/drawing/2014/main" id="{27EFED1E-8D88-1453-4970-152A9847FB42}"/>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323849" y="1146552"/>
            <a:ext cx="4176160" cy="3528001"/>
          </a:xfrm>
          <a:prstGeom prst="rect">
            <a:avLst/>
          </a:prstGeom>
        </p:spPr>
      </p:pic>
    </p:spTree>
    <p:extLst>
      <p:ext uri="{BB962C8B-B14F-4D97-AF65-F5344CB8AC3E}">
        <p14:creationId xmlns:p14="http://schemas.microsoft.com/office/powerpoint/2010/main" val="1752964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lient layout 3">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7BAF094-3B15-494A-85A2-60DE842775CC}"/>
              </a:ext>
            </a:extLst>
          </p:cNvPr>
          <p:cNvGraphicFramePr>
            <a:graphicFrameLocks noChangeAspect="1"/>
          </p:cNvGraphicFramePr>
          <p:nvPr>
            <p:custDataLst>
              <p:tags r:id="rId1"/>
            </p:custDataLst>
            <p:extLst>
              <p:ext uri="{D42A27DB-BD31-4B8C-83A1-F6EECF244321}">
                <p14:modId xmlns:p14="http://schemas.microsoft.com/office/powerpoint/2010/main" val="3035096102"/>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2" name="think-cell data - do not delete" hidden="1">
                        <a:extLst>
                          <a:ext uri="{FF2B5EF4-FFF2-40B4-BE49-F238E27FC236}">
                            <a16:creationId xmlns:a16="http://schemas.microsoft.com/office/drawing/2014/main" id="{07BAF094-3B15-494A-85A2-60DE842775CC}"/>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5"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sp>
        <p:nvSpPr>
          <p:cNvPr id="8" name="TextBox 7">
            <a:extLst>
              <a:ext uri="{FF2B5EF4-FFF2-40B4-BE49-F238E27FC236}">
                <a16:creationId xmlns:a16="http://schemas.microsoft.com/office/drawing/2014/main" id="{766EA2F4-FCEA-4B4C-97F0-F8E6E5A7D732}"/>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3" name="Title 1">
            <a:extLst>
              <a:ext uri="{FF2B5EF4-FFF2-40B4-BE49-F238E27FC236}">
                <a16:creationId xmlns:a16="http://schemas.microsoft.com/office/drawing/2014/main" id="{DF5FE159-F2AA-3A9D-5292-C809C651428D}"/>
              </a:ext>
            </a:extLst>
          </p:cNvPr>
          <p:cNvSpPr>
            <a:spLocks noGrp="1"/>
          </p:cNvSpPr>
          <p:nvPr>
            <p:ph type="title" hasCustomPrompt="1"/>
          </p:nvPr>
        </p:nvSpPr>
        <p:spPr bwMode="gray">
          <a:xfrm>
            <a:off x="330994" y="231777"/>
            <a:ext cx="8482014" cy="430887"/>
          </a:xfrm>
        </p:spPr>
        <p:txBody>
          <a:bodyPr vert="horz"/>
          <a:lstStyle>
            <a:lvl1pPr>
              <a:lnSpc>
                <a:spcPct val="100000"/>
              </a:lnSpc>
              <a:defRPr sz="2800">
                <a:latin typeface="+mj-lt"/>
                <a:ea typeface="+mj-ea"/>
                <a:cs typeface="+mj-cs"/>
              </a:defRPr>
            </a:lvl1pPr>
          </a:lstStyle>
          <a:p>
            <a:r>
              <a:rPr lang="en-GB"/>
              <a:t>Agenda</a:t>
            </a:r>
          </a:p>
        </p:txBody>
      </p:sp>
      <p:sp>
        <p:nvSpPr>
          <p:cNvPr id="9" name="Textplatzhalter 25">
            <a:extLst>
              <a:ext uri="{FF2B5EF4-FFF2-40B4-BE49-F238E27FC236}">
                <a16:creationId xmlns:a16="http://schemas.microsoft.com/office/drawing/2014/main" id="{863F45AA-FBCE-5F19-0B0F-BABA63CC14C4}"/>
              </a:ext>
            </a:extLst>
          </p:cNvPr>
          <p:cNvSpPr>
            <a:spLocks noGrp="1"/>
          </p:cNvSpPr>
          <p:nvPr>
            <p:ph type="body" sz="quarter" idx="18" hasCustomPrompt="1"/>
          </p:nvPr>
        </p:nvSpPr>
        <p:spPr bwMode="gray">
          <a:xfrm>
            <a:off x="323850" y="991449"/>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0" name="Textplatzhalter 25">
            <a:extLst>
              <a:ext uri="{FF2B5EF4-FFF2-40B4-BE49-F238E27FC236}">
                <a16:creationId xmlns:a16="http://schemas.microsoft.com/office/drawing/2014/main" id="{A7CDC26B-C679-9295-209D-BF57A76545E2}"/>
              </a:ext>
            </a:extLst>
          </p:cNvPr>
          <p:cNvSpPr>
            <a:spLocks noGrp="1"/>
          </p:cNvSpPr>
          <p:nvPr>
            <p:ph type="body" sz="quarter" idx="41" hasCustomPrompt="1"/>
          </p:nvPr>
        </p:nvSpPr>
        <p:spPr bwMode="gray">
          <a:xfrm>
            <a:off x="323850" y="1422953"/>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1" name="Textplatzhalter 25">
            <a:extLst>
              <a:ext uri="{FF2B5EF4-FFF2-40B4-BE49-F238E27FC236}">
                <a16:creationId xmlns:a16="http://schemas.microsoft.com/office/drawing/2014/main" id="{1DBA1CD5-E2A2-968D-1DDC-E58BEA5A8A90}"/>
              </a:ext>
            </a:extLst>
          </p:cNvPr>
          <p:cNvSpPr>
            <a:spLocks noGrp="1"/>
          </p:cNvSpPr>
          <p:nvPr>
            <p:ph type="body" sz="quarter" idx="43" hasCustomPrompt="1"/>
          </p:nvPr>
        </p:nvSpPr>
        <p:spPr bwMode="gray">
          <a:xfrm>
            <a:off x="323850" y="1854457"/>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2" name="Textplatzhalter 25">
            <a:extLst>
              <a:ext uri="{FF2B5EF4-FFF2-40B4-BE49-F238E27FC236}">
                <a16:creationId xmlns:a16="http://schemas.microsoft.com/office/drawing/2014/main" id="{548142BF-3E79-4A99-F980-CB882ABF7060}"/>
              </a:ext>
            </a:extLst>
          </p:cNvPr>
          <p:cNvSpPr>
            <a:spLocks noGrp="1"/>
          </p:cNvSpPr>
          <p:nvPr>
            <p:ph type="body" sz="quarter" idx="45" hasCustomPrompt="1"/>
          </p:nvPr>
        </p:nvSpPr>
        <p:spPr bwMode="gray">
          <a:xfrm>
            <a:off x="323850" y="2285961"/>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3" name="Textplatzhalter 25">
            <a:extLst>
              <a:ext uri="{FF2B5EF4-FFF2-40B4-BE49-F238E27FC236}">
                <a16:creationId xmlns:a16="http://schemas.microsoft.com/office/drawing/2014/main" id="{D074860E-20CA-9065-F896-3C262D0A276C}"/>
              </a:ext>
            </a:extLst>
          </p:cNvPr>
          <p:cNvSpPr>
            <a:spLocks noGrp="1"/>
          </p:cNvSpPr>
          <p:nvPr>
            <p:ph type="body" sz="quarter" idx="47" hasCustomPrompt="1"/>
          </p:nvPr>
        </p:nvSpPr>
        <p:spPr bwMode="gray">
          <a:xfrm>
            <a:off x="323850" y="2717465"/>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4" name="Textplatzhalter 25">
            <a:extLst>
              <a:ext uri="{FF2B5EF4-FFF2-40B4-BE49-F238E27FC236}">
                <a16:creationId xmlns:a16="http://schemas.microsoft.com/office/drawing/2014/main" id="{31616241-44DE-4512-3A8D-BEDC64848131}"/>
              </a:ext>
            </a:extLst>
          </p:cNvPr>
          <p:cNvSpPr>
            <a:spLocks noGrp="1"/>
          </p:cNvSpPr>
          <p:nvPr>
            <p:ph type="body" sz="quarter" idx="49" hasCustomPrompt="1"/>
          </p:nvPr>
        </p:nvSpPr>
        <p:spPr bwMode="gray">
          <a:xfrm>
            <a:off x="323850" y="3148969"/>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5" name="Textplatzhalter 25">
            <a:extLst>
              <a:ext uri="{FF2B5EF4-FFF2-40B4-BE49-F238E27FC236}">
                <a16:creationId xmlns:a16="http://schemas.microsoft.com/office/drawing/2014/main" id="{CEDCE75F-290E-BB15-05E0-7561D08AEDBE}"/>
              </a:ext>
            </a:extLst>
          </p:cNvPr>
          <p:cNvSpPr>
            <a:spLocks noGrp="1"/>
          </p:cNvSpPr>
          <p:nvPr>
            <p:ph type="body" sz="quarter" idx="51" hasCustomPrompt="1"/>
          </p:nvPr>
        </p:nvSpPr>
        <p:spPr bwMode="gray">
          <a:xfrm>
            <a:off x="323850" y="3580473"/>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6" name="Textplatzhalter 25">
            <a:extLst>
              <a:ext uri="{FF2B5EF4-FFF2-40B4-BE49-F238E27FC236}">
                <a16:creationId xmlns:a16="http://schemas.microsoft.com/office/drawing/2014/main" id="{A069075B-B085-690E-9DC2-45562D9CCBC9}"/>
              </a:ext>
            </a:extLst>
          </p:cNvPr>
          <p:cNvSpPr>
            <a:spLocks noGrp="1"/>
          </p:cNvSpPr>
          <p:nvPr>
            <p:ph type="body" sz="quarter" idx="53" hasCustomPrompt="1"/>
          </p:nvPr>
        </p:nvSpPr>
        <p:spPr bwMode="gray">
          <a:xfrm>
            <a:off x="323850" y="4011975"/>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8" name="Rechteck 6">
            <a:extLst>
              <a:ext uri="{FF2B5EF4-FFF2-40B4-BE49-F238E27FC236}">
                <a16:creationId xmlns:a16="http://schemas.microsoft.com/office/drawing/2014/main" id="{F24A7ACB-244B-7708-284E-08E9D6538AB1}"/>
              </a:ext>
            </a:extLst>
          </p:cNvPr>
          <p:cNvSpPr/>
          <p:nvPr/>
        </p:nvSpPr>
        <p:spPr bwMode="gray">
          <a:xfrm>
            <a:off x="0" y="0"/>
            <a:ext cx="9144000" cy="72000"/>
          </a:xfrm>
          <a:prstGeom prst="rect">
            <a:avLst/>
          </a:prstGeom>
          <a:solidFill>
            <a:srgbClr val="222C37">
              <a:lumMod val="90000"/>
              <a:lumOff val="10000"/>
            </a:srgbClr>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pic>
        <p:nvPicPr>
          <p:cNvPr id="4" name="Grafik 9">
            <a:extLst>
              <a:ext uri="{FF2B5EF4-FFF2-40B4-BE49-F238E27FC236}">
                <a16:creationId xmlns:a16="http://schemas.microsoft.com/office/drawing/2014/main" id="{6CD86A04-D706-9D12-C299-6284B56472D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spTree>
    <p:extLst>
      <p:ext uri="{BB962C8B-B14F-4D97-AF65-F5344CB8AC3E}">
        <p14:creationId xmlns:p14="http://schemas.microsoft.com/office/powerpoint/2010/main" val="13089281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lient layout 4">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7BAF094-3B15-494A-85A2-60DE842775CC}"/>
              </a:ext>
            </a:extLst>
          </p:cNvPr>
          <p:cNvGraphicFramePr>
            <a:graphicFrameLocks noChangeAspect="1"/>
          </p:cNvGraphicFramePr>
          <p:nvPr>
            <p:custDataLst>
              <p:tags r:id="rId1"/>
            </p:custDataLst>
            <p:extLst>
              <p:ext uri="{D42A27DB-BD31-4B8C-83A1-F6EECF244321}">
                <p14:modId xmlns:p14="http://schemas.microsoft.com/office/powerpoint/2010/main" val="2285640784"/>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2" name="think-cell data - do not delete" hidden="1">
                        <a:extLst>
                          <a:ext uri="{FF2B5EF4-FFF2-40B4-BE49-F238E27FC236}">
                            <a16:creationId xmlns:a16="http://schemas.microsoft.com/office/drawing/2014/main" id="{07BAF094-3B15-494A-85A2-60DE842775CC}"/>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pic>
        <p:nvPicPr>
          <p:cNvPr id="11" name="Picture 10" descr="A container ship at a port&#10;&#10;AI-generated content may be incorrect.">
            <a:extLst>
              <a:ext uri="{FF2B5EF4-FFF2-40B4-BE49-F238E27FC236}">
                <a16:creationId xmlns:a16="http://schemas.microsoft.com/office/drawing/2014/main" id="{3F1F1A0E-F6CB-B33E-6ABD-49FF13F3B97B}"/>
              </a:ext>
            </a:extLst>
          </p:cNvPr>
          <p:cNvPicPr>
            <a:picLocks noChangeAspect="1"/>
          </p:cNvPicPr>
          <p:nvPr/>
        </p:nvPicPr>
        <p:blipFill rotWithShape="1">
          <a:blip r:embed="rId5"/>
          <a:srcRect t="7833" b="7833"/>
          <a:stretch/>
        </p:blipFill>
        <p:spPr>
          <a:xfrm>
            <a:off x="0" y="0"/>
            <a:ext cx="9144000" cy="5143500"/>
          </a:xfrm>
          <a:prstGeom prst="rect">
            <a:avLst/>
          </a:prstGeom>
        </p:spPr>
      </p:pic>
      <p:sp>
        <p:nvSpPr>
          <p:cNvPr id="5"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sp>
        <p:nvSpPr>
          <p:cNvPr id="6" name="Titel 1">
            <a:extLst>
              <a:ext uri="{FF2B5EF4-FFF2-40B4-BE49-F238E27FC236}">
                <a16:creationId xmlns:a16="http://schemas.microsoft.com/office/drawing/2014/main" id="{25A94C94-155D-6D63-2211-7DE9EF116EA3}"/>
              </a:ext>
            </a:extLst>
          </p:cNvPr>
          <p:cNvSpPr>
            <a:spLocks noGrp="1"/>
          </p:cNvSpPr>
          <p:nvPr>
            <p:ph type="title" hasCustomPrompt="1"/>
          </p:nvPr>
        </p:nvSpPr>
        <p:spPr bwMode="gray">
          <a:xfrm>
            <a:off x="2484438" y="3611292"/>
            <a:ext cx="6335712" cy="430887"/>
          </a:xfrm>
        </p:spPr>
        <p:txBody>
          <a:bodyPr vert="horz" anchor="ctr"/>
          <a:lstStyle>
            <a:lvl1pPr>
              <a:lnSpc>
                <a:spcPct val="100000"/>
              </a:lnSpc>
              <a:defRPr sz="2800" b="0" cap="none" baseline="0">
                <a:solidFill>
                  <a:schemeClr val="bg1"/>
                </a:solidFill>
              </a:defRPr>
            </a:lvl1pPr>
          </a:lstStyle>
          <a:p>
            <a:pPr lvl="0"/>
            <a:r>
              <a:rPr lang="en-GB"/>
              <a:t>Click to add title</a:t>
            </a:r>
            <a:endParaRPr lang="en-GB" noProof="0"/>
          </a:p>
        </p:txBody>
      </p:sp>
      <p:sp>
        <p:nvSpPr>
          <p:cNvPr id="7" name="Text Placeholder 3">
            <a:extLst>
              <a:ext uri="{FF2B5EF4-FFF2-40B4-BE49-F238E27FC236}">
                <a16:creationId xmlns:a16="http://schemas.microsoft.com/office/drawing/2014/main" id="{7C5BE3D9-9B72-5D88-BCA8-0C1E2A0AEC38}"/>
              </a:ext>
            </a:extLst>
          </p:cNvPr>
          <p:cNvSpPr>
            <a:spLocks noGrp="1"/>
          </p:cNvSpPr>
          <p:nvPr>
            <p:ph type="body" sz="quarter" idx="16" hasCustomPrompt="1"/>
          </p:nvPr>
        </p:nvSpPr>
        <p:spPr bwMode="gray">
          <a:xfrm>
            <a:off x="647564" y="3101500"/>
            <a:ext cx="1453557" cy="1450470"/>
          </a:xfrm>
          <a:prstGeom prst="rect">
            <a:avLst/>
          </a:prstGeom>
        </p:spPr>
        <p:txBody>
          <a:bodyPr anchor="ctr" anchorCtr="0"/>
          <a:lstStyle>
            <a:lvl1pPr algn="l">
              <a:defRPr sz="8000" b="0">
                <a:solidFill>
                  <a:schemeClr val="bg1"/>
                </a:solidFill>
              </a:defRPr>
            </a:lvl1pPr>
            <a:lvl2pPr>
              <a:defRPr sz="8000">
                <a:solidFill>
                  <a:schemeClr val="bg1"/>
                </a:solidFill>
              </a:defRPr>
            </a:lvl2pPr>
            <a:lvl3pPr marL="0" indent="0">
              <a:buNone/>
              <a:defRPr sz="8000">
                <a:solidFill>
                  <a:schemeClr val="bg1"/>
                </a:solidFill>
              </a:defRPr>
            </a:lvl3pPr>
            <a:lvl4pPr marL="0" indent="0">
              <a:buNone/>
              <a:defRPr sz="8000">
                <a:solidFill>
                  <a:schemeClr val="bg1"/>
                </a:solidFill>
              </a:defRPr>
            </a:lvl4pPr>
            <a:lvl5pPr marL="0" indent="0">
              <a:buNone/>
              <a:defRPr sz="8000">
                <a:solidFill>
                  <a:schemeClr val="bg1"/>
                </a:solidFill>
              </a:defRPr>
            </a:lvl5pPr>
            <a:lvl6pPr>
              <a:defRPr sz="8000" b="0">
                <a:solidFill>
                  <a:schemeClr val="bg1"/>
                </a:solidFill>
              </a:defRPr>
            </a:lvl6pPr>
            <a:lvl7pPr>
              <a:defRPr sz="8000" b="0">
                <a:solidFill>
                  <a:schemeClr val="bg1"/>
                </a:solidFill>
              </a:defRPr>
            </a:lvl7pPr>
            <a:lvl8pPr>
              <a:defRPr sz="8000">
                <a:solidFill>
                  <a:schemeClr val="bg1"/>
                </a:solidFill>
              </a:defRPr>
            </a:lvl8pPr>
            <a:lvl9pPr>
              <a:defRPr sz="8000">
                <a:solidFill>
                  <a:schemeClr val="bg1"/>
                </a:solidFill>
              </a:defRPr>
            </a:lvl9pPr>
          </a:lstStyle>
          <a:p>
            <a:pPr lvl="0"/>
            <a:r>
              <a:rPr lang="de-DE"/>
              <a:t>XX</a:t>
            </a:r>
            <a:endParaRPr lang="en-US"/>
          </a:p>
        </p:txBody>
      </p:sp>
      <p:sp>
        <p:nvSpPr>
          <p:cNvPr id="17" name="Rechteck 6">
            <a:extLst>
              <a:ext uri="{FF2B5EF4-FFF2-40B4-BE49-F238E27FC236}">
                <a16:creationId xmlns:a16="http://schemas.microsoft.com/office/drawing/2014/main" id="{FCEDA8D9-B518-DD82-9BED-E4CBCC21D01C}"/>
              </a:ext>
            </a:extLst>
          </p:cNvPr>
          <p:cNvSpPr/>
          <p:nvPr/>
        </p:nvSpPr>
        <p:spPr bwMode="gray">
          <a:xfrm>
            <a:off x="0" y="0"/>
            <a:ext cx="9144000" cy="72000"/>
          </a:xfrm>
          <a:prstGeom prst="rect">
            <a:avLst/>
          </a:prstGeom>
          <a:solidFill>
            <a:srgbClr val="222C37">
              <a:lumMod val="90000"/>
              <a:lumOff val="10000"/>
            </a:srgbClr>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Tree>
    <p:extLst>
      <p:ext uri="{BB962C8B-B14F-4D97-AF65-F5344CB8AC3E}">
        <p14:creationId xmlns:p14="http://schemas.microsoft.com/office/powerpoint/2010/main" val="20063851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2439977890"/>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192" y="1192"/>
                        <a:ext cx="1190" cy="1190"/>
                      </a:xfrm>
                      <a:prstGeom prst="rect">
                        <a:avLst/>
                      </a:prstGeom>
                    </p:spPr>
                  </p:pic>
                </p:oleObj>
              </mc:Fallback>
            </mc:AlternateContent>
          </a:graphicData>
        </a:graphic>
      </p:graphicFrame>
      <p:pic>
        <p:nvPicPr>
          <p:cNvPr id="6" name="Picture 5" descr="A port with cranes and ships&#10;&#10;AI-generated content may be incorrect.">
            <a:extLst>
              <a:ext uri="{FF2B5EF4-FFF2-40B4-BE49-F238E27FC236}">
                <a16:creationId xmlns:a16="http://schemas.microsoft.com/office/drawing/2014/main" id="{E37F52F3-E5E5-1FD9-5F37-9AD12DC8F091}"/>
              </a:ext>
            </a:extLst>
          </p:cNvPr>
          <p:cNvPicPr>
            <a:picLocks noChangeAspect="1"/>
          </p:cNvPicPr>
          <p:nvPr/>
        </p:nvPicPr>
        <p:blipFill rotWithShape="1">
          <a:blip r:embed="rId5"/>
          <a:srcRect t="7813" b="7813"/>
          <a:stretch/>
        </p:blipFill>
        <p:spPr>
          <a:xfrm>
            <a:off x="0" y="0"/>
            <a:ext cx="9144000" cy="5143500"/>
          </a:xfrm>
          <a:prstGeom prst="rect">
            <a:avLst/>
          </a:prstGeom>
        </p:spPr>
      </p:pic>
      <p:sp>
        <p:nvSpPr>
          <p:cNvPr id="9" name="Rectangle 8">
            <a:extLst>
              <a:ext uri="{FF2B5EF4-FFF2-40B4-BE49-F238E27FC236}">
                <a16:creationId xmlns:a16="http://schemas.microsoft.com/office/drawing/2014/main" id="{1E6390CC-B535-EEF2-55F0-9DD04283E49E}"/>
              </a:ext>
            </a:extLst>
          </p:cNvPr>
          <p:cNvSpPr/>
          <p:nvPr/>
        </p:nvSpPr>
        <p:spPr bwMode="gray">
          <a:xfrm flipH="1">
            <a:off x="-1" y="0"/>
            <a:ext cx="9143998" cy="5143500"/>
          </a:xfrm>
          <a:prstGeom prst="rect">
            <a:avLst/>
          </a:prstGeom>
          <a:gradFill flip="none" rotWithShape="1">
            <a:gsLst>
              <a:gs pos="3000">
                <a:schemeClr val="accent5">
                  <a:alpha val="76000"/>
                </a:schemeClr>
              </a:gs>
              <a:gs pos="100000">
                <a:schemeClr val="accent5">
                  <a:alpha val="62000"/>
                </a:schemeClr>
              </a:gs>
            </a:gsLst>
            <a:lin ang="0" scaled="1"/>
            <a:tileRect/>
          </a:gradFill>
          <a:ln w="12700" cap="flat" cmpd="sng" algn="ctr">
            <a:noFill/>
            <a:prstDash val="solid"/>
            <a:miter lim="800000"/>
          </a:ln>
          <a:effectLst/>
        </p:spPr>
        <p:txBody>
          <a:bodyPr rtlCol="0" anchor="ctr"/>
          <a:lstStyle/>
          <a:p>
            <a:pPr algn="ctr" defTabSz="914355"/>
            <a:endParaRPr lang="en-US" kern="0" err="1">
              <a:solidFill>
                <a:prstClr val="white"/>
              </a:solidFill>
              <a:latin typeface="Calibri" panose="020F0502020204030204"/>
            </a:endParaRPr>
          </a:p>
        </p:txBody>
      </p:sp>
      <p:sp>
        <p:nvSpPr>
          <p:cNvPr id="12" name="Title 3">
            <a:extLst>
              <a:ext uri="{FF2B5EF4-FFF2-40B4-BE49-F238E27FC236}">
                <a16:creationId xmlns:a16="http://schemas.microsoft.com/office/drawing/2014/main" id="{6DE61E7A-68DC-4C53-A6C2-6F812F1F3DA8}"/>
              </a:ext>
            </a:extLst>
          </p:cNvPr>
          <p:cNvSpPr txBox="1">
            <a:spLocks/>
          </p:cNvSpPr>
          <p:nvPr/>
        </p:nvSpPr>
        <p:spPr bwMode="gray">
          <a:xfrm>
            <a:off x="323850" y="3480972"/>
            <a:ext cx="8496300" cy="677108"/>
          </a:xfrm>
          <a:prstGeom prst="rect">
            <a:avLst/>
          </a:prstGeom>
        </p:spPr>
        <p:txBody>
          <a:bodyPr vert="horz" wrap="square" lIns="0" tIns="0" rIns="0" bIns="0" rtlCol="0" anchor="ctr">
            <a:spAutoFit/>
          </a:bodyPr>
          <a:lstStyle>
            <a:lvl1pPr algn="ctr" defTabSz="1218682" rtl="0" eaLnBrk="1" latinLnBrk="0" hangingPunct="1">
              <a:spcBef>
                <a:spcPct val="0"/>
              </a:spcBef>
              <a:buNone/>
              <a:defRPr sz="3733" b="1" kern="1200" cap="none" baseline="0">
                <a:solidFill>
                  <a:schemeClr val="bg1"/>
                </a:solidFill>
                <a:latin typeface="+mj-lt"/>
                <a:ea typeface="+mj-ea"/>
                <a:cs typeface="+mj-cs"/>
              </a:defRPr>
            </a:lvl1pPr>
          </a:lstStyle>
          <a:p>
            <a:pPr marL="0" marR="0" lvl="0" indent="0" algn="ctr" defTabSz="914012" rtl="0" eaLnBrk="1" fontAlgn="auto" latinLnBrk="0" hangingPunct="1">
              <a:lnSpc>
                <a:spcPct val="100000"/>
              </a:lnSpc>
              <a:spcBef>
                <a:spcPct val="0"/>
              </a:spcBef>
              <a:spcAft>
                <a:spcPts val="0"/>
              </a:spcAft>
              <a:buClrTx/>
              <a:buSzTx/>
              <a:buFontTx/>
              <a:buNone/>
              <a:tabLst/>
              <a:defRPr/>
            </a:pPr>
            <a:r>
              <a:rPr kumimoji="0" lang="en-GB" sz="4400" b="1" i="0" u="none" strike="noStrike" kern="1200" cap="none" spc="0" normalizeH="0" baseline="0" noProof="0">
                <a:ln>
                  <a:noFill/>
                </a:ln>
                <a:solidFill>
                  <a:srgbClr val="FFFFFF"/>
                </a:solidFill>
                <a:effectLst/>
                <a:uLnTx/>
                <a:uFillTx/>
                <a:latin typeface="Helvetica Neue LT Pro" panose="020B0604020202020204" pitchFamily="34" charset="0"/>
                <a:ea typeface="+mn-ea"/>
                <a:cs typeface="+mn-cs"/>
              </a:rPr>
              <a:t>THANK YOU</a:t>
            </a:r>
          </a:p>
        </p:txBody>
      </p:sp>
      <p:pic>
        <p:nvPicPr>
          <p:cNvPr id="13" name="Grafik 2">
            <a:extLst>
              <a:ext uri="{FF2B5EF4-FFF2-40B4-BE49-F238E27FC236}">
                <a16:creationId xmlns:a16="http://schemas.microsoft.com/office/drawing/2014/main" id="{6A0209C6-004B-4DDC-9C57-09F1F4069DC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323850" y="268936"/>
            <a:ext cx="8496300" cy="440240"/>
          </a:xfrm>
          <a:prstGeom prst="rect">
            <a:avLst/>
          </a:prstGeom>
        </p:spPr>
      </p:pic>
    </p:spTree>
    <p:extLst>
      <p:ext uri="{BB962C8B-B14F-4D97-AF65-F5344CB8AC3E}">
        <p14:creationId xmlns:p14="http://schemas.microsoft.com/office/powerpoint/2010/main" val="36461208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1_End">
    <p:bg>
      <p:bgPr>
        <a:solidFill>
          <a:schemeClr val="accent5"/>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1752598215"/>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192" y="1192"/>
                        <a:ext cx="1190" cy="1190"/>
                      </a:xfrm>
                      <a:prstGeom prst="rect">
                        <a:avLst/>
                      </a:prstGeom>
                    </p:spPr>
                  </p:pic>
                </p:oleObj>
              </mc:Fallback>
            </mc:AlternateContent>
          </a:graphicData>
        </a:graphic>
      </p:graphicFrame>
      <p:pic>
        <p:nvPicPr>
          <p:cNvPr id="43" name="Picture 42" descr="A port with containers on the water&#10;&#10;AI-generated content may be incorrect.">
            <a:extLst>
              <a:ext uri="{FF2B5EF4-FFF2-40B4-BE49-F238E27FC236}">
                <a16:creationId xmlns:a16="http://schemas.microsoft.com/office/drawing/2014/main" id="{E502F8A6-05F9-0CCB-AF1B-ADF6F64DD6D8}"/>
              </a:ext>
            </a:extLst>
          </p:cNvPr>
          <p:cNvPicPr>
            <a:picLocks noChangeAspect="1"/>
          </p:cNvPicPr>
          <p:nvPr/>
        </p:nvPicPr>
        <p:blipFill rotWithShape="1">
          <a:blip r:embed="rId5"/>
          <a:srcRect t="9125" b="9125"/>
          <a:stretch/>
        </p:blipFill>
        <p:spPr>
          <a:xfrm>
            <a:off x="0" y="0"/>
            <a:ext cx="9144000" cy="5143500"/>
          </a:xfrm>
          <a:prstGeom prst="rect">
            <a:avLst/>
          </a:prstGeom>
        </p:spPr>
      </p:pic>
      <p:sp>
        <p:nvSpPr>
          <p:cNvPr id="3" name="Rectangle 2">
            <a:extLst>
              <a:ext uri="{FF2B5EF4-FFF2-40B4-BE49-F238E27FC236}">
                <a16:creationId xmlns:a16="http://schemas.microsoft.com/office/drawing/2014/main" id="{4F6E5740-8CCB-0BE1-C001-AF91B8DBFD9B}"/>
              </a:ext>
            </a:extLst>
          </p:cNvPr>
          <p:cNvSpPr/>
          <p:nvPr/>
        </p:nvSpPr>
        <p:spPr>
          <a:xfrm>
            <a:off x="0" y="-2282"/>
            <a:ext cx="9144000" cy="5143500"/>
          </a:xfrm>
          <a:prstGeom prst="rect">
            <a:avLst/>
          </a:prstGeom>
          <a:gradFill flip="none" rotWithShape="1">
            <a:gsLst>
              <a:gs pos="0">
                <a:schemeClr val="accent5">
                  <a:alpha val="0"/>
                </a:schemeClr>
              </a:gs>
              <a:gs pos="100000">
                <a:schemeClr val="accent5"/>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itle 3">
            <a:extLst>
              <a:ext uri="{FF2B5EF4-FFF2-40B4-BE49-F238E27FC236}">
                <a16:creationId xmlns:a16="http://schemas.microsoft.com/office/drawing/2014/main" id="{6DE61E7A-68DC-4C53-A6C2-6F812F1F3DA8}"/>
              </a:ext>
            </a:extLst>
          </p:cNvPr>
          <p:cNvSpPr txBox="1">
            <a:spLocks/>
          </p:cNvSpPr>
          <p:nvPr/>
        </p:nvSpPr>
        <p:spPr bwMode="gray">
          <a:xfrm>
            <a:off x="323850" y="3480972"/>
            <a:ext cx="4095750" cy="677108"/>
          </a:xfrm>
          <a:prstGeom prst="rect">
            <a:avLst/>
          </a:prstGeom>
        </p:spPr>
        <p:txBody>
          <a:bodyPr vert="horz" wrap="square" lIns="0" tIns="0" rIns="0" bIns="0" rtlCol="0" anchor="ctr">
            <a:spAutoFit/>
          </a:bodyPr>
          <a:lstStyle>
            <a:lvl1pPr algn="ctr" defTabSz="1218682" rtl="0" eaLnBrk="1" latinLnBrk="0" hangingPunct="1">
              <a:spcBef>
                <a:spcPct val="0"/>
              </a:spcBef>
              <a:buNone/>
              <a:defRPr sz="3733" b="1" kern="1200" cap="none" baseline="0">
                <a:solidFill>
                  <a:schemeClr val="bg1"/>
                </a:solidFill>
                <a:latin typeface="+mj-lt"/>
                <a:ea typeface="+mj-ea"/>
                <a:cs typeface="+mj-cs"/>
              </a:defRPr>
            </a:lvl1pPr>
          </a:lstStyle>
          <a:p>
            <a:pPr marL="0" marR="0" lvl="0" indent="0" algn="ctr" defTabSz="914012" rtl="0" eaLnBrk="1" fontAlgn="auto" latinLnBrk="0" hangingPunct="1">
              <a:lnSpc>
                <a:spcPct val="100000"/>
              </a:lnSpc>
              <a:spcBef>
                <a:spcPct val="0"/>
              </a:spcBef>
              <a:spcAft>
                <a:spcPts val="0"/>
              </a:spcAft>
              <a:buClrTx/>
              <a:buSzTx/>
              <a:buFontTx/>
              <a:buNone/>
              <a:tabLst/>
              <a:defRPr/>
            </a:pPr>
            <a:r>
              <a:rPr kumimoji="0" lang="en-GB" sz="4400" b="1" i="0" u="none" strike="noStrike" kern="1200" cap="none" spc="0" normalizeH="0" baseline="0" noProof="0">
                <a:ln>
                  <a:noFill/>
                </a:ln>
                <a:solidFill>
                  <a:srgbClr val="FFFFFF"/>
                </a:solidFill>
                <a:effectLst/>
                <a:uLnTx/>
                <a:uFillTx/>
                <a:latin typeface="Helvetica Neue LT Pro" panose="020B0604020202020204" pitchFamily="34" charset="0"/>
                <a:ea typeface="+mn-ea"/>
                <a:cs typeface="+mn-cs"/>
              </a:rPr>
              <a:t>THANK YOU</a:t>
            </a:r>
          </a:p>
        </p:txBody>
      </p:sp>
      <p:pic>
        <p:nvPicPr>
          <p:cNvPr id="38" name="Picture 37">
            <a:extLst>
              <a:ext uri="{FF2B5EF4-FFF2-40B4-BE49-F238E27FC236}">
                <a16:creationId xmlns:a16="http://schemas.microsoft.com/office/drawing/2014/main" id="{613360D3-C846-74C9-F2BC-3992117CD286}"/>
              </a:ext>
            </a:extLst>
          </p:cNvPr>
          <p:cNvPicPr>
            <a:picLocks noChangeAspect="1"/>
          </p:cNvPicPr>
          <p:nvPr/>
        </p:nvPicPr>
        <p:blipFill>
          <a:blip r:embed="rId6"/>
          <a:stretch>
            <a:fillRect/>
          </a:stretch>
        </p:blipFill>
        <p:spPr>
          <a:xfrm>
            <a:off x="261939" y="701501"/>
            <a:ext cx="3438524" cy="863950"/>
          </a:xfrm>
          <a:prstGeom prst="rect">
            <a:avLst/>
          </a:prstGeom>
        </p:spPr>
      </p:pic>
    </p:spTree>
    <p:extLst>
      <p:ext uri="{BB962C8B-B14F-4D97-AF65-F5344CB8AC3E}">
        <p14:creationId xmlns:p14="http://schemas.microsoft.com/office/powerpoint/2010/main" val="579122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F4204-19DD-5971-9B4B-5A28C9AB0D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45279C-48EA-AA86-A4EA-1A40972290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88458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pic>
        <p:nvPicPr>
          <p:cNvPr id="11" name="object 6">
            <a:extLst>
              <a:ext uri="{FF2B5EF4-FFF2-40B4-BE49-F238E27FC236}">
                <a16:creationId xmlns:a16="http://schemas.microsoft.com/office/drawing/2014/main" id="{178C59DB-FC03-BDC5-F710-CFDD8E7D8DD6}"/>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6123787" y="69312"/>
            <a:ext cx="3088385" cy="1624088"/>
          </a:xfrm>
          <a:prstGeom prst="rect">
            <a:avLst/>
          </a:prstGeom>
        </p:spPr>
      </p:pic>
      <p:sp>
        <p:nvSpPr>
          <p:cNvPr id="16" name="Marcador de texto 15">
            <a:extLst>
              <a:ext uri="{FF2B5EF4-FFF2-40B4-BE49-F238E27FC236}">
                <a16:creationId xmlns:a16="http://schemas.microsoft.com/office/drawing/2014/main" id="{0F6AA125-C2FA-9C26-0A5D-C3DD1F4657EB}"/>
              </a:ext>
            </a:extLst>
          </p:cNvPr>
          <p:cNvSpPr>
            <a:spLocks noGrp="1"/>
          </p:cNvSpPr>
          <p:nvPr>
            <p:ph type="body" sz="quarter" idx="10" hasCustomPrompt="1"/>
          </p:nvPr>
        </p:nvSpPr>
        <p:spPr>
          <a:xfrm>
            <a:off x="4987899" y="838960"/>
            <a:ext cx="3535141" cy="2263136"/>
          </a:xfrm>
        </p:spPr>
        <p:txBody>
          <a:bodyPr/>
          <a:lstStyle>
            <a:lvl1pPr marL="6065" marR="2310" indent="-578">
              <a:lnSpc>
                <a:spcPct val="121100"/>
              </a:lnSpc>
              <a:spcBef>
                <a:spcPts val="70"/>
              </a:spcBef>
              <a:defRPr sz="1092"/>
            </a:lvl1pPr>
          </a:lstStyle>
          <a:p>
            <a:pPr marL="13335" marR="5080" indent="-1270">
              <a:lnSpc>
                <a:spcPct val="121100"/>
              </a:lnSpc>
              <a:spcBef>
                <a:spcPts val="155"/>
              </a:spcBef>
            </a:pPr>
            <a:r>
              <a:rPr lang="es-CL" sz="819">
                <a:solidFill>
                  <a:srgbClr val="5E5E5E"/>
                </a:solidFill>
                <a:latin typeface="Verdana"/>
                <a:cs typeface="Verdana"/>
              </a:rPr>
              <a:t>At vero</a:t>
            </a:r>
            <a:r>
              <a:rPr lang="es-CL" sz="819" spc="5">
                <a:solidFill>
                  <a:srgbClr val="5E5E5E"/>
                </a:solidFill>
                <a:latin typeface="Verdana"/>
                <a:cs typeface="Verdana"/>
              </a:rPr>
              <a:t> </a:t>
            </a:r>
            <a:r>
              <a:rPr lang="es-CL" sz="819" err="1">
                <a:solidFill>
                  <a:srgbClr val="5E5E5E"/>
                </a:solidFill>
                <a:latin typeface="Verdana"/>
                <a:cs typeface="Verdana"/>
              </a:rPr>
              <a:t>eos</a:t>
            </a:r>
            <a:r>
              <a:rPr lang="es-CL" sz="819" spc="2">
                <a:solidFill>
                  <a:srgbClr val="5E5E5E"/>
                </a:solidFill>
                <a:latin typeface="Verdana"/>
                <a:cs typeface="Verdana"/>
              </a:rPr>
              <a:t> </a:t>
            </a:r>
            <a:r>
              <a:rPr lang="es-CL" sz="819">
                <a:solidFill>
                  <a:srgbClr val="5E5E5E"/>
                </a:solidFill>
                <a:latin typeface="Verdana"/>
                <a:cs typeface="Verdana"/>
              </a:rPr>
              <a:t>et</a:t>
            </a:r>
            <a:r>
              <a:rPr lang="es-CL" sz="819" spc="5">
                <a:solidFill>
                  <a:srgbClr val="5E5E5E"/>
                </a:solidFill>
                <a:latin typeface="Verdana"/>
                <a:cs typeface="Verdana"/>
              </a:rPr>
              <a:t> </a:t>
            </a:r>
            <a:r>
              <a:rPr lang="es-CL" sz="819" err="1">
                <a:solidFill>
                  <a:srgbClr val="5E5E5E"/>
                </a:solidFill>
                <a:latin typeface="Verdana"/>
                <a:cs typeface="Verdana"/>
              </a:rPr>
              <a:t>accusam</a:t>
            </a:r>
            <a:r>
              <a:rPr lang="es-CL" sz="819">
                <a:solidFill>
                  <a:srgbClr val="5E5E5E"/>
                </a:solidFill>
                <a:latin typeface="Verdana"/>
                <a:cs typeface="Verdana"/>
              </a:rPr>
              <a:t> et</a:t>
            </a:r>
            <a:r>
              <a:rPr lang="es-CL" sz="819" spc="7">
                <a:solidFill>
                  <a:srgbClr val="5E5E5E"/>
                </a:solidFill>
                <a:latin typeface="Verdana"/>
                <a:cs typeface="Verdana"/>
              </a:rPr>
              <a:t> </a:t>
            </a:r>
            <a:r>
              <a:rPr lang="es-CL" sz="819">
                <a:solidFill>
                  <a:srgbClr val="5E5E5E"/>
                </a:solidFill>
                <a:latin typeface="Verdana"/>
                <a:cs typeface="Verdana"/>
              </a:rPr>
              <a:t>justo</a:t>
            </a:r>
            <a:r>
              <a:rPr lang="es-CL" sz="819" spc="2">
                <a:solidFill>
                  <a:srgbClr val="5E5E5E"/>
                </a:solidFill>
                <a:latin typeface="Verdana"/>
                <a:cs typeface="Verdana"/>
              </a:rPr>
              <a:t> </a:t>
            </a:r>
            <a:r>
              <a:rPr lang="es-CL" sz="819" err="1">
                <a:solidFill>
                  <a:srgbClr val="5E5E5E"/>
                </a:solidFill>
                <a:latin typeface="Verdana"/>
                <a:cs typeface="Verdana"/>
              </a:rPr>
              <a:t>fosduo</a:t>
            </a:r>
            <a:r>
              <a:rPr lang="es-CL" sz="819">
                <a:solidFill>
                  <a:srgbClr val="5E5E5E"/>
                </a:solidFill>
                <a:latin typeface="Verdana"/>
                <a:cs typeface="Verdana"/>
              </a:rPr>
              <a:t> </a:t>
            </a:r>
            <a:r>
              <a:rPr lang="es-CL" sz="819" spc="-5">
                <a:solidFill>
                  <a:srgbClr val="5E5E5E"/>
                </a:solidFill>
                <a:latin typeface="Verdana"/>
                <a:cs typeface="Verdana"/>
              </a:rPr>
              <a:t>dolores </a:t>
            </a:r>
            <a:r>
              <a:rPr lang="es-CL" sz="819" err="1">
                <a:solidFill>
                  <a:srgbClr val="5E5E5E"/>
                </a:solidFill>
                <a:latin typeface="Verdana"/>
                <a:cs typeface="Verdana"/>
              </a:rPr>
              <a:t>wetoma</a:t>
            </a:r>
            <a:r>
              <a:rPr lang="es-CL" sz="819" spc="-2">
                <a:solidFill>
                  <a:srgbClr val="5E5E5E"/>
                </a:solidFill>
                <a:latin typeface="Verdana"/>
                <a:cs typeface="Verdana"/>
              </a:rPr>
              <a:t> </a:t>
            </a:r>
            <a:r>
              <a:rPr lang="es-CL" sz="819" err="1">
                <a:solidFill>
                  <a:srgbClr val="5E5E5E"/>
                </a:solidFill>
                <a:latin typeface="Verdana"/>
                <a:cs typeface="Verdana"/>
              </a:rPr>
              <a:t>jam</a:t>
            </a:r>
            <a:r>
              <a:rPr lang="es-CL" sz="819" spc="-2">
                <a:solidFill>
                  <a:srgbClr val="5E5E5E"/>
                </a:solidFill>
                <a:latin typeface="Verdana"/>
                <a:cs typeface="Verdana"/>
              </a:rPr>
              <a:t> </a:t>
            </a:r>
            <a:r>
              <a:rPr lang="es-CL" sz="819" err="1">
                <a:solidFill>
                  <a:srgbClr val="5E5E5E"/>
                </a:solidFill>
                <a:latin typeface="Verdana"/>
                <a:cs typeface="Verdana"/>
              </a:rPr>
              <a:t>rebum</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Stet</a:t>
            </a:r>
            <a:r>
              <a:rPr lang="es-CL" sz="819" spc="5">
                <a:solidFill>
                  <a:srgbClr val="5E5E5E"/>
                </a:solidFill>
                <a:latin typeface="Verdana"/>
                <a:cs typeface="Verdana"/>
              </a:rPr>
              <a:t> </a:t>
            </a:r>
            <a:r>
              <a:rPr lang="es-CL" sz="819" err="1">
                <a:solidFill>
                  <a:srgbClr val="5E5E5E"/>
                </a:solidFill>
                <a:latin typeface="Verdana"/>
                <a:cs typeface="Verdana"/>
              </a:rPr>
              <a:t>clita</a:t>
            </a:r>
            <a:r>
              <a:rPr lang="es-CL" sz="819" spc="2">
                <a:solidFill>
                  <a:srgbClr val="5E5E5E"/>
                </a:solidFill>
                <a:latin typeface="Verdana"/>
                <a:cs typeface="Verdana"/>
              </a:rPr>
              <a:t> </a:t>
            </a:r>
            <a:r>
              <a:rPr lang="es-CL" sz="819" spc="-5" err="1">
                <a:solidFill>
                  <a:srgbClr val="5E5E5E"/>
                </a:solidFill>
                <a:latin typeface="Verdana"/>
                <a:cs typeface="Verdana"/>
              </a:rPr>
              <a:t>kuasd</a:t>
            </a:r>
            <a:r>
              <a:rPr lang="es-CL" sz="819" spc="-5">
                <a:solidFill>
                  <a:srgbClr val="5E5E5E"/>
                </a:solidFill>
                <a:latin typeface="Verdana"/>
                <a:cs typeface="Verdana"/>
              </a:rPr>
              <a:t> </a:t>
            </a:r>
            <a:r>
              <a:rPr lang="es-CL" sz="819" err="1">
                <a:solidFill>
                  <a:srgbClr val="5E5E5E"/>
                </a:solidFill>
                <a:latin typeface="Verdana"/>
                <a:cs typeface="Verdana"/>
              </a:rPr>
              <a:t>gubergren</a:t>
            </a:r>
            <a:r>
              <a:rPr lang="es-CL" sz="819">
                <a:solidFill>
                  <a:srgbClr val="5E5E5E"/>
                </a:solidFill>
                <a:latin typeface="Verdana"/>
                <a:cs typeface="Verdana"/>
              </a:rPr>
              <a:t>, </a:t>
            </a:r>
            <a:r>
              <a:rPr lang="es-CL" sz="819" err="1">
                <a:solidFill>
                  <a:srgbClr val="5E5E5E"/>
                </a:solidFill>
                <a:latin typeface="Verdana"/>
                <a:cs typeface="Verdana"/>
              </a:rPr>
              <a:t>nosotra</a:t>
            </a:r>
            <a:r>
              <a:rPr lang="es-CL" sz="819" spc="2">
                <a:solidFill>
                  <a:srgbClr val="5E5E5E"/>
                </a:solidFill>
                <a:latin typeface="Verdana"/>
                <a:cs typeface="Verdana"/>
              </a:rPr>
              <a:t> </a:t>
            </a:r>
            <a:r>
              <a:rPr lang="es-CL" sz="819" err="1">
                <a:solidFill>
                  <a:srgbClr val="5E5E5E"/>
                </a:solidFill>
                <a:latin typeface="Verdana"/>
                <a:cs typeface="Verdana"/>
              </a:rPr>
              <a:t>seansa</a:t>
            </a:r>
            <a:r>
              <a:rPr lang="es-CL" sz="819" spc="2">
                <a:solidFill>
                  <a:srgbClr val="5E5E5E"/>
                </a:solidFill>
                <a:latin typeface="Verdana"/>
                <a:cs typeface="Verdana"/>
              </a:rPr>
              <a:t> </a:t>
            </a:r>
            <a:r>
              <a:rPr lang="es-CL" sz="819" err="1">
                <a:solidFill>
                  <a:srgbClr val="5E5E5E"/>
                </a:solidFill>
                <a:latin typeface="Verdana"/>
                <a:cs typeface="Verdana"/>
              </a:rPr>
              <a:t>takimata</a:t>
            </a:r>
            <a:r>
              <a:rPr lang="es-CL" sz="819" spc="2">
                <a:solidFill>
                  <a:srgbClr val="5E5E5E"/>
                </a:solidFill>
                <a:latin typeface="Verdana"/>
                <a:cs typeface="Verdana"/>
              </a:rPr>
              <a:t> </a:t>
            </a:r>
            <a:r>
              <a:rPr lang="es-CL" sz="819" spc="-5">
                <a:solidFill>
                  <a:srgbClr val="5E5E5E"/>
                </a:solidFill>
                <a:latin typeface="Verdana"/>
                <a:cs typeface="Verdana"/>
              </a:rPr>
              <a:t>sanctus </a:t>
            </a:r>
            <a:r>
              <a:rPr lang="es-CL" sz="819" err="1">
                <a:solidFill>
                  <a:srgbClr val="5E5E5E"/>
                </a:solidFill>
                <a:latin typeface="Verdana"/>
                <a:cs typeface="Verdana"/>
              </a:rPr>
              <a:t>est</a:t>
            </a:r>
            <a:r>
              <a:rPr lang="es-CL" sz="819">
                <a:solidFill>
                  <a:srgbClr val="5E5E5E"/>
                </a:solidFill>
                <a:latin typeface="Verdana"/>
                <a:cs typeface="Verdana"/>
              </a:rPr>
              <a:t> </a:t>
            </a:r>
            <a:r>
              <a:rPr lang="es-CL" sz="819" err="1">
                <a:solidFill>
                  <a:srgbClr val="5E5E5E"/>
                </a:solidFill>
                <a:latin typeface="Verdana"/>
                <a:cs typeface="Verdana"/>
              </a:rPr>
              <a:t>Lorem</a:t>
            </a:r>
            <a:r>
              <a:rPr lang="es-CL" sz="819" spc="2">
                <a:solidFill>
                  <a:srgbClr val="5E5E5E"/>
                </a:solidFill>
                <a:latin typeface="Verdana"/>
                <a:cs typeface="Verdana"/>
              </a:rPr>
              <a:t> </a:t>
            </a:r>
            <a:r>
              <a:rPr lang="es-CL" sz="819" err="1">
                <a:solidFill>
                  <a:srgbClr val="5E5E5E"/>
                </a:solidFill>
                <a:latin typeface="Verdana"/>
                <a:cs typeface="Verdana"/>
              </a:rPr>
              <a:t>ipsum</a:t>
            </a:r>
            <a:r>
              <a:rPr lang="es-CL" sz="819" spc="2">
                <a:solidFill>
                  <a:srgbClr val="5E5E5E"/>
                </a:solidFill>
                <a:latin typeface="Verdana"/>
                <a:cs typeface="Verdana"/>
              </a:rPr>
              <a:t> </a:t>
            </a:r>
            <a:r>
              <a:rPr lang="es-CL" sz="819">
                <a:solidFill>
                  <a:srgbClr val="5E5E5E"/>
                </a:solidFill>
                <a:latin typeface="Verdana"/>
                <a:cs typeface="Verdana"/>
              </a:rPr>
              <a:t>dolor</a:t>
            </a:r>
            <a:r>
              <a:rPr lang="es-CL" sz="819" spc="2">
                <a:solidFill>
                  <a:srgbClr val="5E5E5E"/>
                </a:solidFill>
                <a:latin typeface="Verdana"/>
                <a:cs typeface="Verdana"/>
              </a:rPr>
              <a:t> </a:t>
            </a:r>
            <a:r>
              <a:rPr lang="es-CL" sz="819" err="1">
                <a:solidFill>
                  <a:srgbClr val="5E5E5E"/>
                </a:solidFill>
                <a:latin typeface="Verdana"/>
                <a:cs typeface="Verdana"/>
              </a:rPr>
              <a:t>sit</a:t>
            </a:r>
            <a:r>
              <a:rPr lang="es-CL" sz="819" spc="2">
                <a:solidFill>
                  <a:srgbClr val="5E5E5E"/>
                </a:solidFill>
                <a:latin typeface="Verdana"/>
                <a:cs typeface="Verdana"/>
              </a:rPr>
              <a:t> </a:t>
            </a:r>
            <a:r>
              <a:rPr lang="es-CL" sz="819" err="1">
                <a:solidFill>
                  <a:srgbClr val="5E5E5E"/>
                </a:solidFill>
                <a:latin typeface="Verdana"/>
                <a:cs typeface="Verdana"/>
              </a:rPr>
              <a:t>amet</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Lorem</a:t>
            </a:r>
            <a:r>
              <a:rPr lang="es-CL" sz="819">
                <a:solidFill>
                  <a:srgbClr val="5E5E5E"/>
                </a:solidFill>
                <a:latin typeface="Verdana"/>
                <a:cs typeface="Verdana"/>
              </a:rPr>
              <a:t> </a:t>
            </a:r>
            <a:r>
              <a:rPr lang="es-CL" sz="819" spc="-11">
                <a:solidFill>
                  <a:srgbClr val="5E5E5E"/>
                </a:solidFill>
                <a:latin typeface="Verdana"/>
                <a:cs typeface="Verdana"/>
              </a:rPr>
              <a:t>eso </a:t>
            </a:r>
            <a:r>
              <a:rPr lang="es-CL" sz="819" err="1">
                <a:solidFill>
                  <a:srgbClr val="5E5E5E"/>
                </a:solidFill>
                <a:latin typeface="Verdana"/>
                <a:cs typeface="Verdana"/>
              </a:rPr>
              <a:t>ipsum</a:t>
            </a:r>
            <a:r>
              <a:rPr lang="es-CL" sz="819" spc="-7">
                <a:solidFill>
                  <a:srgbClr val="5E5E5E"/>
                </a:solidFill>
                <a:latin typeface="Verdana"/>
                <a:cs typeface="Verdana"/>
              </a:rPr>
              <a:t> </a:t>
            </a:r>
            <a:r>
              <a:rPr lang="es-CL" sz="819">
                <a:solidFill>
                  <a:srgbClr val="5E5E5E"/>
                </a:solidFill>
                <a:latin typeface="Verdana"/>
                <a:cs typeface="Verdana"/>
              </a:rPr>
              <a:t>dolor</a:t>
            </a:r>
            <a:r>
              <a:rPr lang="es-CL" sz="819" spc="5">
                <a:solidFill>
                  <a:srgbClr val="5E5E5E"/>
                </a:solidFill>
                <a:latin typeface="Verdana"/>
                <a:cs typeface="Verdana"/>
              </a:rPr>
              <a:t> </a:t>
            </a:r>
            <a:r>
              <a:rPr lang="es-CL" sz="819" err="1">
                <a:solidFill>
                  <a:srgbClr val="5E5E5E"/>
                </a:solidFill>
                <a:latin typeface="Verdana"/>
                <a:cs typeface="Verdana"/>
              </a:rPr>
              <a:t>sit</a:t>
            </a:r>
            <a:r>
              <a:rPr lang="es-CL" sz="819" spc="2">
                <a:solidFill>
                  <a:srgbClr val="5E5E5E"/>
                </a:solidFill>
                <a:latin typeface="Verdana"/>
                <a:cs typeface="Verdana"/>
              </a:rPr>
              <a:t> </a:t>
            </a:r>
            <a:r>
              <a:rPr lang="es-CL" sz="819" err="1">
                <a:solidFill>
                  <a:srgbClr val="5E5E5E"/>
                </a:solidFill>
                <a:latin typeface="Verdana"/>
                <a:cs typeface="Verdana"/>
              </a:rPr>
              <a:t>amet</a:t>
            </a:r>
            <a:r>
              <a:rPr lang="es-CL" sz="819">
                <a:solidFill>
                  <a:srgbClr val="5E5E5E"/>
                </a:solidFill>
                <a:latin typeface="Verdana"/>
                <a:cs typeface="Verdana"/>
              </a:rPr>
              <a:t>, </a:t>
            </a:r>
            <a:r>
              <a:rPr lang="es-CL" sz="819" err="1">
                <a:solidFill>
                  <a:srgbClr val="5E5E5E"/>
                </a:solidFill>
                <a:latin typeface="Verdana"/>
                <a:cs typeface="Verdana"/>
              </a:rPr>
              <a:t>deras</a:t>
            </a:r>
            <a:r>
              <a:rPr lang="es-CL" sz="819" spc="2">
                <a:solidFill>
                  <a:srgbClr val="5E5E5E"/>
                </a:solidFill>
                <a:latin typeface="Verdana"/>
                <a:cs typeface="Verdana"/>
              </a:rPr>
              <a:t> </a:t>
            </a:r>
            <a:r>
              <a:rPr lang="es-CL" sz="819" spc="-5" err="1">
                <a:solidFill>
                  <a:srgbClr val="5E5E5E"/>
                </a:solidFill>
                <a:latin typeface="Verdana"/>
                <a:cs typeface="Verdana"/>
              </a:rPr>
              <a:t>consetetur</a:t>
            </a:r>
            <a:r>
              <a:rPr lang="es-CL" sz="819" spc="-5">
                <a:solidFill>
                  <a:srgbClr val="5E5E5E"/>
                </a:solidFill>
                <a:latin typeface="Verdana"/>
                <a:cs typeface="Verdana"/>
              </a:rPr>
              <a:t> </a:t>
            </a:r>
            <a:r>
              <a:rPr lang="es-CL" sz="819" err="1">
                <a:solidFill>
                  <a:srgbClr val="5E5E5E"/>
                </a:solidFill>
                <a:latin typeface="Verdana"/>
                <a:cs typeface="Verdana"/>
              </a:rPr>
              <a:t>sadipscing</a:t>
            </a:r>
            <a:r>
              <a:rPr lang="es-CL" sz="819" spc="-2">
                <a:solidFill>
                  <a:srgbClr val="5E5E5E"/>
                </a:solidFill>
                <a:latin typeface="Verdana"/>
                <a:cs typeface="Verdana"/>
              </a:rPr>
              <a:t> </a:t>
            </a:r>
            <a:r>
              <a:rPr lang="es-CL" sz="819">
                <a:solidFill>
                  <a:srgbClr val="5E5E5E"/>
                </a:solidFill>
                <a:latin typeface="Verdana"/>
                <a:cs typeface="Verdana"/>
              </a:rPr>
              <a:t>idas</a:t>
            </a:r>
            <a:r>
              <a:rPr lang="es-CL" sz="819" spc="2">
                <a:solidFill>
                  <a:srgbClr val="5E5E5E"/>
                </a:solidFill>
                <a:latin typeface="Verdana"/>
                <a:cs typeface="Verdana"/>
              </a:rPr>
              <a:t> </a:t>
            </a:r>
            <a:r>
              <a:rPr lang="es-CL" sz="819">
                <a:solidFill>
                  <a:srgbClr val="5E5E5E"/>
                </a:solidFill>
                <a:latin typeface="Verdana"/>
                <a:cs typeface="Verdana"/>
              </a:rPr>
              <a:t>brotas</a:t>
            </a:r>
            <a:r>
              <a:rPr lang="es-CL" sz="819" spc="2">
                <a:solidFill>
                  <a:srgbClr val="5E5E5E"/>
                </a:solidFill>
                <a:latin typeface="Verdana"/>
                <a:cs typeface="Verdana"/>
              </a:rPr>
              <a:t> </a:t>
            </a:r>
            <a:r>
              <a:rPr lang="es-CL" sz="819" err="1">
                <a:solidFill>
                  <a:srgbClr val="5E5E5E"/>
                </a:solidFill>
                <a:latin typeface="Verdana"/>
                <a:cs typeface="Verdana"/>
              </a:rPr>
              <a:t>geras</a:t>
            </a:r>
            <a:r>
              <a:rPr lang="es-CL" sz="819" spc="2">
                <a:solidFill>
                  <a:srgbClr val="5E5E5E"/>
                </a:solidFill>
                <a:latin typeface="Verdana"/>
                <a:cs typeface="Verdana"/>
              </a:rPr>
              <a:t> </a:t>
            </a:r>
            <a:r>
              <a:rPr lang="es-CL" sz="819" spc="-5" err="1">
                <a:solidFill>
                  <a:srgbClr val="5E5E5E"/>
                </a:solidFill>
                <a:latin typeface="Verdana"/>
                <a:cs typeface="Verdana"/>
              </a:rPr>
              <a:t>elitromas</a:t>
            </a:r>
            <a:r>
              <a:rPr lang="es-CL" sz="819" spc="-5">
                <a:solidFill>
                  <a:srgbClr val="5E5E5E"/>
                </a:solidFill>
                <a:latin typeface="Verdana"/>
                <a:cs typeface="Verdana"/>
              </a:rPr>
              <a:t>.</a:t>
            </a:r>
          </a:p>
          <a:p>
            <a:pPr marL="13335" marR="5080" indent="-1270">
              <a:lnSpc>
                <a:spcPct val="121100"/>
              </a:lnSpc>
              <a:spcBef>
                <a:spcPts val="155"/>
              </a:spcBef>
            </a:pPr>
            <a:endParaRPr lang="es-CL" sz="819" spc="-5">
              <a:solidFill>
                <a:srgbClr val="5E5E5E"/>
              </a:solidFill>
              <a:latin typeface="Verdana"/>
              <a:cs typeface="Verdana"/>
            </a:endParaRPr>
          </a:p>
          <a:p>
            <a:pPr marL="12700" marR="168275" indent="3810">
              <a:lnSpc>
                <a:spcPct val="120800"/>
              </a:lnSpc>
              <a:spcBef>
                <a:spcPts val="85"/>
              </a:spcBef>
            </a:pPr>
            <a:r>
              <a:rPr lang="es-CL" sz="819">
                <a:solidFill>
                  <a:srgbClr val="5E5E5E"/>
                </a:solidFill>
                <a:latin typeface="Verdana"/>
                <a:cs typeface="Verdana"/>
              </a:rPr>
              <a:t>Sed </a:t>
            </a:r>
            <a:r>
              <a:rPr lang="es-CL" sz="819" err="1">
                <a:solidFill>
                  <a:srgbClr val="5E5E5E"/>
                </a:solidFill>
                <a:latin typeface="Verdana"/>
                <a:cs typeface="Verdana"/>
              </a:rPr>
              <a:t>diam</a:t>
            </a:r>
            <a:r>
              <a:rPr lang="es-CL" sz="819" spc="-2">
                <a:solidFill>
                  <a:srgbClr val="5E5E5E"/>
                </a:solidFill>
                <a:latin typeface="Verdana"/>
                <a:cs typeface="Verdana"/>
              </a:rPr>
              <a:t> </a:t>
            </a:r>
            <a:r>
              <a:rPr lang="es-CL" sz="819">
                <a:solidFill>
                  <a:srgbClr val="5E5E5E"/>
                </a:solidFill>
                <a:latin typeface="Verdana"/>
                <a:cs typeface="Verdana"/>
              </a:rPr>
              <a:t>nie</a:t>
            </a:r>
            <a:r>
              <a:rPr lang="es-CL" sz="819" spc="2">
                <a:solidFill>
                  <a:srgbClr val="5E5E5E"/>
                </a:solidFill>
                <a:latin typeface="Verdana"/>
                <a:cs typeface="Verdana"/>
              </a:rPr>
              <a:t> </a:t>
            </a:r>
            <a:r>
              <a:rPr lang="es-CL" sz="819" err="1">
                <a:solidFill>
                  <a:srgbClr val="5E5E5E"/>
                </a:solidFill>
                <a:latin typeface="Verdana"/>
                <a:cs typeface="Verdana"/>
              </a:rPr>
              <a:t>nonumy</a:t>
            </a:r>
            <a:r>
              <a:rPr lang="es-CL" sz="819" spc="-2">
                <a:solidFill>
                  <a:srgbClr val="5E5E5E"/>
                </a:solidFill>
                <a:latin typeface="Verdana"/>
                <a:cs typeface="Verdana"/>
              </a:rPr>
              <a:t> </a:t>
            </a:r>
            <a:r>
              <a:rPr lang="es-CL" sz="819" err="1">
                <a:solidFill>
                  <a:srgbClr val="5E5E5E"/>
                </a:solidFill>
                <a:latin typeface="Verdana"/>
                <a:cs typeface="Verdana"/>
              </a:rPr>
              <a:t>eirmod</a:t>
            </a:r>
            <a:r>
              <a:rPr lang="es-CL" sz="819" spc="-2">
                <a:solidFill>
                  <a:srgbClr val="5E5E5E"/>
                </a:solidFill>
                <a:latin typeface="Verdana"/>
                <a:cs typeface="Verdana"/>
              </a:rPr>
              <a:t> </a:t>
            </a:r>
            <a:r>
              <a:rPr lang="es-CL" sz="819" err="1">
                <a:solidFill>
                  <a:srgbClr val="5E5E5E"/>
                </a:solidFill>
                <a:latin typeface="Verdana"/>
                <a:cs typeface="Verdana"/>
              </a:rPr>
              <a:t>tempor</a:t>
            </a:r>
            <a:r>
              <a:rPr lang="es-CL" sz="819" spc="2">
                <a:solidFill>
                  <a:srgbClr val="5E5E5E"/>
                </a:solidFill>
                <a:latin typeface="Verdana"/>
                <a:cs typeface="Verdana"/>
              </a:rPr>
              <a:t> </a:t>
            </a:r>
            <a:r>
              <a:rPr lang="es-CL" sz="819" spc="-5" err="1">
                <a:solidFill>
                  <a:srgbClr val="5E5E5E"/>
                </a:solidFill>
                <a:latin typeface="Verdana"/>
                <a:cs typeface="Verdana"/>
              </a:rPr>
              <a:t>invidunt</a:t>
            </a:r>
            <a:r>
              <a:rPr lang="es-CL" sz="819" spc="-5">
                <a:solidFill>
                  <a:srgbClr val="5E5E5E"/>
                </a:solidFill>
                <a:latin typeface="Verdana"/>
                <a:cs typeface="Verdana"/>
              </a:rPr>
              <a:t> </a:t>
            </a:r>
            <a:r>
              <a:rPr lang="es-CL" sz="819">
                <a:solidFill>
                  <a:srgbClr val="5E5E5E"/>
                </a:solidFill>
                <a:latin typeface="Verdana"/>
                <a:cs typeface="Verdana"/>
              </a:rPr>
              <a:t>ut</a:t>
            </a:r>
            <a:r>
              <a:rPr lang="es-CL" sz="819" spc="2">
                <a:solidFill>
                  <a:srgbClr val="5E5E5E"/>
                </a:solidFill>
                <a:latin typeface="Verdana"/>
                <a:cs typeface="Verdana"/>
              </a:rPr>
              <a:t> </a:t>
            </a:r>
            <a:r>
              <a:rPr lang="es-CL" sz="819">
                <a:solidFill>
                  <a:srgbClr val="5E5E5E"/>
                </a:solidFill>
                <a:latin typeface="Verdana"/>
                <a:cs typeface="Verdana"/>
              </a:rPr>
              <a:t>labore </a:t>
            </a:r>
            <a:r>
              <a:rPr lang="es-CL" sz="819" err="1">
                <a:solidFill>
                  <a:srgbClr val="5E5E5E"/>
                </a:solidFill>
                <a:latin typeface="Verdana"/>
                <a:cs typeface="Verdana"/>
              </a:rPr>
              <a:t>eto</a:t>
            </a:r>
            <a:r>
              <a:rPr lang="es-CL" sz="819" spc="2">
                <a:solidFill>
                  <a:srgbClr val="5E5E5E"/>
                </a:solidFill>
                <a:latin typeface="Verdana"/>
                <a:cs typeface="Verdana"/>
              </a:rPr>
              <a:t> </a:t>
            </a:r>
            <a:r>
              <a:rPr lang="es-CL" sz="819" err="1">
                <a:solidFill>
                  <a:srgbClr val="5E5E5E"/>
                </a:solidFill>
                <a:latin typeface="Verdana"/>
                <a:cs typeface="Verdana"/>
              </a:rPr>
              <a:t>dolore</a:t>
            </a:r>
            <a:r>
              <a:rPr lang="es-CL" sz="819" spc="2">
                <a:solidFill>
                  <a:srgbClr val="5E5E5E"/>
                </a:solidFill>
                <a:latin typeface="Verdana"/>
                <a:cs typeface="Verdana"/>
              </a:rPr>
              <a:t> </a:t>
            </a:r>
            <a:r>
              <a:rPr lang="es-CL" sz="819">
                <a:solidFill>
                  <a:srgbClr val="5E5E5E"/>
                </a:solidFill>
                <a:latin typeface="Verdana"/>
                <a:cs typeface="Verdana"/>
              </a:rPr>
              <a:t>magna</a:t>
            </a:r>
            <a:r>
              <a:rPr lang="es-CL" sz="819" spc="5">
                <a:solidFill>
                  <a:srgbClr val="5E5E5E"/>
                </a:solidFill>
                <a:latin typeface="Verdana"/>
                <a:cs typeface="Verdana"/>
              </a:rPr>
              <a:t> </a:t>
            </a:r>
            <a:r>
              <a:rPr lang="es-CL" sz="819" err="1">
                <a:solidFill>
                  <a:srgbClr val="5E5E5E"/>
                </a:solidFill>
                <a:latin typeface="Verdana"/>
                <a:cs typeface="Verdana"/>
              </a:rPr>
              <a:t>aliquyam</a:t>
            </a:r>
            <a:r>
              <a:rPr lang="es-CL" sz="819">
                <a:solidFill>
                  <a:srgbClr val="5E5E5E"/>
                </a:solidFill>
                <a:latin typeface="Verdana"/>
                <a:cs typeface="Verdana"/>
              </a:rPr>
              <a:t> </a:t>
            </a:r>
            <a:r>
              <a:rPr lang="es-CL" sz="819" spc="-9" err="1">
                <a:solidFill>
                  <a:srgbClr val="5E5E5E"/>
                </a:solidFill>
                <a:latin typeface="Verdana"/>
                <a:cs typeface="Verdana"/>
              </a:rPr>
              <a:t>erat</a:t>
            </a:r>
            <a:r>
              <a:rPr lang="es-CL" sz="819" spc="-9">
                <a:solidFill>
                  <a:srgbClr val="5E5E5E"/>
                </a:solidFill>
                <a:latin typeface="Verdana"/>
                <a:cs typeface="Verdana"/>
              </a:rPr>
              <a:t> </a:t>
            </a:r>
            <a:r>
              <a:rPr lang="es-CL" sz="819">
                <a:solidFill>
                  <a:srgbClr val="5E5E5E"/>
                </a:solidFill>
                <a:latin typeface="Verdana"/>
                <a:cs typeface="Verdana"/>
              </a:rPr>
              <a:t>desando</a:t>
            </a:r>
            <a:r>
              <a:rPr lang="es-CL" sz="819" spc="-2">
                <a:solidFill>
                  <a:srgbClr val="5E5E5E"/>
                </a:solidFill>
                <a:latin typeface="Verdana"/>
                <a:cs typeface="Verdana"/>
              </a:rPr>
              <a:t> </a:t>
            </a:r>
            <a:r>
              <a:rPr lang="es-CL" sz="819" spc="-5" err="1">
                <a:solidFill>
                  <a:srgbClr val="5E5E5E"/>
                </a:solidFill>
                <a:latin typeface="Verdana"/>
                <a:cs typeface="Verdana"/>
              </a:rPr>
              <a:t>greadon</a:t>
            </a:r>
            <a:r>
              <a:rPr lang="es-CL" sz="819" spc="-5">
                <a:solidFill>
                  <a:srgbClr val="5E5E5E"/>
                </a:solidFill>
                <a:latin typeface="Verdana"/>
                <a:cs typeface="Verdana"/>
              </a:rPr>
              <a:t>.</a:t>
            </a:r>
            <a:endParaRPr lang="es-CL" sz="819">
              <a:latin typeface="Verdana"/>
              <a:cs typeface="Verdana"/>
            </a:endParaRPr>
          </a:p>
          <a:p>
            <a:pPr>
              <a:lnSpc>
                <a:spcPct val="100000"/>
              </a:lnSpc>
            </a:pPr>
            <a:endParaRPr lang="es-CL" sz="910">
              <a:latin typeface="Verdana"/>
              <a:cs typeface="Verdana"/>
            </a:endParaRPr>
          </a:p>
          <a:p>
            <a:pPr marL="12700" marR="5080" indent="-635">
              <a:lnSpc>
                <a:spcPct val="121600"/>
              </a:lnSpc>
              <a:spcBef>
                <a:spcPts val="2080"/>
              </a:spcBef>
            </a:pPr>
            <a:r>
              <a:rPr lang="es-CL" sz="819" err="1">
                <a:solidFill>
                  <a:srgbClr val="5E5E5E"/>
                </a:solidFill>
                <a:latin typeface="Verdana"/>
                <a:cs typeface="Verdana"/>
              </a:rPr>
              <a:t>Deot</a:t>
            </a:r>
            <a:r>
              <a:rPr lang="es-CL" sz="819">
                <a:solidFill>
                  <a:srgbClr val="5E5E5E"/>
                </a:solidFill>
                <a:latin typeface="Verdana"/>
                <a:cs typeface="Verdana"/>
              </a:rPr>
              <a:t> </a:t>
            </a:r>
            <a:r>
              <a:rPr lang="es-CL" sz="819" err="1">
                <a:solidFill>
                  <a:srgbClr val="5E5E5E"/>
                </a:solidFill>
                <a:latin typeface="Verdana"/>
                <a:cs typeface="Verdana"/>
              </a:rPr>
              <a:t>clita</a:t>
            </a:r>
            <a:r>
              <a:rPr lang="es-CL" sz="819" spc="2">
                <a:solidFill>
                  <a:srgbClr val="5E5E5E"/>
                </a:solidFill>
                <a:latin typeface="Verdana"/>
                <a:cs typeface="Verdana"/>
              </a:rPr>
              <a:t> </a:t>
            </a:r>
            <a:r>
              <a:rPr lang="es-CL" sz="819" err="1">
                <a:solidFill>
                  <a:srgbClr val="5E5E5E"/>
                </a:solidFill>
                <a:latin typeface="Verdana"/>
                <a:cs typeface="Verdana"/>
              </a:rPr>
              <a:t>kuasd</a:t>
            </a:r>
            <a:r>
              <a:rPr lang="es-CL" sz="819" spc="5">
                <a:solidFill>
                  <a:srgbClr val="5E5E5E"/>
                </a:solidFill>
                <a:latin typeface="Verdana"/>
                <a:cs typeface="Verdana"/>
              </a:rPr>
              <a:t> </a:t>
            </a:r>
            <a:r>
              <a:rPr lang="es-CL" sz="819" err="1">
                <a:solidFill>
                  <a:srgbClr val="5E5E5E"/>
                </a:solidFill>
                <a:latin typeface="Verdana"/>
                <a:cs typeface="Verdana"/>
              </a:rPr>
              <a:t>gubergren</a:t>
            </a:r>
            <a:r>
              <a:rPr lang="es-CL" sz="819">
                <a:solidFill>
                  <a:srgbClr val="5E5E5E"/>
                </a:solidFill>
                <a:latin typeface="Verdana"/>
                <a:cs typeface="Verdana"/>
              </a:rPr>
              <a:t>, </a:t>
            </a:r>
            <a:r>
              <a:rPr lang="es-CL" sz="819" err="1">
                <a:solidFill>
                  <a:srgbClr val="5E5E5E"/>
                </a:solidFill>
                <a:latin typeface="Verdana"/>
                <a:cs typeface="Verdana"/>
              </a:rPr>
              <a:t>nosotra</a:t>
            </a:r>
            <a:r>
              <a:rPr lang="es-CL" sz="819" spc="5">
                <a:solidFill>
                  <a:srgbClr val="5E5E5E"/>
                </a:solidFill>
                <a:latin typeface="Verdana"/>
                <a:cs typeface="Verdana"/>
              </a:rPr>
              <a:t> </a:t>
            </a:r>
            <a:r>
              <a:rPr lang="es-CL" sz="819">
                <a:solidFill>
                  <a:srgbClr val="5E5E5E"/>
                </a:solidFill>
                <a:latin typeface="Verdana"/>
                <a:cs typeface="Verdana"/>
              </a:rPr>
              <a:t>sea</a:t>
            </a:r>
            <a:r>
              <a:rPr lang="es-CL" sz="819" spc="2">
                <a:solidFill>
                  <a:srgbClr val="5E5E5E"/>
                </a:solidFill>
                <a:latin typeface="Verdana"/>
                <a:cs typeface="Verdana"/>
              </a:rPr>
              <a:t> </a:t>
            </a:r>
            <a:r>
              <a:rPr lang="es-CL" sz="819" spc="-5" err="1">
                <a:solidFill>
                  <a:srgbClr val="5E5E5E"/>
                </a:solidFill>
                <a:latin typeface="Verdana"/>
                <a:cs typeface="Verdana"/>
              </a:rPr>
              <a:t>fronds</a:t>
            </a:r>
            <a:r>
              <a:rPr lang="es-CL" sz="819" spc="-5">
                <a:solidFill>
                  <a:srgbClr val="5E5E5E"/>
                </a:solidFill>
                <a:latin typeface="Verdana"/>
                <a:cs typeface="Verdana"/>
              </a:rPr>
              <a:t> </a:t>
            </a:r>
            <a:r>
              <a:rPr lang="es-CL" sz="819" err="1">
                <a:solidFill>
                  <a:srgbClr val="5E5E5E"/>
                </a:solidFill>
                <a:latin typeface="Verdana"/>
                <a:cs typeface="Verdana"/>
              </a:rPr>
              <a:t>takimata</a:t>
            </a:r>
            <a:r>
              <a:rPr lang="es-CL" sz="819" spc="-2">
                <a:solidFill>
                  <a:srgbClr val="5E5E5E"/>
                </a:solidFill>
                <a:latin typeface="Verdana"/>
                <a:cs typeface="Verdana"/>
              </a:rPr>
              <a:t> </a:t>
            </a:r>
            <a:r>
              <a:rPr lang="es-CL" sz="819">
                <a:solidFill>
                  <a:srgbClr val="5E5E5E"/>
                </a:solidFill>
                <a:latin typeface="Verdana"/>
                <a:cs typeface="Verdana"/>
              </a:rPr>
              <a:t>sanctus</a:t>
            </a:r>
            <a:r>
              <a:rPr lang="es-CL" sz="819" spc="2">
                <a:solidFill>
                  <a:srgbClr val="5E5E5E"/>
                </a:solidFill>
                <a:latin typeface="Verdana"/>
                <a:cs typeface="Verdana"/>
              </a:rPr>
              <a:t> </a:t>
            </a:r>
            <a:r>
              <a:rPr lang="es-CL" sz="819" err="1">
                <a:solidFill>
                  <a:srgbClr val="5E5E5E"/>
                </a:solidFill>
                <a:latin typeface="Verdana"/>
                <a:cs typeface="Verdana"/>
              </a:rPr>
              <a:t>est</a:t>
            </a:r>
            <a:r>
              <a:rPr lang="es-CL" sz="819">
                <a:solidFill>
                  <a:srgbClr val="5E5E5E"/>
                </a:solidFill>
                <a:latin typeface="Verdana"/>
                <a:cs typeface="Verdana"/>
              </a:rPr>
              <a:t> </a:t>
            </a:r>
            <a:r>
              <a:rPr lang="es-CL" sz="819" err="1">
                <a:solidFill>
                  <a:srgbClr val="5E5E5E"/>
                </a:solidFill>
                <a:latin typeface="Verdana"/>
                <a:cs typeface="Verdana"/>
              </a:rPr>
              <a:t>Lorem</a:t>
            </a:r>
            <a:r>
              <a:rPr lang="es-CL" sz="819">
                <a:solidFill>
                  <a:srgbClr val="5E5E5E"/>
                </a:solidFill>
                <a:latin typeface="Verdana"/>
                <a:cs typeface="Verdana"/>
              </a:rPr>
              <a:t> ero </a:t>
            </a:r>
            <a:r>
              <a:rPr lang="es-CL" sz="819" spc="-5" err="1">
                <a:solidFill>
                  <a:srgbClr val="5E5E5E"/>
                </a:solidFill>
                <a:latin typeface="Verdana"/>
                <a:cs typeface="Verdana"/>
              </a:rPr>
              <a:t>psusit</a:t>
            </a:r>
            <a:r>
              <a:rPr lang="es-CL" sz="819" spc="-5">
                <a:solidFill>
                  <a:srgbClr val="5E5E5E"/>
                </a:solidFill>
                <a:latin typeface="Verdana"/>
                <a:cs typeface="Verdana"/>
              </a:rPr>
              <a:t> </a:t>
            </a:r>
            <a:r>
              <a:rPr lang="es-CL" sz="819" err="1">
                <a:solidFill>
                  <a:srgbClr val="5E5E5E"/>
                </a:solidFill>
                <a:latin typeface="Verdana"/>
                <a:cs typeface="Verdana"/>
              </a:rPr>
              <a:t>druamet</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Lorem</a:t>
            </a:r>
            <a:r>
              <a:rPr lang="es-CL" sz="819" spc="2">
                <a:solidFill>
                  <a:srgbClr val="5E5E5E"/>
                </a:solidFill>
                <a:latin typeface="Verdana"/>
                <a:cs typeface="Verdana"/>
              </a:rPr>
              <a:t> </a:t>
            </a:r>
            <a:r>
              <a:rPr lang="es-CL" sz="819">
                <a:solidFill>
                  <a:srgbClr val="5E5E5E"/>
                </a:solidFill>
                <a:latin typeface="Verdana"/>
                <a:cs typeface="Verdana"/>
              </a:rPr>
              <a:t>eso</a:t>
            </a:r>
            <a:r>
              <a:rPr lang="es-CL" sz="819" spc="2">
                <a:solidFill>
                  <a:srgbClr val="5E5E5E"/>
                </a:solidFill>
                <a:latin typeface="Verdana"/>
                <a:cs typeface="Verdana"/>
              </a:rPr>
              <a:t> </a:t>
            </a:r>
            <a:r>
              <a:rPr lang="es-CL" sz="819" err="1">
                <a:solidFill>
                  <a:srgbClr val="5E5E5E"/>
                </a:solidFill>
                <a:latin typeface="Verdana"/>
                <a:cs typeface="Verdana"/>
              </a:rPr>
              <a:t>ipsum</a:t>
            </a:r>
            <a:r>
              <a:rPr lang="es-CL" sz="819">
                <a:solidFill>
                  <a:srgbClr val="5E5E5E"/>
                </a:solidFill>
                <a:latin typeface="Verdana"/>
                <a:cs typeface="Verdana"/>
              </a:rPr>
              <a:t> dolor</a:t>
            </a:r>
            <a:r>
              <a:rPr lang="es-CL" sz="819" spc="2">
                <a:solidFill>
                  <a:srgbClr val="5E5E5E"/>
                </a:solidFill>
                <a:latin typeface="Verdana"/>
                <a:cs typeface="Verdana"/>
              </a:rPr>
              <a:t> </a:t>
            </a:r>
            <a:r>
              <a:rPr lang="es-CL" sz="819" err="1">
                <a:solidFill>
                  <a:srgbClr val="5E5E5E"/>
                </a:solidFill>
                <a:latin typeface="Verdana"/>
                <a:cs typeface="Verdana"/>
              </a:rPr>
              <a:t>sit</a:t>
            </a:r>
            <a:r>
              <a:rPr lang="es-CL" sz="819" spc="5">
                <a:solidFill>
                  <a:srgbClr val="5E5E5E"/>
                </a:solidFill>
                <a:latin typeface="Verdana"/>
                <a:cs typeface="Verdana"/>
              </a:rPr>
              <a:t> </a:t>
            </a:r>
            <a:r>
              <a:rPr lang="es-CL" sz="819" spc="-5" err="1">
                <a:solidFill>
                  <a:srgbClr val="5E5E5E"/>
                </a:solidFill>
                <a:latin typeface="Verdana"/>
                <a:cs typeface="Verdana"/>
              </a:rPr>
              <a:t>amet</a:t>
            </a:r>
            <a:r>
              <a:rPr lang="es-CL" sz="819" spc="-5">
                <a:solidFill>
                  <a:srgbClr val="5E5E5E"/>
                </a:solidFill>
                <a:latin typeface="Verdana"/>
                <a:cs typeface="Verdana"/>
              </a:rPr>
              <a:t>, </a:t>
            </a:r>
            <a:r>
              <a:rPr lang="es-CL" sz="819" err="1">
                <a:solidFill>
                  <a:srgbClr val="5E5E5E"/>
                </a:solidFill>
                <a:latin typeface="Verdana"/>
                <a:cs typeface="Verdana"/>
              </a:rPr>
              <a:t>deras</a:t>
            </a:r>
            <a:r>
              <a:rPr lang="es-CL" sz="819" spc="2">
                <a:solidFill>
                  <a:srgbClr val="5E5E5E"/>
                </a:solidFill>
                <a:latin typeface="Verdana"/>
                <a:cs typeface="Verdana"/>
              </a:rPr>
              <a:t> </a:t>
            </a:r>
            <a:r>
              <a:rPr lang="es-CL" sz="819" err="1">
                <a:solidFill>
                  <a:srgbClr val="5E5E5E"/>
                </a:solidFill>
                <a:latin typeface="Verdana"/>
                <a:cs typeface="Verdana"/>
              </a:rPr>
              <a:t>gradaso</a:t>
            </a:r>
            <a:r>
              <a:rPr lang="es-CL" sz="819" spc="-2">
                <a:solidFill>
                  <a:srgbClr val="5E5E5E"/>
                </a:solidFill>
                <a:latin typeface="Verdana"/>
                <a:cs typeface="Verdana"/>
              </a:rPr>
              <a:t> </a:t>
            </a:r>
            <a:r>
              <a:rPr lang="es-CL" sz="819" err="1">
                <a:solidFill>
                  <a:srgbClr val="5E5E5E"/>
                </a:solidFill>
                <a:latin typeface="Verdana"/>
                <a:cs typeface="Verdana"/>
              </a:rPr>
              <a:t>consetetur</a:t>
            </a:r>
            <a:r>
              <a:rPr lang="es-CL" sz="819" spc="2">
                <a:solidFill>
                  <a:srgbClr val="5E5E5E"/>
                </a:solidFill>
                <a:latin typeface="Verdana"/>
                <a:cs typeface="Verdana"/>
              </a:rPr>
              <a:t> </a:t>
            </a:r>
            <a:r>
              <a:rPr lang="es-CL" sz="819" err="1">
                <a:solidFill>
                  <a:srgbClr val="5E5E5E"/>
                </a:solidFill>
                <a:latin typeface="Verdana"/>
                <a:cs typeface="Verdana"/>
              </a:rPr>
              <a:t>sadipscing</a:t>
            </a:r>
            <a:r>
              <a:rPr lang="es-CL" sz="819">
                <a:solidFill>
                  <a:srgbClr val="5E5E5E"/>
                </a:solidFill>
                <a:latin typeface="Verdana"/>
                <a:cs typeface="Verdana"/>
              </a:rPr>
              <a:t> </a:t>
            </a:r>
            <a:r>
              <a:rPr lang="es-CL" sz="819" spc="-5" err="1">
                <a:solidFill>
                  <a:srgbClr val="5E5E5E"/>
                </a:solidFill>
                <a:latin typeface="Verdana"/>
                <a:cs typeface="Verdana"/>
              </a:rPr>
              <a:t>elitromas</a:t>
            </a:r>
            <a:r>
              <a:rPr lang="es-CL" sz="819" spc="-5">
                <a:solidFill>
                  <a:srgbClr val="5E5E5E"/>
                </a:solidFill>
                <a:latin typeface="Verdana"/>
                <a:cs typeface="Verdana"/>
              </a:rPr>
              <a:t>. </a:t>
            </a:r>
            <a:r>
              <a:rPr lang="es-CL" sz="819">
                <a:solidFill>
                  <a:srgbClr val="5E5E5E"/>
                </a:solidFill>
                <a:latin typeface="Verdana"/>
                <a:cs typeface="Verdana"/>
              </a:rPr>
              <a:t>Sed</a:t>
            </a:r>
            <a:r>
              <a:rPr lang="es-CL" sz="819" spc="-2">
                <a:solidFill>
                  <a:srgbClr val="5E5E5E"/>
                </a:solidFill>
                <a:latin typeface="Verdana"/>
                <a:cs typeface="Verdana"/>
              </a:rPr>
              <a:t> </a:t>
            </a:r>
            <a:r>
              <a:rPr lang="es-CL" sz="819" err="1">
                <a:solidFill>
                  <a:srgbClr val="5E5E5E"/>
                </a:solidFill>
                <a:latin typeface="Verdana"/>
                <a:cs typeface="Verdana"/>
              </a:rPr>
              <a:t>diam</a:t>
            </a:r>
            <a:r>
              <a:rPr lang="es-CL" sz="819">
                <a:solidFill>
                  <a:srgbClr val="5E5E5E"/>
                </a:solidFill>
                <a:latin typeface="Verdana"/>
                <a:cs typeface="Verdana"/>
              </a:rPr>
              <a:t> </a:t>
            </a:r>
            <a:r>
              <a:rPr lang="es-CL" sz="819" err="1">
                <a:solidFill>
                  <a:srgbClr val="5E5E5E"/>
                </a:solidFill>
                <a:latin typeface="Verdana"/>
                <a:cs typeface="Verdana"/>
              </a:rPr>
              <a:t>dnie</a:t>
            </a:r>
            <a:r>
              <a:rPr lang="es-CL" sz="819" spc="5">
                <a:solidFill>
                  <a:srgbClr val="5E5E5E"/>
                </a:solidFill>
                <a:latin typeface="Verdana"/>
                <a:cs typeface="Verdana"/>
              </a:rPr>
              <a:t> </a:t>
            </a:r>
            <a:r>
              <a:rPr lang="es-CL" sz="819" err="1">
                <a:solidFill>
                  <a:srgbClr val="5E5E5E"/>
                </a:solidFill>
                <a:latin typeface="Verdana"/>
                <a:cs typeface="Verdana"/>
              </a:rPr>
              <a:t>nonumy</a:t>
            </a:r>
            <a:r>
              <a:rPr lang="es-CL" sz="819" spc="2">
                <a:solidFill>
                  <a:srgbClr val="5E5E5E"/>
                </a:solidFill>
                <a:latin typeface="Verdana"/>
                <a:cs typeface="Verdana"/>
              </a:rPr>
              <a:t> </a:t>
            </a:r>
            <a:r>
              <a:rPr lang="es-CL" sz="819" err="1">
                <a:solidFill>
                  <a:srgbClr val="5E5E5E"/>
                </a:solidFill>
                <a:latin typeface="Verdana"/>
                <a:cs typeface="Verdana"/>
              </a:rPr>
              <a:t>eirmod</a:t>
            </a:r>
            <a:r>
              <a:rPr lang="es-CL" sz="819">
                <a:solidFill>
                  <a:srgbClr val="5E5E5E"/>
                </a:solidFill>
                <a:latin typeface="Verdana"/>
                <a:cs typeface="Verdana"/>
              </a:rPr>
              <a:t> </a:t>
            </a:r>
            <a:r>
              <a:rPr lang="es-CL" sz="819" spc="-5" err="1">
                <a:solidFill>
                  <a:srgbClr val="5E5E5E"/>
                </a:solidFill>
                <a:latin typeface="Verdana"/>
                <a:cs typeface="Verdana"/>
              </a:rPr>
              <a:t>tempor</a:t>
            </a:r>
            <a:r>
              <a:rPr lang="es-CL" sz="819" spc="-5">
                <a:solidFill>
                  <a:srgbClr val="5E5E5E"/>
                </a:solidFill>
                <a:latin typeface="Verdana"/>
                <a:cs typeface="Verdana"/>
              </a:rPr>
              <a:t>  </a:t>
            </a:r>
            <a:r>
              <a:rPr lang="es-CL" sz="819" err="1">
                <a:solidFill>
                  <a:srgbClr val="5E5E5E"/>
                </a:solidFill>
                <a:latin typeface="Verdana"/>
                <a:cs typeface="Verdana"/>
              </a:rPr>
              <a:t>invidunt</a:t>
            </a:r>
            <a:r>
              <a:rPr lang="es-CL" sz="819" spc="5">
                <a:solidFill>
                  <a:srgbClr val="5E5E5E"/>
                </a:solidFill>
                <a:latin typeface="Verdana"/>
                <a:cs typeface="Verdana"/>
              </a:rPr>
              <a:t> </a:t>
            </a:r>
            <a:r>
              <a:rPr lang="es-CL" sz="819" err="1">
                <a:solidFill>
                  <a:srgbClr val="5E5E5E"/>
                </a:solidFill>
                <a:latin typeface="Verdana"/>
                <a:cs typeface="Verdana"/>
              </a:rPr>
              <a:t>utony</a:t>
            </a:r>
            <a:r>
              <a:rPr lang="es-CL" sz="819" spc="5">
                <a:solidFill>
                  <a:srgbClr val="5E5E5E"/>
                </a:solidFill>
                <a:latin typeface="Verdana"/>
                <a:cs typeface="Verdana"/>
              </a:rPr>
              <a:t> </a:t>
            </a:r>
            <a:r>
              <a:rPr lang="es-CL" sz="819">
                <a:solidFill>
                  <a:srgbClr val="5E5E5E"/>
                </a:solidFill>
                <a:latin typeface="Verdana"/>
                <a:cs typeface="Verdana"/>
              </a:rPr>
              <a:t>labore</a:t>
            </a:r>
            <a:r>
              <a:rPr lang="es-CL" sz="819" spc="2">
                <a:solidFill>
                  <a:srgbClr val="5E5E5E"/>
                </a:solidFill>
                <a:latin typeface="Verdana"/>
                <a:cs typeface="Verdana"/>
              </a:rPr>
              <a:t> </a:t>
            </a:r>
            <a:r>
              <a:rPr lang="es-CL" sz="819" err="1">
                <a:solidFill>
                  <a:srgbClr val="5E5E5E"/>
                </a:solidFill>
                <a:latin typeface="Verdana"/>
                <a:cs typeface="Verdana"/>
              </a:rPr>
              <a:t>etodre</a:t>
            </a:r>
            <a:r>
              <a:rPr lang="es-CL" sz="819" spc="2">
                <a:solidFill>
                  <a:srgbClr val="5E5E5E"/>
                </a:solidFill>
                <a:latin typeface="Verdana"/>
                <a:cs typeface="Verdana"/>
              </a:rPr>
              <a:t> </a:t>
            </a:r>
            <a:r>
              <a:rPr lang="es-CL" sz="819">
                <a:solidFill>
                  <a:srgbClr val="5E5E5E"/>
                </a:solidFill>
                <a:latin typeface="Verdana"/>
                <a:cs typeface="Verdana"/>
              </a:rPr>
              <a:t>dolor</a:t>
            </a:r>
            <a:r>
              <a:rPr lang="es-CL" sz="819" spc="5">
                <a:solidFill>
                  <a:srgbClr val="5E5E5E"/>
                </a:solidFill>
                <a:latin typeface="Verdana"/>
                <a:cs typeface="Verdana"/>
              </a:rPr>
              <a:t> </a:t>
            </a:r>
            <a:r>
              <a:rPr lang="es-CL" sz="819" spc="-5" err="1">
                <a:solidFill>
                  <a:srgbClr val="5E5E5E"/>
                </a:solidFill>
                <a:latin typeface="Verdana"/>
                <a:cs typeface="Verdana"/>
              </a:rPr>
              <a:t>noradsa</a:t>
            </a:r>
            <a:r>
              <a:rPr lang="es-CL" sz="819" spc="-5">
                <a:solidFill>
                  <a:srgbClr val="5E5E5E"/>
                </a:solidFill>
                <a:latin typeface="Verdana"/>
                <a:cs typeface="Verdana"/>
              </a:rPr>
              <a:t> </a:t>
            </a:r>
            <a:r>
              <a:rPr lang="es-CL" sz="819" spc="-5" err="1">
                <a:solidFill>
                  <a:srgbClr val="5E5E5E"/>
                </a:solidFill>
                <a:latin typeface="Verdana"/>
                <a:cs typeface="Verdana"/>
              </a:rPr>
              <a:t>mirda</a:t>
            </a:r>
            <a:r>
              <a:rPr lang="es-CL" sz="819" spc="-5">
                <a:solidFill>
                  <a:srgbClr val="5E5E5E"/>
                </a:solidFill>
                <a:latin typeface="Verdana"/>
                <a:cs typeface="Verdana"/>
              </a:rPr>
              <a:t>.</a:t>
            </a:r>
          </a:p>
          <a:p>
            <a:pPr marL="13335" marR="5080" indent="-1270">
              <a:lnSpc>
                <a:spcPct val="121100"/>
              </a:lnSpc>
              <a:spcBef>
                <a:spcPts val="155"/>
              </a:spcBef>
            </a:pPr>
            <a:endParaRPr lang="es-CL" sz="819">
              <a:latin typeface="Verdana"/>
              <a:cs typeface="Verdana"/>
            </a:endParaRPr>
          </a:p>
        </p:txBody>
      </p:sp>
      <p:sp>
        <p:nvSpPr>
          <p:cNvPr id="17" name="Holder 6">
            <a:extLst>
              <a:ext uri="{FF2B5EF4-FFF2-40B4-BE49-F238E27FC236}">
                <a16:creationId xmlns:a16="http://schemas.microsoft.com/office/drawing/2014/main" id="{E71E975C-BBAA-06AF-DA7F-5B6D718F9B5E}"/>
              </a:ext>
            </a:extLst>
          </p:cNvPr>
          <p:cNvSpPr>
            <a:spLocks noGrp="1"/>
          </p:cNvSpPr>
          <p:nvPr>
            <p:ph type="sldNum" sz="quarter" idx="7"/>
          </p:nvPr>
        </p:nvSpPr>
        <p:spPr>
          <a:xfrm>
            <a:off x="8124470" y="4869569"/>
            <a:ext cx="413011" cy="141064"/>
          </a:xfrm>
          <a:prstGeom prst="rect">
            <a:avLst/>
          </a:prstGeom>
        </p:spPr>
        <p:txBody>
          <a:bodyPr wrap="square" lIns="0" tIns="0" rIns="0" bIns="0">
            <a:spAutoFit/>
          </a:bodyPr>
          <a:lstStyle>
            <a:lvl1pPr>
              <a:defRPr sz="637" b="0" i="0">
                <a:solidFill>
                  <a:srgbClr val="797979"/>
                </a:solidFill>
                <a:latin typeface="+mn-lt"/>
                <a:cs typeface="Helvetica-Light"/>
              </a:defRPr>
            </a:lvl1pPr>
          </a:lstStyle>
          <a:p>
            <a:pPr marL="17328">
              <a:lnSpc>
                <a:spcPts val="1064"/>
              </a:lnSpc>
            </a:pPr>
            <a:fld id="{81D60167-4931-47E6-BA6A-407CBD079E47}" type="slidenum">
              <a:rPr lang="es-CL" smtClean="0"/>
              <a:pPr marL="17328">
                <a:lnSpc>
                  <a:spcPts val="1064"/>
                </a:lnSpc>
              </a:pPr>
              <a:t>‹Nº›</a:t>
            </a:fld>
            <a:endParaRPr lang="es-CL"/>
          </a:p>
        </p:txBody>
      </p:sp>
      <p:sp>
        <p:nvSpPr>
          <p:cNvPr id="18" name="Título 17">
            <a:extLst>
              <a:ext uri="{FF2B5EF4-FFF2-40B4-BE49-F238E27FC236}">
                <a16:creationId xmlns:a16="http://schemas.microsoft.com/office/drawing/2014/main" id="{AA3B4CA3-71D2-5959-B6FB-38FB365FDACB}"/>
              </a:ext>
            </a:extLst>
          </p:cNvPr>
          <p:cNvSpPr>
            <a:spLocks noGrp="1"/>
          </p:cNvSpPr>
          <p:nvPr>
            <p:ph type="title" hasCustomPrompt="1"/>
          </p:nvPr>
        </p:nvSpPr>
        <p:spPr>
          <a:xfrm>
            <a:off x="756223" y="838959"/>
            <a:ext cx="3763019" cy="276999"/>
          </a:xfrm>
        </p:spPr>
        <p:txBody>
          <a:bodyPr/>
          <a:lstStyle/>
          <a:p>
            <a:r>
              <a:rPr lang="es-MX"/>
              <a:t>Lorem ipsum dolor sit</a:t>
            </a:r>
            <a:endParaRPr lang="es-ES_tradnl"/>
          </a:p>
        </p:txBody>
      </p:sp>
    </p:spTree>
    <p:extLst>
      <p:ext uri="{BB962C8B-B14F-4D97-AF65-F5344CB8AC3E}">
        <p14:creationId xmlns:p14="http://schemas.microsoft.com/office/powerpoint/2010/main" val="41273469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1" name="object 6">
            <a:extLst>
              <a:ext uri="{FF2B5EF4-FFF2-40B4-BE49-F238E27FC236}">
                <a16:creationId xmlns:a16="http://schemas.microsoft.com/office/drawing/2014/main" id="{178C59DB-FC03-BDC5-F710-CFDD8E7D8DD6}"/>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6123787" y="69312"/>
            <a:ext cx="3088385" cy="1624088"/>
          </a:xfrm>
          <a:prstGeom prst="rect">
            <a:avLst/>
          </a:prstGeom>
        </p:spPr>
      </p:pic>
      <p:sp>
        <p:nvSpPr>
          <p:cNvPr id="16" name="Marcador de texto 15">
            <a:extLst>
              <a:ext uri="{FF2B5EF4-FFF2-40B4-BE49-F238E27FC236}">
                <a16:creationId xmlns:a16="http://schemas.microsoft.com/office/drawing/2014/main" id="{0F6AA125-C2FA-9C26-0A5D-C3DD1F4657EB}"/>
              </a:ext>
            </a:extLst>
          </p:cNvPr>
          <p:cNvSpPr>
            <a:spLocks noGrp="1"/>
          </p:cNvSpPr>
          <p:nvPr>
            <p:ph type="body" sz="quarter" idx="10" hasCustomPrompt="1"/>
          </p:nvPr>
        </p:nvSpPr>
        <p:spPr>
          <a:xfrm>
            <a:off x="4987899" y="838960"/>
            <a:ext cx="3535141" cy="2263136"/>
          </a:xfrm>
        </p:spPr>
        <p:txBody>
          <a:bodyPr/>
          <a:lstStyle>
            <a:lvl1pPr>
              <a:defRPr sz="1092"/>
            </a:lvl1pPr>
          </a:lstStyle>
          <a:p>
            <a:pPr marL="6065" marR="2310" indent="-578">
              <a:lnSpc>
                <a:spcPct val="121100"/>
              </a:lnSpc>
              <a:spcBef>
                <a:spcPts val="70"/>
              </a:spcBef>
            </a:pPr>
            <a:r>
              <a:rPr lang="es-CL" sz="819">
                <a:solidFill>
                  <a:srgbClr val="5E5E5E"/>
                </a:solidFill>
                <a:latin typeface="Verdana"/>
                <a:cs typeface="Verdana"/>
              </a:rPr>
              <a:t>At vero</a:t>
            </a:r>
            <a:r>
              <a:rPr lang="es-CL" sz="819" spc="5">
                <a:solidFill>
                  <a:srgbClr val="5E5E5E"/>
                </a:solidFill>
                <a:latin typeface="Verdana"/>
                <a:cs typeface="Verdana"/>
              </a:rPr>
              <a:t> </a:t>
            </a:r>
            <a:r>
              <a:rPr lang="es-CL" sz="819" err="1">
                <a:solidFill>
                  <a:srgbClr val="5E5E5E"/>
                </a:solidFill>
                <a:latin typeface="Verdana"/>
                <a:cs typeface="Verdana"/>
              </a:rPr>
              <a:t>eos</a:t>
            </a:r>
            <a:r>
              <a:rPr lang="es-CL" sz="819" spc="2">
                <a:solidFill>
                  <a:srgbClr val="5E5E5E"/>
                </a:solidFill>
                <a:latin typeface="Verdana"/>
                <a:cs typeface="Verdana"/>
              </a:rPr>
              <a:t> </a:t>
            </a:r>
            <a:r>
              <a:rPr lang="es-CL" sz="819">
                <a:solidFill>
                  <a:srgbClr val="5E5E5E"/>
                </a:solidFill>
                <a:latin typeface="Verdana"/>
                <a:cs typeface="Verdana"/>
              </a:rPr>
              <a:t>et</a:t>
            </a:r>
            <a:r>
              <a:rPr lang="es-CL" sz="819" spc="5">
                <a:solidFill>
                  <a:srgbClr val="5E5E5E"/>
                </a:solidFill>
                <a:latin typeface="Verdana"/>
                <a:cs typeface="Verdana"/>
              </a:rPr>
              <a:t> </a:t>
            </a:r>
            <a:r>
              <a:rPr lang="es-CL" sz="819" err="1">
                <a:solidFill>
                  <a:srgbClr val="5E5E5E"/>
                </a:solidFill>
                <a:latin typeface="Verdana"/>
                <a:cs typeface="Verdana"/>
              </a:rPr>
              <a:t>accusam</a:t>
            </a:r>
            <a:r>
              <a:rPr lang="es-CL" sz="819">
                <a:solidFill>
                  <a:srgbClr val="5E5E5E"/>
                </a:solidFill>
                <a:latin typeface="Verdana"/>
                <a:cs typeface="Verdana"/>
              </a:rPr>
              <a:t> et</a:t>
            </a:r>
            <a:r>
              <a:rPr lang="es-CL" sz="819" spc="7">
                <a:solidFill>
                  <a:srgbClr val="5E5E5E"/>
                </a:solidFill>
                <a:latin typeface="Verdana"/>
                <a:cs typeface="Verdana"/>
              </a:rPr>
              <a:t> </a:t>
            </a:r>
            <a:r>
              <a:rPr lang="es-CL" sz="819">
                <a:solidFill>
                  <a:srgbClr val="5E5E5E"/>
                </a:solidFill>
                <a:latin typeface="Verdana"/>
                <a:cs typeface="Verdana"/>
              </a:rPr>
              <a:t>justo</a:t>
            </a:r>
            <a:r>
              <a:rPr lang="es-CL" sz="819" spc="2">
                <a:solidFill>
                  <a:srgbClr val="5E5E5E"/>
                </a:solidFill>
                <a:latin typeface="Verdana"/>
                <a:cs typeface="Verdana"/>
              </a:rPr>
              <a:t> </a:t>
            </a:r>
            <a:r>
              <a:rPr lang="es-CL" sz="819" err="1">
                <a:solidFill>
                  <a:srgbClr val="5E5E5E"/>
                </a:solidFill>
                <a:latin typeface="Verdana"/>
                <a:cs typeface="Verdana"/>
              </a:rPr>
              <a:t>fosduo</a:t>
            </a:r>
            <a:r>
              <a:rPr lang="es-CL" sz="819">
                <a:solidFill>
                  <a:srgbClr val="5E5E5E"/>
                </a:solidFill>
                <a:latin typeface="Verdana"/>
                <a:cs typeface="Verdana"/>
              </a:rPr>
              <a:t> </a:t>
            </a:r>
            <a:r>
              <a:rPr lang="es-CL" sz="819" spc="-5">
                <a:solidFill>
                  <a:srgbClr val="5E5E5E"/>
                </a:solidFill>
                <a:latin typeface="Verdana"/>
                <a:cs typeface="Verdana"/>
              </a:rPr>
              <a:t>dolores </a:t>
            </a:r>
            <a:r>
              <a:rPr lang="es-CL" sz="819" err="1">
                <a:solidFill>
                  <a:srgbClr val="5E5E5E"/>
                </a:solidFill>
                <a:latin typeface="Verdana"/>
                <a:cs typeface="Verdana"/>
              </a:rPr>
              <a:t>wetoma</a:t>
            </a:r>
            <a:r>
              <a:rPr lang="es-CL" sz="819" spc="-2">
                <a:solidFill>
                  <a:srgbClr val="5E5E5E"/>
                </a:solidFill>
                <a:latin typeface="Verdana"/>
                <a:cs typeface="Verdana"/>
              </a:rPr>
              <a:t> </a:t>
            </a:r>
            <a:r>
              <a:rPr lang="es-CL" sz="819" err="1">
                <a:solidFill>
                  <a:srgbClr val="5E5E5E"/>
                </a:solidFill>
                <a:latin typeface="Verdana"/>
                <a:cs typeface="Verdana"/>
              </a:rPr>
              <a:t>jam</a:t>
            </a:r>
            <a:r>
              <a:rPr lang="es-CL" sz="819" spc="-2">
                <a:solidFill>
                  <a:srgbClr val="5E5E5E"/>
                </a:solidFill>
                <a:latin typeface="Verdana"/>
                <a:cs typeface="Verdana"/>
              </a:rPr>
              <a:t> </a:t>
            </a:r>
            <a:r>
              <a:rPr lang="es-CL" sz="819" err="1">
                <a:solidFill>
                  <a:srgbClr val="5E5E5E"/>
                </a:solidFill>
                <a:latin typeface="Verdana"/>
                <a:cs typeface="Verdana"/>
              </a:rPr>
              <a:t>rebum</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Stet</a:t>
            </a:r>
            <a:r>
              <a:rPr lang="es-CL" sz="819" spc="5">
                <a:solidFill>
                  <a:srgbClr val="5E5E5E"/>
                </a:solidFill>
                <a:latin typeface="Verdana"/>
                <a:cs typeface="Verdana"/>
              </a:rPr>
              <a:t> </a:t>
            </a:r>
            <a:r>
              <a:rPr lang="es-CL" sz="819" err="1">
                <a:solidFill>
                  <a:srgbClr val="5E5E5E"/>
                </a:solidFill>
                <a:latin typeface="Verdana"/>
                <a:cs typeface="Verdana"/>
              </a:rPr>
              <a:t>clita</a:t>
            </a:r>
            <a:r>
              <a:rPr lang="es-CL" sz="819" spc="2">
                <a:solidFill>
                  <a:srgbClr val="5E5E5E"/>
                </a:solidFill>
                <a:latin typeface="Verdana"/>
                <a:cs typeface="Verdana"/>
              </a:rPr>
              <a:t> </a:t>
            </a:r>
            <a:r>
              <a:rPr lang="es-CL" sz="819" spc="-5" err="1">
                <a:solidFill>
                  <a:srgbClr val="5E5E5E"/>
                </a:solidFill>
                <a:latin typeface="Verdana"/>
                <a:cs typeface="Verdana"/>
              </a:rPr>
              <a:t>kuasd</a:t>
            </a:r>
            <a:r>
              <a:rPr lang="es-CL" sz="819" spc="-5">
                <a:solidFill>
                  <a:srgbClr val="5E5E5E"/>
                </a:solidFill>
                <a:latin typeface="Verdana"/>
                <a:cs typeface="Verdana"/>
              </a:rPr>
              <a:t> </a:t>
            </a:r>
            <a:r>
              <a:rPr lang="es-CL" sz="819" err="1">
                <a:solidFill>
                  <a:srgbClr val="5E5E5E"/>
                </a:solidFill>
                <a:latin typeface="Verdana"/>
                <a:cs typeface="Verdana"/>
              </a:rPr>
              <a:t>gubergren</a:t>
            </a:r>
            <a:r>
              <a:rPr lang="es-CL" sz="819">
                <a:solidFill>
                  <a:srgbClr val="5E5E5E"/>
                </a:solidFill>
                <a:latin typeface="Verdana"/>
                <a:cs typeface="Verdana"/>
              </a:rPr>
              <a:t>, </a:t>
            </a:r>
            <a:r>
              <a:rPr lang="es-CL" sz="819" err="1">
                <a:solidFill>
                  <a:srgbClr val="5E5E5E"/>
                </a:solidFill>
                <a:latin typeface="Verdana"/>
                <a:cs typeface="Verdana"/>
              </a:rPr>
              <a:t>nosotra</a:t>
            </a:r>
            <a:r>
              <a:rPr lang="es-CL" sz="819" spc="2">
                <a:solidFill>
                  <a:srgbClr val="5E5E5E"/>
                </a:solidFill>
                <a:latin typeface="Verdana"/>
                <a:cs typeface="Verdana"/>
              </a:rPr>
              <a:t> </a:t>
            </a:r>
            <a:r>
              <a:rPr lang="es-CL" sz="819" err="1">
                <a:solidFill>
                  <a:srgbClr val="5E5E5E"/>
                </a:solidFill>
                <a:latin typeface="Verdana"/>
                <a:cs typeface="Verdana"/>
              </a:rPr>
              <a:t>seansa</a:t>
            </a:r>
            <a:r>
              <a:rPr lang="es-CL" sz="819" spc="2">
                <a:solidFill>
                  <a:srgbClr val="5E5E5E"/>
                </a:solidFill>
                <a:latin typeface="Verdana"/>
                <a:cs typeface="Verdana"/>
              </a:rPr>
              <a:t> </a:t>
            </a:r>
            <a:r>
              <a:rPr lang="es-CL" sz="819" err="1">
                <a:solidFill>
                  <a:srgbClr val="5E5E5E"/>
                </a:solidFill>
                <a:latin typeface="Verdana"/>
                <a:cs typeface="Verdana"/>
              </a:rPr>
              <a:t>takimata</a:t>
            </a:r>
            <a:r>
              <a:rPr lang="es-CL" sz="819" spc="2">
                <a:solidFill>
                  <a:srgbClr val="5E5E5E"/>
                </a:solidFill>
                <a:latin typeface="Verdana"/>
                <a:cs typeface="Verdana"/>
              </a:rPr>
              <a:t> </a:t>
            </a:r>
            <a:r>
              <a:rPr lang="es-CL" sz="819" spc="-5">
                <a:solidFill>
                  <a:srgbClr val="5E5E5E"/>
                </a:solidFill>
                <a:latin typeface="Verdana"/>
                <a:cs typeface="Verdana"/>
              </a:rPr>
              <a:t>sanctus </a:t>
            </a:r>
            <a:r>
              <a:rPr lang="es-CL" sz="819" err="1">
                <a:solidFill>
                  <a:srgbClr val="5E5E5E"/>
                </a:solidFill>
                <a:latin typeface="Verdana"/>
                <a:cs typeface="Verdana"/>
              </a:rPr>
              <a:t>est</a:t>
            </a:r>
            <a:r>
              <a:rPr lang="es-CL" sz="819">
                <a:solidFill>
                  <a:srgbClr val="5E5E5E"/>
                </a:solidFill>
                <a:latin typeface="Verdana"/>
                <a:cs typeface="Verdana"/>
              </a:rPr>
              <a:t> </a:t>
            </a:r>
            <a:r>
              <a:rPr lang="es-CL" sz="819" err="1">
                <a:solidFill>
                  <a:srgbClr val="5E5E5E"/>
                </a:solidFill>
                <a:latin typeface="Verdana"/>
                <a:cs typeface="Verdana"/>
              </a:rPr>
              <a:t>Lorem</a:t>
            </a:r>
            <a:r>
              <a:rPr lang="es-CL" sz="819" spc="2">
                <a:solidFill>
                  <a:srgbClr val="5E5E5E"/>
                </a:solidFill>
                <a:latin typeface="Verdana"/>
                <a:cs typeface="Verdana"/>
              </a:rPr>
              <a:t> </a:t>
            </a:r>
            <a:r>
              <a:rPr lang="es-CL" sz="819" err="1">
                <a:solidFill>
                  <a:srgbClr val="5E5E5E"/>
                </a:solidFill>
                <a:latin typeface="Verdana"/>
                <a:cs typeface="Verdana"/>
              </a:rPr>
              <a:t>ipsum</a:t>
            </a:r>
            <a:r>
              <a:rPr lang="es-CL" sz="819" spc="2">
                <a:solidFill>
                  <a:srgbClr val="5E5E5E"/>
                </a:solidFill>
                <a:latin typeface="Verdana"/>
                <a:cs typeface="Verdana"/>
              </a:rPr>
              <a:t> </a:t>
            </a:r>
            <a:r>
              <a:rPr lang="es-CL" sz="819">
                <a:solidFill>
                  <a:srgbClr val="5E5E5E"/>
                </a:solidFill>
                <a:latin typeface="Verdana"/>
                <a:cs typeface="Verdana"/>
              </a:rPr>
              <a:t>dolor</a:t>
            </a:r>
            <a:r>
              <a:rPr lang="es-CL" sz="819" spc="2">
                <a:solidFill>
                  <a:srgbClr val="5E5E5E"/>
                </a:solidFill>
                <a:latin typeface="Verdana"/>
                <a:cs typeface="Verdana"/>
              </a:rPr>
              <a:t> </a:t>
            </a:r>
            <a:r>
              <a:rPr lang="es-CL" sz="819" err="1">
                <a:solidFill>
                  <a:srgbClr val="5E5E5E"/>
                </a:solidFill>
                <a:latin typeface="Verdana"/>
                <a:cs typeface="Verdana"/>
              </a:rPr>
              <a:t>sit</a:t>
            </a:r>
            <a:r>
              <a:rPr lang="es-CL" sz="819" spc="2">
                <a:solidFill>
                  <a:srgbClr val="5E5E5E"/>
                </a:solidFill>
                <a:latin typeface="Verdana"/>
                <a:cs typeface="Verdana"/>
              </a:rPr>
              <a:t> </a:t>
            </a:r>
            <a:r>
              <a:rPr lang="es-CL" sz="819" err="1">
                <a:solidFill>
                  <a:srgbClr val="5E5E5E"/>
                </a:solidFill>
                <a:latin typeface="Verdana"/>
                <a:cs typeface="Verdana"/>
              </a:rPr>
              <a:t>amet</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Lorem</a:t>
            </a:r>
            <a:r>
              <a:rPr lang="es-CL" sz="819">
                <a:solidFill>
                  <a:srgbClr val="5E5E5E"/>
                </a:solidFill>
                <a:latin typeface="Verdana"/>
                <a:cs typeface="Verdana"/>
              </a:rPr>
              <a:t> </a:t>
            </a:r>
            <a:r>
              <a:rPr lang="es-CL" sz="819" spc="-11">
                <a:solidFill>
                  <a:srgbClr val="5E5E5E"/>
                </a:solidFill>
                <a:latin typeface="Verdana"/>
                <a:cs typeface="Verdana"/>
              </a:rPr>
              <a:t>eso </a:t>
            </a:r>
            <a:r>
              <a:rPr lang="es-CL" sz="819" err="1">
                <a:solidFill>
                  <a:srgbClr val="5E5E5E"/>
                </a:solidFill>
                <a:latin typeface="Verdana"/>
                <a:cs typeface="Verdana"/>
              </a:rPr>
              <a:t>ipsum</a:t>
            </a:r>
            <a:r>
              <a:rPr lang="es-CL" sz="819" spc="-7">
                <a:solidFill>
                  <a:srgbClr val="5E5E5E"/>
                </a:solidFill>
                <a:latin typeface="Verdana"/>
                <a:cs typeface="Verdana"/>
              </a:rPr>
              <a:t> </a:t>
            </a:r>
            <a:r>
              <a:rPr lang="es-CL" sz="819">
                <a:solidFill>
                  <a:srgbClr val="5E5E5E"/>
                </a:solidFill>
                <a:latin typeface="Verdana"/>
                <a:cs typeface="Verdana"/>
              </a:rPr>
              <a:t>dolor</a:t>
            </a:r>
            <a:r>
              <a:rPr lang="es-CL" sz="819" spc="5">
                <a:solidFill>
                  <a:srgbClr val="5E5E5E"/>
                </a:solidFill>
                <a:latin typeface="Verdana"/>
                <a:cs typeface="Verdana"/>
              </a:rPr>
              <a:t> </a:t>
            </a:r>
            <a:r>
              <a:rPr lang="es-CL" sz="819" err="1">
                <a:solidFill>
                  <a:srgbClr val="5E5E5E"/>
                </a:solidFill>
                <a:latin typeface="Verdana"/>
                <a:cs typeface="Verdana"/>
              </a:rPr>
              <a:t>sit</a:t>
            </a:r>
            <a:r>
              <a:rPr lang="es-CL" sz="819" spc="2">
                <a:solidFill>
                  <a:srgbClr val="5E5E5E"/>
                </a:solidFill>
                <a:latin typeface="Verdana"/>
                <a:cs typeface="Verdana"/>
              </a:rPr>
              <a:t> </a:t>
            </a:r>
            <a:r>
              <a:rPr lang="es-CL" sz="819" err="1">
                <a:solidFill>
                  <a:srgbClr val="5E5E5E"/>
                </a:solidFill>
                <a:latin typeface="Verdana"/>
                <a:cs typeface="Verdana"/>
              </a:rPr>
              <a:t>amet</a:t>
            </a:r>
            <a:r>
              <a:rPr lang="es-CL" sz="819">
                <a:solidFill>
                  <a:srgbClr val="5E5E5E"/>
                </a:solidFill>
                <a:latin typeface="Verdana"/>
                <a:cs typeface="Verdana"/>
              </a:rPr>
              <a:t>, </a:t>
            </a:r>
            <a:r>
              <a:rPr lang="es-CL" sz="819" err="1">
                <a:solidFill>
                  <a:srgbClr val="5E5E5E"/>
                </a:solidFill>
                <a:latin typeface="Verdana"/>
                <a:cs typeface="Verdana"/>
              </a:rPr>
              <a:t>deras</a:t>
            </a:r>
            <a:r>
              <a:rPr lang="es-CL" sz="819" spc="2">
                <a:solidFill>
                  <a:srgbClr val="5E5E5E"/>
                </a:solidFill>
                <a:latin typeface="Verdana"/>
                <a:cs typeface="Verdana"/>
              </a:rPr>
              <a:t> </a:t>
            </a:r>
            <a:r>
              <a:rPr lang="es-CL" sz="819" spc="-5" err="1">
                <a:solidFill>
                  <a:srgbClr val="5E5E5E"/>
                </a:solidFill>
                <a:latin typeface="Verdana"/>
                <a:cs typeface="Verdana"/>
              </a:rPr>
              <a:t>consetetur</a:t>
            </a:r>
            <a:r>
              <a:rPr lang="es-CL" sz="819" spc="-5">
                <a:solidFill>
                  <a:srgbClr val="5E5E5E"/>
                </a:solidFill>
                <a:latin typeface="Verdana"/>
                <a:cs typeface="Verdana"/>
              </a:rPr>
              <a:t> </a:t>
            </a:r>
            <a:r>
              <a:rPr lang="es-CL" sz="819" err="1">
                <a:solidFill>
                  <a:srgbClr val="5E5E5E"/>
                </a:solidFill>
                <a:latin typeface="Verdana"/>
                <a:cs typeface="Verdana"/>
              </a:rPr>
              <a:t>sadipscing</a:t>
            </a:r>
            <a:r>
              <a:rPr lang="es-CL" sz="819" spc="-2">
                <a:solidFill>
                  <a:srgbClr val="5E5E5E"/>
                </a:solidFill>
                <a:latin typeface="Verdana"/>
                <a:cs typeface="Verdana"/>
              </a:rPr>
              <a:t> </a:t>
            </a:r>
            <a:r>
              <a:rPr lang="es-CL" sz="819">
                <a:solidFill>
                  <a:srgbClr val="5E5E5E"/>
                </a:solidFill>
                <a:latin typeface="Verdana"/>
                <a:cs typeface="Verdana"/>
              </a:rPr>
              <a:t>idas</a:t>
            </a:r>
            <a:r>
              <a:rPr lang="es-CL" sz="819" spc="2">
                <a:solidFill>
                  <a:srgbClr val="5E5E5E"/>
                </a:solidFill>
                <a:latin typeface="Verdana"/>
                <a:cs typeface="Verdana"/>
              </a:rPr>
              <a:t> </a:t>
            </a:r>
            <a:r>
              <a:rPr lang="es-CL" sz="819">
                <a:solidFill>
                  <a:srgbClr val="5E5E5E"/>
                </a:solidFill>
                <a:latin typeface="Verdana"/>
                <a:cs typeface="Verdana"/>
              </a:rPr>
              <a:t>brotas</a:t>
            </a:r>
            <a:r>
              <a:rPr lang="es-CL" sz="819" spc="2">
                <a:solidFill>
                  <a:srgbClr val="5E5E5E"/>
                </a:solidFill>
                <a:latin typeface="Verdana"/>
                <a:cs typeface="Verdana"/>
              </a:rPr>
              <a:t> </a:t>
            </a:r>
            <a:r>
              <a:rPr lang="es-CL" sz="819" err="1">
                <a:solidFill>
                  <a:srgbClr val="5E5E5E"/>
                </a:solidFill>
                <a:latin typeface="Verdana"/>
                <a:cs typeface="Verdana"/>
              </a:rPr>
              <a:t>geras</a:t>
            </a:r>
            <a:r>
              <a:rPr lang="es-CL" sz="819" spc="2">
                <a:solidFill>
                  <a:srgbClr val="5E5E5E"/>
                </a:solidFill>
                <a:latin typeface="Verdana"/>
                <a:cs typeface="Verdana"/>
              </a:rPr>
              <a:t> </a:t>
            </a:r>
            <a:r>
              <a:rPr lang="es-CL" sz="819" spc="-5" err="1">
                <a:solidFill>
                  <a:srgbClr val="5E5E5E"/>
                </a:solidFill>
                <a:latin typeface="Verdana"/>
                <a:cs typeface="Verdana"/>
              </a:rPr>
              <a:t>elitromas</a:t>
            </a:r>
            <a:r>
              <a:rPr lang="es-CL" sz="819" spc="-5">
                <a:solidFill>
                  <a:srgbClr val="5E5E5E"/>
                </a:solidFill>
                <a:latin typeface="Verdana"/>
                <a:cs typeface="Verdana"/>
              </a:rPr>
              <a:t>.</a:t>
            </a:r>
          </a:p>
          <a:p>
            <a:pPr marL="6065" marR="2310" indent="-578">
              <a:lnSpc>
                <a:spcPct val="121100"/>
              </a:lnSpc>
              <a:spcBef>
                <a:spcPts val="70"/>
              </a:spcBef>
            </a:pPr>
            <a:endParaRPr lang="es-CL" sz="819" spc="-5">
              <a:solidFill>
                <a:srgbClr val="5E5E5E"/>
              </a:solidFill>
              <a:latin typeface="Verdana"/>
              <a:cs typeface="Verdana"/>
            </a:endParaRPr>
          </a:p>
          <a:p>
            <a:pPr marL="5776" marR="76531" indent="1733">
              <a:lnSpc>
                <a:spcPct val="120800"/>
              </a:lnSpc>
              <a:spcBef>
                <a:spcPts val="39"/>
              </a:spcBef>
            </a:pPr>
            <a:r>
              <a:rPr lang="es-CL" sz="819">
                <a:solidFill>
                  <a:srgbClr val="5E5E5E"/>
                </a:solidFill>
                <a:latin typeface="Verdana"/>
                <a:cs typeface="Verdana"/>
              </a:rPr>
              <a:t>Sed </a:t>
            </a:r>
            <a:r>
              <a:rPr lang="es-CL" sz="819" err="1">
                <a:solidFill>
                  <a:srgbClr val="5E5E5E"/>
                </a:solidFill>
                <a:latin typeface="Verdana"/>
                <a:cs typeface="Verdana"/>
              </a:rPr>
              <a:t>diam</a:t>
            </a:r>
            <a:r>
              <a:rPr lang="es-CL" sz="819" spc="-2">
                <a:solidFill>
                  <a:srgbClr val="5E5E5E"/>
                </a:solidFill>
                <a:latin typeface="Verdana"/>
                <a:cs typeface="Verdana"/>
              </a:rPr>
              <a:t> </a:t>
            </a:r>
            <a:r>
              <a:rPr lang="es-CL" sz="819">
                <a:solidFill>
                  <a:srgbClr val="5E5E5E"/>
                </a:solidFill>
                <a:latin typeface="Verdana"/>
                <a:cs typeface="Verdana"/>
              </a:rPr>
              <a:t>nie</a:t>
            </a:r>
            <a:r>
              <a:rPr lang="es-CL" sz="819" spc="2">
                <a:solidFill>
                  <a:srgbClr val="5E5E5E"/>
                </a:solidFill>
                <a:latin typeface="Verdana"/>
                <a:cs typeface="Verdana"/>
              </a:rPr>
              <a:t> </a:t>
            </a:r>
            <a:r>
              <a:rPr lang="es-CL" sz="819" err="1">
                <a:solidFill>
                  <a:srgbClr val="5E5E5E"/>
                </a:solidFill>
                <a:latin typeface="Verdana"/>
                <a:cs typeface="Verdana"/>
              </a:rPr>
              <a:t>nonumy</a:t>
            </a:r>
            <a:r>
              <a:rPr lang="es-CL" sz="819" spc="-2">
                <a:solidFill>
                  <a:srgbClr val="5E5E5E"/>
                </a:solidFill>
                <a:latin typeface="Verdana"/>
                <a:cs typeface="Verdana"/>
              </a:rPr>
              <a:t> </a:t>
            </a:r>
            <a:r>
              <a:rPr lang="es-CL" sz="819" err="1">
                <a:solidFill>
                  <a:srgbClr val="5E5E5E"/>
                </a:solidFill>
                <a:latin typeface="Verdana"/>
                <a:cs typeface="Verdana"/>
              </a:rPr>
              <a:t>eirmod</a:t>
            </a:r>
            <a:r>
              <a:rPr lang="es-CL" sz="819" spc="-2">
                <a:solidFill>
                  <a:srgbClr val="5E5E5E"/>
                </a:solidFill>
                <a:latin typeface="Verdana"/>
                <a:cs typeface="Verdana"/>
              </a:rPr>
              <a:t> </a:t>
            </a:r>
            <a:r>
              <a:rPr lang="es-CL" sz="819" err="1">
                <a:solidFill>
                  <a:srgbClr val="5E5E5E"/>
                </a:solidFill>
                <a:latin typeface="Verdana"/>
                <a:cs typeface="Verdana"/>
              </a:rPr>
              <a:t>tempor</a:t>
            </a:r>
            <a:r>
              <a:rPr lang="es-CL" sz="819" spc="2">
                <a:solidFill>
                  <a:srgbClr val="5E5E5E"/>
                </a:solidFill>
                <a:latin typeface="Verdana"/>
                <a:cs typeface="Verdana"/>
              </a:rPr>
              <a:t> </a:t>
            </a:r>
            <a:r>
              <a:rPr lang="es-CL" sz="819" spc="-5" err="1">
                <a:solidFill>
                  <a:srgbClr val="5E5E5E"/>
                </a:solidFill>
                <a:latin typeface="Verdana"/>
                <a:cs typeface="Verdana"/>
              </a:rPr>
              <a:t>invidunt</a:t>
            </a:r>
            <a:r>
              <a:rPr lang="es-CL" sz="819" spc="-5">
                <a:solidFill>
                  <a:srgbClr val="5E5E5E"/>
                </a:solidFill>
                <a:latin typeface="Verdana"/>
                <a:cs typeface="Verdana"/>
              </a:rPr>
              <a:t> </a:t>
            </a:r>
            <a:r>
              <a:rPr lang="es-CL" sz="819">
                <a:solidFill>
                  <a:srgbClr val="5E5E5E"/>
                </a:solidFill>
                <a:latin typeface="Verdana"/>
                <a:cs typeface="Verdana"/>
              </a:rPr>
              <a:t>ut</a:t>
            </a:r>
            <a:r>
              <a:rPr lang="es-CL" sz="819" spc="2">
                <a:solidFill>
                  <a:srgbClr val="5E5E5E"/>
                </a:solidFill>
                <a:latin typeface="Verdana"/>
                <a:cs typeface="Verdana"/>
              </a:rPr>
              <a:t> </a:t>
            </a:r>
            <a:r>
              <a:rPr lang="es-CL" sz="819">
                <a:solidFill>
                  <a:srgbClr val="5E5E5E"/>
                </a:solidFill>
                <a:latin typeface="Verdana"/>
                <a:cs typeface="Verdana"/>
              </a:rPr>
              <a:t>labore </a:t>
            </a:r>
            <a:r>
              <a:rPr lang="es-CL" sz="819" err="1">
                <a:solidFill>
                  <a:srgbClr val="5E5E5E"/>
                </a:solidFill>
                <a:latin typeface="Verdana"/>
                <a:cs typeface="Verdana"/>
              </a:rPr>
              <a:t>eto</a:t>
            </a:r>
            <a:r>
              <a:rPr lang="es-CL" sz="819" spc="2">
                <a:solidFill>
                  <a:srgbClr val="5E5E5E"/>
                </a:solidFill>
                <a:latin typeface="Verdana"/>
                <a:cs typeface="Verdana"/>
              </a:rPr>
              <a:t> </a:t>
            </a:r>
            <a:r>
              <a:rPr lang="es-CL" sz="819" err="1">
                <a:solidFill>
                  <a:srgbClr val="5E5E5E"/>
                </a:solidFill>
                <a:latin typeface="Verdana"/>
                <a:cs typeface="Verdana"/>
              </a:rPr>
              <a:t>dolore</a:t>
            </a:r>
            <a:r>
              <a:rPr lang="es-CL" sz="819" spc="2">
                <a:solidFill>
                  <a:srgbClr val="5E5E5E"/>
                </a:solidFill>
                <a:latin typeface="Verdana"/>
                <a:cs typeface="Verdana"/>
              </a:rPr>
              <a:t> </a:t>
            </a:r>
            <a:r>
              <a:rPr lang="es-CL" sz="819">
                <a:solidFill>
                  <a:srgbClr val="5E5E5E"/>
                </a:solidFill>
                <a:latin typeface="Verdana"/>
                <a:cs typeface="Verdana"/>
              </a:rPr>
              <a:t>magna</a:t>
            </a:r>
            <a:r>
              <a:rPr lang="es-CL" sz="819" spc="5">
                <a:solidFill>
                  <a:srgbClr val="5E5E5E"/>
                </a:solidFill>
                <a:latin typeface="Verdana"/>
                <a:cs typeface="Verdana"/>
              </a:rPr>
              <a:t> </a:t>
            </a:r>
            <a:r>
              <a:rPr lang="es-CL" sz="819" err="1">
                <a:solidFill>
                  <a:srgbClr val="5E5E5E"/>
                </a:solidFill>
                <a:latin typeface="Verdana"/>
                <a:cs typeface="Verdana"/>
              </a:rPr>
              <a:t>aliquyam</a:t>
            </a:r>
            <a:r>
              <a:rPr lang="es-CL" sz="819">
                <a:solidFill>
                  <a:srgbClr val="5E5E5E"/>
                </a:solidFill>
                <a:latin typeface="Verdana"/>
                <a:cs typeface="Verdana"/>
              </a:rPr>
              <a:t> </a:t>
            </a:r>
            <a:r>
              <a:rPr lang="es-CL" sz="819" spc="-9" err="1">
                <a:solidFill>
                  <a:srgbClr val="5E5E5E"/>
                </a:solidFill>
                <a:latin typeface="Verdana"/>
                <a:cs typeface="Verdana"/>
              </a:rPr>
              <a:t>erat</a:t>
            </a:r>
            <a:r>
              <a:rPr lang="es-CL" sz="819" spc="-9">
                <a:solidFill>
                  <a:srgbClr val="5E5E5E"/>
                </a:solidFill>
                <a:latin typeface="Verdana"/>
                <a:cs typeface="Verdana"/>
              </a:rPr>
              <a:t> </a:t>
            </a:r>
            <a:r>
              <a:rPr lang="es-CL" sz="819">
                <a:solidFill>
                  <a:srgbClr val="5E5E5E"/>
                </a:solidFill>
                <a:latin typeface="Verdana"/>
                <a:cs typeface="Verdana"/>
              </a:rPr>
              <a:t>desando</a:t>
            </a:r>
            <a:r>
              <a:rPr lang="es-CL" sz="819" spc="-2">
                <a:solidFill>
                  <a:srgbClr val="5E5E5E"/>
                </a:solidFill>
                <a:latin typeface="Verdana"/>
                <a:cs typeface="Verdana"/>
              </a:rPr>
              <a:t> </a:t>
            </a:r>
            <a:r>
              <a:rPr lang="es-CL" sz="819" spc="-5" err="1">
                <a:solidFill>
                  <a:srgbClr val="5E5E5E"/>
                </a:solidFill>
                <a:latin typeface="Verdana"/>
                <a:cs typeface="Verdana"/>
              </a:rPr>
              <a:t>greadon</a:t>
            </a:r>
            <a:r>
              <a:rPr lang="es-CL" sz="819" spc="-5">
                <a:solidFill>
                  <a:srgbClr val="5E5E5E"/>
                </a:solidFill>
                <a:latin typeface="Verdana"/>
                <a:cs typeface="Verdana"/>
              </a:rPr>
              <a:t>.</a:t>
            </a:r>
            <a:endParaRPr lang="es-CL" sz="819">
              <a:latin typeface="Verdana"/>
              <a:cs typeface="Verdana"/>
            </a:endParaRPr>
          </a:p>
          <a:p>
            <a:pPr>
              <a:lnSpc>
                <a:spcPct val="100000"/>
              </a:lnSpc>
            </a:pPr>
            <a:endParaRPr lang="es-CL" sz="910">
              <a:latin typeface="Verdana"/>
              <a:cs typeface="Verdana"/>
            </a:endParaRPr>
          </a:p>
          <a:p>
            <a:pPr marL="5776" marR="2310" indent="-289">
              <a:lnSpc>
                <a:spcPct val="121600"/>
              </a:lnSpc>
              <a:spcBef>
                <a:spcPts val="946"/>
              </a:spcBef>
            </a:pPr>
            <a:r>
              <a:rPr lang="es-CL" sz="819" err="1">
                <a:solidFill>
                  <a:srgbClr val="5E5E5E"/>
                </a:solidFill>
                <a:latin typeface="Verdana"/>
                <a:cs typeface="Verdana"/>
              </a:rPr>
              <a:t>Deot</a:t>
            </a:r>
            <a:r>
              <a:rPr lang="es-CL" sz="819">
                <a:solidFill>
                  <a:srgbClr val="5E5E5E"/>
                </a:solidFill>
                <a:latin typeface="Verdana"/>
                <a:cs typeface="Verdana"/>
              </a:rPr>
              <a:t> </a:t>
            </a:r>
            <a:r>
              <a:rPr lang="es-CL" sz="819" err="1">
                <a:solidFill>
                  <a:srgbClr val="5E5E5E"/>
                </a:solidFill>
                <a:latin typeface="Verdana"/>
                <a:cs typeface="Verdana"/>
              </a:rPr>
              <a:t>clita</a:t>
            </a:r>
            <a:r>
              <a:rPr lang="es-CL" sz="819" spc="2">
                <a:solidFill>
                  <a:srgbClr val="5E5E5E"/>
                </a:solidFill>
                <a:latin typeface="Verdana"/>
                <a:cs typeface="Verdana"/>
              </a:rPr>
              <a:t> </a:t>
            </a:r>
            <a:r>
              <a:rPr lang="es-CL" sz="819" err="1">
                <a:solidFill>
                  <a:srgbClr val="5E5E5E"/>
                </a:solidFill>
                <a:latin typeface="Verdana"/>
                <a:cs typeface="Verdana"/>
              </a:rPr>
              <a:t>kuasd</a:t>
            </a:r>
            <a:r>
              <a:rPr lang="es-CL" sz="819" spc="5">
                <a:solidFill>
                  <a:srgbClr val="5E5E5E"/>
                </a:solidFill>
                <a:latin typeface="Verdana"/>
                <a:cs typeface="Verdana"/>
              </a:rPr>
              <a:t> </a:t>
            </a:r>
            <a:r>
              <a:rPr lang="es-CL" sz="819" err="1">
                <a:solidFill>
                  <a:srgbClr val="5E5E5E"/>
                </a:solidFill>
                <a:latin typeface="Verdana"/>
                <a:cs typeface="Verdana"/>
              </a:rPr>
              <a:t>gubergren</a:t>
            </a:r>
            <a:r>
              <a:rPr lang="es-CL" sz="819">
                <a:solidFill>
                  <a:srgbClr val="5E5E5E"/>
                </a:solidFill>
                <a:latin typeface="Verdana"/>
                <a:cs typeface="Verdana"/>
              </a:rPr>
              <a:t>, </a:t>
            </a:r>
            <a:r>
              <a:rPr lang="es-CL" sz="819" err="1">
                <a:solidFill>
                  <a:srgbClr val="5E5E5E"/>
                </a:solidFill>
                <a:latin typeface="Verdana"/>
                <a:cs typeface="Verdana"/>
              </a:rPr>
              <a:t>nosotra</a:t>
            </a:r>
            <a:r>
              <a:rPr lang="es-CL" sz="819" spc="5">
                <a:solidFill>
                  <a:srgbClr val="5E5E5E"/>
                </a:solidFill>
                <a:latin typeface="Verdana"/>
                <a:cs typeface="Verdana"/>
              </a:rPr>
              <a:t> </a:t>
            </a:r>
            <a:r>
              <a:rPr lang="es-CL" sz="819">
                <a:solidFill>
                  <a:srgbClr val="5E5E5E"/>
                </a:solidFill>
                <a:latin typeface="Verdana"/>
                <a:cs typeface="Verdana"/>
              </a:rPr>
              <a:t>sea</a:t>
            </a:r>
            <a:r>
              <a:rPr lang="es-CL" sz="819" spc="2">
                <a:solidFill>
                  <a:srgbClr val="5E5E5E"/>
                </a:solidFill>
                <a:latin typeface="Verdana"/>
                <a:cs typeface="Verdana"/>
              </a:rPr>
              <a:t> </a:t>
            </a:r>
            <a:r>
              <a:rPr lang="es-CL" sz="819" spc="-5" err="1">
                <a:solidFill>
                  <a:srgbClr val="5E5E5E"/>
                </a:solidFill>
                <a:latin typeface="Verdana"/>
                <a:cs typeface="Verdana"/>
              </a:rPr>
              <a:t>fronds</a:t>
            </a:r>
            <a:r>
              <a:rPr lang="es-CL" sz="819" spc="-5">
                <a:solidFill>
                  <a:srgbClr val="5E5E5E"/>
                </a:solidFill>
                <a:latin typeface="Verdana"/>
                <a:cs typeface="Verdana"/>
              </a:rPr>
              <a:t> </a:t>
            </a:r>
            <a:r>
              <a:rPr lang="es-CL" sz="819" err="1">
                <a:solidFill>
                  <a:srgbClr val="5E5E5E"/>
                </a:solidFill>
                <a:latin typeface="Verdana"/>
                <a:cs typeface="Verdana"/>
              </a:rPr>
              <a:t>takimata</a:t>
            </a:r>
            <a:r>
              <a:rPr lang="es-CL" sz="819" spc="-2">
                <a:solidFill>
                  <a:srgbClr val="5E5E5E"/>
                </a:solidFill>
                <a:latin typeface="Verdana"/>
                <a:cs typeface="Verdana"/>
              </a:rPr>
              <a:t> </a:t>
            </a:r>
            <a:r>
              <a:rPr lang="es-CL" sz="819">
                <a:solidFill>
                  <a:srgbClr val="5E5E5E"/>
                </a:solidFill>
                <a:latin typeface="Verdana"/>
                <a:cs typeface="Verdana"/>
              </a:rPr>
              <a:t>sanctus</a:t>
            </a:r>
            <a:r>
              <a:rPr lang="es-CL" sz="819" spc="2">
                <a:solidFill>
                  <a:srgbClr val="5E5E5E"/>
                </a:solidFill>
                <a:latin typeface="Verdana"/>
                <a:cs typeface="Verdana"/>
              </a:rPr>
              <a:t> </a:t>
            </a:r>
            <a:r>
              <a:rPr lang="es-CL" sz="819" err="1">
                <a:solidFill>
                  <a:srgbClr val="5E5E5E"/>
                </a:solidFill>
                <a:latin typeface="Verdana"/>
                <a:cs typeface="Verdana"/>
              </a:rPr>
              <a:t>est</a:t>
            </a:r>
            <a:r>
              <a:rPr lang="es-CL" sz="819">
                <a:solidFill>
                  <a:srgbClr val="5E5E5E"/>
                </a:solidFill>
                <a:latin typeface="Verdana"/>
                <a:cs typeface="Verdana"/>
              </a:rPr>
              <a:t> </a:t>
            </a:r>
            <a:r>
              <a:rPr lang="es-CL" sz="819" err="1">
                <a:solidFill>
                  <a:srgbClr val="5E5E5E"/>
                </a:solidFill>
                <a:latin typeface="Verdana"/>
                <a:cs typeface="Verdana"/>
              </a:rPr>
              <a:t>Lorem</a:t>
            </a:r>
            <a:r>
              <a:rPr lang="es-CL" sz="819">
                <a:solidFill>
                  <a:srgbClr val="5E5E5E"/>
                </a:solidFill>
                <a:latin typeface="Verdana"/>
                <a:cs typeface="Verdana"/>
              </a:rPr>
              <a:t> ero </a:t>
            </a:r>
            <a:r>
              <a:rPr lang="es-CL" sz="819" spc="-5" err="1">
                <a:solidFill>
                  <a:srgbClr val="5E5E5E"/>
                </a:solidFill>
                <a:latin typeface="Verdana"/>
                <a:cs typeface="Verdana"/>
              </a:rPr>
              <a:t>psusit</a:t>
            </a:r>
            <a:r>
              <a:rPr lang="es-CL" sz="819" spc="-5">
                <a:solidFill>
                  <a:srgbClr val="5E5E5E"/>
                </a:solidFill>
                <a:latin typeface="Verdana"/>
                <a:cs typeface="Verdana"/>
              </a:rPr>
              <a:t> </a:t>
            </a:r>
            <a:r>
              <a:rPr lang="es-CL" sz="819" err="1">
                <a:solidFill>
                  <a:srgbClr val="5E5E5E"/>
                </a:solidFill>
                <a:latin typeface="Verdana"/>
                <a:cs typeface="Verdana"/>
              </a:rPr>
              <a:t>druamet</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Lorem</a:t>
            </a:r>
            <a:r>
              <a:rPr lang="es-CL" sz="819" spc="2">
                <a:solidFill>
                  <a:srgbClr val="5E5E5E"/>
                </a:solidFill>
                <a:latin typeface="Verdana"/>
                <a:cs typeface="Verdana"/>
              </a:rPr>
              <a:t> </a:t>
            </a:r>
            <a:r>
              <a:rPr lang="es-CL" sz="819">
                <a:solidFill>
                  <a:srgbClr val="5E5E5E"/>
                </a:solidFill>
                <a:latin typeface="Verdana"/>
                <a:cs typeface="Verdana"/>
              </a:rPr>
              <a:t>eso</a:t>
            </a:r>
            <a:r>
              <a:rPr lang="es-CL" sz="819" spc="2">
                <a:solidFill>
                  <a:srgbClr val="5E5E5E"/>
                </a:solidFill>
                <a:latin typeface="Verdana"/>
                <a:cs typeface="Verdana"/>
              </a:rPr>
              <a:t> </a:t>
            </a:r>
            <a:r>
              <a:rPr lang="es-CL" sz="819" err="1">
                <a:solidFill>
                  <a:srgbClr val="5E5E5E"/>
                </a:solidFill>
                <a:latin typeface="Verdana"/>
                <a:cs typeface="Verdana"/>
              </a:rPr>
              <a:t>ipsum</a:t>
            </a:r>
            <a:r>
              <a:rPr lang="es-CL" sz="819">
                <a:solidFill>
                  <a:srgbClr val="5E5E5E"/>
                </a:solidFill>
                <a:latin typeface="Verdana"/>
                <a:cs typeface="Verdana"/>
              </a:rPr>
              <a:t> dolor</a:t>
            </a:r>
            <a:r>
              <a:rPr lang="es-CL" sz="819" spc="2">
                <a:solidFill>
                  <a:srgbClr val="5E5E5E"/>
                </a:solidFill>
                <a:latin typeface="Verdana"/>
                <a:cs typeface="Verdana"/>
              </a:rPr>
              <a:t> </a:t>
            </a:r>
            <a:r>
              <a:rPr lang="es-CL" sz="819" err="1">
                <a:solidFill>
                  <a:srgbClr val="5E5E5E"/>
                </a:solidFill>
                <a:latin typeface="Verdana"/>
                <a:cs typeface="Verdana"/>
              </a:rPr>
              <a:t>sit</a:t>
            </a:r>
            <a:r>
              <a:rPr lang="es-CL" sz="819" spc="5">
                <a:solidFill>
                  <a:srgbClr val="5E5E5E"/>
                </a:solidFill>
                <a:latin typeface="Verdana"/>
                <a:cs typeface="Verdana"/>
              </a:rPr>
              <a:t> </a:t>
            </a:r>
            <a:r>
              <a:rPr lang="es-CL" sz="819" spc="-5" err="1">
                <a:solidFill>
                  <a:srgbClr val="5E5E5E"/>
                </a:solidFill>
                <a:latin typeface="Verdana"/>
                <a:cs typeface="Verdana"/>
              </a:rPr>
              <a:t>amet</a:t>
            </a:r>
            <a:r>
              <a:rPr lang="es-CL" sz="819" spc="-5">
                <a:solidFill>
                  <a:srgbClr val="5E5E5E"/>
                </a:solidFill>
                <a:latin typeface="Verdana"/>
                <a:cs typeface="Verdana"/>
              </a:rPr>
              <a:t>, </a:t>
            </a:r>
            <a:r>
              <a:rPr lang="es-CL" sz="819" err="1">
                <a:solidFill>
                  <a:srgbClr val="5E5E5E"/>
                </a:solidFill>
                <a:latin typeface="Verdana"/>
                <a:cs typeface="Verdana"/>
              </a:rPr>
              <a:t>deras</a:t>
            </a:r>
            <a:r>
              <a:rPr lang="es-CL" sz="819" spc="2">
                <a:solidFill>
                  <a:srgbClr val="5E5E5E"/>
                </a:solidFill>
                <a:latin typeface="Verdana"/>
                <a:cs typeface="Verdana"/>
              </a:rPr>
              <a:t> </a:t>
            </a:r>
            <a:r>
              <a:rPr lang="es-CL" sz="819" err="1">
                <a:solidFill>
                  <a:srgbClr val="5E5E5E"/>
                </a:solidFill>
                <a:latin typeface="Verdana"/>
                <a:cs typeface="Verdana"/>
              </a:rPr>
              <a:t>gradaso</a:t>
            </a:r>
            <a:r>
              <a:rPr lang="es-CL" sz="819" spc="-2">
                <a:solidFill>
                  <a:srgbClr val="5E5E5E"/>
                </a:solidFill>
                <a:latin typeface="Verdana"/>
                <a:cs typeface="Verdana"/>
              </a:rPr>
              <a:t> </a:t>
            </a:r>
            <a:r>
              <a:rPr lang="es-CL" sz="819" err="1">
                <a:solidFill>
                  <a:srgbClr val="5E5E5E"/>
                </a:solidFill>
                <a:latin typeface="Verdana"/>
                <a:cs typeface="Verdana"/>
              </a:rPr>
              <a:t>consetetur</a:t>
            </a:r>
            <a:r>
              <a:rPr lang="es-CL" sz="819" spc="2">
                <a:solidFill>
                  <a:srgbClr val="5E5E5E"/>
                </a:solidFill>
                <a:latin typeface="Verdana"/>
                <a:cs typeface="Verdana"/>
              </a:rPr>
              <a:t> </a:t>
            </a:r>
            <a:r>
              <a:rPr lang="es-CL" sz="819" err="1">
                <a:solidFill>
                  <a:srgbClr val="5E5E5E"/>
                </a:solidFill>
                <a:latin typeface="Verdana"/>
                <a:cs typeface="Verdana"/>
              </a:rPr>
              <a:t>sadipscing</a:t>
            </a:r>
            <a:r>
              <a:rPr lang="es-CL" sz="819">
                <a:solidFill>
                  <a:srgbClr val="5E5E5E"/>
                </a:solidFill>
                <a:latin typeface="Verdana"/>
                <a:cs typeface="Verdana"/>
              </a:rPr>
              <a:t> </a:t>
            </a:r>
            <a:r>
              <a:rPr lang="es-CL" sz="819" spc="-5" err="1">
                <a:solidFill>
                  <a:srgbClr val="5E5E5E"/>
                </a:solidFill>
                <a:latin typeface="Verdana"/>
                <a:cs typeface="Verdana"/>
              </a:rPr>
              <a:t>elitromas</a:t>
            </a:r>
            <a:r>
              <a:rPr lang="es-CL" sz="819" spc="-5">
                <a:solidFill>
                  <a:srgbClr val="5E5E5E"/>
                </a:solidFill>
                <a:latin typeface="Verdana"/>
                <a:cs typeface="Verdana"/>
              </a:rPr>
              <a:t>. </a:t>
            </a:r>
            <a:r>
              <a:rPr lang="es-CL" sz="819">
                <a:solidFill>
                  <a:srgbClr val="5E5E5E"/>
                </a:solidFill>
                <a:latin typeface="Verdana"/>
                <a:cs typeface="Verdana"/>
              </a:rPr>
              <a:t>Sed</a:t>
            </a:r>
            <a:r>
              <a:rPr lang="es-CL" sz="819" spc="-2">
                <a:solidFill>
                  <a:srgbClr val="5E5E5E"/>
                </a:solidFill>
                <a:latin typeface="Verdana"/>
                <a:cs typeface="Verdana"/>
              </a:rPr>
              <a:t> </a:t>
            </a:r>
            <a:r>
              <a:rPr lang="es-CL" sz="819" err="1">
                <a:solidFill>
                  <a:srgbClr val="5E5E5E"/>
                </a:solidFill>
                <a:latin typeface="Verdana"/>
                <a:cs typeface="Verdana"/>
              </a:rPr>
              <a:t>diam</a:t>
            </a:r>
            <a:r>
              <a:rPr lang="es-CL" sz="819">
                <a:solidFill>
                  <a:srgbClr val="5E5E5E"/>
                </a:solidFill>
                <a:latin typeface="Verdana"/>
                <a:cs typeface="Verdana"/>
              </a:rPr>
              <a:t> </a:t>
            </a:r>
            <a:r>
              <a:rPr lang="es-CL" sz="819" err="1">
                <a:solidFill>
                  <a:srgbClr val="5E5E5E"/>
                </a:solidFill>
                <a:latin typeface="Verdana"/>
                <a:cs typeface="Verdana"/>
              </a:rPr>
              <a:t>dnie</a:t>
            </a:r>
            <a:r>
              <a:rPr lang="es-CL" sz="819" spc="5">
                <a:solidFill>
                  <a:srgbClr val="5E5E5E"/>
                </a:solidFill>
                <a:latin typeface="Verdana"/>
                <a:cs typeface="Verdana"/>
              </a:rPr>
              <a:t> </a:t>
            </a:r>
            <a:r>
              <a:rPr lang="es-CL" sz="819" err="1">
                <a:solidFill>
                  <a:srgbClr val="5E5E5E"/>
                </a:solidFill>
                <a:latin typeface="Verdana"/>
                <a:cs typeface="Verdana"/>
              </a:rPr>
              <a:t>nonumy</a:t>
            </a:r>
            <a:r>
              <a:rPr lang="es-CL" sz="819" spc="2">
                <a:solidFill>
                  <a:srgbClr val="5E5E5E"/>
                </a:solidFill>
                <a:latin typeface="Verdana"/>
                <a:cs typeface="Verdana"/>
              </a:rPr>
              <a:t> </a:t>
            </a:r>
            <a:r>
              <a:rPr lang="es-CL" sz="819" err="1">
                <a:solidFill>
                  <a:srgbClr val="5E5E5E"/>
                </a:solidFill>
                <a:latin typeface="Verdana"/>
                <a:cs typeface="Verdana"/>
              </a:rPr>
              <a:t>eirmod</a:t>
            </a:r>
            <a:r>
              <a:rPr lang="es-CL" sz="819">
                <a:solidFill>
                  <a:srgbClr val="5E5E5E"/>
                </a:solidFill>
                <a:latin typeface="Verdana"/>
                <a:cs typeface="Verdana"/>
              </a:rPr>
              <a:t> </a:t>
            </a:r>
            <a:r>
              <a:rPr lang="es-CL" sz="819" spc="-5" err="1">
                <a:solidFill>
                  <a:srgbClr val="5E5E5E"/>
                </a:solidFill>
                <a:latin typeface="Verdana"/>
                <a:cs typeface="Verdana"/>
              </a:rPr>
              <a:t>tempor</a:t>
            </a:r>
            <a:r>
              <a:rPr lang="es-CL" sz="819" spc="-5">
                <a:solidFill>
                  <a:srgbClr val="5E5E5E"/>
                </a:solidFill>
                <a:latin typeface="Verdana"/>
                <a:cs typeface="Verdana"/>
              </a:rPr>
              <a:t>  </a:t>
            </a:r>
            <a:r>
              <a:rPr lang="es-CL" sz="819" err="1">
                <a:solidFill>
                  <a:srgbClr val="5E5E5E"/>
                </a:solidFill>
                <a:latin typeface="Verdana"/>
                <a:cs typeface="Verdana"/>
              </a:rPr>
              <a:t>invidunt</a:t>
            </a:r>
            <a:r>
              <a:rPr lang="es-CL" sz="819" spc="5">
                <a:solidFill>
                  <a:srgbClr val="5E5E5E"/>
                </a:solidFill>
                <a:latin typeface="Verdana"/>
                <a:cs typeface="Verdana"/>
              </a:rPr>
              <a:t> </a:t>
            </a:r>
            <a:r>
              <a:rPr lang="es-CL" sz="819" err="1">
                <a:solidFill>
                  <a:srgbClr val="5E5E5E"/>
                </a:solidFill>
                <a:latin typeface="Verdana"/>
                <a:cs typeface="Verdana"/>
              </a:rPr>
              <a:t>utony</a:t>
            </a:r>
            <a:r>
              <a:rPr lang="es-CL" sz="819" spc="5">
                <a:solidFill>
                  <a:srgbClr val="5E5E5E"/>
                </a:solidFill>
                <a:latin typeface="Verdana"/>
                <a:cs typeface="Verdana"/>
              </a:rPr>
              <a:t> </a:t>
            </a:r>
            <a:r>
              <a:rPr lang="es-CL" sz="819">
                <a:solidFill>
                  <a:srgbClr val="5E5E5E"/>
                </a:solidFill>
                <a:latin typeface="Verdana"/>
                <a:cs typeface="Verdana"/>
              </a:rPr>
              <a:t>labore</a:t>
            </a:r>
            <a:r>
              <a:rPr lang="es-CL" sz="819" spc="2">
                <a:solidFill>
                  <a:srgbClr val="5E5E5E"/>
                </a:solidFill>
                <a:latin typeface="Verdana"/>
                <a:cs typeface="Verdana"/>
              </a:rPr>
              <a:t> </a:t>
            </a:r>
            <a:r>
              <a:rPr lang="es-CL" sz="819" err="1">
                <a:solidFill>
                  <a:srgbClr val="5E5E5E"/>
                </a:solidFill>
                <a:latin typeface="Verdana"/>
                <a:cs typeface="Verdana"/>
              </a:rPr>
              <a:t>etodre</a:t>
            </a:r>
            <a:r>
              <a:rPr lang="es-CL" sz="819" spc="2">
                <a:solidFill>
                  <a:srgbClr val="5E5E5E"/>
                </a:solidFill>
                <a:latin typeface="Verdana"/>
                <a:cs typeface="Verdana"/>
              </a:rPr>
              <a:t> </a:t>
            </a:r>
            <a:r>
              <a:rPr lang="es-CL" sz="819">
                <a:solidFill>
                  <a:srgbClr val="5E5E5E"/>
                </a:solidFill>
                <a:latin typeface="Verdana"/>
                <a:cs typeface="Verdana"/>
              </a:rPr>
              <a:t>dolor</a:t>
            </a:r>
            <a:r>
              <a:rPr lang="es-CL" sz="819" spc="5">
                <a:solidFill>
                  <a:srgbClr val="5E5E5E"/>
                </a:solidFill>
                <a:latin typeface="Verdana"/>
                <a:cs typeface="Verdana"/>
              </a:rPr>
              <a:t> </a:t>
            </a:r>
            <a:r>
              <a:rPr lang="es-CL" sz="819" spc="-5" err="1">
                <a:solidFill>
                  <a:srgbClr val="5E5E5E"/>
                </a:solidFill>
                <a:latin typeface="Verdana"/>
                <a:cs typeface="Verdana"/>
              </a:rPr>
              <a:t>noradsa</a:t>
            </a:r>
            <a:r>
              <a:rPr lang="es-CL" sz="819" spc="-5">
                <a:solidFill>
                  <a:srgbClr val="5E5E5E"/>
                </a:solidFill>
                <a:latin typeface="Verdana"/>
                <a:cs typeface="Verdana"/>
              </a:rPr>
              <a:t> </a:t>
            </a:r>
            <a:r>
              <a:rPr lang="es-CL" sz="819" spc="-5" err="1">
                <a:solidFill>
                  <a:srgbClr val="5E5E5E"/>
                </a:solidFill>
                <a:latin typeface="Verdana"/>
                <a:cs typeface="Verdana"/>
              </a:rPr>
              <a:t>mirda</a:t>
            </a:r>
            <a:r>
              <a:rPr lang="es-CL" sz="819" spc="-5">
                <a:solidFill>
                  <a:srgbClr val="5E5E5E"/>
                </a:solidFill>
                <a:latin typeface="Verdana"/>
                <a:cs typeface="Verdana"/>
              </a:rPr>
              <a:t>.</a:t>
            </a:r>
          </a:p>
          <a:p>
            <a:pPr marL="6065" marR="2310" indent="-578">
              <a:lnSpc>
                <a:spcPct val="121100"/>
              </a:lnSpc>
              <a:spcBef>
                <a:spcPts val="70"/>
              </a:spcBef>
            </a:pPr>
            <a:endParaRPr lang="es-CL" sz="819">
              <a:latin typeface="Verdana"/>
              <a:cs typeface="Verdana"/>
            </a:endParaRPr>
          </a:p>
        </p:txBody>
      </p:sp>
      <p:sp>
        <p:nvSpPr>
          <p:cNvPr id="17" name="Holder 6">
            <a:extLst>
              <a:ext uri="{FF2B5EF4-FFF2-40B4-BE49-F238E27FC236}">
                <a16:creationId xmlns:a16="http://schemas.microsoft.com/office/drawing/2014/main" id="{E71E975C-BBAA-06AF-DA7F-5B6D718F9B5E}"/>
              </a:ext>
            </a:extLst>
          </p:cNvPr>
          <p:cNvSpPr>
            <a:spLocks noGrp="1"/>
          </p:cNvSpPr>
          <p:nvPr>
            <p:ph type="sldNum" sz="quarter" idx="7"/>
          </p:nvPr>
        </p:nvSpPr>
        <p:spPr>
          <a:xfrm>
            <a:off x="8124470" y="4869570"/>
            <a:ext cx="413011" cy="122726"/>
          </a:xfrm>
          <a:prstGeom prst="rect">
            <a:avLst/>
          </a:prstGeom>
        </p:spPr>
        <p:txBody>
          <a:bodyPr wrap="square" lIns="0" tIns="0" rIns="0" bIns="0">
            <a:spAutoFit/>
          </a:bodyPr>
          <a:lstStyle>
            <a:lvl1pPr>
              <a:defRPr sz="637" b="0" i="0">
                <a:solidFill>
                  <a:srgbClr val="797979"/>
                </a:solidFill>
                <a:latin typeface="+mn-lt"/>
                <a:cs typeface="Helvetica-Light"/>
              </a:defRPr>
            </a:lvl1pPr>
          </a:lstStyle>
          <a:p>
            <a:pPr marL="17328">
              <a:lnSpc>
                <a:spcPts val="1064"/>
              </a:lnSpc>
            </a:pPr>
            <a:fld id="{81D60167-4931-47E6-BA6A-407CBD079E47}" type="slidenum">
              <a:rPr lang="es-CL" smtClean="0"/>
              <a:pPr marL="17328">
                <a:lnSpc>
                  <a:spcPts val="1064"/>
                </a:lnSpc>
              </a:pPr>
              <a:t>‹Nº›</a:t>
            </a:fld>
            <a:endParaRPr lang="es-CL"/>
          </a:p>
        </p:txBody>
      </p:sp>
      <p:sp>
        <p:nvSpPr>
          <p:cNvPr id="18" name="Título 17">
            <a:extLst>
              <a:ext uri="{FF2B5EF4-FFF2-40B4-BE49-F238E27FC236}">
                <a16:creationId xmlns:a16="http://schemas.microsoft.com/office/drawing/2014/main" id="{AA3B4CA3-71D2-5959-B6FB-38FB365FDACB}"/>
              </a:ext>
            </a:extLst>
          </p:cNvPr>
          <p:cNvSpPr>
            <a:spLocks noGrp="1"/>
          </p:cNvSpPr>
          <p:nvPr>
            <p:ph type="title" hasCustomPrompt="1"/>
          </p:nvPr>
        </p:nvSpPr>
        <p:spPr>
          <a:xfrm>
            <a:off x="756223" y="838959"/>
            <a:ext cx="3763019" cy="1287788"/>
          </a:xfrm>
        </p:spPr>
        <p:txBody>
          <a:bodyPr/>
          <a:lstStyle/>
          <a:p>
            <a:r>
              <a:rPr lang="es-MX"/>
              <a:t>Lorem ipsum dolor sit</a:t>
            </a:r>
            <a:endParaRPr lang="es-ES_tradnl"/>
          </a:p>
        </p:txBody>
      </p:sp>
    </p:spTree>
    <p:extLst>
      <p:ext uri="{BB962C8B-B14F-4D97-AF65-F5344CB8AC3E}">
        <p14:creationId xmlns:p14="http://schemas.microsoft.com/office/powerpoint/2010/main" val="82130517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35"/>
            </p:custDataLst>
            <p:extLst>
              <p:ext uri="{D42A27DB-BD31-4B8C-83A1-F6EECF244321}">
                <p14:modId xmlns:p14="http://schemas.microsoft.com/office/powerpoint/2010/main" val="3608479169"/>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name="Diapositiva de think-cell" r:id="rId36" imgW="270" imgH="270" progId="TCLayout.ActiveDocument.1">
                  <p:embed/>
                </p:oleObj>
              </mc:Choice>
              <mc:Fallback>
                <p:oleObj name="Diapositiva de think-cell" r:id="rId36" imgW="270" imgH="270" progId="TCLayout.ActiveDocument.1">
                  <p:embed/>
                  <p:pic>
                    <p:nvPicPr>
                      <p:cNvPr id="2" name="Object 1" hidden="1"/>
                      <p:cNvPicPr/>
                      <p:nvPr/>
                    </p:nvPicPr>
                    <p:blipFill>
                      <a:blip r:embed="rId37"/>
                      <a:stretch>
                        <a:fillRect/>
                      </a:stretch>
                    </p:blipFill>
                    <p:spPr>
                      <a:xfrm>
                        <a:off x="1192" y="1192"/>
                        <a:ext cx="1190" cy="1190"/>
                      </a:xfrm>
                      <a:prstGeom prst="rect">
                        <a:avLst/>
                      </a:prstGeom>
                    </p:spPr>
                  </p:pic>
                </p:oleObj>
              </mc:Fallback>
            </mc:AlternateContent>
          </a:graphicData>
        </a:graphic>
      </p:graphicFrame>
      <p:sp>
        <p:nvSpPr>
          <p:cNvPr id="9" name="Title Placeholder 1"/>
          <p:cNvSpPr>
            <a:spLocks noGrp="1"/>
          </p:cNvSpPr>
          <p:nvPr>
            <p:ph type="title"/>
          </p:nvPr>
        </p:nvSpPr>
        <p:spPr>
          <a:xfrm>
            <a:off x="330994" y="231777"/>
            <a:ext cx="8482014" cy="307777"/>
          </a:xfrm>
          <a:prstGeom prst="rect">
            <a:avLst/>
          </a:prstGeom>
        </p:spPr>
        <p:txBody>
          <a:bodyPr vert="horz" wrap="square" lIns="0" tIns="0" rIns="0" bIns="0" rtlCol="0" anchor="t">
            <a:spAutoFit/>
          </a:bodyPr>
          <a:lstStyle/>
          <a:p>
            <a:pPr lvl="0">
              <a:lnSpc>
                <a:spcPct val="100000"/>
              </a:lnSpc>
            </a:pPr>
            <a:r>
              <a:rPr lang="en-US"/>
              <a:t>Click to add title</a:t>
            </a:r>
          </a:p>
        </p:txBody>
      </p:sp>
      <p:sp>
        <p:nvSpPr>
          <p:cNvPr id="12" name="TextBox 11"/>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pic>
        <p:nvPicPr>
          <p:cNvPr id="14" name="Grafik 9">
            <a:extLst>
              <a:ext uri="{FF2B5EF4-FFF2-40B4-BE49-F238E27FC236}">
                <a16:creationId xmlns:a16="http://schemas.microsoft.com/office/drawing/2014/main" id="{70A50125-30E1-5C71-3E63-3267CA2E7524}"/>
              </a:ext>
            </a:extLst>
          </p:cNvPr>
          <p:cNvPicPr>
            <a:picLocks noChangeAspect="1"/>
          </p:cNvPicPr>
          <p:nvPr/>
        </p:nvPicPr>
        <p:blipFill>
          <a:blip>
            <a:extLst>
              <a:ext uri="{96DAC541-7B7A-43D3-8B79-37D633B846F1}">
                <asvg:svgBlip xmlns:asvg="http://schemas.microsoft.com/office/drawing/2016/SVG/main" r:embed="rId38"/>
              </a:ext>
            </a:extLst>
          </a:blip>
          <a:srcRect/>
          <a:stretch/>
        </p:blipFill>
        <p:spPr>
          <a:xfrm>
            <a:off x="7596337" y="4659313"/>
            <a:ext cx="1302697" cy="484188"/>
          </a:xfrm>
          <a:prstGeom prst="rect">
            <a:avLst/>
          </a:prstGeom>
        </p:spPr>
      </p:pic>
      <p:sp>
        <p:nvSpPr>
          <p:cNvPr id="15" name="Rechteck 6">
            <a:extLst>
              <a:ext uri="{FF2B5EF4-FFF2-40B4-BE49-F238E27FC236}">
                <a16:creationId xmlns:a16="http://schemas.microsoft.com/office/drawing/2014/main" id="{87AC040A-5A07-A249-37F5-691D4E9C3950}"/>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
        <p:nvSpPr>
          <p:cNvPr id="25" name="Text Placeholder 24">
            <a:extLst>
              <a:ext uri="{FF2B5EF4-FFF2-40B4-BE49-F238E27FC236}">
                <a16:creationId xmlns:a16="http://schemas.microsoft.com/office/drawing/2014/main" id="{D918322E-063E-6064-ED71-525EEFB15DFA}"/>
              </a:ext>
            </a:extLst>
          </p:cNvPr>
          <p:cNvSpPr>
            <a:spLocks noGrp="1"/>
          </p:cNvSpPr>
          <p:nvPr>
            <p:ph type="body" idx="1"/>
          </p:nvPr>
        </p:nvSpPr>
        <p:spPr>
          <a:xfrm>
            <a:off x="330994" y="1370013"/>
            <a:ext cx="8482014" cy="3240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2157514"/>
      </p:ext>
    </p:extLst>
  </p:cSld>
  <p:clrMap bg1="lt1" tx1="dk1" bg2="lt2" tx2="dk2" accent1="accent1" accent2="accent2" accent3="accent3" accent4="accent4" accent5="accent5" accent6="accent6" hlink="hlink" folHlink="folHlink"/>
  <p:sldLayoutIdLst>
    <p:sldLayoutId id="2147485186" r:id="rId1"/>
    <p:sldLayoutId id="2147485258" r:id="rId2"/>
    <p:sldLayoutId id="2147485274" r:id="rId3"/>
    <p:sldLayoutId id="2147485265" r:id="rId4"/>
    <p:sldLayoutId id="2147485269" r:id="rId5"/>
    <p:sldLayoutId id="2147485187" r:id="rId6"/>
    <p:sldLayoutId id="2147485188" r:id="rId7"/>
    <p:sldLayoutId id="2147485215" r:id="rId8"/>
    <p:sldLayoutId id="2147485266" r:id="rId9"/>
    <p:sldLayoutId id="2147485284" r:id="rId10"/>
    <p:sldLayoutId id="2147485270" r:id="rId11"/>
    <p:sldLayoutId id="2147485271" r:id="rId12"/>
    <p:sldLayoutId id="2147485285" r:id="rId13"/>
    <p:sldLayoutId id="2147485272" r:id="rId14"/>
    <p:sldLayoutId id="2147485286" r:id="rId15"/>
    <p:sldLayoutId id="2147485267" r:id="rId16"/>
    <p:sldLayoutId id="2147485275" r:id="rId17"/>
    <p:sldLayoutId id="2147485268" r:id="rId18"/>
    <p:sldLayoutId id="2147485276" r:id="rId19"/>
    <p:sldLayoutId id="2147485278" r:id="rId20"/>
    <p:sldLayoutId id="2147485277" r:id="rId21"/>
    <p:sldLayoutId id="2147485279" r:id="rId22"/>
    <p:sldLayoutId id="2147485280" r:id="rId23"/>
    <p:sldLayoutId id="2147485281" r:id="rId24"/>
    <p:sldLayoutId id="2147485257" r:id="rId25"/>
    <p:sldLayoutId id="2147485263" r:id="rId26"/>
    <p:sldLayoutId id="2147485259" r:id="rId27"/>
    <p:sldLayoutId id="2147485260" r:id="rId28"/>
    <p:sldLayoutId id="2147485212" r:id="rId29"/>
    <p:sldLayoutId id="2147485282" r:id="rId30"/>
    <p:sldLayoutId id="2147485287" r:id="rId31"/>
    <p:sldLayoutId id="2147485289" r:id="rId32"/>
    <p:sldLayoutId id="2147485290" r:id="rId3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p:titleStyle>
    <p:bodyStyle>
      <a:lvl1pPr marL="0" indent="0" algn="l" defTabSz="685800" rtl="0" eaLnBrk="1" latinLnBrk="0" hangingPunct="1">
        <a:lnSpc>
          <a:spcPct val="100000"/>
        </a:lnSpc>
        <a:spcBef>
          <a:spcPts val="600"/>
        </a:spcBef>
        <a:spcAft>
          <a:spcPts val="0"/>
        </a:spcAft>
        <a:buFont typeface="Arial" panose="020B0604020202020204" pitchFamily="34" charset="0"/>
        <a:buChar char="​"/>
        <a:defRPr lang="en-US" sz="1600" b="1" kern="1200">
          <a:solidFill>
            <a:schemeClr val="tx1"/>
          </a:solidFill>
          <a:latin typeface="+mn-lt"/>
          <a:ea typeface="+mn-ea"/>
          <a:cs typeface="+mn-cs"/>
          <a:sym typeface="Trebuchet MS" panose="020B0603020202020204" pitchFamily="34" charset="0"/>
        </a:defRPr>
      </a:lvl1pPr>
      <a:lvl2pPr marL="0" indent="0" algn="l" defTabSz="685800" rtl="0" eaLnBrk="1" latinLnBrk="0" hangingPunct="1">
        <a:lnSpc>
          <a:spcPct val="100000"/>
        </a:lnSpc>
        <a:spcBef>
          <a:spcPts val="600"/>
        </a:spcBef>
        <a:spcAft>
          <a:spcPts val="0"/>
        </a:spcAft>
        <a:buClr>
          <a:schemeClr val="tx2"/>
        </a:buClr>
        <a:buFont typeface="Arial" panose="020B0604020202020204" pitchFamily="34" charset="0"/>
        <a:buNone/>
        <a:defRPr lang="en-US" sz="1600" kern="1200" dirty="0">
          <a:solidFill>
            <a:schemeClr val="tx1"/>
          </a:solidFill>
          <a:latin typeface="+mn-lt"/>
          <a:ea typeface="+mn-ea"/>
          <a:cs typeface="+mn-cs"/>
          <a:sym typeface="Trebuchet MS" panose="020B0603020202020204" pitchFamily="34" charset="0"/>
        </a:defRPr>
      </a:lvl2pPr>
      <a:lvl3pPr marL="180000" indent="-180000" algn="l" defTabSz="685800" rtl="0" eaLnBrk="1" latinLnBrk="0" hangingPunct="1">
        <a:lnSpc>
          <a:spcPct val="100000"/>
        </a:lnSpc>
        <a:spcBef>
          <a:spcPts val="600"/>
        </a:spcBef>
        <a:spcAft>
          <a:spcPts val="0"/>
        </a:spcAft>
        <a:buClr>
          <a:schemeClr val="accent5"/>
        </a:buClr>
        <a:buFont typeface="Wingdings" panose="05000000000000000000" pitchFamily="2" charset="2"/>
        <a:buChar char="§"/>
        <a:defRPr lang="en-US" sz="1600" kern="1200" dirty="0">
          <a:solidFill>
            <a:schemeClr val="tx1"/>
          </a:solidFill>
          <a:latin typeface="+mn-lt"/>
          <a:ea typeface="+mn-ea"/>
          <a:cs typeface="+mn-cs"/>
          <a:sym typeface="Trebuchet MS" panose="020B0603020202020204" pitchFamily="34" charset="0"/>
        </a:defRPr>
      </a:lvl3pPr>
      <a:lvl4pPr marL="360000" indent="-180000" algn="l" defTabSz="685800" rtl="0" eaLnBrk="1" latinLnBrk="0" hangingPunct="1">
        <a:lnSpc>
          <a:spcPct val="100000"/>
        </a:lnSpc>
        <a:spcBef>
          <a:spcPts val="600"/>
        </a:spcBef>
        <a:spcAft>
          <a:spcPts val="0"/>
        </a:spcAft>
        <a:buClr>
          <a:schemeClr val="accent5"/>
        </a:buClr>
        <a:buFont typeface="Arial" panose="020B0604020202020204" pitchFamily="34" charset="0"/>
        <a:buChar char="‒"/>
        <a:defRPr lang="en-US" sz="1600" b="0" kern="1200" dirty="0">
          <a:solidFill>
            <a:schemeClr val="tx1"/>
          </a:solidFill>
          <a:latin typeface="+mn-lt"/>
          <a:ea typeface="+mn-ea"/>
          <a:cs typeface="+mn-cs"/>
          <a:sym typeface="Trebuchet MS" panose="020B0603020202020204" pitchFamily="34" charset="0"/>
        </a:defRPr>
      </a:lvl4pPr>
      <a:lvl5pPr marL="540000" indent="-180000" algn="l" defTabSz="685800" rtl="0" eaLnBrk="1" latinLnBrk="0" hangingPunct="1">
        <a:lnSpc>
          <a:spcPct val="100000"/>
        </a:lnSpc>
        <a:spcBef>
          <a:spcPts val="600"/>
        </a:spcBef>
        <a:spcAft>
          <a:spcPts val="0"/>
        </a:spcAft>
        <a:buClr>
          <a:schemeClr val="accent5"/>
        </a:buClr>
        <a:buFont typeface="Arial" panose="020B0604020202020204" pitchFamily="34" charset="0"/>
        <a:buChar char="•"/>
        <a:defRPr lang="en-US" sz="1600" b="0" kern="1200" smtClean="0">
          <a:solidFill>
            <a:schemeClr val="tx1"/>
          </a:solidFill>
          <a:latin typeface="+mn-lt"/>
          <a:ea typeface="+mn-ea"/>
          <a:cs typeface="+mn-cs"/>
          <a:sym typeface="Trebuchet MS" panose="020B0603020202020204" pitchFamily="34" charset="0"/>
        </a:defRPr>
      </a:lvl5pPr>
      <a:lvl6pPr marL="202406" indent="-114300" algn="l" defTabSz="685800" rtl="0" eaLnBrk="1" latinLnBrk="0" hangingPunct="1">
        <a:lnSpc>
          <a:spcPct val="90000"/>
        </a:lnSpc>
        <a:spcBef>
          <a:spcPts val="0"/>
        </a:spcBef>
        <a:spcAft>
          <a:spcPts val="450"/>
        </a:spcAft>
        <a:buClr>
          <a:schemeClr val="tx2"/>
        </a:buClr>
        <a:buFont typeface="Arial" panose="020B0604020202020204" pitchFamily="34" charset="0"/>
        <a:buChar char="•"/>
        <a:defRPr lang="en-US" sz="1200" kern="1200" smtClean="0">
          <a:solidFill>
            <a:schemeClr val="tx1"/>
          </a:solidFill>
          <a:latin typeface="+mn-lt"/>
          <a:ea typeface="+mn-ea"/>
          <a:cs typeface="+mn-cs"/>
          <a:sym typeface="Trebuchet MS" panose="020B0603020202020204" pitchFamily="34" charset="0"/>
        </a:defRPr>
      </a:lvl6pPr>
      <a:lvl7pPr marL="0" indent="0" algn="l" defTabSz="685800" rtl="0" eaLnBrk="1" latinLnBrk="0" hangingPunct="1">
        <a:lnSpc>
          <a:spcPct val="90000"/>
        </a:lnSpc>
        <a:spcBef>
          <a:spcPts val="675"/>
        </a:spcBef>
        <a:spcAft>
          <a:spcPts val="675"/>
        </a:spcAft>
        <a:buFont typeface="Arial" panose="020B0604020202020204" pitchFamily="34" charset="0"/>
        <a:buChar char="​"/>
        <a:defRPr lang="en-US" sz="3300" kern="1200" baseline="0" smtClean="0">
          <a:solidFill>
            <a:schemeClr val="tx1"/>
          </a:solidFill>
          <a:latin typeface="+mn-lt"/>
          <a:ea typeface="+mn-ea"/>
          <a:cs typeface="+mn-cs"/>
          <a:sym typeface="Trebuchet MS" panose="020B0603020202020204" pitchFamily="34" charset="0"/>
        </a:defRPr>
      </a:lvl7pPr>
      <a:lvl8pPr marL="0" indent="0" algn="l" defTabSz="685800" rtl="0" eaLnBrk="1" latinLnBrk="0" hangingPunct="1">
        <a:lnSpc>
          <a:spcPct val="90000"/>
        </a:lnSpc>
        <a:spcBef>
          <a:spcPts val="675"/>
        </a:spcBef>
        <a:spcAft>
          <a:spcPts val="0"/>
        </a:spcAft>
        <a:buFont typeface="Arial" panose="020B0604020202020204" pitchFamily="34" charset="0"/>
        <a:buChar char="​"/>
        <a:defRPr lang="en-US" sz="4050" b="1" kern="1200" baseline="0" smtClean="0">
          <a:solidFill>
            <a:srgbClr val="414048"/>
          </a:solidFill>
          <a:latin typeface="+mn-lt"/>
          <a:ea typeface="+mn-ea"/>
          <a:cs typeface="+mn-cs"/>
          <a:sym typeface="Trebuchet MS" panose="020B0603020202020204" pitchFamily="34" charset="0"/>
        </a:defRPr>
      </a:lvl8pPr>
      <a:lvl9pPr marL="0" indent="0" algn="l" defTabSz="685800" rtl="0" eaLnBrk="1" latinLnBrk="0" hangingPunct="1">
        <a:lnSpc>
          <a:spcPct val="100000"/>
        </a:lnSpc>
        <a:spcBef>
          <a:spcPts val="0"/>
        </a:spcBef>
        <a:spcAft>
          <a:spcPts val="675"/>
        </a:spcAft>
        <a:buFont typeface="Arial" panose="020B0604020202020204" pitchFamily="34" charset="0"/>
        <a:buChar char="​"/>
        <a:defRPr lang="en-US" sz="1800" b="1" kern="1200" baseline="0" dirty="0">
          <a:solidFill>
            <a:srgbClr val="414048"/>
          </a:solidFill>
          <a:latin typeface="+mn-lt"/>
          <a:ea typeface="+mn-ea"/>
          <a:cs typeface="+mn-cs"/>
          <a:sym typeface="Trebuchet MS" panose="020B0603020202020204" pitchFamily="34" charset="0"/>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2">
          <p15:clr>
            <a:srgbClr val="F26B43"/>
          </p15:clr>
        </p15:guide>
        <p15:guide id="2" pos="200">
          <p15:clr>
            <a:srgbClr val="F26B43"/>
          </p15:clr>
        </p15:guide>
        <p15:guide id="3" pos="5559">
          <p15:clr>
            <a:srgbClr val="F26B43"/>
          </p15:clr>
        </p15:guide>
        <p15:guide id="4" orient="horz" pos="2820">
          <p15:clr>
            <a:srgbClr val="F26B43"/>
          </p15:clr>
        </p15:guide>
        <p15:guide id="5" orient="horz" pos="144">
          <p15:clr>
            <a:srgbClr val="F26B43"/>
          </p15:clr>
        </p15:guide>
        <p15:guide id="6" orient="horz" pos="1824">
          <p15:clr>
            <a:srgbClr val="F26B43"/>
          </p15:clr>
        </p15:guide>
        <p15:guide id="7" orient="horz" pos="1734">
          <p15:clr>
            <a:srgbClr val="F26B43"/>
          </p15:clr>
        </p15:guide>
        <p15:guide id="8" pos="4284">
          <p15:clr>
            <a:srgbClr val="F26B43"/>
          </p15:clr>
        </p15:guide>
        <p15:guide id="9" pos="4194">
          <p15:clr>
            <a:srgbClr val="F26B43"/>
          </p15:clr>
        </p15:guide>
        <p15:guide id="10" pos="2928">
          <p15:clr>
            <a:srgbClr val="F26B43"/>
          </p15:clr>
        </p15:guide>
        <p15:guide id="11" pos="2832">
          <p15:clr>
            <a:srgbClr val="F26B43"/>
          </p15:clr>
        </p15:guide>
        <p15:guide id="12" pos="1566">
          <p15:clr>
            <a:srgbClr val="F26B43"/>
          </p15:clr>
        </p15:guide>
        <p15:guide id="13" pos="1476">
          <p15:clr>
            <a:srgbClr val="F26B43"/>
          </p15:clr>
        </p15:guide>
        <p15:guide id="14" orient="horz" pos="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48.xml"/><Relationship Id="rId5" Type="http://schemas.openxmlformats.org/officeDocument/2006/relationships/image" Target="../media/image19.png"/><Relationship Id="rId4" Type="http://schemas.openxmlformats.org/officeDocument/2006/relationships/image" Target="../media/image18.emf"/></Relationships>
</file>

<file path=ppt/slides/_rels/slide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oleObject" Target="../embeddings/oleObject17.bin"/><Relationship Id="rId7" Type="http://schemas.openxmlformats.org/officeDocument/2006/relationships/image" Target="../media/image22.svg"/><Relationship Id="rId2" Type="http://schemas.openxmlformats.org/officeDocument/2006/relationships/slideLayout" Target="../slideLayouts/slideLayout31.xml"/><Relationship Id="rId1" Type="http://schemas.openxmlformats.org/officeDocument/2006/relationships/tags" Target="../tags/tag49.xml"/><Relationship Id="rId6" Type="http://schemas.openxmlformats.org/officeDocument/2006/relationships/image" Target="../media/image21.svg"/><Relationship Id="rId5" Type="http://schemas.openxmlformats.org/officeDocument/2006/relationships/image" Target="../media/image20.svg"/><Relationship Id="rId10" Type="http://schemas.openxmlformats.org/officeDocument/2006/relationships/image" Target="../media/image25.svg"/><Relationship Id="rId4" Type="http://schemas.openxmlformats.org/officeDocument/2006/relationships/image" Target="../media/image18.emf"/><Relationship Id="rId9"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diagramData" Target="../diagrams/data1.xml"/><Relationship Id="rId21" Type="http://schemas.openxmlformats.org/officeDocument/2006/relationships/image" Target="../media/image40.jpeg"/><Relationship Id="rId7" Type="http://schemas.microsoft.com/office/2007/relationships/diagramDrawing" Target="../diagrams/drawing1.xml"/><Relationship Id="rId12" Type="http://schemas.openxmlformats.org/officeDocument/2006/relationships/image" Target="../media/image31.jpeg"/><Relationship Id="rId17" Type="http://schemas.openxmlformats.org/officeDocument/2006/relationships/image" Target="../media/image36.png"/><Relationship Id="rId2" Type="http://schemas.openxmlformats.org/officeDocument/2006/relationships/image" Target="../media/image26.svg"/><Relationship Id="rId16" Type="http://schemas.openxmlformats.org/officeDocument/2006/relationships/image" Target="../media/image35.png"/><Relationship Id="rId20" Type="http://schemas.openxmlformats.org/officeDocument/2006/relationships/image" Target="../media/image39.jpeg"/><Relationship Id="rId1" Type="http://schemas.openxmlformats.org/officeDocument/2006/relationships/slideLayout" Target="../slideLayouts/slideLayout31.xml"/><Relationship Id="rId6" Type="http://schemas.openxmlformats.org/officeDocument/2006/relationships/diagramColors" Target="../diagrams/colors1.xml"/><Relationship Id="rId11" Type="http://schemas.openxmlformats.org/officeDocument/2006/relationships/image" Target="../media/image30.png"/><Relationship Id="rId24" Type="http://schemas.openxmlformats.org/officeDocument/2006/relationships/image" Target="../media/image42.jpeg"/><Relationship Id="rId5" Type="http://schemas.openxmlformats.org/officeDocument/2006/relationships/diagramQuickStyle" Target="../diagrams/quickStyle1.xml"/><Relationship Id="rId15" Type="http://schemas.openxmlformats.org/officeDocument/2006/relationships/image" Target="../media/image34.png"/><Relationship Id="rId23" Type="http://schemas.microsoft.com/office/2007/relationships/hdphoto" Target="../media/hdphoto1.wdp"/><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diagramLayout" Target="../diagrams/layout1.xml"/><Relationship Id="rId9" Type="http://schemas.openxmlformats.org/officeDocument/2006/relationships/image" Target="../media/image28.jpeg"/><Relationship Id="rId14" Type="http://schemas.openxmlformats.org/officeDocument/2006/relationships/image" Target="../media/image33.png"/><Relationship Id="rId22" Type="http://schemas.openxmlformats.org/officeDocument/2006/relationships/image" Target="../media/image41.png"/></Relationships>
</file>

<file path=ppt/slides/_rels/slide4.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50.svg"/><Relationship Id="rId3" Type="http://schemas.openxmlformats.org/officeDocument/2006/relationships/oleObject" Target="../embeddings/oleObject17.bin"/><Relationship Id="rId7" Type="http://schemas.openxmlformats.org/officeDocument/2006/relationships/image" Target="../media/image44.svg"/><Relationship Id="rId12" Type="http://schemas.openxmlformats.org/officeDocument/2006/relationships/image" Target="../media/image49.svg"/><Relationship Id="rId2" Type="http://schemas.openxmlformats.org/officeDocument/2006/relationships/slideLayout" Target="../slideLayouts/slideLayout31.xml"/><Relationship Id="rId1" Type="http://schemas.openxmlformats.org/officeDocument/2006/relationships/tags" Target="../tags/tag50.xml"/><Relationship Id="rId6" Type="http://schemas.openxmlformats.org/officeDocument/2006/relationships/image" Target="../media/image43.svg"/><Relationship Id="rId11" Type="http://schemas.openxmlformats.org/officeDocument/2006/relationships/image" Target="../media/image48.svg"/><Relationship Id="rId5" Type="http://schemas.openxmlformats.org/officeDocument/2006/relationships/image" Target="../media/image24.png"/><Relationship Id="rId10" Type="http://schemas.openxmlformats.org/officeDocument/2006/relationships/image" Target="../media/image47.svg"/><Relationship Id="rId4" Type="http://schemas.openxmlformats.org/officeDocument/2006/relationships/image" Target="../media/image18.emf"/><Relationship Id="rId9" Type="http://schemas.openxmlformats.org/officeDocument/2006/relationships/image" Target="../media/image46.svg"/><Relationship Id="rId14" Type="http://schemas.openxmlformats.org/officeDocument/2006/relationships/image" Target="../media/image51.svg"/></Relationships>
</file>

<file path=ppt/slides/_rels/slide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45.svg"/><Relationship Id="rId18" Type="http://schemas.openxmlformats.org/officeDocument/2006/relationships/image" Target="../media/image47.svg"/><Relationship Id="rId26" Type="http://schemas.openxmlformats.org/officeDocument/2006/relationships/image" Target="../media/image68.svg"/><Relationship Id="rId3" Type="http://schemas.openxmlformats.org/officeDocument/2006/relationships/notesSlide" Target="../notesSlides/notesSlide1.xml"/><Relationship Id="rId21" Type="http://schemas.openxmlformats.org/officeDocument/2006/relationships/image" Target="../media/image63.svg"/><Relationship Id="rId7" Type="http://schemas.openxmlformats.org/officeDocument/2006/relationships/image" Target="../media/image54.svg"/><Relationship Id="rId12" Type="http://schemas.openxmlformats.org/officeDocument/2006/relationships/image" Target="../media/image57.svg"/><Relationship Id="rId17" Type="http://schemas.openxmlformats.org/officeDocument/2006/relationships/image" Target="../media/image60.svg"/><Relationship Id="rId25" Type="http://schemas.openxmlformats.org/officeDocument/2006/relationships/image" Target="../media/image67.svg"/><Relationship Id="rId2" Type="http://schemas.openxmlformats.org/officeDocument/2006/relationships/slideLayout" Target="../slideLayouts/slideLayout10.xml"/><Relationship Id="rId16" Type="http://schemas.openxmlformats.org/officeDocument/2006/relationships/image" Target="../media/image46.svg"/><Relationship Id="rId20" Type="http://schemas.openxmlformats.org/officeDocument/2006/relationships/image" Target="../media/image62.svg"/><Relationship Id="rId1" Type="http://schemas.openxmlformats.org/officeDocument/2006/relationships/tags" Target="../tags/tag51.xml"/><Relationship Id="rId6" Type="http://schemas.openxmlformats.org/officeDocument/2006/relationships/image" Target="../media/image53.svg"/><Relationship Id="rId11" Type="http://schemas.openxmlformats.org/officeDocument/2006/relationships/image" Target="../media/image44.svg"/><Relationship Id="rId24" Type="http://schemas.openxmlformats.org/officeDocument/2006/relationships/image" Target="../media/image66.svg"/><Relationship Id="rId5" Type="http://schemas.openxmlformats.org/officeDocument/2006/relationships/image" Target="../media/image18.emf"/><Relationship Id="rId15" Type="http://schemas.openxmlformats.org/officeDocument/2006/relationships/image" Target="../media/image59.svg"/><Relationship Id="rId23" Type="http://schemas.openxmlformats.org/officeDocument/2006/relationships/image" Target="../media/image65.svg"/><Relationship Id="rId28" Type="http://schemas.openxmlformats.org/officeDocument/2006/relationships/image" Target="../media/image70.svg"/><Relationship Id="rId10" Type="http://schemas.openxmlformats.org/officeDocument/2006/relationships/image" Target="../media/image56.svg"/><Relationship Id="rId19" Type="http://schemas.openxmlformats.org/officeDocument/2006/relationships/image" Target="../media/image61.svg"/><Relationship Id="rId4" Type="http://schemas.openxmlformats.org/officeDocument/2006/relationships/oleObject" Target="../embeddings/oleObject18.bin"/><Relationship Id="rId9" Type="http://schemas.openxmlformats.org/officeDocument/2006/relationships/image" Target="../media/image55.svg"/><Relationship Id="rId14" Type="http://schemas.openxmlformats.org/officeDocument/2006/relationships/image" Target="../media/image58.svg"/><Relationship Id="rId22" Type="http://schemas.openxmlformats.org/officeDocument/2006/relationships/image" Target="../media/image64.svg"/><Relationship Id="rId27" Type="http://schemas.openxmlformats.org/officeDocument/2006/relationships/image" Target="../media/image69.svg"/></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tags" Target="../tags/tag52.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tags" Target="../tags/tag53.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1.xml"/><Relationship Id="rId1" Type="http://schemas.openxmlformats.org/officeDocument/2006/relationships/tags" Target="../tags/tag54.xml"/><Relationship Id="rId6" Type="http://schemas.openxmlformats.org/officeDocument/2006/relationships/image" Target="../media/image71.png"/><Relationship Id="rId5" Type="http://schemas.openxmlformats.org/officeDocument/2006/relationships/image" Target="../media/image24.png"/><Relationship Id="rId4" Type="http://schemas.openxmlformats.org/officeDocument/2006/relationships/image" Target="../media/image18.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1.xml"/><Relationship Id="rId1" Type="http://schemas.openxmlformats.org/officeDocument/2006/relationships/tags" Target="../tags/tag55.xml"/><Relationship Id="rId6" Type="http://schemas.openxmlformats.org/officeDocument/2006/relationships/image" Target="../media/image71.png"/><Relationship Id="rId5" Type="http://schemas.openxmlformats.org/officeDocument/2006/relationships/image" Target="../media/image24.png"/><Relationship Id="rId4" Type="http://schemas.openxmlformats.org/officeDocument/2006/relationships/image" Target="../media/image18.emf"/></Relationships>
</file>

<file path=ppt/slides/_rels/slide12.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73.svg"/><Relationship Id="rId7" Type="http://schemas.openxmlformats.org/officeDocument/2006/relationships/image" Target="../media/image77.svg"/><Relationship Id="rId2" Type="http://schemas.openxmlformats.org/officeDocument/2006/relationships/image" Target="../media/image72.svg"/><Relationship Id="rId1" Type="http://schemas.openxmlformats.org/officeDocument/2006/relationships/slideLayout" Target="../slideLayouts/slideLayout8.xml"/><Relationship Id="rId6" Type="http://schemas.openxmlformats.org/officeDocument/2006/relationships/image" Target="../media/image76.svg"/><Relationship Id="rId5" Type="http://schemas.openxmlformats.org/officeDocument/2006/relationships/image" Target="../media/image75.svg"/><Relationship Id="rId4" Type="http://schemas.openxmlformats.org/officeDocument/2006/relationships/image" Target="../media/image74.sv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9.svg"/><Relationship Id="rId7" Type="http://schemas.openxmlformats.org/officeDocument/2006/relationships/hyperlink" Target="https://strenaterminals.sharepoint.com/:w:/r/sites/OperationalExcellence/_layouts/15/Doc.aspx?sourcedoc=%7B5234A751-0D34-4F7F-98EC-B944F6D57F66%7D&amp;file=Entrenamiento%20en%20PORT%20(Manual%20para%20el%20facilitador).docx&amp;action=default&amp;mobileredirect=true" TargetMode="External"/><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2.svg"/><Relationship Id="rId5" Type="http://schemas.openxmlformats.org/officeDocument/2006/relationships/image" Target="../media/image81.svg"/><Relationship Id="rId4" Type="http://schemas.openxmlformats.org/officeDocument/2006/relationships/image" Target="../media/image80.svg"/></Relationships>
</file>

<file path=ppt/slides/_rels/slide14.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71.png"/><Relationship Id="rId2" Type="http://schemas.openxmlformats.org/officeDocument/2006/relationships/image" Target="../media/image84.png"/><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87.svg"/><Relationship Id="rId4" Type="http://schemas.openxmlformats.org/officeDocument/2006/relationships/image" Target="../media/image86.sv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85.png"/><Relationship Id="rId7" Type="http://schemas.openxmlformats.org/officeDocument/2006/relationships/image" Target="../media/image89.svg"/><Relationship Id="rId2" Type="http://schemas.openxmlformats.org/officeDocument/2006/relationships/image" Target="../media/image84.png"/><Relationship Id="rId1" Type="http://schemas.openxmlformats.org/officeDocument/2006/relationships/slideLayout" Target="../slideLayouts/slideLayout8.xml"/><Relationship Id="rId6" Type="http://schemas.openxmlformats.org/officeDocument/2006/relationships/image" Target="../media/image88.png"/><Relationship Id="rId5" Type="http://schemas.openxmlformats.org/officeDocument/2006/relationships/image" Target="../media/image87.svg"/><Relationship Id="rId4" Type="http://schemas.openxmlformats.org/officeDocument/2006/relationships/image" Target="../media/image86.svg"/><Relationship Id="rId9" Type="http://schemas.openxmlformats.org/officeDocument/2006/relationships/image" Target="../media/image71.png"/></Relationships>
</file>

<file path=ppt/slides/_rels/slide1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91.svg"/><Relationship Id="rId5" Type="http://schemas.openxmlformats.org/officeDocument/2006/relationships/image" Target="../media/image84.png"/><Relationship Id="rId4" Type="http://schemas.openxmlformats.org/officeDocument/2006/relationships/image" Target="../media/image90.png"/></Relationships>
</file>

<file path=ppt/slides/_rels/slide17.xml.rels><?xml version="1.0" encoding="UTF-8" standalone="yes"?>
<Relationships xmlns="http://schemas.openxmlformats.org/package/2006/relationships"><Relationship Id="rId8" Type="http://schemas.openxmlformats.org/officeDocument/2006/relationships/image" Target="../media/image93.svg"/><Relationship Id="rId3" Type="http://schemas.openxmlformats.org/officeDocument/2006/relationships/notesSlide" Target="../notesSlides/notesSlide4.xml"/><Relationship Id="rId7" Type="http://schemas.openxmlformats.org/officeDocument/2006/relationships/image" Target="../media/image92.svg"/><Relationship Id="rId2" Type="http://schemas.openxmlformats.org/officeDocument/2006/relationships/slideLayout" Target="../slideLayouts/slideLayout10.xml"/><Relationship Id="rId1" Type="http://schemas.openxmlformats.org/officeDocument/2006/relationships/tags" Target="../tags/tag56.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 Id="rId9" Type="http://schemas.openxmlformats.org/officeDocument/2006/relationships/image" Target="../media/image94.sv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57.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58.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20.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image" Target="../media/image95.svg"/><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97.svg"/></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99.svg"/><Relationship Id="rId7" Type="http://schemas.openxmlformats.org/officeDocument/2006/relationships/image" Target="../media/image95.svg"/><Relationship Id="rId2" Type="http://schemas.openxmlformats.org/officeDocument/2006/relationships/image" Target="../media/image98.svg"/><Relationship Id="rId1" Type="http://schemas.openxmlformats.org/officeDocument/2006/relationships/slideLayout" Target="../slideLayouts/slideLayout8.xml"/><Relationship Id="rId6" Type="http://schemas.openxmlformats.org/officeDocument/2006/relationships/image" Target="../media/image102.svg"/><Relationship Id="rId5" Type="http://schemas.openxmlformats.org/officeDocument/2006/relationships/image" Target="../media/image101.svg"/><Relationship Id="rId4" Type="http://schemas.openxmlformats.org/officeDocument/2006/relationships/image" Target="../media/image100.svg"/></Relationships>
</file>

<file path=ppt/slides/_rels/slide22.xml.rels><?xml version="1.0" encoding="UTF-8" standalone="yes"?>
<Relationships xmlns="http://schemas.openxmlformats.org/package/2006/relationships"><Relationship Id="rId8" Type="http://schemas.openxmlformats.org/officeDocument/2006/relationships/image" Target="../media/image108.svg"/><Relationship Id="rId3" Type="http://schemas.openxmlformats.org/officeDocument/2006/relationships/image" Target="../media/image104.svg"/><Relationship Id="rId7" Type="http://schemas.openxmlformats.org/officeDocument/2006/relationships/image" Target="../media/image96.svg"/><Relationship Id="rId2" Type="http://schemas.openxmlformats.org/officeDocument/2006/relationships/image" Target="../media/image103.svg"/><Relationship Id="rId1" Type="http://schemas.openxmlformats.org/officeDocument/2006/relationships/slideLayout" Target="../slideLayouts/slideLayout8.xml"/><Relationship Id="rId6" Type="http://schemas.openxmlformats.org/officeDocument/2006/relationships/image" Target="../media/image107.svg"/><Relationship Id="rId5" Type="http://schemas.openxmlformats.org/officeDocument/2006/relationships/image" Target="../media/image106.svg"/><Relationship Id="rId4" Type="http://schemas.openxmlformats.org/officeDocument/2006/relationships/image" Target="../media/image105.svg"/><Relationship Id="rId9" Type="http://schemas.openxmlformats.org/officeDocument/2006/relationships/image" Target="../media/image24.png"/></Relationships>
</file>

<file path=ppt/slides/_rels/slide23.xml.rels><?xml version="1.0" encoding="UTF-8" standalone="yes"?>
<Relationships xmlns="http://schemas.openxmlformats.org/package/2006/relationships"><Relationship Id="rId8" Type="http://schemas.openxmlformats.org/officeDocument/2006/relationships/image" Target="../media/image111.svg"/><Relationship Id="rId3" Type="http://schemas.openxmlformats.org/officeDocument/2006/relationships/image" Target="../media/image75.svg"/><Relationship Id="rId7" Type="http://schemas.openxmlformats.org/officeDocument/2006/relationships/image" Target="../media/image24.png"/><Relationship Id="rId2" Type="http://schemas.openxmlformats.org/officeDocument/2006/relationships/image" Target="../media/image97.svg"/><Relationship Id="rId1" Type="http://schemas.openxmlformats.org/officeDocument/2006/relationships/slideLayout" Target="../slideLayouts/slideLayout8.xml"/><Relationship Id="rId6" Type="http://schemas.openxmlformats.org/officeDocument/2006/relationships/image" Target="../media/image110.svg"/><Relationship Id="rId5" Type="http://schemas.openxmlformats.org/officeDocument/2006/relationships/image" Target="../media/image72.svg"/><Relationship Id="rId4" Type="http://schemas.openxmlformats.org/officeDocument/2006/relationships/image" Target="../media/image109.sv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2.png"/><Relationship Id="rId1" Type="http://schemas.openxmlformats.org/officeDocument/2006/relationships/slideLayout" Target="../slideLayouts/slideLayout8.xml"/><Relationship Id="rId4" Type="http://schemas.openxmlformats.org/officeDocument/2006/relationships/image" Target="../media/image113.png"/></Relationships>
</file>

<file path=ppt/slides/_rels/slide25.xml.rels><?xml version="1.0" encoding="UTF-8" standalone="yes"?>
<Relationships xmlns="http://schemas.openxmlformats.org/package/2006/relationships"><Relationship Id="rId3" Type="http://schemas.openxmlformats.org/officeDocument/2006/relationships/image" Target="../media/image115.svg"/><Relationship Id="rId2" Type="http://schemas.openxmlformats.org/officeDocument/2006/relationships/image" Target="../media/image114.svg"/><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117.svg"/><Relationship Id="rId4" Type="http://schemas.openxmlformats.org/officeDocument/2006/relationships/image" Target="../media/image116.svg"/></Relationships>
</file>

<file path=ppt/slides/_rels/slide26.xml.rels><?xml version="1.0" encoding="UTF-8" standalone="yes"?>
<Relationships xmlns="http://schemas.openxmlformats.org/package/2006/relationships"><Relationship Id="rId8" Type="http://schemas.openxmlformats.org/officeDocument/2006/relationships/image" Target="../media/image119.svg"/><Relationship Id="rId13" Type="http://schemas.openxmlformats.org/officeDocument/2006/relationships/image" Target="../media/image124.svg"/><Relationship Id="rId3" Type="http://schemas.openxmlformats.org/officeDocument/2006/relationships/notesSlide" Target="../notesSlides/notesSlide7.xml"/><Relationship Id="rId7" Type="http://schemas.openxmlformats.org/officeDocument/2006/relationships/image" Target="../media/image118.svg"/><Relationship Id="rId12" Type="http://schemas.openxmlformats.org/officeDocument/2006/relationships/image" Target="../media/image123.svg"/><Relationship Id="rId2" Type="http://schemas.openxmlformats.org/officeDocument/2006/relationships/slideLayout" Target="../slideLayouts/slideLayout10.xml"/><Relationship Id="rId16" Type="http://schemas.openxmlformats.org/officeDocument/2006/relationships/image" Target="../media/image19.png"/><Relationship Id="rId1" Type="http://schemas.openxmlformats.org/officeDocument/2006/relationships/tags" Target="../tags/tag59.xml"/><Relationship Id="rId6" Type="http://schemas.openxmlformats.org/officeDocument/2006/relationships/image" Target="../media/image24.png"/><Relationship Id="rId11" Type="http://schemas.openxmlformats.org/officeDocument/2006/relationships/image" Target="../media/image122.png"/><Relationship Id="rId5" Type="http://schemas.openxmlformats.org/officeDocument/2006/relationships/image" Target="../media/image18.emf"/><Relationship Id="rId15" Type="http://schemas.openxmlformats.org/officeDocument/2006/relationships/image" Target="../media/image126.svg"/><Relationship Id="rId10" Type="http://schemas.openxmlformats.org/officeDocument/2006/relationships/image" Target="../media/image121.svg"/><Relationship Id="rId4" Type="http://schemas.openxmlformats.org/officeDocument/2006/relationships/oleObject" Target="../embeddings/oleObject18.bin"/><Relationship Id="rId9" Type="http://schemas.openxmlformats.org/officeDocument/2006/relationships/image" Target="../media/image120.svg"/><Relationship Id="rId14" Type="http://schemas.openxmlformats.org/officeDocument/2006/relationships/image" Target="../media/image125.svg"/></Relationships>
</file>

<file path=ppt/slides/_rels/slide27.xml.rels><?xml version="1.0" encoding="UTF-8" standalone="yes"?>
<Relationships xmlns="http://schemas.openxmlformats.org/package/2006/relationships"><Relationship Id="rId8" Type="http://schemas.openxmlformats.org/officeDocument/2006/relationships/image" Target="../media/image133.svg"/><Relationship Id="rId13" Type="http://schemas.openxmlformats.org/officeDocument/2006/relationships/image" Target="../media/image135.png"/><Relationship Id="rId3" Type="http://schemas.openxmlformats.org/officeDocument/2006/relationships/image" Target="../media/image128.svg"/><Relationship Id="rId7" Type="http://schemas.openxmlformats.org/officeDocument/2006/relationships/image" Target="../media/image132.svg"/><Relationship Id="rId12" Type="http://schemas.openxmlformats.org/officeDocument/2006/relationships/image" Target="../media/image113.png"/><Relationship Id="rId2" Type="http://schemas.openxmlformats.org/officeDocument/2006/relationships/image" Target="../media/image127.svg"/><Relationship Id="rId1" Type="http://schemas.openxmlformats.org/officeDocument/2006/relationships/slideLayout" Target="../slideLayouts/slideLayout8.xml"/><Relationship Id="rId6" Type="http://schemas.openxmlformats.org/officeDocument/2006/relationships/image" Target="../media/image131.svg"/><Relationship Id="rId11" Type="http://schemas.openxmlformats.org/officeDocument/2006/relationships/image" Target="../media/image24.png"/><Relationship Id="rId5" Type="http://schemas.openxmlformats.org/officeDocument/2006/relationships/image" Target="../media/image130.svg"/><Relationship Id="rId10" Type="http://schemas.openxmlformats.org/officeDocument/2006/relationships/image" Target="../media/image71.png"/><Relationship Id="rId4" Type="http://schemas.openxmlformats.org/officeDocument/2006/relationships/image" Target="../media/image129.svg"/><Relationship Id="rId9" Type="http://schemas.openxmlformats.org/officeDocument/2006/relationships/image" Target="../media/image134.svg"/></Relationships>
</file>

<file path=ppt/slides/_rels/slide28.xml.rels><?xml version="1.0" encoding="UTF-8" standalone="yes"?>
<Relationships xmlns="http://schemas.openxmlformats.org/package/2006/relationships"><Relationship Id="rId8" Type="http://schemas.openxmlformats.org/officeDocument/2006/relationships/image" Target="../media/image137.svg"/><Relationship Id="rId13" Type="http://schemas.openxmlformats.org/officeDocument/2006/relationships/image" Target="../media/image19.png"/><Relationship Id="rId3" Type="http://schemas.openxmlformats.org/officeDocument/2006/relationships/notesSlide" Target="../notesSlides/notesSlide8.xml"/><Relationship Id="rId7" Type="http://schemas.openxmlformats.org/officeDocument/2006/relationships/image" Target="../media/image136.svg"/><Relationship Id="rId12" Type="http://schemas.openxmlformats.org/officeDocument/2006/relationships/image" Target="../media/image141.svg"/><Relationship Id="rId2" Type="http://schemas.openxmlformats.org/officeDocument/2006/relationships/slideLayout" Target="../slideLayouts/slideLayout10.xml"/><Relationship Id="rId1" Type="http://schemas.openxmlformats.org/officeDocument/2006/relationships/tags" Target="../tags/tag60.xml"/><Relationship Id="rId6" Type="http://schemas.openxmlformats.org/officeDocument/2006/relationships/image" Target="../media/image71.png"/><Relationship Id="rId11" Type="http://schemas.openxmlformats.org/officeDocument/2006/relationships/image" Target="../media/image140.svg"/><Relationship Id="rId5" Type="http://schemas.openxmlformats.org/officeDocument/2006/relationships/image" Target="../media/image18.emf"/><Relationship Id="rId10" Type="http://schemas.openxmlformats.org/officeDocument/2006/relationships/image" Target="../media/image139.svg"/><Relationship Id="rId4" Type="http://schemas.openxmlformats.org/officeDocument/2006/relationships/oleObject" Target="../embeddings/oleObject18.bin"/><Relationship Id="rId9" Type="http://schemas.openxmlformats.org/officeDocument/2006/relationships/image" Target="../media/image138.sv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8.xml"/><Relationship Id="rId1" Type="http://schemas.openxmlformats.org/officeDocument/2006/relationships/video" Target="https://www.youtube.com/embed/enD8mombWr4?feature=oembed" TargetMode="External"/><Relationship Id="rId4" Type="http://schemas.openxmlformats.org/officeDocument/2006/relationships/image" Target="../media/image142.jpeg"/></Relationships>
</file>

<file path=ppt/slides/_rels/slide30.xml.rels><?xml version="1.0" encoding="UTF-8" standalone="yes"?>
<Relationships xmlns="http://schemas.openxmlformats.org/package/2006/relationships"><Relationship Id="rId3" Type="http://schemas.openxmlformats.org/officeDocument/2006/relationships/image" Target="../media/image143.svg"/><Relationship Id="rId7" Type="http://schemas.openxmlformats.org/officeDocument/2006/relationships/image" Target="../media/image83.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hyperlink" Target="https://strenaterminals.sharepoint.com/:x:/r/sites/OperationalExcellence/_layouts/15/Doc.aspx?sourcedoc=%7BB8613C61-92D5-4D9F-A682-1B8FE70C214D%7D&amp;file=Formulario%20Genba.xlsx&amp;action=default&amp;mobileredirect=true" TargetMode="External"/><Relationship Id="rId5" Type="http://schemas.openxmlformats.org/officeDocument/2006/relationships/image" Target="../media/image144.svg"/><Relationship Id="rId4" Type="http://schemas.openxmlformats.org/officeDocument/2006/relationships/image" Target="../media/image79.sv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61.xml"/><Relationship Id="rId5" Type="http://schemas.openxmlformats.org/officeDocument/2006/relationships/image" Target="../media/image19.png"/><Relationship Id="rId4" Type="http://schemas.openxmlformats.org/officeDocument/2006/relationships/image" Target="../media/image18.e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62.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33.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openxmlformats.org/officeDocument/2006/relationships/image" Target="../media/image147.svg"/><Relationship Id="rId3" Type="http://schemas.openxmlformats.org/officeDocument/2006/relationships/notesSlide" Target="../notesSlides/notesSlide10.xml"/><Relationship Id="rId7" Type="http://schemas.openxmlformats.org/officeDocument/2006/relationships/image" Target="../media/image146.svg"/><Relationship Id="rId2" Type="http://schemas.openxmlformats.org/officeDocument/2006/relationships/slideLayout" Target="../slideLayouts/slideLayout10.xml"/><Relationship Id="rId1" Type="http://schemas.openxmlformats.org/officeDocument/2006/relationships/tags" Target="../tags/tag63.xml"/><Relationship Id="rId6" Type="http://schemas.openxmlformats.org/officeDocument/2006/relationships/image" Target="../media/image19.png"/><Relationship Id="rId11" Type="http://schemas.openxmlformats.org/officeDocument/2006/relationships/image" Target="../media/image150.jpeg"/><Relationship Id="rId5" Type="http://schemas.openxmlformats.org/officeDocument/2006/relationships/image" Target="../media/image18.emf"/><Relationship Id="rId10" Type="http://schemas.openxmlformats.org/officeDocument/2006/relationships/image" Target="../media/image149.svg"/><Relationship Id="rId4" Type="http://schemas.openxmlformats.org/officeDocument/2006/relationships/oleObject" Target="../embeddings/oleObject18.bin"/><Relationship Id="rId9" Type="http://schemas.openxmlformats.org/officeDocument/2006/relationships/image" Target="../media/image148.svg"/></Relationships>
</file>

<file path=ppt/slides/_rels/slide35.xml.rels><?xml version="1.0" encoding="UTF-8" standalone="yes"?>
<Relationships xmlns="http://schemas.openxmlformats.org/package/2006/relationships"><Relationship Id="rId3" Type="http://schemas.openxmlformats.org/officeDocument/2006/relationships/image" Target="../media/image151.sv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153.svg"/><Relationship Id="rId4" Type="http://schemas.openxmlformats.org/officeDocument/2006/relationships/image" Target="../media/image152.svg"/></Relationships>
</file>

<file path=ppt/slides/_rels/slide36.xml.rels><?xml version="1.0" encoding="UTF-8" standalone="yes"?>
<Relationships xmlns="http://schemas.openxmlformats.org/package/2006/relationships"><Relationship Id="rId8" Type="http://schemas.openxmlformats.org/officeDocument/2006/relationships/image" Target="../media/image155.svg"/><Relationship Id="rId3" Type="http://schemas.openxmlformats.org/officeDocument/2006/relationships/notesSlide" Target="../notesSlides/notesSlide11.xml"/><Relationship Id="rId7" Type="http://schemas.openxmlformats.org/officeDocument/2006/relationships/image" Target="../media/image154.png"/><Relationship Id="rId2" Type="http://schemas.openxmlformats.org/officeDocument/2006/relationships/slideLayout" Target="../slideLayouts/slideLayout10.xml"/><Relationship Id="rId1" Type="http://schemas.openxmlformats.org/officeDocument/2006/relationships/tags" Target="../tags/tag64.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3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156.svg"/></Relationships>
</file>

<file path=ppt/slides/_rels/slide38.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157.png"/></Relationships>
</file>

<file path=ppt/slides/_rels/slide39.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9.svg"/><Relationship Id="rId7" Type="http://schemas.openxmlformats.org/officeDocument/2006/relationships/hyperlink" Target="https://strenaterminals.sharepoint.com/:p:/r/sites/OperationalExcellence/_layouts/15/Doc.aspx?sourcedoc=%7B3C19B015-2F22-4D31-9294-F008A5628FD2%7D&amp;file=Tarjetas%20sintomas-causas.pptx&amp;action=edit&amp;mobileredirect=true" TargetMode="External"/><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60.svg"/><Relationship Id="rId5" Type="http://schemas.openxmlformats.org/officeDocument/2006/relationships/image" Target="../media/image159.svg"/><Relationship Id="rId4" Type="http://schemas.openxmlformats.org/officeDocument/2006/relationships/image" Target="../media/image158.png"/></Relationships>
</file>

<file path=ppt/slides/_rels/slide40.xml.rels><?xml version="1.0" encoding="UTF-8" standalone="yes"?>
<Relationships xmlns="http://schemas.openxmlformats.org/package/2006/relationships"><Relationship Id="rId8" Type="http://schemas.openxmlformats.org/officeDocument/2006/relationships/image" Target="../media/image162.svg"/><Relationship Id="rId3" Type="http://schemas.openxmlformats.org/officeDocument/2006/relationships/notesSlide" Target="../notesSlides/notesSlide12.xml"/><Relationship Id="rId7" Type="http://schemas.openxmlformats.org/officeDocument/2006/relationships/image" Target="../media/image161.svg"/><Relationship Id="rId2" Type="http://schemas.openxmlformats.org/officeDocument/2006/relationships/slideLayout" Target="../slideLayouts/slideLayout10.xml"/><Relationship Id="rId1" Type="http://schemas.openxmlformats.org/officeDocument/2006/relationships/tags" Target="../tags/tag65.xml"/><Relationship Id="rId6" Type="http://schemas.openxmlformats.org/officeDocument/2006/relationships/image" Target="../media/image19.png"/><Relationship Id="rId11" Type="http://schemas.openxmlformats.org/officeDocument/2006/relationships/image" Target="../media/image165.svg"/><Relationship Id="rId5" Type="http://schemas.openxmlformats.org/officeDocument/2006/relationships/image" Target="../media/image18.emf"/><Relationship Id="rId10" Type="http://schemas.openxmlformats.org/officeDocument/2006/relationships/image" Target="../media/image164.svg"/><Relationship Id="rId4" Type="http://schemas.openxmlformats.org/officeDocument/2006/relationships/oleObject" Target="../embeddings/oleObject18.bin"/><Relationship Id="rId9" Type="http://schemas.openxmlformats.org/officeDocument/2006/relationships/image" Target="../media/image163.svg"/></Relationships>
</file>

<file path=ppt/slides/_rels/slide41.xml.rels><?xml version="1.0" encoding="UTF-8" standalone="yes"?>
<Relationships xmlns="http://schemas.openxmlformats.org/package/2006/relationships"><Relationship Id="rId3" Type="http://schemas.openxmlformats.org/officeDocument/2006/relationships/image" Target="../media/image161.svg"/><Relationship Id="rId7" Type="http://schemas.openxmlformats.org/officeDocument/2006/relationships/image" Target="../media/image165.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62.svg"/><Relationship Id="rId5" Type="http://schemas.openxmlformats.org/officeDocument/2006/relationships/image" Target="../media/image163.svg"/><Relationship Id="rId4" Type="http://schemas.openxmlformats.org/officeDocument/2006/relationships/image" Target="../media/image164.svg"/></Relationships>
</file>

<file path=ppt/slides/_rels/slide42.xml.rels><?xml version="1.0" encoding="UTF-8" standalone="yes"?>
<Relationships xmlns="http://schemas.openxmlformats.org/package/2006/relationships"><Relationship Id="rId8" Type="http://schemas.openxmlformats.org/officeDocument/2006/relationships/hyperlink" Target="https://strenaterminals.sharepoint.com/:p:/r/sites/OperationalExcellence/_layouts/15/Doc.aspx?sourcedoc=%7BDD2646FB-DD3C-4009-A096-B131DEF5B55E%7D&amp;file=Proposal%20-%20Problem%20Solving%20System%20act.pptx&amp;action=edit&amp;mobileredirect=true&amp;previoussessionid=d6354624-1c85-9d53-5915-a5f09a2ef070" TargetMode="External"/><Relationship Id="rId3" Type="http://schemas.openxmlformats.org/officeDocument/2006/relationships/image" Target="../media/image166.svg"/><Relationship Id="rId7" Type="http://schemas.openxmlformats.org/officeDocument/2006/relationships/image" Target="../media/image83.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79.svg"/><Relationship Id="rId5" Type="http://schemas.openxmlformats.org/officeDocument/2006/relationships/image" Target="../media/image168.svg"/><Relationship Id="rId4" Type="http://schemas.openxmlformats.org/officeDocument/2006/relationships/image" Target="../media/image167.sv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tags" Target="../tags/tag66.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151.svg"/><Relationship Id="rId2" Type="http://schemas.openxmlformats.org/officeDocument/2006/relationships/slideLayout" Target="../slideLayouts/slideLayout10.xml"/><Relationship Id="rId1" Type="http://schemas.openxmlformats.org/officeDocument/2006/relationships/tags" Target="../tags/tag67.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45.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15.xml"/><Relationship Id="rId7" Type="http://schemas.openxmlformats.org/officeDocument/2006/relationships/image" Target="../media/image169.png"/><Relationship Id="rId2" Type="http://schemas.openxmlformats.org/officeDocument/2006/relationships/slideLayout" Target="../slideLayouts/slideLayout10.xml"/><Relationship Id="rId1" Type="http://schemas.openxmlformats.org/officeDocument/2006/relationships/tags" Target="../tags/tag68.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46.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image" Target="../media/image115.svg"/><Relationship Id="rId1" Type="http://schemas.openxmlformats.org/officeDocument/2006/relationships/slideLayout" Target="../slideLayouts/slideLayout8.xml"/><Relationship Id="rId5" Type="http://schemas.openxmlformats.org/officeDocument/2006/relationships/image" Target="../media/image171.svg"/><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3" Type="http://schemas.openxmlformats.org/officeDocument/2006/relationships/image" Target="../media/image79.svg"/><Relationship Id="rId7" Type="http://schemas.openxmlformats.org/officeDocument/2006/relationships/hyperlink" Target="https://strenaterminals.sharepoint.com/:x:/r/sites/OperationalExcellence/_layouts/15/Doc.aspx?sourcedoc=%7BB9F95A57-0BA1-4094-A24E-484A32A94B40%7D&amp;file=Plantilla%20definici%C3%B3n%20de%20equipos.xlsx&amp;action=default&amp;mobileredirect=true" TargetMode="External"/><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3.svg"/><Relationship Id="rId5" Type="http://schemas.openxmlformats.org/officeDocument/2006/relationships/image" Target="../media/image145.svg"/><Relationship Id="rId4" Type="http://schemas.openxmlformats.org/officeDocument/2006/relationships/image" Target="../media/image172.sv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69.xml"/><Relationship Id="rId5" Type="http://schemas.openxmlformats.org/officeDocument/2006/relationships/image" Target="../media/image19.png"/><Relationship Id="rId4" Type="http://schemas.openxmlformats.org/officeDocument/2006/relationships/image" Target="../media/image18.emf"/></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tags" Target="../tags/tag70.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50.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8" Type="http://schemas.openxmlformats.org/officeDocument/2006/relationships/image" Target="../media/image144.svg"/><Relationship Id="rId3" Type="http://schemas.openxmlformats.org/officeDocument/2006/relationships/notesSlide" Target="../notesSlides/notesSlide17.xml"/><Relationship Id="rId7" Type="http://schemas.openxmlformats.org/officeDocument/2006/relationships/image" Target="../media/image173.svg"/><Relationship Id="rId2" Type="http://schemas.openxmlformats.org/officeDocument/2006/relationships/slideLayout" Target="../slideLayouts/slideLayout10.xml"/><Relationship Id="rId1" Type="http://schemas.openxmlformats.org/officeDocument/2006/relationships/tags" Target="../tags/tag71.xml"/><Relationship Id="rId6" Type="http://schemas.openxmlformats.org/officeDocument/2006/relationships/image" Target="../media/image19.png"/><Relationship Id="rId5" Type="http://schemas.openxmlformats.org/officeDocument/2006/relationships/image" Target="../media/image18.emf"/><Relationship Id="rId10" Type="http://schemas.openxmlformats.org/officeDocument/2006/relationships/image" Target="../media/image175.png"/><Relationship Id="rId4" Type="http://schemas.openxmlformats.org/officeDocument/2006/relationships/oleObject" Target="../embeddings/oleObject18.bin"/><Relationship Id="rId9" Type="http://schemas.openxmlformats.org/officeDocument/2006/relationships/image" Target="../media/image174.svg"/></Relationships>
</file>

<file path=ppt/slides/_rels/slide52.xml.rels><?xml version="1.0" encoding="UTF-8" standalone="yes"?>
<Relationships xmlns="http://schemas.openxmlformats.org/package/2006/relationships"><Relationship Id="rId8" Type="http://schemas.openxmlformats.org/officeDocument/2006/relationships/image" Target="../media/image133.svg"/><Relationship Id="rId3" Type="http://schemas.openxmlformats.org/officeDocument/2006/relationships/image" Target="../media/image145.svg"/><Relationship Id="rId7" Type="http://schemas.openxmlformats.org/officeDocument/2006/relationships/image" Target="../media/image177.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76.svg"/><Relationship Id="rId5" Type="http://schemas.openxmlformats.org/officeDocument/2006/relationships/image" Target="../media/image87.svg"/><Relationship Id="rId4" Type="http://schemas.openxmlformats.org/officeDocument/2006/relationships/image" Target="../media/image154.png"/></Relationships>
</file>

<file path=ppt/slides/_rels/slide53.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7.svg"/><Relationship Id="rId5" Type="http://schemas.openxmlformats.org/officeDocument/2006/relationships/image" Target="../media/image178.png"/><Relationship Id="rId4" Type="http://schemas.openxmlformats.org/officeDocument/2006/relationships/image" Target="../media/image154.png"/></Relationships>
</file>

<file path=ppt/slides/_rels/slide54.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179.png"/></Relationships>
</file>

<file path=ppt/slides/_rels/slide55.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180.svg"/><Relationship Id="rId4" Type="http://schemas.openxmlformats.org/officeDocument/2006/relationships/image" Target="../media/image178.png"/></Relationships>
</file>

<file path=ppt/slides/_rels/slide56.xml.rels><?xml version="1.0" encoding="UTF-8" standalone="yes"?>
<Relationships xmlns="http://schemas.openxmlformats.org/package/2006/relationships"><Relationship Id="rId8" Type="http://schemas.openxmlformats.org/officeDocument/2006/relationships/image" Target="../media/image181.svg"/><Relationship Id="rId3" Type="http://schemas.openxmlformats.org/officeDocument/2006/relationships/notesSlide" Target="../notesSlides/notesSlide18.xml"/><Relationship Id="rId7" Type="http://schemas.openxmlformats.org/officeDocument/2006/relationships/image" Target="../media/image156.svg"/><Relationship Id="rId12" Type="http://schemas.openxmlformats.org/officeDocument/2006/relationships/image" Target="../media/image167.svg"/><Relationship Id="rId2" Type="http://schemas.openxmlformats.org/officeDocument/2006/relationships/slideLayout" Target="../slideLayouts/slideLayout10.xml"/><Relationship Id="rId1" Type="http://schemas.openxmlformats.org/officeDocument/2006/relationships/tags" Target="../tags/tag72.xml"/><Relationship Id="rId6" Type="http://schemas.openxmlformats.org/officeDocument/2006/relationships/image" Target="../media/image19.png"/><Relationship Id="rId11" Type="http://schemas.openxmlformats.org/officeDocument/2006/relationships/image" Target="../media/image184.svg"/><Relationship Id="rId5" Type="http://schemas.openxmlformats.org/officeDocument/2006/relationships/image" Target="../media/image18.emf"/><Relationship Id="rId10" Type="http://schemas.openxmlformats.org/officeDocument/2006/relationships/image" Target="../media/image183.svg"/><Relationship Id="rId4" Type="http://schemas.openxmlformats.org/officeDocument/2006/relationships/oleObject" Target="../embeddings/oleObject18.bin"/><Relationship Id="rId9" Type="http://schemas.openxmlformats.org/officeDocument/2006/relationships/image" Target="../media/image182.svg"/></Relationships>
</file>

<file path=ppt/slides/_rels/slide57.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19.xml"/><Relationship Id="rId7" Type="http://schemas.openxmlformats.org/officeDocument/2006/relationships/image" Target="../media/image185.svg"/><Relationship Id="rId2" Type="http://schemas.openxmlformats.org/officeDocument/2006/relationships/slideLayout" Target="../slideLayouts/slideLayout10.xml"/><Relationship Id="rId1" Type="http://schemas.openxmlformats.org/officeDocument/2006/relationships/tags" Target="../tags/tag73.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58.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20.xml"/><Relationship Id="rId7" Type="http://schemas.openxmlformats.org/officeDocument/2006/relationships/image" Target="../media/image169.png"/><Relationship Id="rId2" Type="http://schemas.openxmlformats.org/officeDocument/2006/relationships/slideLayout" Target="../slideLayouts/slideLayout10.xml"/><Relationship Id="rId1" Type="http://schemas.openxmlformats.org/officeDocument/2006/relationships/tags" Target="../tags/tag74.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59.xml.rels><?xml version="1.0" encoding="UTF-8" standalone="yes"?>
<Relationships xmlns="http://schemas.openxmlformats.org/package/2006/relationships"><Relationship Id="rId8" Type="http://schemas.openxmlformats.org/officeDocument/2006/relationships/hyperlink" Target="https://strenaterminals.sharepoint.com/:p:/r/sites/OperationalExcellence/_layouts/15/Doc.aspx?sourcedoc=%7B09156E11-9483-4B97-AF8C-B2AC564D07D9%7D&amp;file=Plantilla%20para%20definir%20un%20problema.pptx&amp;action=edit&amp;mobileredirect=true" TargetMode="External"/><Relationship Id="rId3" Type="http://schemas.openxmlformats.org/officeDocument/2006/relationships/image" Target="../media/image79.svg"/><Relationship Id="rId7" Type="http://schemas.openxmlformats.org/officeDocument/2006/relationships/image" Target="../media/image83.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60.svg"/><Relationship Id="rId5" Type="http://schemas.microsoft.com/office/2007/relationships/hdphoto" Target="../media/hdphoto2.wdp"/><Relationship Id="rId4" Type="http://schemas.openxmlformats.org/officeDocument/2006/relationships/image" Target="../media/image186.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75.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61.xml.rels><?xml version="1.0" encoding="UTF-8" standalone="yes"?>
<Relationships xmlns="http://schemas.openxmlformats.org/package/2006/relationships"><Relationship Id="rId8" Type="http://schemas.openxmlformats.org/officeDocument/2006/relationships/image" Target="../media/image156.svg"/><Relationship Id="rId3" Type="http://schemas.openxmlformats.org/officeDocument/2006/relationships/notesSlide" Target="../notesSlides/notesSlide22.xml"/><Relationship Id="rId7" Type="http://schemas.openxmlformats.org/officeDocument/2006/relationships/image" Target="../media/image187.svg"/><Relationship Id="rId2" Type="http://schemas.openxmlformats.org/officeDocument/2006/relationships/slideLayout" Target="../slideLayouts/slideLayout10.xml"/><Relationship Id="rId1" Type="http://schemas.openxmlformats.org/officeDocument/2006/relationships/tags" Target="../tags/tag76.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 Id="rId9" Type="http://schemas.openxmlformats.org/officeDocument/2006/relationships/image" Target="../media/image188.svg"/></Relationships>
</file>

<file path=ppt/slides/_rels/slide62.xml.rels><?xml version="1.0" encoding="UTF-8" standalone="yes"?>
<Relationships xmlns="http://schemas.openxmlformats.org/package/2006/relationships"><Relationship Id="rId3" Type="http://schemas.openxmlformats.org/officeDocument/2006/relationships/image" Target="../media/image189.sv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191.svg"/><Relationship Id="rId4" Type="http://schemas.openxmlformats.org/officeDocument/2006/relationships/image" Target="../media/image190.svg"/></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2.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notesSlide" Target="../notesSlides/notesSlide23.xml"/><Relationship Id="rId7" Type="http://schemas.openxmlformats.org/officeDocument/2006/relationships/image" Target="../media/image151.svg"/><Relationship Id="rId2" Type="http://schemas.openxmlformats.org/officeDocument/2006/relationships/slideLayout" Target="../slideLayouts/slideLayout10.xml"/><Relationship Id="rId1" Type="http://schemas.openxmlformats.org/officeDocument/2006/relationships/tags" Target="../tags/tag77.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67.xml.rels><?xml version="1.0" encoding="UTF-8" standalone="yes"?>
<Relationships xmlns="http://schemas.openxmlformats.org/package/2006/relationships"><Relationship Id="rId8" Type="http://schemas.openxmlformats.org/officeDocument/2006/relationships/image" Target="../media/image195.svg"/><Relationship Id="rId3" Type="http://schemas.openxmlformats.org/officeDocument/2006/relationships/notesSlide" Target="../notesSlides/notesSlide24.xml"/><Relationship Id="rId7" Type="http://schemas.openxmlformats.org/officeDocument/2006/relationships/image" Target="../media/image156.svg"/><Relationship Id="rId2" Type="http://schemas.openxmlformats.org/officeDocument/2006/relationships/slideLayout" Target="../slideLayouts/slideLayout10.xml"/><Relationship Id="rId1" Type="http://schemas.openxmlformats.org/officeDocument/2006/relationships/tags" Target="../tags/tag78.xml"/><Relationship Id="rId6" Type="http://schemas.openxmlformats.org/officeDocument/2006/relationships/image" Target="../media/image19.png"/><Relationship Id="rId5" Type="http://schemas.openxmlformats.org/officeDocument/2006/relationships/image" Target="../media/image18.emf"/><Relationship Id="rId10" Type="http://schemas.openxmlformats.org/officeDocument/2006/relationships/image" Target="../media/image197.svg"/><Relationship Id="rId4" Type="http://schemas.openxmlformats.org/officeDocument/2006/relationships/oleObject" Target="../embeddings/oleObject18.bin"/><Relationship Id="rId9" Type="http://schemas.openxmlformats.org/officeDocument/2006/relationships/image" Target="../media/image196.svg"/></Relationships>
</file>

<file path=ppt/slides/_rels/slide68.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9.svg"/><Relationship Id="rId7" Type="http://schemas.openxmlformats.org/officeDocument/2006/relationships/image" Target="../media/image199.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98.png"/><Relationship Id="rId5" Type="http://schemas.microsoft.com/office/2007/relationships/hdphoto" Target="../media/hdphoto2.wdp"/><Relationship Id="rId10" Type="http://schemas.openxmlformats.org/officeDocument/2006/relationships/hyperlink" Target="https://strenaterminals.sharepoint.com/:p:/r/sites/OperationalExcellence/_layouts/15/Doc.aspx?sourcedoc=%7B32E20284-73F4-435F-A508-39D7D0591140%7D&amp;file=Plantilla%20%20de%20Matriz%20multivotaci%C3%B3n.pptx&amp;action=edit&amp;mobileredirect=true" TargetMode="External"/><Relationship Id="rId4" Type="http://schemas.openxmlformats.org/officeDocument/2006/relationships/image" Target="../media/image186.png"/><Relationship Id="rId9" Type="http://schemas.openxmlformats.org/officeDocument/2006/relationships/hyperlink" Target="https://strenaterminals.sharepoint.com/:p:/r/sites/OperationalExcellence/_layouts/15/Doc.aspx?sourcedoc=%7BA1018DB5-DD61-4E55-8C13-339B68A36456%7D&amp;file=Plantilla%20%20de%20diagrama%20Causa%20y%20efecto.pptx&amp;action=edit&amp;mobileredirect=true" TargetMode="Externa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79.xml"/><Relationship Id="rId5" Type="http://schemas.openxmlformats.org/officeDocument/2006/relationships/image" Target="../media/image19.png"/><Relationship Id="rId4" Type="http://schemas.openxmlformats.org/officeDocument/2006/relationships/image" Target="../media/image18.emf"/></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80.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71.xml.rels><?xml version="1.0" encoding="UTF-8" standalone="yes"?>
<Relationships xmlns="http://schemas.openxmlformats.org/package/2006/relationships"><Relationship Id="rId8" Type="http://schemas.openxmlformats.org/officeDocument/2006/relationships/image" Target="../media/image205.svg"/><Relationship Id="rId3" Type="http://schemas.openxmlformats.org/officeDocument/2006/relationships/image" Target="../media/image200.svg"/><Relationship Id="rId7" Type="http://schemas.openxmlformats.org/officeDocument/2006/relationships/image" Target="../media/image204.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03.svg"/><Relationship Id="rId5" Type="http://schemas.openxmlformats.org/officeDocument/2006/relationships/image" Target="../media/image202.svg"/><Relationship Id="rId4" Type="http://schemas.openxmlformats.org/officeDocument/2006/relationships/image" Target="../media/image201.svg"/></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8.xml"/><Relationship Id="rId1" Type="http://schemas.openxmlformats.org/officeDocument/2006/relationships/video" Target="https://www.youtube.com/embed/7snOmfINIh4?feature=oembed" TargetMode="External"/><Relationship Id="rId4" Type="http://schemas.openxmlformats.org/officeDocument/2006/relationships/image" Target="../media/image206.jpeg"/></Relationships>
</file>

<file path=ppt/slides/_rels/slide73.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208.svg"/><Relationship Id="rId4" Type="http://schemas.openxmlformats.org/officeDocument/2006/relationships/image" Target="../media/image180.svg"/></Relationships>
</file>

<file path=ppt/slides/_rels/slide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9.png"/><Relationship Id="rId1" Type="http://schemas.openxmlformats.org/officeDocument/2006/relationships/slideLayout" Target="../slideLayouts/slideLayout8.xml"/><Relationship Id="rId4" Type="http://schemas.openxmlformats.org/officeDocument/2006/relationships/image" Target="../media/image210.png"/></Relationships>
</file>

<file path=ppt/slides/_rels/slide7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11.png"/><Relationship Id="rId1" Type="http://schemas.openxmlformats.org/officeDocument/2006/relationships/slideLayout" Target="../slideLayouts/slideLayout8.xml"/><Relationship Id="rId5" Type="http://schemas.openxmlformats.org/officeDocument/2006/relationships/image" Target="../media/image212.svg"/><Relationship Id="rId4" Type="http://schemas.openxmlformats.org/officeDocument/2006/relationships/image" Target="../media/image24.png"/></Relationships>
</file>

<file path=ppt/slides/_rels/slide76.xml.rels><?xml version="1.0" encoding="UTF-8" standalone="yes"?>
<Relationships xmlns="http://schemas.openxmlformats.org/package/2006/relationships"><Relationship Id="rId3" Type="http://schemas.openxmlformats.org/officeDocument/2006/relationships/image" Target="../media/image213.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16.png"/><Relationship Id="rId5" Type="http://schemas.openxmlformats.org/officeDocument/2006/relationships/image" Target="../media/image215.svg"/><Relationship Id="rId4" Type="http://schemas.openxmlformats.org/officeDocument/2006/relationships/image" Target="../media/image214.svg"/></Relationships>
</file>

<file path=ppt/slides/_rels/slide77.xml.rels><?xml version="1.0" encoding="UTF-8" standalone="yes"?>
<Relationships xmlns="http://schemas.openxmlformats.org/package/2006/relationships"><Relationship Id="rId3" Type="http://schemas.openxmlformats.org/officeDocument/2006/relationships/image" Target="../media/image180.sv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08.svg"/></Relationships>
</file>

<file path=ppt/slides/_rels/slide78.xml.rels><?xml version="1.0" encoding="UTF-8" standalone="yes"?>
<Relationships xmlns="http://schemas.openxmlformats.org/package/2006/relationships"><Relationship Id="rId3" Type="http://schemas.openxmlformats.org/officeDocument/2006/relationships/image" Target="../media/image180.sv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08.svg"/></Relationships>
</file>

<file path=ppt/slides/_rels/slide79.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26.xml"/><Relationship Id="rId7" Type="http://schemas.openxmlformats.org/officeDocument/2006/relationships/image" Target="../media/image185.svg"/><Relationship Id="rId2" Type="http://schemas.openxmlformats.org/officeDocument/2006/relationships/slideLayout" Target="../slideLayouts/slideLayout10.xml"/><Relationship Id="rId1" Type="http://schemas.openxmlformats.org/officeDocument/2006/relationships/tags" Target="../tags/tag81.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80.xml.rels><?xml version="1.0" encoding="UTF-8" standalone="yes"?>
<Relationships xmlns="http://schemas.openxmlformats.org/package/2006/relationships"><Relationship Id="rId3" Type="http://schemas.openxmlformats.org/officeDocument/2006/relationships/image" Target="../media/image160.svg"/><Relationship Id="rId7" Type="http://schemas.openxmlformats.org/officeDocument/2006/relationships/hyperlink" Target="https://strenaterminals.sharepoint.com/:x:/r/sites/OperationalExcellence/_layouts/15/Doc.aspx?sourcedoc=%7B14717853-0BA9-4042-9639-81819248B2BA%7D&amp;file=Plantilla%205%20porqu%C3%A9s.xlsx&amp;action=default&amp;mobileredirect=true" TargetMode="External"/><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3.svg"/><Relationship Id="rId5" Type="http://schemas.openxmlformats.org/officeDocument/2006/relationships/image" Target="../media/image174.svg"/><Relationship Id="rId4" Type="http://schemas.openxmlformats.org/officeDocument/2006/relationships/image" Target="../media/image79.sv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82.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8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notesSlide" Target="../notesSlides/notesSlide28.xml"/><Relationship Id="rId7" Type="http://schemas.openxmlformats.org/officeDocument/2006/relationships/image" Target="../media/image217.png"/><Relationship Id="rId2" Type="http://schemas.openxmlformats.org/officeDocument/2006/relationships/slideLayout" Target="../slideLayouts/slideLayout10.xml"/><Relationship Id="rId1" Type="http://schemas.openxmlformats.org/officeDocument/2006/relationships/tags" Target="../tags/tag83.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 Id="rId9" Type="http://schemas.openxmlformats.org/officeDocument/2006/relationships/image" Target="../media/image218.png"/></Relationships>
</file>

<file path=ppt/slides/_rels/slide8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22.sv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180.svg"/><Relationship Id="rId5" Type="http://schemas.openxmlformats.org/officeDocument/2006/relationships/image" Target="../media/image221.svg"/><Relationship Id="rId4" Type="http://schemas.openxmlformats.org/officeDocument/2006/relationships/image" Target="../media/image220.svg"/></Relationships>
</file>

<file path=ppt/slides/_rels/slide8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30.xml"/><Relationship Id="rId7" Type="http://schemas.openxmlformats.org/officeDocument/2006/relationships/image" Target="../media/image169.png"/><Relationship Id="rId2" Type="http://schemas.openxmlformats.org/officeDocument/2006/relationships/slideLayout" Target="../slideLayouts/slideLayout10.xml"/><Relationship Id="rId1" Type="http://schemas.openxmlformats.org/officeDocument/2006/relationships/tags" Target="../tags/tag84.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89.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3.svg"/><Relationship Id="rId5" Type="http://schemas.openxmlformats.org/officeDocument/2006/relationships/hyperlink" Target="https://strenaterminals.sharepoint.com/:p:/r/sites/OperationalExcellence/_layouts/15/Doc.aspx?sourcedoc=%7B352C96D5-CAF0-45A8-B633-2848B00E44E3%7D&amp;file=Plantilla%20%20de%20definici%C3%B3n%20de%20contramedidas.pptx&amp;action=edit&amp;mobileredirect=true" TargetMode="External"/><Relationship Id="rId4" Type="http://schemas.openxmlformats.org/officeDocument/2006/relationships/image" Target="../media/image145.svg"/></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85.xml"/><Relationship Id="rId5" Type="http://schemas.openxmlformats.org/officeDocument/2006/relationships/image" Target="../media/image19.png"/><Relationship Id="rId4" Type="http://schemas.openxmlformats.org/officeDocument/2006/relationships/image" Target="../media/image18.emf"/></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86.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92.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notesSlide" Target="../notesSlides/notesSlide32.xml"/><Relationship Id="rId7" Type="http://schemas.openxmlformats.org/officeDocument/2006/relationships/image" Target="../media/image146.svg"/><Relationship Id="rId12" Type="http://schemas.openxmlformats.org/officeDocument/2006/relationships/image" Target="../media/image226.svg"/><Relationship Id="rId2" Type="http://schemas.openxmlformats.org/officeDocument/2006/relationships/slideLayout" Target="../slideLayouts/slideLayout10.xml"/><Relationship Id="rId1" Type="http://schemas.openxmlformats.org/officeDocument/2006/relationships/tags" Target="../tags/tag87.xml"/><Relationship Id="rId6" Type="http://schemas.openxmlformats.org/officeDocument/2006/relationships/image" Target="../media/image19.png"/><Relationship Id="rId11" Type="http://schemas.openxmlformats.org/officeDocument/2006/relationships/image" Target="../media/image225.svg"/><Relationship Id="rId5" Type="http://schemas.openxmlformats.org/officeDocument/2006/relationships/image" Target="../media/image18.emf"/><Relationship Id="rId10" Type="http://schemas.openxmlformats.org/officeDocument/2006/relationships/image" Target="../media/image224.svg"/><Relationship Id="rId4" Type="http://schemas.openxmlformats.org/officeDocument/2006/relationships/oleObject" Target="../embeddings/oleObject18.bin"/><Relationship Id="rId9" Type="http://schemas.openxmlformats.org/officeDocument/2006/relationships/image" Target="../media/image223.svg"/></Relationships>
</file>

<file path=ppt/slides/_rels/slide94.xml.rels><?xml version="1.0" encoding="UTF-8" standalone="yes"?>
<Relationships xmlns="http://schemas.openxmlformats.org/package/2006/relationships"><Relationship Id="rId3" Type="http://schemas.openxmlformats.org/officeDocument/2006/relationships/image" Target="../media/image227.sv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28.svg"/></Relationships>
</file>

<file path=ppt/slides/_rels/slide95.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229.svg"/><Relationship Id="rId7" Type="http://schemas.openxmlformats.org/officeDocument/2006/relationships/image" Target="../media/image232.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70.svg"/><Relationship Id="rId5" Type="http://schemas.openxmlformats.org/officeDocument/2006/relationships/image" Target="../media/image231.svg"/><Relationship Id="rId10" Type="http://schemas.openxmlformats.org/officeDocument/2006/relationships/image" Target="../media/image234.svg"/><Relationship Id="rId4" Type="http://schemas.openxmlformats.org/officeDocument/2006/relationships/image" Target="../media/image230.svg"/><Relationship Id="rId9" Type="http://schemas.openxmlformats.org/officeDocument/2006/relationships/image" Target="../media/image233.svg"/></Relationships>
</file>

<file path=ppt/slides/_rels/slide96.xml.rels><?xml version="1.0" encoding="UTF-8" standalone="yes"?>
<Relationships xmlns="http://schemas.openxmlformats.org/package/2006/relationships"><Relationship Id="rId3" Type="http://schemas.openxmlformats.org/officeDocument/2006/relationships/image" Target="../media/image228.sv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27.svg"/></Relationships>
</file>

<file path=ppt/slides/_rels/slide97.xml.rels><?xml version="1.0" encoding="UTF-8" standalone="yes"?>
<Relationships xmlns="http://schemas.openxmlformats.org/package/2006/relationships"><Relationship Id="rId3" Type="http://schemas.openxmlformats.org/officeDocument/2006/relationships/image" Target="../media/image235.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38.svg"/><Relationship Id="rId5" Type="http://schemas.openxmlformats.org/officeDocument/2006/relationships/image" Target="../media/image237.svg"/><Relationship Id="rId4" Type="http://schemas.openxmlformats.org/officeDocument/2006/relationships/image" Target="../media/image236.svg"/></Relationships>
</file>

<file path=ppt/slides/_rels/slide98.xml.rels><?xml version="1.0" encoding="UTF-8" standalone="yes"?>
<Relationships xmlns="http://schemas.openxmlformats.org/package/2006/relationships"><Relationship Id="rId3" Type="http://schemas.openxmlformats.org/officeDocument/2006/relationships/image" Target="../media/image239.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42.svg"/><Relationship Id="rId5" Type="http://schemas.openxmlformats.org/officeDocument/2006/relationships/image" Target="../media/image241.svg"/><Relationship Id="rId4" Type="http://schemas.openxmlformats.org/officeDocument/2006/relationships/image" Target="../media/image240.svg"/></Relationships>
</file>

<file path=ppt/slides/_rels/slide99.xml.rels><?xml version="1.0" encoding="UTF-8" standalone="yes"?>
<Relationships xmlns="http://schemas.openxmlformats.org/package/2006/relationships"><Relationship Id="rId3" Type="http://schemas.openxmlformats.org/officeDocument/2006/relationships/image" Target="../media/image243.sv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245.svg"/><Relationship Id="rId4" Type="http://schemas.openxmlformats.org/officeDocument/2006/relationships/image" Target="../media/image244.svg"/></Relationships>
</file>

<file path=ppt/slides/_rels/slide10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49.svg"/><Relationship Id="rId2" Type="http://schemas.openxmlformats.org/officeDocument/2006/relationships/image" Target="../media/image246.svg"/><Relationship Id="rId1" Type="http://schemas.openxmlformats.org/officeDocument/2006/relationships/slideLayout" Target="../slideLayouts/slideLayout8.xml"/><Relationship Id="rId6" Type="http://schemas.openxmlformats.org/officeDocument/2006/relationships/image" Target="../media/image134.svg"/><Relationship Id="rId5" Type="http://schemas.openxmlformats.org/officeDocument/2006/relationships/image" Target="../media/image248.svg"/><Relationship Id="rId4" Type="http://schemas.openxmlformats.org/officeDocument/2006/relationships/image" Target="../media/image247.svg"/></Relationships>
</file>

<file path=ppt/slides/_rels/slide101.xml.rels><?xml version="1.0" encoding="UTF-8" standalone="yes"?>
<Relationships xmlns="http://schemas.openxmlformats.org/package/2006/relationships"><Relationship Id="rId3" Type="http://schemas.openxmlformats.org/officeDocument/2006/relationships/image" Target="../media/image250.svg"/><Relationship Id="rId7" Type="http://schemas.openxmlformats.org/officeDocument/2006/relationships/image" Target="../media/image253.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52.svg"/><Relationship Id="rId5" Type="http://schemas.openxmlformats.org/officeDocument/2006/relationships/image" Target="../media/image251.svg"/><Relationship Id="rId4" Type="http://schemas.openxmlformats.org/officeDocument/2006/relationships/image" Target="../media/image51.svg"/></Relationships>
</file>

<file path=ppt/slides/_rels/slide10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3" Type="http://schemas.openxmlformats.org/officeDocument/2006/relationships/image" Target="../media/image254.svg"/><Relationship Id="rId7" Type="http://schemas.openxmlformats.org/officeDocument/2006/relationships/image" Target="../media/image258.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57.svg"/><Relationship Id="rId5" Type="http://schemas.openxmlformats.org/officeDocument/2006/relationships/image" Target="../media/image256.svg"/><Relationship Id="rId4" Type="http://schemas.openxmlformats.org/officeDocument/2006/relationships/image" Target="../media/image255.svg"/></Relationships>
</file>

<file path=ppt/slides/_rels/slide104.xml.rels><?xml version="1.0" encoding="UTF-8" standalone="yes"?>
<Relationships xmlns="http://schemas.openxmlformats.org/package/2006/relationships"><Relationship Id="rId3" Type="http://schemas.openxmlformats.org/officeDocument/2006/relationships/image" Target="../media/image259.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62.svg"/><Relationship Id="rId5" Type="http://schemas.openxmlformats.org/officeDocument/2006/relationships/image" Target="../media/image261.svg"/><Relationship Id="rId4" Type="http://schemas.openxmlformats.org/officeDocument/2006/relationships/image" Target="../media/image260.svg"/></Relationships>
</file>

<file path=ppt/slides/_rels/slide105.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33.xml"/><Relationship Id="rId7" Type="http://schemas.openxmlformats.org/officeDocument/2006/relationships/image" Target="../media/image185.svg"/><Relationship Id="rId2" Type="http://schemas.openxmlformats.org/officeDocument/2006/relationships/slideLayout" Target="../slideLayouts/slideLayout10.xml"/><Relationship Id="rId1" Type="http://schemas.openxmlformats.org/officeDocument/2006/relationships/tags" Target="../tags/tag88.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06.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34.xml"/><Relationship Id="rId7" Type="http://schemas.openxmlformats.org/officeDocument/2006/relationships/image" Target="../media/image169.png"/><Relationship Id="rId2" Type="http://schemas.openxmlformats.org/officeDocument/2006/relationships/slideLayout" Target="../slideLayouts/slideLayout10.xml"/><Relationship Id="rId1" Type="http://schemas.openxmlformats.org/officeDocument/2006/relationships/tags" Target="../tags/tag89.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07.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hyperlink" Target="https://strenaterminals.sharepoint.com/:w:/r/sites/OperationalExcellence/_layouts/15/Doc.aspx?sourcedoc=%7B52847135-D9E3-4348-B228-C47AB4D5E899%7D&amp;file=Plan%20de%20piloto%20%2B%20comunicaci%C3%B3n.docx&amp;action=default&amp;mobileredirect=true" TargetMode="External"/><Relationship Id="rId5" Type="http://schemas.openxmlformats.org/officeDocument/2006/relationships/image" Target="../media/image83.svg"/><Relationship Id="rId4" Type="http://schemas.openxmlformats.org/officeDocument/2006/relationships/image" Target="../media/image160.sv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90.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91.xml"/><Relationship Id="rId5" Type="http://schemas.openxmlformats.org/officeDocument/2006/relationships/image" Target="../media/image19.png"/><Relationship Id="rId4" Type="http://schemas.openxmlformats.org/officeDocument/2006/relationships/image" Target="../media/image18.emf"/></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tags" Target="../tags/tag92.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11.xml.rels><?xml version="1.0" encoding="UTF-8" standalone="yes"?>
<Relationships xmlns="http://schemas.openxmlformats.org/package/2006/relationships"><Relationship Id="rId8" Type="http://schemas.openxmlformats.org/officeDocument/2006/relationships/image" Target="../media/image264.svg"/><Relationship Id="rId3" Type="http://schemas.openxmlformats.org/officeDocument/2006/relationships/notesSlide" Target="../notesSlides/notesSlide37.xml"/><Relationship Id="rId7" Type="http://schemas.openxmlformats.org/officeDocument/2006/relationships/image" Target="../media/image263.jpeg"/><Relationship Id="rId2" Type="http://schemas.openxmlformats.org/officeDocument/2006/relationships/slideLayout" Target="../slideLayouts/slideLayout10.xml"/><Relationship Id="rId1" Type="http://schemas.openxmlformats.org/officeDocument/2006/relationships/tags" Target="../tags/tag93.xml"/><Relationship Id="rId6" Type="http://schemas.openxmlformats.org/officeDocument/2006/relationships/image" Target="../media/image19.png"/><Relationship Id="rId11" Type="http://schemas.openxmlformats.org/officeDocument/2006/relationships/image" Target="../media/image267.svg"/><Relationship Id="rId5" Type="http://schemas.openxmlformats.org/officeDocument/2006/relationships/image" Target="../media/image18.emf"/><Relationship Id="rId10" Type="http://schemas.openxmlformats.org/officeDocument/2006/relationships/image" Target="../media/image266.svg"/><Relationship Id="rId4" Type="http://schemas.openxmlformats.org/officeDocument/2006/relationships/oleObject" Target="../embeddings/oleObject18.bin"/><Relationship Id="rId9" Type="http://schemas.openxmlformats.org/officeDocument/2006/relationships/image" Target="../media/image265.svg"/></Relationships>
</file>

<file path=ppt/slides/_rels/slide112.xml.rels><?xml version="1.0" encoding="UTF-8" standalone="yes"?>
<Relationships xmlns="http://schemas.openxmlformats.org/package/2006/relationships"><Relationship Id="rId8" Type="http://schemas.openxmlformats.org/officeDocument/2006/relationships/image" Target="../media/image269.svg"/><Relationship Id="rId13" Type="http://schemas.openxmlformats.org/officeDocument/2006/relationships/image" Target="../media/image274.svg"/><Relationship Id="rId3" Type="http://schemas.openxmlformats.org/officeDocument/2006/relationships/notesSlide" Target="../notesSlides/notesSlide38.xml"/><Relationship Id="rId7" Type="http://schemas.openxmlformats.org/officeDocument/2006/relationships/image" Target="../media/image268.svg"/><Relationship Id="rId12" Type="http://schemas.openxmlformats.org/officeDocument/2006/relationships/image" Target="../media/image273.svg"/><Relationship Id="rId17" Type="http://schemas.openxmlformats.org/officeDocument/2006/relationships/image" Target="../media/image277.svg"/><Relationship Id="rId2" Type="http://schemas.openxmlformats.org/officeDocument/2006/relationships/slideLayout" Target="../slideLayouts/slideLayout10.xml"/><Relationship Id="rId16" Type="http://schemas.openxmlformats.org/officeDocument/2006/relationships/image" Target="../media/image276.svg"/><Relationship Id="rId1" Type="http://schemas.openxmlformats.org/officeDocument/2006/relationships/tags" Target="../tags/tag94.xml"/><Relationship Id="rId6" Type="http://schemas.openxmlformats.org/officeDocument/2006/relationships/image" Target="../media/image19.png"/><Relationship Id="rId11" Type="http://schemas.openxmlformats.org/officeDocument/2006/relationships/image" Target="../media/image272.svg"/><Relationship Id="rId5" Type="http://schemas.openxmlformats.org/officeDocument/2006/relationships/image" Target="../media/image18.emf"/><Relationship Id="rId15" Type="http://schemas.openxmlformats.org/officeDocument/2006/relationships/image" Target="../media/image167.svg"/><Relationship Id="rId10" Type="http://schemas.openxmlformats.org/officeDocument/2006/relationships/image" Target="../media/image271.svg"/><Relationship Id="rId4" Type="http://schemas.openxmlformats.org/officeDocument/2006/relationships/oleObject" Target="../embeddings/oleObject18.bin"/><Relationship Id="rId9" Type="http://schemas.openxmlformats.org/officeDocument/2006/relationships/image" Target="../media/image270.svg"/><Relationship Id="rId14" Type="http://schemas.openxmlformats.org/officeDocument/2006/relationships/image" Target="../media/image275.svg"/></Relationships>
</file>

<file path=ppt/slides/_rels/slide113.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3" Type="http://schemas.openxmlformats.org/officeDocument/2006/relationships/image" Target="../media/image279.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281.svg"/><Relationship Id="rId4" Type="http://schemas.openxmlformats.org/officeDocument/2006/relationships/image" Target="../media/image86.svg"/></Relationships>
</file>

<file path=ppt/slides/_rels/slide118.xml.rels><?xml version="1.0" encoding="UTF-8" standalone="yes"?>
<Relationships xmlns="http://schemas.openxmlformats.org/package/2006/relationships"><Relationship Id="rId3" Type="http://schemas.openxmlformats.org/officeDocument/2006/relationships/image" Target="../media/image279.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3" Type="http://schemas.openxmlformats.org/officeDocument/2006/relationships/image" Target="../media/image282.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3" Type="http://schemas.openxmlformats.org/officeDocument/2006/relationships/image" Target="../media/image279.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2.xml.rels><?xml version="1.0" encoding="UTF-8" standalone="yes"?>
<Relationships xmlns="http://schemas.openxmlformats.org/package/2006/relationships"><Relationship Id="rId3" Type="http://schemas.openxmlformats.org/officeDocument/2006/relationships/image" Target="../media/image284.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3.xml.rels><?xml version="1.0" encoding="UTF-8" standalone="yes"?>
<Relationships xmlns="http://schemas.openxmlformats.org/package/2006/relationships"><Relationship Id="rId3" Type="http://schemas.openxmlformats.org/officeDocument/2006/relationships/image" Target="../media/image285.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3" Type="http://schemas.openxmlformats.org/officeDocument/2006/relationships/image" Target="../media/image279.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3" Type="http://schemas.openxmlformats.org/officeDocument/2006/relationships/image" Target="../media/image286.sv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87.svg"/></Relationships>
</file>

<file path=ppt/slides/_rels/slide126.xml.rels><?xml version="1.0" encoding="UTF-8" standalone="yes"?>
<Relationships xmlns="http://schemas.openxmlformats.org/package/2006/relationships"><Relationship Id="rId8" Type="http://schemas.openxmlformats.org/officeDocument/2006/relationships/image" Target="../media/image133.svg"/><Relationship Id="rId13" Type="http://schemas.openxmlformats.org/officeDocument/2006/relationships/image" Target="../media/image135.png"/><Relationship Id="rId3" Type="http://schemas.openxmlformats.org/officeDocument/2006/relationships/image" Target="../media/image128.svg"/><Relationship Id="rId7" Type="http://schemas.openxmlformats.org/officeDocument/2006/relationships/image" Target="../media/image132.svg"/><Relationship Id="rId12" Type="http://schemas.openxmlformats.org/officeDocument/2006/relationships/image" Target="../media/image113.png"/><Relationship Id="rId2" Type="http://schemas.openxmlformats.org/officeDocument/2006/relationships/image" Target="../media/image127.svg"/><Relationship Id="rId1" Type="http://schemas.openxmlformats.org/officeDocument/2006/relationships/slideLayout" Target="../slideLayouts/slideLayout8.xml"/><Relationship Id="rId6" Type="http://schemas.openxmlformats.org/officeDocument/2006/relationships/image" Target="../media/image131.svg"/><Relationship Id="rId11" Type="http://schemas.openxmlformats.org/officeDocument/2006/relationships/image" Target="../media/image24.png"/><Relationship Id="rId5" Type="http://schemas.openxmlformats.org/officeDocument/2006/relationships/image" Target="../media/image130.svg"/><Relationship Id="rId10" Type="http://schemas.openxmlformats.org/officeDocument/2006/relationships/image" Target="../media/image71.png"/><Relationship Id="rId4" Type="http://schemas.openxmlformats.org/officeDocument/2006/relationships/image" Target="../media/image129.svg"/><Relationship Id="rId9" Type="http://schemas.openxmlformats.org/officeDocument/2006/relationships/image" Target="../media/image134.svg"/></Relationships>
</file>

<file path=ppt/slides/_rels/slide127.xml.rels><?xml version="1.0" encoding="UTF-8" standalone="yes"?>
<Relationships xmlns="http://schemas.openxmlformats.org/package/2006/relationships"><Relationship Id="rId3" Type="http://schemas.openxmlformats.org/officeDocument/2006/relationships/image" Target="../media/image133.svg"/><Relationship Id="rId2" Type="http://schemas.openxmlformats.org/officeDocument/2006/relationships/image" Target="../media/image132.svg"/><Relationship Id="rId1" Type="http://schemas.openxmlformats.org/officeDocument/2006/relationships/slideLayout" Target="../slideLayouts/slideLayout8.xml"/><Relationship Id="rId6" Type="http://schemas.openxmlformats.org/officeDocument/2006/relationships/image" Target="../media/image288.png"/><Relationship Id="rId5" Type="http://schemas.openxmlformats.org/officeDocument/2006/relationships/image" Target="../media/image113.png"/><Relationship Id="rId4" Type="http://schemas.openxmlformats.org/officeDocument/2006/relationships/image" Target="../media/image24.png"/></Relationships>
</file>

<file path=ppt/slides/_rels/slide128.xml.rels><?xml version="1.0" encoding="UTF-8" standalone="yes"?>
<Relationships xmlns="http://schemas.openxmlformats.org/package/2006/relationships"><Relationship Id="rId3" Type="http://schemas.openxmlformats.org/officeDocument/2006/relationships/image" Target="../media/image133.svg"/><Relationship Id="rId2" Type="http://schemas.openxmlformats.org/officeDocument/2006/relationships/image" Target="../media/image132.svg"/><Relationship Id="rId1" Type="http://schemas.openxmlformats.org/officeDocument/2006/relationships/slideLayout" Target="../slideLayouts/slideLayout8.xml"/><Relationship Id="rId6" Type="http://schemas.openxmlformats.org/officeDocument/2006/relationships/image" Target="../media/image289.png"/><Relationship Id="rId5" Type="http://schemas.openxmlformats.org/officeDocument/2006/relationships/image" Target="../media/image288.png"/><Relationship Id="rId4" Type="http://schemas.openxmlformats.org/officeDocument/2006/relationships/image" Target="../media/image24.png"/></Relationships>
</file>

<file path=ppt/slides/_rels/slide129.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3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3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90.png"/></Relationships>
</file>

<file path=ppt/slides/_rels/slide132.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8" Type="http://schemas.openxmlformats.org/officeDocument/2006/relationships/image" Target="../media/image297.png"/><Relationship Id="rId3" Type="http://schemas.openxmlformats.org/officeDocument/2006/relationships/image" Target="../media/image292.svg"/><Relationship Id="rId7" Type="http://schemas.openxmlformats.org/officeDocument/2006/relationships/image" Target="../media/image296.pn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95.svg"/><Relationship Id="rId5" Type="http://schemas.openxmlformats.org/officeDocument/2006/relationships/image" Target="../media/image294.svg"/><Relationship Id="rId10" Type="http://schemas.openxmlformats.org/officeDocument/2006/relationships/image" Target="../media/image167.svg"/><Relationship Id="rId4" Type="http://schemas.openxmlformats.org/officeDocument/2006/relationships/image" Target="../media/image293.svg"/><Relationship Id="rId9" Type="http://schemas.openxmlformats.org/officeDocument/2006/relationships/image" Target="../media/image298.png"/></Relationships>
</file>

<file path=ppt/slides/_rels/slide1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81.svg"/><Relationship Id="rId4" Type="http://schemas.openxmlformats.org/officeDocument/2006/relationships/image" Target="../media/image160.svg"/></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1.xml"/><Relationship Id="rId1" Type="http://schemas.openxmlformats.org/officeDocument/2006/relationships/tags" Target="../tags/tag95.xml"/><Relationship Id="rId6" Type="http://schemas.openxmlformats.org/officeDocument/2006/relationships/image" Target="../media/image71.png"/><Relationship Id="rId5" Type="http://schemas.openxmlformats.org/officeDocument/2006/relationships/image" Target="../media/image24.png"/><Relationship Id="rId4" Type="http://schemas.openxmlformats.org/officeDocument/2006/relationships/image" Target="../media/image18.emf"/></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96.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tags" Target="../tags/tag97.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E417060-302F-09F7-52E1-4C824377A378}"/>
              </a:ext>
            </a:extLst>
          </p:cNvPr>
          <p:cNvGraphicFramePr>
            <a:graphicFrameLocks noChangeAspect="1"/>
          </p:cNvGraphicFramePr>
          <p:nvPr>
            <p:custDataLst>
              <p:tags r:id="rId1"/>
            </p:custDataLst>
            <p:extLst>
              <p:ext uri="{D42A27DB-BD31-4B8C-83A1-F6EECF244321}">
                <p14:modId xmlns:p14="http://schemas.microsoft.com/office/powerpoint/2010/main" val="1985495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1E417060-302F-09F7-52E1-4C824377A3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ED57076-242A-175E-D9DA-1FB28BCA1A14}"/>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3C284FEC-B331-5D8B-41AC-B47141C40E9F}"/>
              </a:ext>
            </a:extLst>
          </p:cNvPr>
          <p:cNvSpPr>
            <a:spLocks noGrp="1"/>
          </p:cNvSpPr>
          <p:nvPr>
            <p:ph type="subTitle" idx="1"/>
          </p:nvPr>
        </p:nvSpPr>
        <p:spPr>
          <a:xfrm>
            <a:off x="4500665" y="2369320"/>
            <a:ext cx="4174902" cy="292931"/>
          </a:xfrm>
        </p:spPr>
        <p:txBody>
          <a:bodyPr/>
          <a:lstStyle/>
          <a:p>
            <a:pPr>
              <a:buNone/>
            </a:pPr>
            <a:r>
              <a:rPr lang="es-MX" noProof="0" dirty="0" err="1"/>
              <a:t>Problem</a:t>
            </a:r>
            <a:r>
              <a:rPr lang="es-MX" noProof="0" dirty="0"/>
              <a:t> </a:t>
            </a:r>
            <a:r>
              <a:rPr lang="es-MX" noProof="0" dirty="0" err="1"/>
              <a:t>Solving</a:t>
            </a:r>
            <a:r>
              <a:rPr lang="es-MX" noProof="0" dirty="0"/>
              <a:t> </a:t>
            </a:r>
            <a:r>
              <a:rPr lang="es-MX" noProof="0" dirty="0" err="1"/>
              <a:t>System</a:t>
            </a:r>
            <a:r>
              <a:rPr lang="es-MX" noProof="0" dirty="0"/>
              <a:t> (PORT™) </a:t>
            </a:r>
          </a:p>
          <a:p>
            <a:pPr>
              <a:buNone/>
            </a:pPr>
            <a:r>
              <a:rPr lang="es-MX" b="1" i="1" noProof="0" dirty="0" err="1"/>
              <a:t>System</a:t>
            </a:r>
            <a:r>
              <a:rPr lang="es-MX" b="1" i="1" noProof="0" dirty="0"/>
              <a:t> </a:t>
            </a:r>
            <a:r>
              <a:rPr lang="es-MX" b="1" i="1" noProof="0" dirty="0" err="1"/>
              <a:t>introductio</a:t>
            </a:r>
            <a:r>
              <a:rPr lang="es-MX" b="1" i="1"/>
              <a:t>n</a:t>
            </a: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72C4CE68-D4F7-0EAB-EE9D-E61EF5620E2B}"/>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3105289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A4764-C4DD-3E4E-DBCC-C4D030087FC3}"/>
            </a:ext>
          </a:extLst>
        </p:cNvPr>
        <p:cNvGrpSpPr/>
        <p:nvPr/>
      </p:nvGrpSpPr>
      <p:grpSpPr>
        <a:xfrm>
          <a:off x="0" y="0"/>
          <a:ext cx="0" cy="0"/>
          <a:chOff x="0" y="0"/>
          <a:chExt cx="0" cy="0"/>
        </a:xfrm>
      </p:grpSpPr>
      <p:sp>
        <p:nvSpPr>
          <p:cNvPr id="15" name="Rectángulo: esquinas redondeadas 14">
            <a:extLst>
              <a:ext uri="{FF2B5EF4-FFF2-40B4-BE49-F238E27FC236}">
                <a16:creationId xmlns:a16="http://schemas.microsoft.com/office/drawing/2014/main" id="{0CC7859C-CC76-DE96-7B3E-AA0D2167A260}"/>
              </a:ext>
            </a:extLst>
          </p:cNvPr>
          <p:cNvSpPr/>
          <p:nvPr/>
        </p:nvSpPr>
        <p:spPr>
          <a:xfrm>
            <a:off x="858087" y="4257824"/>
            <a:ext cx="1863437" cy="67368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078F3140-534B-80EB-E8D0-8A2BE2735A7E}"/>
              </a:ext>
            </a:extLst>
          </p:cNvPr>
          <p:cNvSpPr/>
          <p:nvPr/>
        </p:nvSpPr>
        <p:spPr>
          <a:xfrm>
            <a:off x="5973325" y="2321818"/>
            <a:ext cx="1326194" cy="67368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356B4B11-B6B4-4FE6-4CFA-6C6B49DF599F}"/>
              </a:ext>
            </a:extLst>
          </p:cNvPr>
          <p:cNvSpPr/>
          <p:nvPr/>
        </p:nvSpPr>
        <p:spPr>
          <a:xfrm>
            <a:off x="1902197" y="2350965"/>
            <a:ext cx="1326194" cy="67368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esquinas redondeadas 8">
            <a:extLst>
              <a:ext uri="{FF2B5EF4-FFF2-40B4-BE49-F238E27FC236}">
                <a16:creationId xmlns:a16="http://schemas.microsoft.com/office/drawing/2014/main" id="{F89464E0-744D-996E-885A-8EC070B4C307}"/>
              </a:ext>
            </a:extLst>
          </p:cNvPr>
          <p:cNvSpPr/>
          <p:nvPr/>
        </p:nvSpPr>
        <p:spPr>
          <a:xfrm>
            <a:off x="3876856" y="4311781"/>
            <a:ext cx="1472743" cy="67368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 name="Rectángulo: esquinas redondeadas 3">
            <a:extLst>
              <a:ext uri="{FF2B5EF4-FFF2-40B4-BE49-F238E27FC236}">
                <a16:creationId xmlns:a16="http://schemas.microsoft.com/office/drawing/2014/main" id="{36D1CB8A-CAB6-2BB9-77FE-5CF251092232}"/>
              </a:ext>
            </a:extLst>
          </p:cNvPr>
          <p:cNvSpPr/>
          <p:nvPr/>
        </p:nvSpPr>
        <p:spPr>
          <a:xfrm>
            <a:off x="1081380" y="964118"/>
            <a:ext cx="6962947" cy="889452"/>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graphicFrame>
        <p:nvGraphicFramePr>
          <p:cNvPr id="6" name="think-cell data - do not delete" hidden="1">
            <a:extLst>
              <a:ext uri="{FF2B5EF4-FFF2-40B4-BE49-F238E27FC236}">
                <a16:creationId xmlns:a16="http://schemas.microsoft.com/office/drawing/2014/main" id="{C99696DB-3A91-A7B9-8E64-73C6A43481F8}"/>
              </a:ext>
            </a:extLst>
          </p:cNvPr>
          <p:cNvGraphicFramePr>
            <a:graphicFrameLocks noChangeAspect="1"/>
          </p:cNvGraphicFramePr>
          <p:nvPr>
            <p:custDataLst>
              <p:tags r:id="rId1"/>
            </p:custDataLst>
            <p:extLst>
              <p:ext uri="{D42A27DB-BD31-4B8C-83A1-F6EECF244321}">
                <p14:modId xmlns:p14="http://schemas.microsoft.com/office/powerpoint/2010/main" val="2151851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C99696DB-3A91-A7B9-8E64-73C6A43481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E811CC3-DF91-C5E1-CE0B-FF1FC6583799}"/>
              </a:ext>
            </a:extLst>
          </p:cNvPr>
          <p:cNvSpPr>
            <a:spLocks noGrp="1"/>
          </p:cNvSpPr>
          <p:nvPr>
            <p:ph type="title"/>
          </p:nvPr>
        </p:nvSpPr>
        <p:spPr>
          <a:xfrm>
            <a:off x="330991" y="330674"/>
            <a:ext cx="8482014" cy="492443"/>
          </a:xfrm>
        </p:spPr>
        <p:txBody>
          <a:bodyPr vert="horz"/>
          <a:lstStyle/>
          <a:p>
            <a:pPr algn="ctr">
              <a:lnSpc>
                <a:spcPct val="100000"/>
              </a:lnSpc>
            </a:pPr>
            <a:r>
              <a:rPr lang="es-MX" noProof="0">
                <a:latin typeface="+mn-lt"/>
              </a:rPr>
              <a:t>BEST Excellence Academy_x000B_Driving talent and a culture of continuous improvement</a:t>
            </a:r>
            <a:br>
              <a:rPr lang="es-MX" b="0" noProof="0">
                <a:latin typeface="+mn-lt"/>
              </a:rPr>
            </a:br>
            <a:endParaRPr lang="es-MX" noProof="0">
              <a:solidFill>
                <a:schemeClr val="accent6"/>
              </a:solidFill>
              <a:latin typeface="+mn-lt"/>
            </a:endParaRPr>
          </a:p>
        </p:txBody>
      </p:sp>
      <p:sp>
        <p:nvSpPr>
          <p:cNvPr id="3" name="CuadroTexto 7">
            <a:extLst>
              <a:ext uri="{FF2B5EF4-FFF2-40B4-BE49-F238E27FC236}">
                <a16:creationId xmlns:a16="http://schemas.microsoft.com/office/drawing/2014/main" id="{AEB47C14-61E9-8369-4E4B-45900574302D}"/>
              </a:ext>
            </a:extLst>
          </p:cNvPr>
          <p:cNvSpPr txBox="1"/>
          <p:nvPr/>
        </p:nvSpPr>
        <p:spPr>
          <a:xfrm>
            <a:off x="1414395" y="1047172"/>
            <a:ext cx="6315206" cy="83099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b="1" noProof="0">
                <a:solidFill>
                  <a:schemeClr val="bg1"/>
                </a:solidFill>
              </a:rPr>
              <a:t>Purpose: Build capabilities at every level of the organization through robust management systems, fostering efficient work and achieving objectives aligned with Hanseatic Global Terminals’ strategy.</a:t>
            </a:r>
          </a:p>
          <a:p>
            <a:pPr algn="just"/>
            <a:endParaRPr lang="es-MX" sz="1200" b="1" noProof="0">
              <a:solidFill>
                <a:schemeClr val="bg1"/>
              </a:solidFill>
            </a:endParaRPr>
          </a:p>
        </p:txBody>
      </p:sp>
      <p:pic>
        <p:nvPicPr>
          <p:cNvPr id="5" name="Gráfico 4" descr="Excelente con relleno sólido">
            <a:extLst>
              <a:ext uri="{FF2B5EF4-FFF2-40B4-BE49-F238E27FC236}">
                <a16:creationId xmlns:a16="http://schemas.microsoft.com/office/drawing/2014/main" id="{DFF4B5E2-B797-FC47-2A14-41D6F870F3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00410" y="397244"/>
            <a:ext cx="336012" cy="336012"/>
          </a:xfrm>
          <a:prstGeom prst="rect">
            <a:avLst/>
          </a:prstGeom>
        </p:spPr>
      </p:pic>
      <p:sp>
        <p:nvSpPr>
          <p:cNvPr id="14" name="Elipse 13">
            <a:extLst>
              <a:ext uri="{FF2B5EF4-FFF2-40B4-BE49-F238E27FC236}">
                <a16:creationId xmlns:a16="http://schemas.microsoft.com/office/drawing/2014/main" id="{132503AE-907F-3C5B-80DB-F30D97330D15}"/>
              </a:ext>
            </a:extLst>
          </p:cNvPr>
          <p:cNvSpPr/>
          <p:nvPr/>
        </p:nvSpPr>
        <p:spPr>
          <a:xfrm>
            <a:off x="3456084" y="1950498"/>
            <a:ext cx="2231827" cy="2228884"/>
          </a:xfrm>
          <a:prstGeom prst="ellipse">
            <a:avLst/>
          </a:prstGeom>
          <a:solidFill>
            <a:schemeClr val="accent3">
              <a:lumMod val="20000"/>
              <a:lumOff val="80000"/>
            </a:schemeClr>
          </a:solidFill>
          <a:ln w="38100"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Elipse 15">
            <a:extLst>
              <a:ext uri="{FF2B5EF4-FFF2-40B4-BE49-F238E27FC236}">
                <a16:creationId xmlns:a16="http://schemas.microsoft.com/office/drawing/2014/main" id="{9A571037-90C8-1628-3865-8FD28328F467}"/>
              </a:ext>
            </a:extLst>
          </p:cNvPr>
          <p:cNvSpPr/>
          <p:nvPr/>
        </p:nvSpPr>
        <p:spPr>
          <a:xfrm>
            <a:off x="4195914" y="2671110"/>
            <a:ext cx="752167" cy="751759"/>
          </a:xfrm>
          <a:prstGeom prst="ellipse">
            <a:avLst/>
          </a:prstGeom>
          <a:solidFill>
            <a:schemeClr val="accent3">
              <a:lumMod val="20000"/>
              <a:lumOff val="80000"/>
            </a:schemeClr>
          </a:solidFill>
          <a:ln w="2857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8" name="Gráfico 17" descr="Engranajes con relleno sólido">
            <a:extLst>
              <a:ext uri="{FF2B5EF4-FFF2-40B4-BE49-F238E27FC236}">
                <a16:creationId xmlns:a16="http://schemas.microsoft.com/office/drawing/2014/main" id="{E3A9DA91-7E05-7F49-D0EA-46CA5177BA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47920" y="2215464"/>
            <a:ext cx="1006801" cy="1006801"/>
          </a:xfrm>
          <a:prstGeom prst="rect">
            <a:avLst/>
          </a:prstGeom>
        </p:spPr>
      </p:pic>
      <p:pic>
        <p:nvPicPr>
          <p:cNvPr id="28" name="Gráfico 27" descr="Puntos cardinales con relleno sólido">
            <a:extLst>
              <a:ext uri="{FF2B5EF4-FFF2-40B4-BE49-F238E27FC236}">
                <a16:creationId xmlns:a16="http://schemas.microsoft.com/office/drawing/2014/main" id="{6ED1DAC9-005C-8F6B-55D4-B1A9DF01B8A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43752" y="2321781"/>
            <a:ext cx="751758" cy="751758"/>
          </a:xfrm>
          <a:prstGeom prst="rect">
            <a:avLst/>
          </a:prstGeom>
        </p:spPr>
      </p:pic>
      <p:pic>
        <p:nvPicPr>
          <p:cNvPr id="30" name="Gráfico 29" descr="Libros con relleno sólido">
            <a:extLst>
              <a:ext uri="{FF2B5EF4-FFF2-40B4-BE49-F238E27FC236}">
                <a16:creationId xmlns:a16="http://schemas.microsoft.com/office/drawing/2014/main" id="{779C6674-139D-341D-C5F4-EDEDFEFBDAB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86974" y="3418272"/>
            <a:ext cx="751757" cy="751757"/>
          </a:xfrm>
          <a:prstGeom prst="rect">
            <a:avLst/>
          </a:prstGeom>
        </p:spPr>
      </p:pic>
      <p:cxnSp>
        <p:nvCxnSpPr>
          <p:cNvPr id="36" name="Conector recto 35">
            <a:extLst>
              <a:ext uri="{FF2B5EF4-FFF2-40B4-BE49-F238E27FC236}">
                <a16:creationId xmlns:a16="http://schemas.microsoft.com/office/drawing/2014/main" id="{D666CC51-1E24-D2CC-8A0C-E706F9084310}"/>
              </a:ext>
            </a:extLst>
          </p:cNvPr>
          <p:cNvCxnSpPr>
            <a:stCxn id="16" idx="0"/>
            <a:endCxn id="14" idx="0"/>
          </p:cNvCxnSpPr>
          <p:nvPr/>
        </p:nvCxnSpPr>
        <p:spPr>
          <a:xfrm flipV="1">
            <a:off x="4571998" y="1950498"/>
            <a:ext cx="0" cy="720612"/>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5AD672AB-C280-48F6-3684-8D3C583185CA}"/>
              </a:ext>
            </a:extLst>
          </p:cNvPr>
          <p:cNvCxnSpPr>
            <a:cxnSpLocks/>
          </p:cNvCxnSpPr>
          <p:nvPr/>
        </p:nvCxnSpPr>
        <p:spPr>
          <a:xfrm flipH="1" flipV="1">
            <a:off x="4930567" y="3205937"/>
            <a:ext cx="656779" cy="352035"/>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59145E29-0C86-63D1-1B97-5699FB49D144}"/>
              </a:ext>
            </a:extLst>
          </p:cNvPr>
          <p:cNvCxnSpPr>
            <a:cxnSpLocks/>
          </p:cNvCxnSpPr>
          <p:nvPr/>
        </p:nvCxnSpPr>
        <p:spPr>
          <a:xfrm flipV="1">
            <a:off x="3608612" y="3214101"/>
            <a:ext cx="608343" cy="352035"/>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8" name="Imagen 47" descr="Dibujo de una persona&#10;&#10;El contenido generado por IA puede ser incorrecto.">
            <a:extLst>
              <a:ext uri="{FF2B5EF4-FFF2-40B4-BE49-F238E27FC236}">
                <a16:creationId xmlns:a16="http://schemas.microsoft.com/office/drawing/2014/main" id="{D616F665-0FE0-C1C2-5C76-CEF8EA79B528}"/>
              </a:ext>
            </a:extLst>
          </p:cNvPr>
          <p:cNvPicPr>
            <a:picLocks noChangeAspect="1"/>
          </p:cNvPicPr>
          <p:nvPr/>
        </p:nvPicPr>
        <p:blipFill>
          <a:blip r:embed="rId9"/>
          <a:stretch>
            <a:fillRect/>
          </a:stretch>
        </p:blipFill>
        <p:spPr>
          <a:xfrm>
            <a:off x="4271219" y="2729956"/>
            <a:ext cx="601555" cy="601555"/>
          </a:xfrm>
          <a:prstGeom prst="rect">
            <a:avLst/>
          </a:prstGeom>
        </p:spPr>
      </p:pic>
      <p:sp>
        <p:nvSpPr>
          <p:cNvPr id="53" name="Title 1">
            <a:extLst>
              <a:ext uri="{FF2B5EF4-FFF2-40B4-BE49-F238E27FC236}">
                <a16:creationId xmlns:a16="http://schemas.microsoft.com/office/drawing/2014/main" id="{5D90CFE3-045F-E1BC-9B81-0FA15928D71D}"/>
              </a:ext>
            </a:extLst>
          </p:cNvPr>
          <p:cNvSpPr txBox="1">
            <a:spLocks/>
          </p:cNvSpPr>
          <p:nvPr/>
        </p:nvSpPr>
        <p:spPr>
          <a:xfrm>
            <a:off x="2061894" y="2503707"/>
            <a:ext cx="1006801" cy="646331"/>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lnSpc>
                <a:spcPct val="100000"/>
              </a:lnSpc>
            </a:pPr>
            <a:r>
              <a:rPr lang="es-MX" sz="1100" noProof="0">
                <a:solidFill>
                  <a:schemeClr val="bg1"/>
                </a:solidFill>
                <a:latin typeface="+mn-lt"/>
              </a:rPr>
              <a:t>Aligned
competencies</a:t>
            </a:r>
          </a:p>
          <a:p>
            <a:pPr algn="ctr">
              <a:lnSpc>
                <a:spcPct val="100000"/>
              </a:lnSpc>
            </a:pPr>
            <a:br>
              <a:rPr lang="es-MX" b="0" noProof="0">
                <a:latin typeface="+mn-lt"/>
              </a:rPr>
            </a:br>
            <a:endParaRPr lang="es-MX" noProof="0">
              <a:latin typeface="+mn-lt"/>
            </a:endParaRPr>
          </a:p>
        </p:txBody>
      </p:sp>
      <p:sp>
        <p:nvSpPr>
          <p:cNvPr id="54" name="Title 1">
            <a:extLst>
              <a:ext uri="{FF2B5EF4-FFF2-40B4-BE49-F238E27FC236}">
                <a16:creationId xmlns:a16="http://schemas.microsoft.com/office/drawing/2014/main" id="{54B4E609-5B80-FD51-6836-E205AD1BE70A}"/>
              </a:ext>
            </a:extLst>
          </p:cNvPr>
          <p:cNvSpPr txBox="1">
            <a:spLocks/>
          </p:cNvSpPr>
          <p:nvPr/>
        </p:nvSpPr>
        <p:spPr>
          <a:xfrm>
            <a:off x="6093392" y="2419068"/>
            <a:ext cx="1086060" cy="815608"/>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lnSpc>
                <a:spcPct val="100000"/>
              </a:lnSpc>
            </a:pPr>
            <a:r>
              <a:rPr lang="es-MX" sz="1100" noProof="0">
                <a:solidFill>
                  <a:schemeClr val="bg1"/>
                </a:solidFill>
                <a:latin typeface="+mn-lt"/>
              </a:rPr>
              <a:t>Strong values and principles</a:t>
            </a:r>
            <a:br>
              <a:rPr lang="es-MX" b="0" noProof="0">
                <a:solidFill>
                  <a:schemeClr val="bg1"/>
                </a:solidFill>
                <a:latin typeface="+mn-lt"/>
              </a:rPr>
            </a:br>
            <a:endParaRPr lang="es-MX" noProof="0">
              <a:solidFill>
                <a:schemeClr val="bg1"/>
              </a:solidFill>
              <a:latin typeface="+mn-lt"/>
            </a:endParaRPr>
          </a:p>
        </p:txBody>
      </p:sp>
      <p:sp>
        <p:nvSpPr>
          <p:cNvPr id="55" name="Title 1">
            <a:extLst>
              <a:ext uri="{FF2B5EF4-FFF2-40B4-BE49-F238E27FC236}">
                <a16:creationId xmlns:a16="http://schemas.microsoft.com/office/drawing/2014/main" id="{CAB22D29-7262-339F-D48E-F62437508DC2}"/>
              </a:ext>
            </a:extLst>
          </p:cNvPr>
          <p:cNvSpPr txBox="1">
            <a:spLocks/>
          </p:cNvSpPr>
          <p:nvPr/>
        </p:nvSpPr>
        <p:spPr>
          <a:xfrm>
            <a:off x="3918088" y="4421506"/>
            <a:ext cx="1390277" cy="338554"/>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lnSpc>
                <a:spcPct val="100000"/>
              </a:lnSpc>
            </a:pPr>
            <a:r>
              <a:rPr lang="es-MX" sz="1100" noProof="0" dirty="0" err="1">
                <a:solidFill>
                  <a:schemeClr val="bg1"/>
                </a:solidFill>
                <a:latin typeface="+mn-lt"/>
              </a:rPr>
              <a:t>Continuous</a:t>
            </a:r>
            <a:r>
              <a:rPr lang="es-MX" sz="1100" noProof="0" dirty="0">
                <a:solidFill>
                  <a:schemeClr val="bg1"/>
                </a:solidFill>
                <a:latin typeface="+mn-lt"/>
              </a:rPr>
              <a:t> </a:t>
            </a:r>
            <a:r>
              <a:rPr lang="es-MX" sz="1100" noProof="0" dirty="0" err="1">
                <a:solidFill>
                  <a:schemeClr val="bg1"/>
                </a:solidFill>
                <a:latin typeface="+mn-lt"/>
              </a:rPr>
              <a:t>learning</a:t>
            </a:r>
            <a:r>
              <a:rPr lang="es-MX" sz="1100" noProof="0" dirty="0">
                <a:solidFill>
                  <a:schemeClr val="bg1"/>
                </a:solidFill>
                <a:latin typeface="+mn-lt"/>
              </a:rPr>
              <a:t> culture</a:t>
            </a:r>
            <a:endParaRPr lang="es-MX" sz="1600" noProof="0" dirty="0">
              <a:solidFill>
                <a:schemeClr val="bg1"/>
              </a:solidFill>
              <a:latin typeface="+mn-lt"/>
            </a:endParaRPr>
          </a:p>
        </p:txBody>
      </p:sp>
      <p:pic>
        <p:nvPicPr>
          <p:cNvPr id="8" name="Imagen 7" descr="Dibujo de una persona&#10;&#10;El contenido generado por IA puede ser incorrecto.">
            <a:extLst>
              <a:ext uri="{FF2B5EF4-FFF2-40B4-BE49-F238E27FC236}">
                <a16:creationId xmlns:a16="http://schemas.microsoft.com/office/drawing/2014/main" id="{15F1745E-2E0B-B31B-543B-A107F136E124}"/>
              </a:ext>
            </a:extLst>
          </p:cNvPr>
          <p:cNvPicPr>
            <a:picLocks noChangeAspect="1"/>
          </p:cNvPicPr>
          <p:nvPr/>
        </p:nvPicPr>
        <p:blipFill>
          <a:blip r:embed="rId9"/>
          <a:stretch>
            <a:fillRect/>
          </a:stretch>
        </p:blipFill>
        <p:spPr>
          <a:xfrm>
            <a:off x="8661417" y="109943"/>
            <a:ext cx="466952" cy="466952"/>
          </a:xfrm>
          <a:prstGeom prst="rect">
            <a:avLst/>
          </a:prstGeom>
        </p:spPr>
      </p:pic>
      <p:pic>
        <p:nvPicPr>
          <p:cNvPr id="10" name="Gráfico 9" descr="Cinta con relleno sólido">
            <a:extLst>
              <a:ext uri="{FF2B5EF4-FFF2-40B4-BE49-F238E27FC236}">
                <a16:creationId xmlns:a16="http://schemas.microsoft.com/office/drawing/2014/main" id="{B0CCB335-F4C2-57E9-E678-29B1D400E6B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14395" y="3430390"/>
            <a:ext cx="798632" cy="798632"/>
          </a:xfrm>
          <a:prstGeom prst="rect">
            <a:avLst/>
          </a:prstGeom>
        </p:spPr>
      </p:pic>
      <p:sp>
        <p:nvSpPr>
          <p:cNvPr id="11" name="Title 1">
            <a:extLst>
              <a:ext uri="{FF2B5EF4-FFF2-40B4-BE49-F238E27FC236}">
                <a16:creationId xmlns:a16="http://schemas.microsoft.com/office/drawing/2014/main" id="{D5DE1DAB-338F-2A81-9ECC-B34E71D5F29F}"/>
              </a:ext>
            </a:extLst>
          </p:cNvPr>
          <p:cNvSpPr txBox="1">
            <a:spLocks/>
          </p:cNvSpPr>
          <p:nvPr/>
        </p:nvSpPr>
        <p:spPr>
          <a:xfrm>
            <a:off x="919801" y="4006274"/>
            <a:ext cx="1740007" cy="861774"/>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lnSpc>
                <a:spcPct val="100000"/>
              </a:lnSpc>
            </a:pPr>
            <a:br>
              <a:rPr lang="es-MX" b="0" noProof="0">
                <a:latin typeface="+mn-lt"/>
              </a:rPr>
            </a:br>
            <a:r>
              <a:rPr lang="es-MX" sz="1200" noProof="0">
                <a:solidFill>
                  <a:schemeClr val="bg1"/>
                </a:solidFill>
                <a:latin typeface="+mn-lt"/>
              </a:rPr>
              <a:t>This is “how” we will achieve organizational objectives</a:t>
            </a:r>
            <a:endParaRPr lang="es-MX" noProof="0">
              <a:solidFill>
                <a:schemeClr val="bg1"/>
              </a:solidFill>
              <a:latin typeface="+mn-lt"/>
            </a:endParaRPr>
          </a:p>
        </p:txBody>
      </p:sp>
    </p:spTree>
    <p:extLst>
      <p:ext uri="{BB962C8B-B14F-4D97-AF65-F5344CB8AC3E}">
        <p14:creationId xmlns:p14="http://schemas.microsoft.com/office/powerpoint/2010/main" val="1454609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90CCC-D2AA-A564-31E8-517374410F7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1E6EA3E-DC86-5380-F324-F91FAA6B7DB6}"/>
              </a:ext>
            </a:extLst>
          </p:cNvPr>
          <p:cNvSpPr txBox="1">
            <a:spLocks/>
          </p:cNvSpPr>
          <p:nvPr/>
        </p:nvSpPr>
        <p:spPr>
          <a:xfrm>
            <a:off x="331122" y="396126"/>
            <a:ext cx="8482014" cy="276999"/>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r>
              <a:rPr lang="es-MX" noProof="0"/>
              <a:t>The Excellence Academy</a:t>
            </a:r>
          </a:p>
        </p:txBody>
      </p:sp>
      <p:pic>
        <p:nvPicPr>
          <p:cNvPr id="6" name="Graphic 5" descr="Excellent with solid fill">
            <a:extLst>
              <a:ext uri="{FF2B5EF4-FFF2-40B4-BE49-F238E27FC236}">
                <a16:creationId xmlns:a16="http://schemas.microsoft.com/office/drawing/2014/main" id="{1C3AC2D4-4C45-4CF2-D18A-431B71257A6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594169" y="870663"/>
            <a:ext cx="589660" cy="518224"/>
          </a:xfrm>
          <a:prstGeom prst="rect">
            <a:avLst/>
          </a:prstGeom>
        </p:spPr>
      </p:pic>
      <p:graphicFrame>
        <p:nvGraphicFramePr>
          <p:cNvPr id="8" name="Diagram 7">
            <a:extLst>
              <a:ext uri="{FF2B5EF4-FFF2-40B4-BE49-F238E27FC236}">
                <a16:creationId xmlns:a16="http://schemas.microsoft.com/office/drawing/2014/main" id="{AF9A4C26-1A9E-F14B-E8FE-C646729E42E6}"/>
              </a:ext>
            </a:extLst>
          </p:cNvPr>
          <p:cNvGraphicFramePr/>
          <p:nvPr>
            <p:extLst>
              <p:ext uri="{D42A27DB-BD31-4B8C-83A1-F6EECF244321}">
                <p14:modId xmlns:p14="http://schemas.microsoft.com/office/powerpoint/2010/main" val="4031463894"/>
              </p:ext>
            </p:extLst>
          </p:nvPr>
        </p:nvGraphicFramePr>
        <p:xfrm>
          <a:off x="861799" y="1445778"/>
          <a:ext cx="4060894" cy="27394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E5613CD7-F5B6-D2E4-CC98-624F5873B160}"/>
              </a:ext>
            </a:extLst>
          </p:cNvPr>
          <p:cNvSpPr txBox="1"/>
          <p:nvPr/>
        </p:nvSpPr>
        <p:spPr>
          <a:xfrm>
            <a:off x="4723862" y="3721304"/>
            <a:ext cx="2977025" cy="12311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800" noProof="0">
                <a:ea typeface="Verdana"/>
                <a:cs typeface="Calibri"/>
                <a:sym typeface="Verdana" panose="020B0604030504040204" pitchFamily="34" charset="0"/>
              </a:rPr>
              <a:t>Establish a common language and provide onboarding</a:t>
            </a:r>
          </a:p>
        </p:txBody>
      </p:sp>
      <p:sp>
        <p:nvSpPr>
          <p:cNvPr id="17" name="TextBox 16">
            <a:extLst>
              <a:ext uri="{FF2B5EF4-FFF2-40B4-BE49-F238E27FC236}">
                <a16:creationId xmlns:a16="http://schemas.microsoft.com/office/drawing/2014/main" id="{DD561C51-EA34-131B-994F-C78D5161BC91}"/>
              </a:ext>
            </a:extLst>
          </p:cNvPr>
          <p:cNvSpPr txBox="1"/>
          <p:nvPr/>
        </p:nvSpPr>
        <p:spPr>
          <a:xfrm>
            <a:off x="4384883" y="3014244"/>
            <a:ext cx="2977025"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800" noProof="0">
                <a:ea typeface="Verdana" panose="020B0604030504040204" pitchFamily="34" charset="0"/>
                <a:cs typeface="Calibri" panose="020F0502020204030204" pitchFamily="34" charset="0"/>
                <a:sym typeface="Verdana" panose="020B0604030504040204" pitchFamily="34" charset="0"/>
              </a:rPr>
              <a:t>Basic Lean tools: 6S, Problem Solving and Visual Management, initiative generation (Kaizen), and change management practitioner skills</a:t>
            </a:r>
          </a:p>
        </p:txBody>
      </p:sp>
      <p:pic>
        <p:nvPicPr>
          <p:cNvPr id="19" name="Picture 3" descr="A red rectangular sign with white text&#10;&#10;AI-generated content may be incorrect.">
            <a:extLst>
              <a:ext uri="{FF2B5EF4-FFF2-40B4-BE49-F238E27FC236}">
                <a16:creationId xmlns:a16="http://schemas.microsoft.com/office/drawing/2014/main" id="{AD534C05-D399-A23A-AFD5-A5B6CD4EF04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70363" y="1428393"/>
            <a:ext cx="348171" cy="49253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5" descr="A book on a black background&#10;&#10;AI-generated content may be incorrect.">
            <a:extLst>
              <a:ext uri="{FF2B5EF4-FFF2-40B4-BE49-F238E27FC236}">
                <a16:creationId xmlns:a16="http://schemas.microsoft.com/office/drawing/2014/main" id="{F4D45FE3-6099-3764-4778-245D2760B09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096520" y="2116135"/>
            <a:ext cx="352126" cy="51464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7" descr="A red and white sign&#10;&#10;AI-generated content may be incorrect.">
            <a:extLst>
              <a:ext uri="{FF2B5EF4-FFF2-40B4-BE49-F238E27FC236}">
                <a16:creationId xmlns:a16="http://schemas.microsoft.com/office/drawing/2014/main" id="{3B627CA9-FF9A-9B42-0AE0-29D33777DB6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3246" y="1392977"/>
            <a:ext cx="344732" cy="51464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8" descr="A close-up of a logo&#10;&#10;AI-generated content may be incorrect.">
            <a:extLst>
              <a:ext uri="{FF2B5EF4-FFF2-40B4-BE49-F238E27FC236}">
                <a16:creationId xmlns:a16="http://schemas.microsoft.com/office/drawing/2014/main" id="{68FA6C49-CFD0-037D-3CDA-FC3B45FA71A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05551" y="1434347"/>
            <a:ext cx="311493" cy="472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7" descr="A book on a black background&#10;&#10;AI-generated content may be incorrect.">
            <a:extLst>
              <a:ext uri="{FF2B5EF4-FFF2-40B4-BE49-F238E27FC236}">
                <a16:creationId xmlns:a16="http://schemas.microsoft.com/office/drawing/2014/main" id="{9376D7E3-4718-CE41-A9B6-49D413E993DE}"/>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738027" y="1413077"/>
            <a:ext cx="352143" cy="514646"/>
          </a:xfrm>
          <a:prstGeom prst="rect">
            <a:avLst/>
          </a:prstGeom>
          <a:ln>
            <a:noFill/>
          </a:ln>
          <a:effectLst>
            <a:outerShdw blurRad="292100" dist="139700" dir="2700000" algn="tl" rotWithShape="0">
              <a:srgbClr val="333333">
                <a:alpha val="65000"/>
              </a:srgbClr>
            </a:outerShdw>
          </a:effectLst>
        </p:spPr>
      </p:pic>
      <p:pic>
        <p:nvPicPr>
          <p:cNvPr id="29" name="Picture 3" descr="A white book with red text&#10;&#10;AI-generated content may be incorrect.">
            <a:extLst>
              <a:ext uri="{FF2B5EF4-FFF2-40B4-BE49-F238E27FC236}">
                <a16:creationId xmlns:a16="http://schemas.microsoft.com/office/drawing/2014/main" id="{F356FC82-5166-535A-90B3-7FAD0CC61D6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24238" y="3449142"/>
            <a:ext cx="380772" cy="5636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pic>
        <p:nvPicPr>
          <p:cNvPr id="31" name="Picture 2" descr="A red and black sign&#10;&#10;AI-generated content may be incorrect.">
            <a:extLst>
              <a:ext uri="{FF2B5EF4-FFF2-40B4-BE49-F238E27FC236}">
                <a16:creationId xmlns:a16="http://schemas.microsoft.com/office/drawing/2014/main" id="{1E73023B-73B9-C4B6-576B-C6BBFCB4F3A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81439" y="2752063"/>
            <a:ext cx="396516" cy="5636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11" descr="A green and white book cover&#10;&#10;AI-generated content may be incorrect.">
            <a:extLst>
              <a:ext uri="{FF2B5EF4-FFF2-40B4-BE49-F238E27FC236}">
                <a16:creationId xmlns:a16="http://schemas.microsoft.com/office/drawing/2014/main" id="{1DADBF1E-AB23-7F1A-8CDB-5CB47679855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34531" y="2761070"/>
            <a:ext cx="361555" cy="55465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Picture 3" descr="A yellow and grey book cover&#10;&#10;AI-generated content may be incorrect.">
            <a:extLst>
              <a:ext uri="{FF2B5EF4-FFF2-40B4-BE49-F238E27FC236}">
                <a16:creationId xmlns:a16="http://schemas.microsoft.com/office/drawing/2014/main" id="{B68F2687-7879-F48A-22E9-0AFCF42F7CA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22842" y="2116135"/>
            <a:ext cx="327622" cy="49253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Picture 13" descr="A white sign with red text&#10;&#10;AI-generated content may be incorrect.">
            <a:extLst>
              <a:ext uri="{FF2B5EF4-FFF2-40B4-BE49-F238E27FC236}">
                <a16:creationId xmlns:a16="http://schemas.microsoft.com/office/drawing/2014/main" id="{811D9BC4-0513-12DF-C7C8-CA6713DADBD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95118" y="2122303"/>
            <a:ext cx="341670" cy="48644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2" descr="A book on a black background&#10;&#10;AI-generated content may be incorrect.">
            <a:extLst>
              <a:ext uri="{FF2B5EF4-FFF2-40B4-BE49-F238E27FC236}">
                <a16:creationId xmlns:a16="http://schemas.microsoft.com/office/drawing/2014/main" id="{62E06AD8-8B40-7923-7520-FE9610C1EE9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51570" y="2752072"/>
            <a:ext cx="376990" cy="5636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pic>
        <p:nvPicPr>
          <p:cNvPr id="41" name="Picture 40" descr="A book cover of a person and person&#10;&#10;AI-generated content may be incorrect.">
            <a:extLst>
              <a:ext uri="{FF2B5EF4-FFF2-40B4-BE49-F238E27FC236}">
                <a16:creationId xmlns:a16="http://schemas.microsoft.com/office/drawing/2014/main" id="{C07D0E2C-FFED-77A9-EDBD-3DF0D2F17298}"/>
              </a:ext>
            </a:extLst>
          </p:cNvPr>
          <p:cNvPicPr>
            <a:picLocks noChangeAspect="1"/>
          </p:cNvPicPr>
          <p:nvPr/>
        </p:nvPicPr>
        <p:blipFill>
          <a:blip r:embed="rId19"/>
          <a:stretch>
            <a:fillRect/>
          </a:stretch>
        </p:blipFill>
        <p:spPr>
          <a:xfrm>
            <a:off x="8750578" y="2752063"/>
            <a:ext cx="358170" cy="563665"/>
          </a:xfrm>
          <a:prstGeom prst="rect">
            <a:avLst/>
          </a:prstGeom>
        </p:spPr>
      </p:pic>
      <p:sp>
        <p:nvSpPr>
          <p:cNvPr id="43" name="TextBox 42">
            <a:extLst>
              <a:ext uri="{FF2B5EF4-FFF2-40B4-BE49-F238E27FC236}">
                <a16:creationId xmlns:a16="http://schemas.microsoft.com/office/drawing/2014/main" id="{F431D3BC-49BF-3B88-49FC-6FA9308A3610}"/>
              </a:ext>
            </a:extLst>
          </p:cNvPr>
          <p:cNvSpPr txBox="1"/>
          <p:nvPr/>
        </p:nvSpPr>
        <p:spPr>
          <a:xfrm>
            <a:off x="3789378" y="2398816"/>
            <a:ext cx="3297306" cy="24622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buNone/>
              <a:defRPr/>
            </a:pPr>
            <a:r>
              <a:rPr lang="es-MX" sz="800" noProof="0">
                <a:ea typeface="Verdana"/>
                <a:cs typeface="Calibri"/>
                <a:sym typeface="Verdana" panose="020B0604030504040204" pitchFamily="34" charset="0"/>
              </a:rPr>
              <a:t>Advanced tools: Value Stream Mapping (VSM), SMED, Leadership Academy, and Yellow Belt training</a:t>
            </a:r>
            <a:endParaRPr lang="es-MX" sz="800" noProof="0">
              <a:ea typeface="Verdana" panose="020B0604030504040204" pitchFamily="34" charset="0"/>
              <a:cs typeface="Calibri" panose="020F0502020204030204" pitchFamily="34" charset="0"/>
            </a:endParaRPr>
          </a:p>
        </p:txBody>
      </p:sp>
      <p:sp>
        <p:nvSpPr>
          <p:cNvPr id="45" name="TextBox 44">
            <a:extLst>
              <a:ext uri="{FF2B5EF4-FFF2-40B4-BE49-F238E27FC236}">
                <a16:creationId xmlns:a16="http://schemas.microsoft.com/office/drawing/2014/main" id="{B59F90D2-94BF-A9FB-6C27-B6283512E9C5}"/>
              </a:ext>
            </a:extLst>
          </p:cNvPr>
          <p:cNvSpPr txBox="1"/>
          <p:nvPr/>
        </p:nvSpPr>
        <p:spPr>
          <a:xfrm>
            <a:off x="3308133" y="1709001"/>
            <a:ext cx="2977025" cy="12311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800" noProof="0">
                <a:ea typeface="Verdana" panose="020B0604030504040204" pitchFamily="34" charset="0"/>
                <a:cs typeface="Calibri" panose="020F0502020204030204" pitchFamily="34" charset="0"/>
                <a:sym typeface="Verdana" panose="020B0604030504040204" pitchFamily="34" charset="0"/>
              </a:rPr>
              <a:t>Training facilitation, coaching, and strategic initiatives</a:t>
            </a:r>
          </a:p>
        </p:txBody>
      </p:sp>
      <p:pic>
        <p:nvPicPr>
          <p:cNvPr id="47" name="Picture 2" descr="Poka-Yoke – Continuously Improving Manufacturing">
            <a:extLst>
              <a:ext uri="{FF2B5EF4-FFF2-40B4-BE49-F238E27FC236}">
                <a16:creationId xmlns:a16="http://schemas.microsoft.com/office/drawing/2014/main" id="{97AB3FEF-80E8-4250-FB12-5D702E3B9013}"/>
              </a:ext>
            </a:extLst>
          </p:cNvPr>
          <p:cNvPicPr>
            <a:picLocks noChangeAspect="1" noChangeArrowheads="1"/>
          </p:cNvPicPr>
          <p:nvPr/>
        </p:nvPicPr>
        <p:blipFill rotWithShape="1">
          <a:blip r:embed="rId20" cstate="screen">
            <a:extLst>
              <a:ext uri="{28A0092B-C50C-407E-A947-70E740481C1C}">
                <a14:useLocalDpi xmlns:a14="http://schemas.microsoft.com/office/drawing/2010/main"/>
              </a:ext>
            </a:extLst>
          </a:blip>
          <a:srcRect/>
          <a:stretch/>
        </p:blipFill>
        <p:spPr bwMode="auto">
          <a:xfrm>
            <a:off x="2041978" y="4217653"/>
            <a:ext cx="632957" cy="442369"/>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descr="Heijunka: The Art of Leveling Production">
            <a:extLst>
              <a:ext uri="{FF2B5EF4-FFF2-40B4-BE49-F238E27FC236}">
                <a16:creationId xmlns:a16="http://schemas.microsoft.com/office/drawing/2014/main" id="{2EF80796-0017-AC42-DC36-9DA7EB51582B}"/>
              </a:ext>
            </a:extLst>
          </p:cNvPr>
          <p:cNvPicPr>
            <a:picLocks noChangeAspect="1" noChangeArrowheads="1"/>
          </p:cNvPicPr>
          <p:nvPr/>
        </p:nvPicPr>
        <p:blipFill rotWithShape="1">
          <a:blip r:embed="rId21" cstate="screen">
            <a:biLevel thresh="75000"/>
            <a:extLst>
              <a:ext uri="{28A0092B-C50C-407E-A947-70E740481C1C}">
                <a14:useLocalDpi xmlns:a14="http://schemas.microsoft.com/office/drawing/2010/main"/>
              </a:ext>
            </a:extLst>
          </a:blip>
          <a:srcRect/>
          <a:stretch/>
        </p:blipFill>
        <p:spPr bwMode="auto">
          <a:xfrm>
            <a:off x="2879221" y="4193550"/>
            <a:ext cx="632957" cy="43401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8" descr="Can “Just in Time” #JIT work in Software Development | by David Shrimpton |  Medium">
            <a:extLst>
              <a:ext uri="{FF2B5EF4-FFF2-40B4-BE49-F238E27FC236}">
                <a16:creationId xmlns:a16="http://schemas.microsoft.com/office/drawing/2014/main" id="{183E4E19-508C-1D4C-6CAF-26F6A69D6ABC}"/>
              </a:ext>
            </a:extLst>
          </p:cNvPr>
          <p:cNvPicPr>
            <a:picLocks noChangeAspect="1" noChangeArrowheads="1"/>
          </p:cNvPicPr>
          <p:nvPr/>
        </p:nvPicPr>
        <p:blipFill>
          <a:blip r:embed="rId22">
            <a:extLst>
              <a:ext uri="{BEBA8EAE-BF5A-486C-A8C5-ECC9F3942E4B}">
                <a14:imgProps xmlns:a14="http://schemas.microsoft.com/office/drawing/2010/main">
                  <a14:imgLayer r:embed="rId2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3716464" y="4207204"/>
            <a:ext cx="654305" cy="490097"/>
          </a:xfrm>
          <a:prstGeom prst="rect">
            <a:avLst/>
          </a:prstGeom>
          <a:noFill/>
          <a:extLst>
            <a:ext uri="{909E8E84-426E-40DD-AFC4-6F175D3DCCD1}">
              <a14:hiddenFill xmlns:a14="http://schemas.microsoft.com/office/drawing/2010/main">
                <a:solidFill>
                  <a:srgbClr val="FFFFFF"/>
                </a:solidFill>
              </a14:hiddenFill>
            </a:ext>
          </a:extLst>
        </p:spPr>
      </p:pic>
      <p:grpSp>
        <p:nvGrpSpPr>
          <p:cNvPr id="55" name="Grupo 54">
            <a:extLst>
              <a:ext uri="{FF2B5EF4-FFF2-40B4-BE49-F238E27FC236}">
                <a16:creationId xmlns:a16="http://schemas.microsoft.com/office/drawing/2014/main" id="{ADF7542A-D4D6-4456-E77D-07A3CD92F177}"/>
              </a:ext>
            </a:extLst>
          </p:cNvPr>
          <p:cNvGrpSpPr/>
          <p:nvPr/>
        </p:nvGrpSpPr>
        <p:grpSpPr>
          <a:xfrm>
            <a:off x="1082115" y="4185195"/>
            <a:ext cx="851765" cy="519325"/>
            <a:chOff x="750080" y="8397875"/>
            <a:chExt cx="2047462" cy="1219200"/>
          </a:xfrm>
        </p:grpSpPr>
        <p:pic>
          <p:nvPicPr>
            <p:cNvPr id="53" name="Picture 52" descr="Jidoka: Why Automation Plus Intelligence Equals Best Results | Process  Street | Checklist, Workflow and SOP Software">
              <a:extLst>
                <a:ext uri="{FF2B5EF4-FFF2-40B4-BE49-F238E27FC236}">
                  <a16:creationId xmlns:a16="http://schemas.microsoft.com/office/drawing/2014/main" id="{003D472B-29B2-B1E3-6117-9715DC4A278A}"/>
                </a:ext>
              </a:extLst>
            </p:cNvPr>
            <p:cNvPicPr>
              <a:picLocks noChangeAspect="1" noChangeArrowheads="1"/>
            </p:cNvPicPr>
            <p:nvPr/>
          </p:nvPicPr>
          <p:blipFill rotWithShape="1">
            <a:blip r:embed="rId24" cstate="screen">
              <a:biLevel thresh="25000"/>
              <a:extLst>
                <a:ext uri="{28A0092B-C50C-407E-A947-70E740481C1C}">
                  <a14:useLocalDpi xmlns:a14="http://schemas.microsoft.com/office/drawing/2010/main"/>
                </a:ext>
              </a:extLst>
            </a:blip>
            <a:srcRect/>
            <a:stretch/>
          </p:blipFill>
          <p:spPr bwMode="auto">
            <a:xfrm>
              <a:off x="750080" y="8474075"/>
              <a:ext cx="2047462" cy="1143000"/>
            </a:xfrm>
            <a:prstGeom prst="rect">
              <a:avLst/>
            </a:prstGeom>
            <a:noFill/>
            <a:extLst>
              <a:ext uri="{909E8E84-426E-40DD-AFC4-6F175D3DCCD1}">
                <a14:hiddenFill xmlns:a14="http://schemas.microsoft.com/office/drawing/2010/main">
                  <a:solidFill>
                    <a:srgbClr val="FFFFFF"/>
                  </a:solidFill>
                </a14:hiddenFill>
              </a:ext>
            </a:extLst>
          </p:spPr>
        </p:pic>
        <p:sp>
          <p:nvSpPr>
            <p:cNvPr id="54" name="Rectangle 8">
              <a:extLst>
                <a:ext uri="{FF2B5EF4-FFF2-40B4-BE49-F238E27FC236}">
                  <a16:creationId xmlns:a16="http://schemas.microsoft.com/office/drawing/2014/main" id="{6FF1FBF3-F14D-26F9-7374-1ED9C8A15B50}"/>
                </a:ext>
              </a:extLst>
            </p:cNvPr>
            <p:cNvSpPr/>
            <p:nvPr/>
          </p:nvSpPr>
          <p:spPr>
            <a:xfrm>
              <a:off x="1015999" y="8397875"/>
              <a:ext cx="1397392" cy="650300"/>
            </a:xfrm>
            <a:prstGeom prst="rect">
              <a:avLst/>
            </a:prstGeom>
            <a:noFill/>
          </p:spPr>
          <p:txBody>
            <a:bodyPr wrap="none" lIns="91440" tIns="45720" rIns="91440" bIns="45720">
              <a:spAutoFit/>
            </a:bodyPr>
            <a:lstStyle/>
            <a:p>
              <a:pPr algn="ctr"/>
              <a:r>
                <a:rPr lang="es-MX" sz="1200" noProof="0" err="1">
                  <a:ln w="0">
                    <a:noFill/>
                  </a:ln>
                  <a:solidFill>
                    <a:schemeClr val="tx1"/>
                  </a:solidFill>
                  <a:latin typeface="+mn-lt"/>
                </a:rPr>
                <a:t>Jidoka</a:t>
              </a:r>
              <a:endParaRPr lang="es-MX" sz="1200" b="0" cap="none" spc="0" noProof="0">
                <a:ln w="0">
                  <a:noFill/>
                </a:ln>
                <a:solidFill>
                  <a:schemeClr val="tx1"/>
                </a:solidFill>
                <a:latin typeface="+mn-lt"/>
              </a:endParaRPr>
            </a:p>
          </p:txBody>
        </p:sp>
      </p:grpSp>
      <p:cxnSp>
        <p:nvCxnSpPr>
          <p:cNvPr id="56" name="Straight Arrow Connector 55">
            <a:extLst>
              <a:ext uri="{FF2B5EF4-FFF2-40B4-BE49-F238E27FC236}">
                <a16:creationId xmlns:a16="http://schemas.microsoft.com/office/drawing/2014/main" id="{8B7D26DA-38E3-02AD-D502-02B84396A64C}"/>
              </a:ext>
            </a:extLst>
          </p:cNvPr>
          <p:cNvCxnSpPr/>
          <p:nvPr/>
        </p:nvCxnSpPr>
        <p:spPr>
          <a:xfrm>
            <a:off x="432522" y="3251055"/>
            <a:ext cx="1005320" cy="5197"/>
          </a:xfrm>
          <a:prstGeom prst="straightConnector1">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86D81630-C406-4370-95D8-F702037D0A6C}"/>
              </a:ext>
            </a:extLst>
          </p:cNvPr>
          <p:cNvCxnSpPr>
            <a:cxnSpLocks/>
          </p:cNvCxnSpPr>
          <p:nvPr/>
        </p:nvCxnSpPr>
        <p:spPr>
          <a:xfrm flipV="1">
            <a:off x="588385" y="2567853"/>
            <a:ext cx="1349517" cy="7792"/>
          </a:xfrm>
          <a:prstGeom prst="straightConnector1">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B93B4B9-99AB-516E-71E6-BE6445F996A1}"/>
              </a:ext>
            </a:extLst>
          </p:cNvPr>
          <p:cNvSpPr txBox="1"/>
          <p:nvPr/>
        </p:nvSpPr>
        <p:spPr>
          <a:xfrm>
            <a:off x="584488" y="2147126"/>
            <a:ext cx="1554739"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s-MX" sz="1200" noProof="0">
                <a:solidFill>
                  <a:schemeClr val="tx1"/>
                </a:solidFill>
                <a:cs typeface="Arial"/>
              </a:rPr>
              <a:t>Management
Roles</a:t>
            </a:r>
          </a:p>
          <a:p>
            <a:endParaRPr lang="es-MX" sz="1200" noProof="0">
              <a:solidFill>
                <a:schemeClr val="tx1"/>
              </a:solidFill>
              <a:cs typeface="Arial"/>
            </a:endParaRPr>
          </a:p>
        </p:txBody>
      </p:sp>
      <p:sp>
        <p:nvSpPr>
          <p:cNvPr id="59" name="TextBox 58">
            <a:extLst>
              <a:ext uri="{FF2B5EF4-FFF2-40B4-BE49-F238E27FC236}">
                <a16:creationId xmlns:a16="http://schemas.microsoft.com/office/drawing/2014/main" id="{655D0BF6-AC96-6284-6934-BABDF3C6CDE6}"/>
              </a:ext>
            </a:extLst>
          </p:cNvPr>
          <p:cNvSpPr txBox="1"/>
          <p:nvPr/>
        </p:nvSpPr>
        <p:spPr>
          <a:xfrm>
            <a:off x="157812" y="2773161"/>
            <a:ext cx="1554739"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s-MX" sz="1200" noProof="0" dirty="0" err="1">
                <a:solidFill>
                  <a:schemeClr val="tx1"/>
                </a:solidFill>
                <a:cs typeface="Arial"/>
              </a:rPr>
              <a:t>Supervisory</a:t>
            </a:r>
            <a:r>
              <a:rPr lang="es-MX" sz="1200" noProof="0" dirty="0">
                <a:solidFill>
                  <a:schemeClr val="tx1"/>
                </a:solidFill>
                <a:cs typeface="Arial"/>
              </a:rPr>
              <a:t> Roles</a:t>
            </a:r>
          </a:p>
        </p:txBody>
      </p:sp>
      <p:sp>
        <p:nvSpPr>
          <p:cNvPr id="60" name="TextBox 59">
            <a:extLst>
              <a:ext uri="{FF2B5EF4-FFF2-40B4-BE49-F238E27FC236}">
                <a16:creationId xmlns:a16="http://schemas.microsoft.com/office/drawing/2014/main" id="{C9B9508D-8945-2F55-95D9-468921124A2C}"/>
              </a:ext>
            </a:extLst>
          </p:cNvPr>
          <p:cNvSpPr txBox="1"/>
          <p:nvPr/>
        </p:nvSpPr>
        <p:spPr>
          <a:xfrm>
            <a:off x="49352" y="3362179"/>
            <a:ext cx="1213791" cy="61555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s-MX" sz="1100" noProof="0" dirty="0">
                <a:solidFill>
                  <a:schemeClr val="tx1"/>
                </a:solidFill>
                <a:cs typeface="Arial"/>
              </a:rPr>
              <a:t>100% 
</a:t>
            </a:r>
            <a:r>
              <a:rPr lang="es-MX" sz="1100" noProof="0" dirty="0" err="1">
                <a:solidFill>
                  <a:schemeClr val="tx1"/>
                </a:solidFill>
                <a:cs typeface="Arial"/>
              </a:rPr>
              <a:t>of</a:t>
            </a:r>
            <a:r>
              <a:rPr lang="es-MX" sz="1100" noProof="0" dirty="0">
                <a:solidFill>
                  <a:schemeClr val="tx1"/>
                </a:solidFill>
                <a:cs typeface="Arial"/>
              </a:rPr>
              <a:t> the </a:t>
            </a:r>
            <a:r>
              <a:rPr lang="es-MX" sz="1100" noProof="0" dirty="0" err="1">
                <a:solidFill>
                  <a:schemeClr val="tx1"/>
                </a:solidFill>
                <a:cs typeface="Arial"/>
              </a:rPr>
              <a:t>workforce</a:t>
            </a:r>
            <a:endParaRPr lang="es-MX" sz="1200" noProof="0" dirty="0">
              <a:solidFill>
                <a:schemeClr val="tx1"/>
              </a:solidFill>
              <a:cs typeface="Arial"/>
            </a:endParaRPr>
          </a:p>
          <a:p>
            <a:endParaRPr lang="es-MX" sz="1200" noProof="0" dirty="0">
              <a:solidFill>
                <a:schemeClr val="tx1"/>
              </a:solidFill>
              <a:cs typeface="Arial"/>
            </a:endParaRPr>
          </a:p>
        </p:txBody>
      </p:sp>
      <p:cxnSp>
        <p:nvCxnSpPr>
          <p:cNvPr id="38915" name="Straight Arrow Connector 38914">
            <a:extLst>
              <a:ext uri="{FF2B5EF4-FFF2-40B4-BE49-F238E27FC236}">
                <a16:creationId xmlns:a16="http://schemas.microsoft.com/office/drawing/2014/main" id="{DD10C70B-1D0B-9476-D2A8-96BB1E1ED9B3}"/>
              </a:ext>
            </a:extLst>
          </p:cNvPr>
          <p:cNvCxnSpPr>
            <a:cxnSpLocks/>
          </p:cNvCxnSpPr>
          <p:nvPr/>
        </p:nvCxnSpPr>
        <p:spPr>
          <a:xfrm flipV="1">
            <a:off x="218208" y="3905685"/>
            <a:ext cx="784513" cy="1297"/>
          </a:xfrm>
          <a:prstGeom prst="straightConnector1">
            <a:avLst/>
          </a:prstGeom>
          <a:ln w="9525" cap="rnd" cmpd="sng" algn="ctr">
            <a:solidFill>
              <a:schemeClr val="tx1">
                <a:lumMod val="95000"/>
                <a:lumOff val="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927" name="TextBox 38926">
            <a:extLst>
              <a:ext uri="{FF2B5EF4-FFF2-40B4-BE49-F238E27FC236}">
                <a16:creationId xmlns:a16="http://schemas.microsoft.com/office/drawing/2014/main" id="{B842C5B1-BFD6-8B7A-AA1D-963799F777D5}"/>
              </a:ext>
            </a:extLst>
          </p:cNvPr>
          <p:cNvSpPr txBox="1"/>
          <p:nvPr/>
        </p:nvSpPr>
        <p:spPr>
          <a:xfrm>
            <a:off x="5061567" y="4701946"/>
            <a:ext cx="2977025" cy="12311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buNone/>
              <a:defRPr/>
            </a:pPr>
            <a:r>
              <a:rPr lang="es-MX" sz="800" b="1" noProof="0">
                <a:ea typeface="Verdana"/>
                <a:cs typeface="Calibri"/>
              </a:rPr>
              <a:t>*Integration with Cornerstone pending</a:t>
            </a:r>
            <a:endParaRPr lang="es-MX" b="1" noProof="0"/>
          </a:p>
        </p:txBody>
      </p:sp>
    </p:spTree>
    <p:extLst>
      <p:ext uri="{BB962C8B-B14F-4D97-AF65-F5344CB8AC3E}">
        <p14:creationId xmlns:p14="http://schemas.microsoft.com/office/powerpoint/2010/main" val="3821513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03FB2-127B-07FF-F69A-A4C2C5DFE5D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A378CD5-EF1D-F6B3-53F8-9EE305E1CC3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DA378CD5-EF1D-F6B3-53F8-9EE305E1CC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D90E993-44CF-C865-BE2D-ED45A57044E3}"/>
              </a:ext>
            </a:extLst>
          </p:cNvPr>
          <p:cNvSpPr>
            <a:spLocks noGrp="1"/>
          </p:cNvSpPr>
          <p:nvPr>
            <p:ph type="title"/>
          </p:nvPr>
        </p:nvSpPr>
        <p:spPr>
          <a:xfrm>
            <a:off x="330988" y="109943"/>
            <a:ext cx="8482014" cy="446276"/>
          </a:xfrm>
        </p:spPr>
        <p:txBody>
          <a:bodyPr vert="horz"/>
          <a:lstStyle/>
          <a:p>
            <a:pPr algn="ctr">
              <a:lnSpc>
                <a:spcPct val="100000"/>
              </a:lnSpc>
            </a:pPr>
            <a:r>
              <a:rPr lang="es-MX" sz="1800" noProof="0">
                <a:latin typeface="+mn-lt"/>
              </a:rPr>
              <a:t>Skills Matrix_x000B_Developing the right capabilities for the right people</a:t>
            </a:r>
            <a:br>
              <a:rPr lang="es-MX" b="0" noProof="0">
                <a:latin typeface="+mn-lt"/>
              </a:rPr>
            </a:br>
            <a:endParaRPr lang="es-MX" noProof="0">
              <a:solidFill>
                <a:schemeClr val="accent6"/>
              </a:solidFill>
              <a:latin typeface="+mn-lt"/>
            </a:endParaRPr>
          </a:p>
        </p:txBody>
      </p:sp>
      <p:sp>
        <p:nvSpPr>
          <p:cNvPr id="55" name="Title 1">
            <a:extLst>
              <a:ext uri="{FF2B5EF4-FFF2-40B4-BE49-F238E27FC236}">
                <a16:creationId xmlns:a16="http://schemas.microsoft.com/office/drawing/2014/main" id="{D42B24C5-CF83-1D78-9940-698E62CB13B0}"/>
              </a:ext>
            </a:extLst>
          </p:cNvPr>
          <p:cNvSpPr txBox="1">
            <a:spLocks/>
          </p:cNvSpPr>
          <p:nvPr/>
        </p:nvSpPr>
        <p:spPr>
          <a:xfrm>
            <a:off x="3876857" y="4388384"/>
            <a:ext cx="1390277" cy="754053"/>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lnSpc>
                <a:spcPct val="100000"/>
              </a:lnSpc>
            </a:pPr>
            <a:r>
              <a:rPr lang="es-MX" sz="1100" noProof="0">
                <a:solidFill>
                  <a:schemeClr val="bg1"/>
                </a:solidFill>
                <a:latin typeface="+mn-lt"/>
              </a:rPr>
              <a:t>Continuous learning culture</a:t>
            </a:r>
            <a:br>
              <a:rPr lang="es-MX" sz="1600" b="0" noProof="0">
                <a:solidFill>
                  <a:schemeClr val="bg1"/>
                </a:solidFill>
                <a:latin typeface="+mn-lt"/>
              </a:rPr>
            </a:br>
            <a:endParaRPr lang="es-MX" sz="1600" noProof="0">
              <a:solidFill>
                <a:schemeClr val="bg1"/>
              </a:solidFill>
              <a:latin typeface="+mn-lt"/>
            </a:endParaRPr>
          </a:p>
        </p:txBody>
      </p:sp>
      <p:pic>
        <p:nvPicPr>
          <p:cNvPr id="8" name="Imagen 7" descr="Dibujo de una persona&#10;&#10;El contenido generado por IA puede ser incorrecto.">
            <a:extLst>
              <a:ext uri="{FF2B5EF4-FFF2-40B4-BE49-F238E27FC236}">
                <a16:creationId xmlns:a16="http://schemas.microsoft.com/office/drawing/2014/main" id="{CC0909D0-CF77-39BC-24BC-6841F916FA5D}"/>
              </a:ext>
            </a:extLst>
          </p:cNvPr>
          <p:cNvPicPr>
            <a:picLocks noChangeAspect="1"/>
          </p:cNvPicPr>
          <p:nvPr/>
        </p:nvPicPr>
        <p:blipFill>
          <a:blip r:embed="rId5"/>
          <a:stretch>
            <a:fillRect/>
          </a:stretch>
        </p:blipFill>
        <p:spPr>
          <a:xfrm>
            <a:off x="8661417" y="109943"/>
            <a:ext cx="466952" cy="466952"/>
          </a:xfrm>
          <a:prstGeom prst="rect">
            <a:avLst/>
          </a:prstGeom>
        </p:spPr>
      </p:pic>
      <p:graphicFrame>
        <p:nvGraphicFramePr>
          <p:cNvPr id="20" name="Tabla 19">
            <a:extLst>
              <a:ext uri="{FF2B5EF4-FFF2-40B4-BE49-F238E27FC236}">
                <a16:creationId xmlns:a16="http://schemas.microsoft.com/office/drawing/2014/main" id="{D771A832-3438-F42D-D22F-732C68155BA1}"/>
              </a:ext>
            </a:extLst>
          </p:cNvPr>
          <p:cNvGraphicFramePr>
            <a:graphicFrameLocks noGrp="1"/>
          </p:cNvGraphicFramePr>
          <p:nvPr>
            <p:extLst>
              <p:ext uri="{D42A27DB-BD31-4B8C-83A1-F6EECF244321}">
                <p14:modId xmlns:p14="http://schemas.microsoft.com/office/powerpoint/2010/main" val="2431303510"/>
              </p:ext>
            </p:extLst>
          </p:nvPr>
        </p:nvGraphicFramePr>
        <p:xfrm>
          <a:off x="497024" y="676704"/>
          <a:ext cx="8149942" cy="3966423"/>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89667">
                  <a:extLst>
                    <a:ext uri="{9D8B030D-6E8A-4147-A177-3AD203B41FA5}">
                      <a16:colId xmlns:a16="http://schemas.microsoft.com/office/drawing/2014/main" val="1776021300"/>
                    </a:ext>
                  </a:extLst>
                </a:gridCol>
                <a:gridCol w="2614299">
                  <a:extLst>
                    <a:ext uri="{9D8B030D-6E8A-4147-A177-3AD203B41FA5}">
                      <a16:colId xmlns:a16="http://schemas.microsoft.com/office/drawing/2014/main" val="1126619699"/>
                    </a:ext>
                  </a:extLst>
                </a:gridCol>
                <a:gridCol w="1929285">
                  <a:extLst>
                    <a:ext uri="{9D8B030D-6E8A-4147-A177-3AD203B41FA5}">
                      <a16:colId xmlns:a16="http://schemas.microsoft.com/office/drawing/2014/main" val="910969202"/>
                    </a:ext>
                  </a:extLst>
                </a:gridCol>
                <a:gridCol w="1586703">
                  <a:extLst>
                    <a:ext uri="{9D8B030D-6E8A-4147-A177-3AD203B41FA5}">
                      <a16:colId xmlns:a16="http://schemas.microsoft.com/office/drawing/2014/main" val="4000142083"/>
                    </a:ext>
                  </a:extLst>
                </a:gridCol>
                <a:gridCol w="1629988">
                  <a:extLst>
                    <a:ext uri="{9D8B030D-6E8A-4147-A177-3AD203B41FA5}">
                      <a16:colId xmlns:a16="http://schemas.microsoft.com/office/drawing/2014/main" val="2318292734"/>
                    </a:ext>
                  </a:extLst>
                </a:gridCol>
              </a:tblGrid>
              <a:tr h="390021">
                <a:tc>
                  <a:txBody>
                    <a:bodyPr/>
                    <a:lstStyle/>
                    <a:p>
                      <a:endParaRPr lang="es-MX" noProof="0"/>
                    </a:p>
                  </a:txBody>
                  <a:tcPr>
                    <a:solidFill>
                      <a:schemeClr val="accent5"/>
                    </a:solidFill>
                  </a:tcPr>
                </a:tc>
                <a:tc>
                  <a:txBody>
                    <a:bodyPr/>
                    <a:lstStyle/>
                    <a:p>
                      <a:pPr algn="ctr"/>
                      <a:r>
                        <a:rPr lang="es-MX" sz="1050" noProof="0"/>
                        <a:t>Categoría de Habilidad</a:t>
                      </a:r>
                    </a:p>
                  </a:txBody>
                  <a:tcPr>
                    <a:solidFill>
                      <a:schemeClr val="accent5"/>
                    </a:solidFill>
                  </a:tcPr>
                </a:tc>
                <a:tc>
                  <a:txBody>
                    <a:bodyPr/>
                    <a:lstStyle/>
                    <a:p>
                      <a:pPr algn="ctr"/>
                      <a:r>
                        <a:rPr lang="es-MX" sz="1050" noProof="0"/>
                        <a:t>100% de la población</a:t>
                      </a:r>
                    </a:p>
                  </a:txBody>
                  <a:tcPr>
                    <a:solidFill>
                      <a:schemeClr val="accent5"/>
                    </a:solidFill>
                  </a:tcPr>
                </a:tc>
                <a:tc>
                  <a:txBody>
                    <a:bodyPr/>
                    <a:lstStyle/>
                    <a:p>
                      <a:pPr algn="ctr"/>
                      <a:r>
                        <a:rPr lang="es-MX" sz="1050" noProof="0"/>
                        <a:t>Roles de Supervisión</a:t>
                      </a:r>
                    </a:p>
                  </a:txBody>
                  <a:tcPr>
                    <a:solidFill>
                      <a:schemeClr val="accent5"/>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s-MX" sz="1050" noProof="0"/>
                        <a:t>Roles gerenciales</a:t>
                      </a:r>
                    </a:p>
                    <a:p>
                      <a:pPr algn="ctr"/>
                      <a:endParaRPr lang="es-MX" sz="1400" noProof="0"/>
                    </a:p>
                  </a:txBody>
                  <a:tcPr>
                    <a:solidFill>
                      <a:schemeClr val="accent5"/>
                    </a:solidFill>
                  </a:tcPr>
                </a:tc>
                <a:extLst>
                  <a:ext uri="{0D108BD9-81ED-4DB2-BD59-A6C34878D82A}">
                    <a16:rowId xmlns:a16="http://schemas.microsoft.com/office/drawing/2014/main" val="478458978"/>
                  </a:ext>
                </a:extLst>
              </a:tr>
              <a:tr h="306445">
                <a:tc>
                  <a:txBody>
                    <a:bodyPr/>
                    <a:lstStyle/>
                    <a:p>
                      <a:endParaRPr lang="es-MX" noProof="0"/>
                    </a:p>
                  </a:txBody>
                  <a:tcPr>
                    <a:solidFill>
                      <a:schemeClr val="accent4">
                        <a:lumMod val="75000"/>
                      </a:schemeClr>
                    </a:solidFill>
                  </a:tcPr>
                </a:tc>
                <a:tc>
                  <a:txBody>
                    <a:bodyPr/>
                    <a:lstStyle/>
                    <a:p>
                      <a:pPr algn="ctr"/>
                      <a:r>
                        <a:rPr lang="es-MX" sz="1000" b="1" noProof="0"/>
                        <a:t>Fundamentos Lean</a:t>
                      </a:r>
                    </a:p>
                  </a:txBody>
                  <a:tcPr anchor="ctr"/>
                </a:tc>
                <a:tc>
                  <a:txBody>
                    <a:bodyPr/>
                    <a:lstStyle/>
                    <a:p>
                      <a:pPr algn="ctr"/>
                      <a:r>
                        <a:rPr lang="es-MX" sz="800" noProof="0"/>
                        <a:t>Conocimiento de los principios y bases del programa</a:t>
                      </a:r>
                    </a:p>
                  </a:txBody>
                  <a:tcPr anchor="ctr"/>
                </a:tc>
                <a:tc>
                  <a:txBody>
                    <a:bodyPr/>
                    <a:lstStyle/>
                    <a:p>
                      <a:pPr algn="ctr"/>
                      <a:r>
                        <a:rPr lang="es-MX" sz="800" noProof="0"/>
                        <a:t>Aplicación de los principios y bases del programa</a:t>
                      </a:r>
                    </a:p>
                  </a:txBody>
                  <a:tcPr anchor="ctr"/>
                </a:tc>
                <a:tc>
                  <a:txBody>
                    <a:bodyPr/>
                    <a:lstStyle/>
                    <a:p>
                      <a:pPr algn="ctr"/>
                      <a:r>
                        <a:rPr lang="es-MX" sz="800" noProof="0"/>
                        <a:t>Promoción y aseguramiento de la cultura Lean</a:t>
                      </a:r>
                    </a:p>
                  </a:txBody>
                  <a:tcPr anchor="ctr"/>
                </a:tc>
                <a:extLst>
                  <a:ext uri="{0D108BD9-81ED-4DB2-BD59-A6C34878D82A}">
                    <a16:rowId xmlns:a16="http://schemas.microsoft.com/office/drawing/2014/main" val="1094140056"/>
                  </a:ext>
                </a:extLst>
              </a:tr>
              <a:tr h="417880">
                <a:tc>
                  <a:txBody>
                    <a:bodyPr/>
                    <a:lstStyle/>
                    <a:p>
                      <a:endParaRPr lang="es-MX" noProof="0"/>
                    </a:p>
                  </a:txBody>
                  <a:tcPr>
                    <a:solidFill>
                      <a:schemeClr val="accent4">
                        <a:lumMod val="75000"/>
                      </a:schemeClr>
                    </a:solidFill>
                  </a:tcPr>
                </a:tc>
                <a:tc>
                  <a:txBody>
                    <a:bodyPr/>
                    <a:lstStyle/>
                    <a:p>
                      <a:pPr algn="ctr"/>
                      <a:r>
                        <a:rPr lang="es-MX" sz="1000" b="1" noProof="0"/>
                        <a:t>Gestión visual y 6S</a:t>
                      </a:r>
                    </a:p>
                  </a:txBody>
                  <a:tcPr anchor="ctr"/>
                </a:tc>
                <a:tc>
                  <a:txBody>
                    <a:bodyPr/>
                    <a:lstStyle/>
                    <a:p>
                      <a:pPr algn="ctr"/>
                      <a:r>
                        <a:rPr lang="es-MX" sz="800" noProof="0"/>
                        <a:t>Conocimiento y aplicación</a:t>
                      </a:r>
                    </a:p>
                  </a:txBody>
                  <a:tcPr anchor="ctr"/>
                </a:tc>
                <a:tc>
                  <a:txBody>
                    <a:bodyPr/>
                    <a:lstStyle/>
                    <a:p>
                      <a:pPr algn="ctr"/>
                      <a:r>
                        <a:rPr lang="es-MX" sz="800" noProof="0"/>
                        <a:t>Seguimiento de la implementación, facilita entrenamientos</a:t>
                      </a:r>
                    </a:p>
                  </a:txBody>
                  <a:tcPr anchor="ctr"/>
                </a:tc>
                <a:tc>
                  <a:txBody>
                    <a:bodyPr/>
                    <a:lstStyle/>
                    <a:p>
                      <a:pPr algn="ctr"/>
                      <a:r>
                        <a:rPr lang="es-MX" sz="800" noProof="0"/>
                        <a:t>Seguimiento de resultados y facilita los recursos</a:t>
                      </a:r>
                    </a:p>
                  </a:txBody>
                  <a:tcPr anchor="ctr"/>
                </a:tc>
                <a:extLst>
                  <a:ext uri="{0D108BD9-81ED-4DB2-BD59-A6C34878D82A}">
                    <a16:rowId xmlns:a16="http://schemas.microsoft.com/office/drawing/2014/main" val="694144029"/>
                  </a:ext>
                </a:extLst>
              </a:tr>
              <a:tr h="306445">
                <a:tc>
                  <a:txBody>
                    <a:bodyPr/>
                    <a:lstStyle/>
                    <a:p>
                      <a:endParaRPr lang="es-MX" noProof="0"/>
                    </a:p>
                  </a:txBody>
                  <a:tcPr>
                    <a:solidFill>
                      <a:schemeClr val="accent4">
                        <a:lumMod val="75000"/>
                      </a:schemeClr>
                    </a:solidFill>
                  </a:tcPr>
                </a:tc>
                <a:tc>
                  <a:txBody>
                    <a:bodyPr/>
                    <a:lstStyle/>
                    <a:p>
                      <a:pPr algn="ctr"/>
                      <a:r>
                        <a:rPr lang="es-MX" sz="1000" b="1" noProof="0"/>
                        <a:t>Resolución de Problemas (PORT™)</a:t>
                      </a:r>
                    </a:p>
                  </a:txBody>
                  <a:tcPr anchor="ctr"/>
                </a:tc>
                <a:tc>
                  <a:txBody>
                    <a:bodyPr/>
                    <a:lstStyle/>
                    <a:p>
                      <a:pPr algn="ctr"/>
                      <a:r>
                        <a:rPr lang="es-MX" sz="800" noProof="0"/>
                        <a:t>Participación en las sesiones de resolución de problemas</a:t>
                      </a:r>
                    </a:p>
                  </a:txBody>
                  <a:tcPr anchor="ctr"/>
                </a:tc>
                <a:tc>
                  <a:txBody>
                    <a:bodyPr/>
                    <a:lstStyle/>
                    <a:p>
                      <a:pPr algn="ctr"/>
                      <a:r>
                        <a:rPr lang="es-MX" sz="800" noProof="0"/>
                        <a:t>Lideran las sesiones, facilita entrenamientos</a:t>
                      </a:r>
                    </a:p>
                  </a:txBody>
                  <a:tcPr anchor="ctr"/>
                </a:tc>
                <a:tc>
                  <a:txBody>
                    <a:bodyPr/>
                    <a:lstStyle/>
                    <a:p>
                      <a:pPr algn="ctr"/>
                      <a:r>
                        <a:rPr lang="es-MX" sz="800" noProof="0"/>
                        <a:t>Valida las acciones que corrigen la causa raíz</a:t>
                      </a:r>
                    </a:p>
                  </a:txBody>
                  <a:tcPr anchor="ctr"/>
                </a:tc>
                <a:extLst>
                  <a:ext uri="{0D108BD9-81ED-4DB2-BD59-A6C34878D82A}">
                    <a16:rowId xmlns:a16="http://schemas.microsoft.com/office/drawing/2014/main" val="828721615"/>
                  </a:ext>
                </a:extLst>
              </a:tr>
              <a:tr h="306445">
                <a:tc>
                  <a:txBody>
                    <a:bodyPr/>
                    <a:lstStyle/>
                    <a:p>
                      <a:endParaRPr lang="es-MX" noProof="0"/>
                    </a:p>
                  </a:txBody>
                  <a:tcPr>
                    <a:solidFill>
                      <a:schemeClr val="accent4">
                        <a:lumMod val="75000"/>
                      </a:schemeClr>
                    </a:solidFill>
                  </a:tcPr>
                </a:tc>
                <a:tc>
                  <a:txBody>
                    <a:bodyPr/>
                    <a:lstStyle/>
                    <a:p>
                      <a:pPr algn="ctr"/>
                      <a:r>
                        <a:rPr lang="es-MX" sz="1000" b="1" noProof="0" err="1"/>
                        <a:t>Yellow</a:t>
                      </a:r>
                      <a:r>
                        <a:rPr lang="es-MX" sz="1000" b="1" noProof="0"/>
                        <a:t> </a:t>
                      </a:r>
                      <a:r>
                        <a:rPr lang="es-MX" sz="1000" b="1" noProof="0" err="1"/>
                        <a:t>Belt</a:t>
                      </a:r>
                      <a:r>
                        <a:rPr lang="es-MX" sz="1000" b="1" noProof="0"/>
                        <a:t> (</a:t>
                      </a:r>
                      <a:r>
                        <a:rPr lang="es-MX" sz="1000" b="1" noProof="0" err="1"/>
                        <a:t>Problem</a:t>
                      </a:r>
                      <a:r>
                        <a:rPr lang="es-MX" sz="1000" b="1" noProof="0"/>
                        <a:t> </a:t>
                      </a:r>
                      <a:r>
                        <a:rPr lang="es-MX" sz="1000" b="1" noProof="0" err="1"/>
                        <a:t>Solving</a:t>
                      </a:r>
                      <a:r>
                        <a:rPr lang="es-MX" sz="1000" b="1" noProof="0"/>
                        <a:t> 2.0)</a:t>
                      </a:r>
                    </a:p>
                  </a:txBody>
                  <a:tcPr anchor="ctr"/>
                </a:tc>
                <a:tc>
                  <a:txBody>
                    <a:bodyPr/>
                    <a:lstStyle/>
                    <a:p>
                      <a:pPr algn="ctr"/>
                      <a:r>
                        <a:rPr lang="es-MX" sz="800" noProof="0"/>
                        <a:t>N/A</a:t>
                      </a:r>
                    </a:p>
                  </a:txBody>
                  <a:tcPr anchor="ctr"/>
                </a:tc>
                <a:tc>
                  <a:txBody>
                    <a:bodyPr/>
                    <a:lstStyle/>
                    <a:p>
                      <a:pPr algn="ctr"/>
                      <a:r>
                        <a:rPr lang="es-MX" sz="800" noProof="0"/>
                        <a:t>Aplicación de DMAIC en proyectos estratégicos</a:t>
                      </a:r>
                    </a:p>
                  </a:txBody>
                  <a:tcPr anchor="ctr"/>
                </a:tc>
                <a:tc>
                  <a:txBody>
                    <a:bodyPr/>
                    <a:lstStyle/>
                    <a:p>
                      <a:pPr algn="ctr"/>
                      <a:r>
                        <a:rPr lang="es-MX" sz="800" noProof="0"/>
                        <a:t>Da seguimiento a los proyectos y facilita recursos</a:t>
                      </a:r>
                    </a:p>
                  </a:txBody>
                  <a:tcPr anchor="ctr"/>
                </a:tc>
                <a:extLst>
                  <a:ext uri="{0D108BD9-81ED-4DB2-BD59-A6C34878D82A}">
                    <a16:rowId xmlns:a16="http://schemas.microsoft.com/office/drawing/2014/main" val="3668055656"/>
                  </a:ext>
                </a:extLst>
              </a:tr>
              <a:tr h="306445">
                <a:tc>
                  <a:txBody>
                    <a:bodyPr/>
                    <a:lstStyle/>
                    <a:p>
                      <a:endParaRPr lang="es-MX" noProof="0"/>
                    </a:p>
                  </a:txBody>
                  <a:tcPr>
                    <a:solidFill>
                      <a:schemeClr val="accent4">
                        <a:lumMod val="75000"/>
                      </a:schemeClr>
                    </a:solidFill>
                  </a:tcPr>
                </a:tc>
                <a:tc>
                  <a:txBody>
                    <a:bodyPr/>
                    <a:lstStyle/>
                    <a:p>
                      <a:pPr algn="ctr"/>
                      <a:r>
                        <a:rPr lang="es-MX" sz="1000" b="1" noProof="0"/>
                        <a:t>Mapeo de la Cadena de Valor (VSM)</a:t>
                      </a:r>
                    </a:p>
                  </a:txBody>
                  <a:tcPr anchor="ctr"/>
                </a:tc>
                <a:tc>
                  <a:txBody>
                    <a:bodyPr/>
                    <a:lstStyle/>
                    <a:p>
                      <a:pPr algn="ctr"/>
                      <a:r>
                        <a:rPr lang="es-MX" sz="800" noProof="0"/>
                        <a:t>M/A</a:t>
                      </a:r>
                    </a:p>
                  </a:txBody>
                  <a:tcPr anchor="ctr"/>
                </a:tc>
                <a:tc>
                  <a:txBody>
                    <a:bodyPr/>
                    <a:lstStyle/>
                    <a:p>
                      <a:pPr algn="ctr"/>
                      <a:r>
                        <a:rPr lang="es-MX" sz="800" noProof="0"/>
                        <a:t>Ejecución en procesos</a:t>
                      </a:r>
                    </a:p>
                  </a:txBody>
                  <a:tcPr anchor="ctr"/>
                </a:tc>
                <a:tc>
                  <a:txBody>
                    <a:bodyPr/>
                    <a:lstStyle/>
                    <a:p>
                      <a:pPr algn="ctr"/>
                      <a:r>
                        <a:rPr lang="es-MX" sz="800" noProof="0"/>
                        <a:t>Diseño y optimización estratégica</a:t>
                      </a:r>
                    </a:p>
                  </a:txBody>
                  <a:tcPr anchor="ctr"/>
                </a:tc>
                <a:extLst>
                  <a:ext uri="{0D108BD9-81ED-4DB2-BD59-A6C34878D82A}">
                    <a16:rowId xmlns:a16="http://schemas.microsoft.com/office/drawing/2014/main" val="2356979067"/>
                  </a:ext>
                </a:extLst>
              </a:tr>
              <a:tr h="306445">
                <a:tc>
                  <a:txBody>
                    <a:bodyPr/>
                    <a:lstStyle/>
                    <a:p>
                      <a:endParaRPr lang="es-MX" noProof="0"/>
                    </a:p>
                  </a:txBody>
                  <a:tcPr>
                    <a:solidFill>
                      <a:schemeClr val="accent4">
                        <a:lumMod val="75000"/>
                      </a:schemeClr>
                    </a:solidFill>
                  </a:tcPr>
                </a:tc>
                <a:tc>
                  <a:txBody>
                    <a:bodyPr/>
                    <a:lstStyle/>
                    <a:p>
                      <a:pPr algn="ctr"/>
                      <a:r>
                        <a:rPr lang="es-MX" sz="1000" b="1" noProof="0"/>
                        <a:t>Gestión del Cambio</a:t>
                      </a:r>
                    </a:p>
                  </a:txBody>
                  <a:tcPr anchor="ctr"/>
                </a:tc>
                <a:tc>
                  <a:txBody>
                    <a:bodyPr/>
                    <a:lstStyle/>
                    <a:p>
                      <a:pPr algn="ctr"/>
                      <a:r>
                        <a:rPr lang="es-MX" sz="800" noProof="0"/>
                        <a:t>Conocimiento general</a:t>
                      </a:r>
                    </a:p>
                  </a:txBody>
                  <a:tcPr anchor="ctr"/>
                </a:tc>
                <a:tc>
                  <a:txBody>
                    <a:bodyPr/>
                    <a:lstStyle/>
                    <a:p>
                      <a:pPr algn="ctr"/>
                      <a:r>
                        <a:rPr lang="es-MX" sz="800" noProof="0"/>
                        <a:t>Aplicación en proyectos, ADKAR</a:t>
                      </a:r>
                    </a:p>
                  </a:txBody>
                  <a:tcPr anchor="ctr"/>
                </a:tc>
                <a:tc>
                  <a:txBody>
                    <a:bodyPr/>
                    <a:lstStyle/>
                    <a:p>
                      <a:pPr algn="ctr"/>
                      <a:r>
                        <a:rPr lang="es-MX" sz="800" noProof="0"/>
                        <a:t>Liderazgo en transformación, espónsor </a:t>
                      </a:r>
                    </a:p>
                  </a:txBody>
                  <a:tcPr anchor="ctr"/>
                </a:tc>
                <a:extLst>
                  <a:ext uri="{0D108BD9-81ED-4DB2-BD59-A6C34878D82A}">
                    <a16:rowId xmlns:a16="http://schemas.microsoft.com/office/drawing/2014/main" val="1082978833"/>
                  </a:ext>
                </a:extLst>
              </a:tr>
              <a:tr h="362163">
                <a:tc>
                  <a:txBody>
                    <a:bodyPr/>
                    <a:lstStyle/>
                    <a:p>
                      <a:endParaRPr lang="es-MX" noProof="0"/>
                    </a:p>
                  </a:txBody>
                  <a:tcPr>
                    <a:solidFill>
                      <a:schemeClr val="accent4">
                        <a:lumMod val="75000"/>
                      </a:schemeClr>
                    </a:solidFill>
                  </a:tcPr>
                </a:tc>
                <a:tc>
                  <a:txBody>
                    <a:bodyPr/>
                    <a:lstStyle/>
                    <a:p>
                      <a:pPr algn="ctr"/>
                      <a:r>
                        <a:rPr lang="es-MX" sz="1000" b="1" noProof="0" err="1"/>
                        <a:t>Hoshin</a:t>
                      </a:r>
                      <a:r>
                        <a:rPr lang="es-MX" sz="1000" b="1" noProof="0"/>
                        <a:t> Kanri (despliegue estratégico)</a:t>
                      </a:r>
                    </a:p>
                  </a:txBody>
                  <a:tcPr anchor="ctr"/>
                </a:tc>
                <a:tc>
                  <a:txBody>
                    <a:bodyPr/>
                    <a:lstStyle/>
                    <a:p>
                      <a:pPr algn="ctr"/>
                      <a:r>
                        <a:rPr lang="es-MX" sz="800" noProof="0"/>
                        <a:t>Comprender objetivos</a:t>
                      </a:r>
                    </a:p>
                  </a:txBody>
                  <a:tcPr anchor="ctr"/>
                </a:tc>
                <a:tc>
                  <a:txBody>
                    <a:bodyPr/>
                    <a:lstStyle/>
                    <a:p>
                      <a:pPr algn="ctr"/>
                      <a:r>
                        <a:rPr lang="es-MX" sz="800" noProof="0"/>
                        <a:t>Alineación de iniciativas con el equipo</a:t>
                      </a:r>
                    </a:p>
                  </a:txBody>
                  <a:tcPr anchor="ctr"/>
                </a:tc>
                <a:tc>
                  <a:txBody>
                    <a:bodyPr/>
                    <a:lstStyle/>
                    <a:p>
                      <a:pPr algn="ctr"/>
                      <a:r>
                        <a:rPr lang="es-MX" sz="800" noProof="0"/>
                        <a:t>Definir y comunicar objetivos estratégicos</a:t>
                      </a:r>
                    </a:p>
                  </a:txBody>
                  <a:tcPr anchor="ctr"/>
                </a:tc>
                <a:extLst>
                  <a:ext uri="{0D108BD9-81ED-4DB2-BD59-A6C34878D82A}">
                    <a16:rowId xmlns:a16="http://schemas.microsoft.com/office/drawing/2014/main" val="577352660"/>
                  </a:ext>
                </a:extLst>
              </a:tr>
              <a:tr h="306445">
                <a:tc>
                  <a:txBody>
                    <a:bodyPr/>
                    <a:lstStyle/>
                    <a:p>
                      <a:endParaRPr lang="es-MX" noProof="0"/>
                    </a:p>
                  </a:txBody>
                  <a:tcPr>
                    <a:solidFill>
                      <a:schemeClr val="accent4">
                        <a:lumMod val="75000"/>
                      </a:schemeClr>
                    </a:solidFill>
                  </a:tcPr>
                </a:tc>
                <a:tc>
                  <a:txBody>
                    <a:bodyPr/>
                    <a:lstStyle/>
                    <a:p>
                      <a:pPr algn="ctr"/>
                      <a:r>
                        <a:rPr lang="es-MX" sz="1000" b="1" noProof="0"/>
                        <a:t>Liderazgo y Coaching</a:t>
                      </a:r>
                    </a:p>
                  </a:txBody>
                  <a:tcPr anchor="ctr"/>
                </a:tc>
                <a:tc>
                  <a:txBody>
                    <a:bodyPr/>
                    <a:lstStyle/>
                    <a:p>
                      <a:pPr algn="ctr"/>
                      <a:r>
                        <a:rPr lang="es-MX" sz="800" noProof="0"/>
                        <a:t>N/A</a:t>
                      </a:r>
                    </a:p>
                  </a:txBody>
                  <a:tcPr anchor="ctr"/>
                </a:tc>
                <a:tc>
                  <a:txBody>
                    <a:bodyPr/>
                    <a:lstStyle/>
                    <a:p>
                      <a:pPr algn="ctr"/>
                      <a:r>
                        <a:rPr lang="es-MX" sz="800" noProof="0"/>
                        <a:t>Liderar equipos y dar retroalimentación</a:t>
                      </a:r>
                    </a:p>
                  </a:txBody>
                  <a:tcPr anchor="ctr"/>
                </a:tc>
                <a:tc>
                  <a:txBody>
                    <a:bodyPr/>
                    <a:lstStyle/>
                    <a:p>
                      <a:pPr algn="ctr"/>
                      <a:r>
                        <a:rPr lang="es-MX" sz="800" noProof="0"/>
                        <a:t>Coaching, mentoría y desarrollo de líderes</a:t>
                      </a:r>
                    </a:p>
                  </a:txBody>
                  <a:tcPr anchor="ctr"/>
                </a:tc>
                <a:extLst>
                  <a:ext uri="{0D108BD9-81ED-4DB2-BD59-A6C34878D82A}">
                    <a16:rowId xmlns:a16="http://schemas.microsoft.com/office/drawing/2014/main" val="3605230172"/>
                  </a:ext>
                </a:extLst>
              </a:tr>
              <a:tr h="306445">
                <a:tc>
                  <a:txBody>
                    <a:bodyPr/>
                    <a:lstStyle/>
                    <a:p>
                      <a:endParaRPr lang="es-MX" noProof="0"/>
                    </a:p>
                  </a:txBody>
                  <a:tcPr>
                    <a:solidFill>
                      <a:schemeClr val="accent4">
                        <a:lumMod val="75000"/>
                      </a:schemeClr>
                    </a:solidFill>
                  </a:tcPr>
                </a:tc>
                <a:tc>
                  <a:txBody>
                    <a:bodyPr/>
                    <a:lstStyle/>
                    <a:p>
                      <a:pPr algn="ctr"/>
                      <a:r>
                        <a:rPr lang="es-MX" sz="1000" b="1" noProof="0"/>
                        <a:t>Gestión de indicadores (</a:t>
                      </a:r>
                      <a:r>
                        <a:rPr lang="es-MX" sz="1000" b="1" noProof="0" err="1"/>
                        <a:t>KPIs</a:t>
                      </a:r>
                      <a:r>
                        <a:rPr lang="es-MX" sz="1000" b="1" noProof="0"/>
                        <a:t>)</a:t>
                      </a:r>
                    </a:p>
                  </a:txBody>
                  <a:tcPr anchor="ctr"/>
                </a:tc>
                <a:tc>
                  <a:txBody>
                    <a:bodyPr/>
                    <a:lstStyle/>
                    <a:p>
                      <a:pPr algn="ctr"/>
                      <a:r>
                        <a:rPr lang="es-MX" sz="800" noProof="0"/>
                        <a:t>Interpretación básica</a:t>
                      </a:r>
                    </a:p>
                  </a:txBody>
                  <a:tcPr anchor="ctr"/>
                </a:tc>
                <a:tc>
                  <a:txBody>
                    <a:bodyPr/>
                    <a:lstStyle/>
                    <a:p>
                      <a:pPr algn="ctr"/>
                      <a:r>
                        <a:rPr lang="es-MX" sz="800" noProof="0"/>
                        <a:t>Seguimiento y análisis</a:t>
                      </a:r>
                    </a:p>
                  </a:txBody>
                  <a:tcPr anchor="ctr"/>
                </a:tc>
                <a:tc>
                  <a:txBody>
                    <a:bodyPr/>
                    <a:lstStyle/>
                    <a:p>
                      <a:pPr algn="ctr"/>
                      <a:r>
                        <a:rPr lang="es-MX" sz="800" noProof="0"/>
                        <a:t>Definición, análisis avanzado y toma de decisiones</a:t>
                      </a:r>
                    </a:p>
                  </a:txBody>
                  <a:tcPr anchor="ctr"/>
                </a:tc>
                <a:extLst>
                  <a:ext uri="{0D108BD9-81ED-4DB2-BD59-A6C34878D82A}">
                    <a16:rowId xmlns:a16="http://schemas.microsoft.com/office/drawing/2014/main" val="180902844"/>
                  </a:ext>
                </a:extLst>
              </a:tr>
              <a:tr h="306445">
                <a:tc>
                  <a:txBody>
                    <a:bodyPr/>
                    <a:lstStyle/>
                    <a:p>
                      <a:endParaRPr lang="es-MX" noProof="0"/>
                    </a:p>
                  </a:txBody>
                  <a:tcPr>
                    <a:solidFill>
                      <a:schemeClr val="accent4">
                        <a:lumMod val="75000"/>
                      </a:schemeClr>
                    </a:solidFill>
                  </a:tcPr>
                </a:tc>
                <a:tc>
                  <a:txBody>
                    <a:bodyPr/>
                    <a:lstStyle/>
                    <a:p>
                      <a:pPr algn="ctr"/>
                      <a:r>
                        <a:rPr lang="es-MX" sz="1000" b="1" noProof="0"/>
                        <a:t>Comunicación y colaboración</a:t>
                      </a:r>
                    </a:p>
                  </a:txBody>
                  <a:tcPr anchor="ctr"/>
                </a:tc>
                <a:tc>
                  <a:txBody>
                    <a:bodyPr/>
                    <a:lstStyle/>
                    <a:p>
                      <a:pPr algn="ctr"/>
                      <a:r>
                        <a:rPr lang="es-MX" sz="800" noProof="0"/>
                        <a:t>Comunicación efectiva</a:t>
                      </a:r>
                    </a:p>
                  </a:txBody>
                  <a:tcPr anchor="ctr"/>
                </a:tc>
                <a:tc>
                  <a:txBody>
                    <a:bodyPr/>
                    <a:lstStyle/>
                    <a:p>
                      <a:pPr algn="ctr"/>
                      <a:r>
                        <a:rPr lang="es-MX" sz="800" noProof="0"/>
                        <a:t>Coordinación interfuncional, pensamiento sistémico </a:t>
                      </a:r>
                    </a:p>
                  </a:txBody>
                  <a:tcPr anchor="ctr"/>
                </a:tc>
                <a:tc>
                  <a:txBody>
                    <a:bodyPr/>
                    <a:lstStyle/>
                    <a:p>
                      <a:pPr algn="ctr"/>
                      <a:r>
                        <a:rPr lang="es-MX" sz="800" noProof="0"/>
                        <a:t>Comunicación estratégica y gestión de </a:t>
                      </a:r>
                      <a:r>
                        <a:rPr lang="es-MX" sz="800" noProof="0" err="1"/>
                        <a:t>stakeholders</a:t>
                      </a:r>
                      <a:endParaRPr lang="es-MX" sz="800" noProof="0"/>
                    </a:p>
                  </a:txBody>
                  <a:tcPr anchor="ctr"/>
                </a:tc>
                <a:extLst>
                  <a:ext uri="{0D108BD9-81ED-4DB2-BD59-A6C34878D82A}">
                    <a16:rowId xmlns:a16="http://schemas.microsoft.com/office/drawing/2014/main" val="2007949335"/>
                  </a:ext>
                </a:extLst>
              </a:tr>
            </a:tbl>
          </a:graphicData>
        </a:graphic>
      </p:graphicFrame>
      <p:pic>
        <p:nvPicPr>
          <p:cNvPr id="21" name="Graphic 29" descr="Brainstorm outline">
            <a:extLst>
              <a:ext uri="{FF2B5EF4-FFF2-40B4-BE49-F238E27FC236}">
                <a16:creationId xmlns:a16="http://schemas.microsoft.com/office/drawing/2014/main" id="{9C9177D8-B5F1-858C-9537-10224573B6E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9329" y="1981199"/>
            <a:ext cx="235369" cy="235369"/>
          </a:xfrm>
          <a:prstGeom prst="rect">
            <a:avLst/>
          </a:prstGeom>
        </p:spPr>
      </p:pic>
      <p:pic>
        <p:nvPicPr>
          <p:cNvPr id="22" name="Gráfico 45" descr="Casa de reforma con destellos con relleno sólido">
            <a:extLst>
              <a:ext uri="{FF2B5EF4-FFF2-40B4-BE49-F238E27FC236}">
                <a16:creationId xmlns:a16="http://schemas.microsoft.com/office/drawing/2014/main" id="{4EAACB1D-5C96-2E24-B6CA-E5F9C58920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198" y="1583769"/>
            <a:ext cx="238646" cy="238646"/>
          </a:xfrm>
          <a:prstGeom prst="rect">
            <a:avLst/>
          </a:prstGeom>
        </p:spPr>
      </p:pic>
      <p:sp>
        <p:nvSpPr>
          <p:cNvPr id="23" name="CuadroTexto 109">
            <a:extLst>
              <a:ext uri="{FF2B5EF4-FFF2-40B4-BE49-F238E27FC236}">
                <a16:creationId xmlns:a16="http://schemas.microsoft.com/office/drawing/2014/main" id="{FD1F19EA-8EE8-1A52-5D6C-8F05878A5046}"/>
              </a:ext>
            </a:extLst>
          </p:cNvPr>
          <p:cNvSpPr txBox="1"/>
          <p:nvPr/>
        </p:nvSpPr>
        <p:spPr>
          <a:xfrm>
            <a:off x="459862" y="2261032"/>
            <a:ext cx="494301" cy="372281"/>
          </a:xfrm>
          <a:prstGeom prst="rect">
            <a:avLst/>
          </a:prstGeom>
          <a:noFill/>
        </p:spPr>
        <p:txBody>
          <a:bodyPr wrap="square">
            <a:spAutoFit/>
          </a:bodyPr>
          <a:lstStyle/>
          <a:p>
            <a:r>
              <a:rPr lang="es-MX" sz="1819" b="1" noProof="0">
                <a:solidFill>
                  <a:schemeClr val="bg1"/>
                </a:solidFill>
              </a:rPr>
              <a:t>6σ</a:t>
            </a:r>
            <a:endParaRPr lang="es-MX" sz="1455" b="1" noProof="0">
              <a:solidFill>
                <a:schemeClr val="bg1"/>
              </a:solidFill>
            </a:endParaRPr>
          </a:p>
        </p:txBody>
      </p:sp>
      <p:pic>
        <p:nvPicPr>
          <p:cNvPr id="24" name="Gráfico 97" descr="Cadena de bloques con relleno sólido">
            <a:extLst>
              <a:ext uri="{FF2B5EF4-FFF2-40B4-BE49-F238E27FC236}">
                <a16:creationId xmlns:a16="http://schemas.microsoft.com/office/drawing/2014/main" id="{E0296E35-62E4-C5D5-908B-E763A406A5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2728" y="2633313"/>
            <a:ext cx="257586" cy="257586"/>
          </a:xfrm>
          <a:prstGeom prst="rect">
            <a:avLst/>
          </a:prstGeom>
        </p:spPr>
      </p:pic>
      <p:pic>
        <p:nvPicPr>
          <p:cNvPr id="25" name="Gráfico 19" descr="Mover con relleno sólido">
            <a:extLst>
              <a:ext uri="{FF2B5EF4-FFF2-40B4-BE49-F238E27FC236}">
                <a16:creationId xmlns:a16="http://schemas.microsoft.com/office/drawing/2014/main" id="{7753D42E-3485-F5D8-4182-C235A7323A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4628" y="2929182"/>
            <a:ext cx="340042" cy="340042"/>
          </a:xfrm>
          <a:prstGeom prst="rect">
            <a:avLst/>
          </a:prstGeom>
        </p:spPr>
      </p:pic>
      <p:pic>
        <p:nvPicPr>
          <p:cNvPr id="26" name="Graphic 48" descr="Playbook with solid fill">
            <a:extLst>
              <a:ext uri="{FF2B5EF4-FFF2-40B4-BE49-F238E27FC236}">
                <a16:creationId xmlns:a16="http://schemas.microsoft.com/office/drawing/2014/main" id="{5B312EEE-2725-D177-66FA-6889C78D6F2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32039" y="3300974"/>
            <a:ext cx="311846" cy="311846"/>
          </a:xfrm>
          <a:prstGeom prst="rect">
            <a:avLst/>
          </a:prstGeom>
        </p:spPr>
      </p:pic>
      <p:pic>
        <p:nvPicPr>
          <p:cNvPr id="27" name="Graphic 61" descr="Whistle outline">
            <a:extLst>
              <a:ext uri="{FF2B5EF4-FFF2-40B4-BE49-F238E27FC236}">
                <a16:creationId xmlns:a16="http://schemas.microsoft.com/office/drawing/2014/main" id="{209FFD29-9F1F-554E-756A-3FA36D1D406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2091" y="3649999"/>
            <a:ext cx="301794" cy="301794"/>
          </a:xfrm>
          <a:prstGeom prst="rect">
            <a:avLst/>
          </a:prstGeom>
        </p:spPr>
      </p:pic>
      <p:pic>
        <p:nvPicPr>
          <p:cNvPr id="29" name="Gráfico 33" descr="Aula de clases con relleno sólido">
            <a:extLst>
              <a:ext uri="{FF2B5EF4-FFF2-40B4-BE49-F238E27FC236}">
                <a16:creationId xmlns:a16="http://schemas.microsoft.com/office/drawing/2014/main" id="{5036D6DB-9043-743A-D0EF-C4267EEC16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9498" y="4001672"/>
            <a:ext cx="271687" cy="271687"/>
          </a:xfrm>
          <a:prstGeom prst="rect">
            <a:avLst/>
          </a:prstGeom>
        </p:spPr>
      </p:pic>
      <p:pic>
        <p:nvPicPr>
          <p:cNvPr id="32" name="Gráfico 31" descr="Chateo con relleno sólido">
            <a:extLst>
              <a:ext uri="{FF2B5EF4-FFF2-40B4-BE49-F238E27FC236}">
                <a16:creationId xmlns:a16="http://schemas.microsoft.com/office/drawing/2014/main" id="{A133E361-0AF1-F009-782B-8DD961F34A6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39518" y="4323238"/>
            <a:ext cx="301794" cy="301794"/>
          </a:xfrm>
          <a:prstGeom prst="rect">
            <a:avLst/>
          </a:prstGeom>
        </p:spPr>
      </p:pic>
      <p:pic>
        <p:nvPicPr>
          <p:cNvPr id="34" name="Gráfico 33" descr="Pared de ladrillo de edificio con relleno sólido">
            <a:extLst>
              <a:ext uri="{FF2B5EF4-FFF2-40B4-BE49-F238E27FC236}">
                <a16:creationId xmlns:a16="http://schemas.microsoft.com/office/drawing/2014/main" id="{3487499A-EE0F-6A2C-DAD7-E510526FEB8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39518" y="1177200"/>
            <a:ext cx="286084" cy="286084"/>
          </a:xfrm>
          <a:prstGeom prst="rect">
            <a:avLst/>
          </a:prstGeom>
        </p:spPr>
      </p:pic>
    </p:spTree>
    <p:extLst>
      <p:ext uri="{BB962C8B-B14F-4D97-AF65-F5344CB8AC3E}">
        <p14:creationId xmlns:p14="http://schemas.microsoft.com/office/powerpoint/2010/main" val="185040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2C6F8-ACBB-A972-F930-EF1BEAB7E773}"/>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C6A2E37F-418F-96CB-B9BA-55E97879106E}"/>
              </a:ext>
            </a:extLst>
          </p:cNvPr>
          <p:cNvSpPr/>
          <p:nvPr/>
        </p:nvSpPr>
        <p:spPr>
          <a:xfrm>
            <a:off x="784860" y="631759"/>
            <a:ext cx="7597140" cy="1294066"/>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 name="CuadroTexto 7">
            <a:extLst>
              <a:ext uri="{FF2B5EF4-FFF2-40B4-BE49-F238E27FC236}">
                <a16:creationId xmlns:a16="http://schemas.microsoft.com/office/drawing/2014/main" id="{E72F29C3-2CB8-085E-F6CB-AEFA9082C693}"/>
              </a:ext>
            </a:extLst>
          </p:cNvPr>
          <p:cNvSpPr txBox="1"/>
          <p:nvPr/>
        </p:nvSpPr>
        <p:spPr>
          <a:xfrm>
            <a:off x="1027133" y="709994"/>
            <a:ext cx="7089733" cy="144655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bg1"/>
                </a:solidFill>
              </a:rPr>
              <a:t>PORT™ is Hanseatic Global Terminals’ official, registered tool for defining, analyzing, and solving problems in a structured way.
It was developed to strengthen frontline capabilities and ensure data-driven decisions across our business units. The tool is directly connected to HGT’s strategy and forms part of the foundation for achieving our organizational objectives.</a:t>
            </a:r>
          </a:p>
          <a:p>
            <a:pPr algn="just"/>
            <a:endParaRPr lang="es-MX" sz="1100" b="1" noProof="0">
              <a:solidFill>
                <a:schemeClr val="bg1"/>
              </a:solidFill>
            </a:endParaRPr>
          </a:p>
          <a:p>
            <a:pPr algn="just"/>
            <a:endParaRPr lang="es-MX" sz="1100" b="1" noProof="0">
              <a:solidFill>
                <a:schemeClr val="bg1"/>
              </a:solidFill>
            </a:endParaRPr>
          </a:p>
          <a:p>
            <a:pPr algn="just"/>
            <a:endParaRPr lang="es-MX" sz="1100" i="1" noProof="0">
              <a:solidFill>
                <a:schemeClr val="tx1"/>
              </a:solidFill>
            </a:endParaRPr>
          </a:p>
          <a:p>
            <a:pPr algn="just"/>
            <a:endParaRPr lang="es-MX" sz="1100" i="1" noProof="0">
              <a:solidFill>
                <a:schemeClr val="bg1"/>
              </a:solidFill>
            </a:endParaRPr>
          </a:p>
        </p:txBody>
      </p:sp>
      <p:sp>
        <p:nvSpPr>
          <p:cNvPr id="8" name="Title 15">
            <a:extLst>
              <a:ext uri="{FF2B5EF4-FFF2-40B4-BE49-F238E27FC236}">
                <a16:creationId xmlns:a16="http://schemas.microsoft.com/office/drawing/2014/main" id="{8598F358-D55A-3641-6966-95493617A632}"/>
              </a:ext>
            </a:extLst>
          </p:cNvPr>
          <p:cNvSpPr>
            <a:spLocks noGrp="1"/>
          </p:cNvSpPr>
          <p:nvPr>
            <p:ph type="title"/>
          </p:nvPr>
        </p:nvSpPr>
        <p:spPr>
          <a:xfrm>
            <a:off x="2393191" y="109943"/>
            <a:ext cx="4099703" cy="369332"/>
          </a:xfrm>
        </p:spPr>
        <p:txBody>
          <a:bodyPr vert="horz"/>
          <a:lstStyle/>
          <a:p>
            <a:pPr algn="ctr"/>
            <a:r>
              <a:rPr lang="es-MX" sz="2400" noProof="0" dirty="0"/>
              <a:t>PORT™</a:t>
            </a:r>
          </a:p>
        </p:txBody>
      </p:sp>
      <p:pic>
        <p:nvPicPr>
          <p:cNvPr id="2" name="Imagen 1" descr="Dibujo de una persona&#10;&#10;El contenido generado por IA puede ser incorrecto.">
            <a:extLst>
              <a:ext uri="{FF2B5EF4-FFF2-40B4-BE49-F238E27FC236}">
                <a16:creationId xmlns:a16="http://schemas.microsoft.com/office/drawing/2014/main" id="{CD09D085-B069-8C8C-D956-58B6EB685FEB}"/>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3074" name="Picture 2">
            <a:extLst>
              <a:ext uri="{FF2B5EF4-FFF2-40B4-BE49-F238E27FC236}">
                <a16:creationId xmlns:a16="http://schemas.microsoft.com/office/drawing/2014/main" id="{4D9C51FE-30D5-E8CB-CF64-A5C6EF774B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0778" y="2156544"/>
            <a:ext cx="6056436" cy="2765352"/>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esquinas redondeadas 5">
            <a:extLst>
              <a:ext uri="{FF2B5EF4-FFF2-40B4-BE49-F238E27FC236}">
                <a16:creationId xmlns:a16="http://schemas.microsoft.com/office/drawing/2014/main" id="{D6F904B0-C757-B367-0B5E-B4D36058AF24}"/>
              </a:ext>
            </a:extLst>
          </p:cNvPr>
          <p:cNvSpPr/>
          <p:nvPr/>
        </p:nvSpPr>
        <p:spPr>
          <a:xfrm>
            <a:off x="1210778" y="4351020"/>
            <a:ext cx="6112042" cy="570876"/>
          </a:xfrm>
          <a:prstGeom prst="roundRect">
            <a:avLst/>
          </a:prstGeom>
          <a:noFill/>
          <a:ln w="12700">
            <a:solidFill>
              <a:srgbClr val="FF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Tree>
    <p:extLst>
      <p:ext uri="{BB962C8B-B14F-4D97-AF65-F5344CB8AC3E}">
        <p14:creationId xmlns:p14="http://schemas.microsoft.com/office/powerpoint/2010/main" val="308628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BB98-F06B-B43A-7473-2F138D1F185A}"/>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BDFD02E5-4CB1-F121-52CA-5C4681AABB9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BDFD02E5-4CB1-F121-52CA-5C4681AABB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91475889-ABA4-442F-E76A-1B8AC76E147E}"/>
              </a:ext>
            </a:extLst>
          </p:cNvPr>
          <p:cNvSpPr>
            <a:spLocks noGrp="1"/>
          </p:cNvSpPr>
          <p:nvPr>
            <p:ph type="title"/>
          </p:nvPr>
        </p:nvSpPr>
        <p:spPr>
          <a:xfrm>
            <a:off x="330993" y="231777"/>
            <a:ext cx="8789937" cy="307777"/>
          </a:xfrm>
        </p:spPr>
        <p:txBody>
          <a:bodyPr vert="horz"/>
          <a:lstStyle/>
          <a:p>
            <a:r>
              <a:rPr lang="es-MX" noProof="0" err="1"/>
              <a:t>Excellence</a:t>
            </a:r>
            <a:r>
              <a:rPr lang="es-MX" noProof="0"/>
              <a:t> </a:t>
            </a:r>
            <a:r>
              <a:rPr lang="es-MX" noProof="0" err="1"/>
              <a:t>Infrastructure</a:t>
            </a:r>
            <a:r>
              <a:rPr lang="es-MX" noProof="0"/>
              <a:t>: </a:t>
            </a:r>
            <a:r>
              <a:rPr lang="es-MX" noProof="0" err="1"/>
              <a:t>The</a:t>
            </a:r>
            <a:r>
              <a:rPr lang="es-MX" noProof="0"/>
              <a:t> Tools </a:t>
            </a:r>
            <a:r>
              <a:rPr lang="es-MX" noProof="0" err="1"/>
              <a:t>Behind</a:t>
            </a:r>
            <a:r>
              <a:rPr lang="es-MX" noProof="0"/>
              <a:t> </a:t>
            </a:r>
            <a:r>
              <a:rPr lang="es-MX" noProof="0" err="1"/>
              <a:t>the</a:t>
            </a:r>
            <a:r>
              <a:rPr lang="es-MX" noProof="0"/>
              <a:t> </a:t>
            </a:r>
            <a:r>
              <a:rPr lang="es-MX" noProof="0" err="1"/>
              <a:t>Transformation</a:t>
            </a:r>
            <a:endParaRPr lang="es-MX" noProof="0"/>
          </a:p>
        </p:txBody>
      </p:sp>
      <p:sp>
        <p:nvSpPr>
          <p:cNvPr id="5" name="TextBox 4">
            <a:extLst>
              <a:ext uri="{FF2B5EF4-FFF2-40B4-BE49-F238E27FC236}">
                <a16:creationId xmlns:a16="http://schemas.microsoft.com/office/drawing/2014/main" id="{A8279884-CB0B-1102-EA3E-7C4E5314EADA}"/>
              </a:ext>
            </a:extLst>
          </p:cNvPr>
          <p:cNvSpPr txBox="1"/>
          <p:nvPr/>
        </p:nvSpPr>
        <p:spPr>
          <a:xfrm>
            <a:off x="741101" y="1420793"/>
            <a:ext cx="1296000"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Operational</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System</a:t>
            </a: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4" name="TextBox 3">
            <a:extLst>
              <a:ext uri="{FF2B5EF4-FFF2-40B4-BE49-F238E27FC236}">
                <a16:creationId xmlns:a16="http://schemas.microsoft.com/office/drawing/2014/main" id="{68A2A412-607F-71EF-2612-4966D85330F1}"/>
              </a:ext>
            </a:extLst>
          </p:cNvPr>
          <p:cNvSpPr txBox="1"/>
          <p:nvPr/>
        </p:nvSpPr>
        <p:spPr>
          <a:xfrm>
            <a:off x="7610783" y="3325718"/>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Diagnostic</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Assessment</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15" name="Graphic 14" descr="Magnifying glass outline">
            <a:extLst>
              <a:ext uri="{FF2B5EF4-FFF2-40B4-BE49-F238E27FC236}">
                <a16:creationId xmlns:a16="http://schemas.microsoft.com/office/drawing/2014/main" id="{07ED5995-A867-FAE5-3C73-D4409449155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74336" y="3254082"/>
            <a:ext cx="347147" cy="347147"/>
          </a:xfrm>
          <a:prstGeom prst="rect">
            <a:avLst/>
          </a:prstGeom>
        </p:spPr>
      </p:pic>
      <p:sp>
        <p:nvSpPr>
          <p:cNvPr id="27" name="TextBox 26">
            <a:extLst>
              <a:ext uri="{FF2B5EF4-FFF2-40B4-BE49-F238E27FC236}">
                <a16:creationId xmlns:a16="http://schemas.microsoft.com/office/drawing/2014/main" id="{62281780-4D80-D9ED-C93D-1DB1C6D9DCAA}"/>
              </a:ext>
            </a:extLst>
          </p:cNvPr>
          <p:cNvSpPr txBox="1"/>
          <p:nvPr/>
        </p:nvSpPr>
        <p:spPr>
          <a:xfrm>
            <a:off x="7610783" y="4268766"/>
            <a:ext cx="1288131" cy="215444"/>
          </a:xfrm>
          <a:prstGeom prst="rect">
            <a:avLst/>
          </a:prstGeom>
        </p:spPr>
        <p:txBody>
          <a:bodyPr vert="horz" wrap="square" lIns="0" tIns="0" rIns="0" bIns="0" rtlCol="0" anchor="t" anchorCtr="0">
            <a:spAutoFit/>
          </a:bodyPr>
          <a:lstStyle>
            <a:defPPr>
              <a:defRPr lang="en-US"/>
            </a:defPPr>
            <a:lvl1pPr lvl="0" indent="0">
              <a:lnSpc>
                <a:spcPct val="100000"/>
              </a:lnSpc>
              <a:spcBef>
                <a:spcPts val="225"/>
              </a:spcBef>
              <a:spcAft>
                <a:spcPts val="225"/>
              </a:spcAft>
              <a:buClr>
                <a:srgbClr val="000000"/>
              </a:buClr>
              <a:buSzPct val="100000"/>
              <a:buFont typeface="Segoe UI" panose="020B0502040204020203" pitchFamily="34" charset="0"/>
              <a:buChar char="​"/>
              <a:defRPr sz="700">
                <a:solidFill>
                  <a:schemeClr val="bg1"/>
                </a:solidFill>
                <a:ea typeface="Verdana" panose="020B0604030504040204" pitchFamily="34" charset="0"/>
                <a:cs typeface="Calibri" panose="020F050202020403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sz="1600"/>
            </a:lvl2pPr>
            <a:lvl3pPr marL="365760" lvl="2" indent="-182880">
              <a:lnSpc>
                <a:spcPct val="100000"/>
              </a:lnSpc>
              <a:spcBef>
                <a:spcPts val="0"/>
              </a:spcBef>
              <a:spcAft>
                <a:spcPts val="300"/>
              </a:spcAft>
              <a:buClrTx/>
              <a:buSzPct val="100000"/>
              <a:buFont typeface="Arial" panose="020B0604020202020204" pitchFamily="34" charset="0"/>
              <a:buChar char="•"/>
              <a:defRPr sz="1600"/>
            </a:lvl3pPr>
            <a:lvl4pPr marL="548640" lvl="3" indent="-182880">
              <a:lnSpc>
                <a:spcPct val="100000"/>
              </a:lnSpc>
              <a:spcBef>
                <a:spcPts val="0"/>
              </a:spcBef>
              <a:spcAft>
                <a:spcPts val="300"/>
              </a:spcAft>
              <a:buClrTx/>
              <a:buSzPct val="100000"/>
              <a:buFont typeface="Arial" panose="020B0604020202020204" pitchFamily="34" charset="0"/>
              <a:buChar char="•"/>
              <a:defRPr sz="1600"/>
            </a:lvl4pPr>
            <a:lvl5pPr marL="731520" lvl="4" indent="-182880">
              <a:lnSpc>
                <a:spcPct val="100000"/>
              </a:lnSpc>
              <a:spcBef>
                <a:spcPts val="0"/>
              </a:spcBef>
              <a:spcAft>
                <a:spcPts val="300"/>
              </a:spcAft>
              <a:buClrTx/>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s-MX" noProof="0" err="1">
                <a:sym typeface="Verdana" panose="020B0604030504040204" pitchFamily="34" charset="0"/>
              </a:rPr>
              <a:t>Improvement</a:t>
            </a:r>
            <a:r>
              <a:rPr lang="es-MX" noProof="0">
                <a:sym typeface="Verdana" panose="020B0604030504040204" pitchFamily="34" charset="0"/>
              </a:rPr>
              <a:t> &amp; </a:t>
            </a:r>
            <a:r>
              <a:rPr lang="es-MX" noProof="0" err="1">
                <a:sym typeface="Verdana" panose="020B0604030504040204" pitchFamily="34" charset="0"/>
              </a:rPr>
              <a:t>Standardization</a:t>
            </a:r>
            <a:r>
              <a:rPr lang="es-MX" noProof="0">
                <a:sym typeface="Verdana" panose="020B0604030504040204" pitchFamily="34" charset="0"/>
              </a:rPr>
              <a:t> </a:t>
            </a:r>
            <a:r>
              <a:rPr lang="es-MX" noProof="0" err="1">
                <a:sym typeface="Verdana" panose="020B0604030504040204" pitchFamily="34" charset="0"/>
              </a:rPr>
              <a:t>cycles</a:t>
            </a:r>
            <a:endParaRPr lang="es-MX" noProof="0">
              <a:sym typeface="Verdana" panose="020B0604030504040204" pitchFamily="34" charset="0"/>
            </a:endParaRPr>
          </a:p>
        </p:txBody>
      </p:sp>
      <p:pic>
        <p:nvPicPr>
          <p:cNvPr id="3" name="Graphic 2" descr="Network diagram with solid fill">
            <a:extLst>
              <a:ext uri="{FF2B5EF4-FFF2-40B4-BE49-F238E27FC236}">
                <a16:creationId xmlns:a16="http://schemas.microsoft.com/office/drawing/2014/main" id="{95AF939E-AB7A-5EAE-D6F2-73E71028A47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1147" y="715331"/>
            <a:ext cx="635909" cy="635909"/>
          </a:xfrm>
          <a:prstGeom prst="rect">
            <a:avLst/>
          </a:prstGeom>
        </p:spPr>
      </p:pic>
      <p:pic>
        <p:nvPicPr>
          <p:cNvPr id="17" name="Gráfico 33" descr="Aula de clases con relleno sólido">
            <a:extLst>
              <a:ext uri="{FF2B5EF4-FFF2-40B4-BE49-F238E27FC236}">
                <a16:creationId xmlns:a16="http://schemas.microsoft.com/office/drawing/2014/main" id="{71309CF1-9A33-404A-4C16-8AF83CF996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0468" y="2350441"/>
            <a:ext cx="415870" cy="415870"/>
          </a:xfrm>
          <a:prstGeom prst="rect">
            <a:avLst/>
          </a:prstGeom>
        </p:spPr>
      </p:pic>
      <p:pic>
        <p:nvPicPr>
          <p:cNvPr id="19" name="Gráfico 107" descr="Flujo de trabajo con relleno sólido">
            <a:extLst>
              <a:ext uri="{FF2B5EF4-FFF2-40B4-BE49-F238E27FC236}">
                <a16:creationId xmlns:a16="http://schemas.microsoft.com/office/drawing/2014/main" id="{60B8298D-3289-B4E4-B8E3-798954420D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0468" y="2913918"/>
            <a:ext cx="415870" cy="415870"/>
          </a:xfrm>
          <a:prstGeom prst="rect">
            <a:avLst/>
          </a:prstGeom>
        </p:spPr>
      </p:pic>
      <p:pic>
        <p:nvPicPr>
          <p:cNvPr id="21" name="Graphic 20" descr="Hockey Stick Curve Graph with solid fill">
            <a:extLst>
              <a:ext uri="{FF2B5EF4-FFF2-40B4-BE49-F238E27FC236}">
                <a16:creationId xmlns:a16="http://schemas.microsoft.com/office/drawing/2014/main" id="{5834FC9F-41B4-9203-1F5F-FEC530457F1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90468" y="3449917"/>
            <a:ext cx="415870" cy="415870"/>
          </a:xfrm>
          <a:prstGeom prst="rect">
            <a:avLst/>
          </a:prstGeom>
        </p:spPr>
      </p:pic>
      <p:sp>
        <p:nvSpPr>
          <p:cNvPr id="22" name="TextBox 21">
            <a:extLst>
              <a:ext uri="{FF2B5EF4-FFF2-40B4-BE49-F238E27FC236}">
                <a16:creationId xmlns:a16="http://schemas.microsoft.com/office/drawing/2014/main" id="{23C6A6A0-28B4-F789-B292-D3470FBABFA9}"/>
              </a:ext>
            </a:extLst>
          </p:cNvPr>
          <p:cNvSpPr txBox="1"/>
          <p:nvPr/>
        </p:nvSpPr>
        <p:spPr>
          <a:xfrm>
            <a:off x="1037967" y="2429571"/>
            <a:ext cx="1296000" cy="26674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Standard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Work</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&amp; </a:t>
            </a:r>
          </a:p>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Performance Management</a:t>
            </a:r>
          </a:p>
        </p:txBody>
      </p:sp>
      <p:sp>
        <p:nvSpPr>
          <p:cNvPr id="23" name="TextBox 22">
            <a:extLst>
              <a:ext uri="{FF2B5EF4-FFF2-40B4-BE49-F238E27FC236}">
                <a16:creationId xmlns:a16="http://schemas.microsoft.com/office/drawing/2014/main" id="{79BD6D1E-2FA2-8BFB-FD70-98CB9DF2B3CF}"/>
              </a:ext>
            </a:extLst>
          </p:cNvPr>
          <p:cNvSpPr txBox="1"/>
          <p:nvPr/>
        </p:nvSpPr>
        <p:spPr>
          <a:xfrm>
            <a:off x="1037967" y="3013250"/>
            <a:ext cx="1296000" cy="26674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Process</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Management &amp; </a:t>
            </a:r>
          </a:p>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People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Skills</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24" name="TextBox 23">
            <a:extLst>
              <a:ext uri="{FF2B5EF4-FFF2-40B4-BE49-F238E27FC236}">
                <a16:creationId xmlns:a16="http://schemas.microsoft.com/office/drawing/2014/main" id="{998E44EE-628A-06B9-2138-DD13C4DB7CAA}"/>
              </a:ext>
            </a:extLst>
          </p:cNvPr>
          <p:cNvSpPr txBox="1"/>
          <p:nvPr/>
        </p:nvSpPr>
        <p:spPr>
          <a:xfrm>
            <a:off x="1037967" y="3565891"/>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Improvement</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Management</a:t>
            </a:r>
          </a:p>
        </p:txBody>
      </p:sp>
      <p:sp>
        <p:nvSpPr>
          <p:cNvPr id="25" name="TextBox 24">
            <a:extLst>
              <a:ext uri="{FF2B5EF4-FFF2-40B4-BE49-F238E27FC236}">
                <a16:creationId xmlns:a16="http://schemas.microsoft.com/office/drawing/2014/main" id="{2DC5CC25-4D42-E754-22FF-A6AA403E5E68}"/>
              </a:ext>
            </a:extLst>
          </p:cNvPr>
          <p:cNvSpPr txBox="1"/>
          <p:nvPr/>
        </p:nvSpPr>
        <p:spPr>
          <a:xfrm>
            <a:off x="4976661" y="1399461"/>
            <a:ext cx="1363786"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225"/>
              </a:spcBef>
              <a:spcAft>
                <a:spcPts val="225"/>
              </a:spcAft>
              <a:buClr>
                <a:srgbClr val="000000"/>
              </a:buClr>
              <a:defRPr/>
            </a:pP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BEST </a:t>
            </a: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Academy</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Training</a:t>
            </a:r>
          </a:p>
        </p:txBody>
      </p:sp>
      <p:pic>
        <p:nvPicPr>
          <p:cNvPr id="26" name="Gráfico 45" descr="Casa de reforma con destellos con relleno sólido">
            <a:extLst>
              <a:ext uri="{FF2B5EF4-FFF2-40B4-BE49-F238E27FC236}">
                <a16:creationId xmlns:a16="http://schemas.microsoft.com/office/drawing/2014/main" id="{BEA45638-91AE-EBC0-B872-CD8DD40D24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53497" y="2444610"/>
            <a:ext cx="365786" cy="365786"/>
          </a:xfrm>
          <a:prstGeom prst="rect">
            <a:avLst/>
          </a:prstGeom>
        </p:spPr>
      </p:pic>
      <p:pic>
        <p:nvPicPr>
          <p:cNvPr id="30" name="Graphic 29" descr="Brainstorm outline">
            <a:extLst>
              <a:ext uri="{FF2B5EF4-FFF2-40B4-BE49-F238E27FC236}">
                <a16:creationId xmlns:a16="http://schemas.microsoft.com/office/drawing/2014/main" id="{2A910E95-61D9-8E61-4F5E-E181E481D5A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653497" y="1942592"/>
            <a:ext cx="457200" cy="457200"/>
          </a:xfrm>
          <a:prstGeom prst="rect">
            <a:avLst/>
          </a:prstGeom>
        </p:spPr>
      </p:pic>
      <p:sp>
        <p:nvSpPr>
          <p:cNvPr id="31" name="TextBox 30">
            <a:extLst>
              <a:ext uri="{FF2B5EF4-FFF2-40B4-BE49-F238E27FC236}">
                <a16:creationId xmlns:a16="http://schemas.microsoft.com/office/drawing/2014/main" id="{C5A173EB-0555-21A3-06C0-32968DC16A5B}"/>
              </a:ext>
            </a:extLst>
          </p:cNvPr>
          <p:cNvSpPr txBox="1"/>
          <p:nvPr/>
        </p:nvSpPr>
        <p:spPr>
          <a:xfrm>
            <a:off x="3147798" y="2104621"/>
            <a:ext cx="1296000" cy="12311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Problem</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Solving</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(PORT</a:t>
            </a:r>
            <a:r>
              <a:rPr lang="es-MX" sz="800" noProof="0">
                <a:solidFill>
                  <a:schemeClr val="bg1"/>
                </a:solidFill>
              </a:rPr>
              <a:t>™)</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32" name="TextBox 31">
            <a:extLst>
              <a:ext uri="{FF2B5EF4-FFF2-40B4-BE49-F238E27FC236}">
                <a16:creationId xmlns:a16="http://schemas.microsoft.com/office/drawing/2014/main" id="{1DD3BFFF-9EA9-3B9F-237B-C63E45007CEF}"/>
              </a:ext>
            </a:extLst>
          </p:cNvPr>
          <p:cNvSpPr txBox="1"/>
          <p:nvPr/>
        </p:nvSpPr>
        <p:spPr>
          <a:xfrm>
            <a:off x="3147798" y="2573642"/>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6s &amp; Visual Management</a:t>
            </a:r>
          </a:p>
        </p:txBody>
      </p:sp>
      <p:sp>
        <p:nvSpPr>
          <p:cNvPr id="34" name="CuadroTexto 109">
            <a:extLst>
              <a:ext uri="{FF2B5EF4-FFF2-40B4-BE49-F238E27FC236}">
                <a16:creationId xmlns:a16="http://schemas.microsoft.com/office/drawing/2014/main" id="{35FC6181-24CC-B63C-6FDE-265D06A30126}"/>
              </a:ext>
            </a:extLst>
          </p:cNvPr>
          <p:cNvSpPr txBox="1"/>
          <p:nvPr/>
        </p:nvSpPr>
        <p:spPr>
          <a:xfrm>
            <a:off x="2653497" y="3699575"/>
            <a:ext cx="494301" cy="372281"/>
          </a:xfrm>
          <a:prstGeom prst="rect">
            <a:avLst/>
          </a:prstGeom>
          <a:noFill/>
        </p:spPr>
        <p:txBody>
          <a:bodyPr wrap="square">
            <a:spAutoFit/>
          </a:bodyPr>
          <a:lstStyle/>
          <a:p>
            <a:r>
              <a:rPr lang="es-MX" sz="1819" b="1" noProof="0">
                <a:solidFill>
                  <a:schemeClr val="bg1"/>
                </a:solidFill>
              </a:rPr>
              <a:t>6σ</a:t>
            </a:r>
            <a:endParaRPr lang="es-MX" sz="1455" b="1" noProof="0">
              <a:solidFill>
                <a:schemeClr val="bg1"/>
              </a:solidFill>
            </a:endParaRPr>
          </a:p>
        </p:txBody>
      </p:sp>
      <p:pic>
        <p:nvPicPr>
          <p:cNvPr id="36" name="Gráfico 97" descr="Cadena de bloques con relleno sólido">
            <a:extLst>
              <a:ext uri="{FF2B5EF4-FFF2-40B4-BE49-F238E27FC236}">
                <a16:creationId xmlns:a16="http://schemas.microsoft.com/office/drawing/2014/main" id="{ECCE80C8-E9BC-BE26-DEF6-CE1FFF6586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653497" y="2855214"/>
            <a:ext cx="415870" cy="415870"/>
          </a:xfrm>
          <a:prstGeom prst="rect">
            <a:avLst/>
          </a:prstGeom>
        </p:spPr>
      </p:pic>
      <p:pic>
        <p:nvPicPr>
          <p:cNvPr id="38" name="Gráfico 93" descr="Audiencia objetivo con relleno sólido">
            <a:extLst>
              <a:ext uri="{FF2B5EF4-FFF2-40B4-BE49-F238E27FC236}">
                <a16:creationId xmlns:a16="http://schemas.microsoft.com/office/drawing/2014/main" id="{A6243609-16D7-0E6D-8E37-3FD6A0E173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653497" y="3316362"/>
            <a:ext cx="415870" cy="415870"/>
          </a:xfrm>
          <a:prstGeom prst="rect">
            <a:avLst/>
          </a:prstGeom>
        </p:spPr>
      </p:pic>
      <p:sp>
        <p:nvSpPr>
          <p:cNvPr id="39" name="TextBox 38">
            <a:extLst>
              <a:ext uri="{FF2B5EF4-FFF2-40B4-BE49-F238E27FC236}">
                <a16:creationId xmlns:a16="http://schemas.microsoft.com/office/drawing/2014/main" id="{D007D6A2-91B3-9396-4B5E-EE4BDB872D81}"/>
              </a:ext>
            </a:extLst>
          </p:cNvPr>
          <p:cNvSpPr txBox="1"/>
          <p:nvPr/>
        </p:nvSpPr>
        <p:spPr>
          <a:xfrm>
            <a:off x="3147798" y="3026487"/>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Value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Stream</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Mapping</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40" name="TextBox 39">
            <a:extLst>
              <a:ext uri="{FF2B5EF4-FFF2-40B4-BE49-F238E27FC236}">
                <a16:creationId xmlns:a16="http://schemas.microsoft.com/office/drawing/2014/main" id="{884A9555-4A96-5C75-345C-6914913182F7}"/>
              </a:ext>
            </a:extLst>
          </p:cNvPr>
          <p:cNvSpPr txBox="1"/>
          <p:nvPr/>
        </p:nvSpPr>
        <p:spPr>
          <a:xfrm>
            <a:off x="3147798" y="3482002"/>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Voice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of</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the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Customer</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42" name="Graphic 41" descr="Excellent with solid fill">
            <a:extLst>
              <a:ext uri="{FF2B5EF4-FFF2-40B4-BE49-F238E27FC236}">
                <a16:creationId xmlns:a16="http://schemas.microsoft.com/office/drawing/2014/main" id="{B768A6D1-E0DB-04A4-2F9C-7B8E8D1806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340599" y="730273"/>
            <a:ext cx="635909" cy="635909"/>
          </a:xfrm>
          <a:prstGeom prst="rect">
            <a:avLst/>
          </a:prstGeom>
        </p:spPr>
      </p:pic>
      <p:pic>
        <p:nvPicPr>
          <p:cNvPr id="43" name="Gráfico 19" descr="Mover con relleno sólido">
            <a:extLst>
              <a:ext uri="{FF2B5EF4-FFF2-40B4-BE49-F238E27FC236}">
                <a16:creationId xmlns:a16="http://schemas.microsoft.com/office/drawing/2014/main" id="{04431ADC-6266-CF0B-E10F-5EE33BCB0F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768726" y="1942592"/>
            <a:ext cx="415870" cy="415870"/>
          </a:xfrm>
          <a:prstGeom prst="rect">
            <a:avLst/>
          </a:prstGeom>
        </p:spPr>
      </p:pic>
      <p:sp>
        <p:nvSpPr>
          <p:cNvPr id="44" name="TextBox 43">
            <a:extLst>
              <a:ext uri="{FF2B5EF4-FFF2-40B4-BE49-F238E27FC236}">
                <a16:creationId xmlns:a16="http://schemas.microsoft.com/office/drawing/2014/main" id="{BA8FCD12-12EA-DBF8-7B42-605962D246E3}"/>
              </a:ext>
            </a:extLst>
          </p:cNvPr>
          <p:cNvSpPr txBox="1"/>
          <p:nvPr/>
        </p:nvSpPr>
        <p:spPr>
          <a:xfrm>
            <a:off x="5217316" y="2090484"/>
            <a:ext cx="1296000" cy="21544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Change Management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Leadership</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46" name="Graphic 45" descr="Walk with solid fill">
            <a:extLst>
              <a:ext uri="{FF2B5EF4-FFF2-40B4-BE49-F238E27FC236}">
                <a16:creationId xmlns:a16="http://schemas.microsoft.com/office/drawing/2014/main" id="{EC2F17C9-CFE9-F44F-8391-335B3289ECE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768726" y="2420531"/>
            <a:ext cx="365785" cy="365785"/>
          </a:xfrm>
          <a:prstGeom prst="rect">
            <a:avLst/>
          </a:prstGeom>
        </p:spPr>
      </p:pic>
      <p:sp>
        <p:nvSpPr>
          <p:cNvPr id="47" name="TextBox 46">
            <a:extLst>
              <a:ext uri="{FF2B5EF4-FFF2-40B4-BE49-F238E27FC236}">
                <a16:creationId xmlns:a16="http://schemas.microsoft.com/office/drawing/2014/main" id="{98C2F892-D816-2268-64FA-B8807AB825C4}"/>
              </a:ext>
            </a:extLst>
          </p:cNvPr>
          <p:cNvSpPr txBox="1"/>
          <p:nvPr/>
        </p:nvSpPr>
        <p:spPr>
          <a:xfrm>
            <a:off x="5217316" y="2537934"/>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Genba</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as a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leadership</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behavior</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49" name="Graphic 48" descr="Playbook with solid fill">
            <a:extLst>
              <a:ext uri="{FF2B5EF4-FFF2-40B4-BE49-F238E27FC236}">
                <a16:creationId xmlns:a16="http://schemas.microsoft.com/office/drawing/2014/main" id="{85D0B382-BF3C-5158-E0B0-B3CEE04B4D4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68721" y="1842394"/>
            <a:ext cx="462778" cy="462778"/>
          </a:xfrm>
          <a:prstGeom prst="rect">
            <a:avLst/>
          </a:prstGeom>
        </p:spPr>
      </p:pic>
      <p:pic>
        <p:nvPicPr>
          <p:cNvPr id="52" name="Graphic 51" descr="Illustrator outline">
            <a:extLst>
              <a:ext uri="{FF2B5EF4-FFF2-40B4-BE49-F238E27FC236}">
                <a16:creationId xmlns:a16="http://schemas.microsoft.com/office/drawing/2014/main" id="{6D20808F-7A5B-5D43-4A6A-BF278A068355}"/>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768726" y="2880192"/>
            <a:ext cx="415870" cy="415870"/>
          </a:xfrm>
          <a:prstGeom prst="rect">
            <a:avLst/>
          </a:prstGeom>
        </p:spPr>
      </p:pic>
      <p:sp>
        <p:nvSpPr>
          <p:cNvPr id="53" name="TextBox 52">
            <a:extLst>
              <a:ext uri="{FF2B5EF4-FFF2-40B4-BE49-F238E27FC236}">
                <a16:creationId xmlns:a16="http://schemas.microsoft.com/office/drawing/2014/main" id="{2830F521-D2E0-A6C2-BD60-F888577B99DE}"/>
              </a:ext>
            </a:extLst>
          </p:cNvPr>
          <p:cNvSpPr txBox="1"/>
          <p:nvPr/>
        </p:nvSpPr>
        <p:spPr>
          <a:xfrm>
            <a:off x="5217316" y="3011205"/>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Visualize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and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prioritize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problems</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54" name="TextBox 53">
            <a:extLst>
              <a:ext uri="{FF2B5EF4-FFF2-40B4-BE49-F238E27FC236}">
                <a16:creationId xmlns:a16="http://schemas.microsoft.com/office/drawing/2014/main" id="{F6502FAA-4BAF-98E5-AD68-B1C4E21163A5}"/>
              </a:ext>
            </a:extLst>
          </p:cNvPr>
          <p:cNvSpPr txBox="1"/>
          <p:nvPr/>
        </p:nvSpPr>
        <p:spPr>
          <a:xfrm>
            <a:off x="7610783" y="3810150"/>
            <a:ext cx="1288131"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Excellence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Agents</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Network</a:t>
            </a:r>
          </a:p>
        </p:txBody>
      </p:sp>
      <p:pic>
        <p:nvPicPr>
          <p:cNvPr id="57" name="Graphic 56" descr="Connections with solid fill">
            <a:extLst>
              <a:ext uri="{FF2B5EF4-FFF2-40B4-BE49-F238E27FC236}">
                <a16:creationId xmlns:a16="http://schemas.microsoft.com/office/drawing/2014/main" id="{E1165D28-4823-28D3-6E0F-4E8E75D1C2C3}"/>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7109481" y="3653494"/>
            <a:ext cx="463016" cy="463016"/>
          </a:xfrm>
          <a:prstGeom prst="rect">
            <a:avLst/>
          </a:prstGeom>
        </p:spPr>
      </p:pic>
      <p:pic>
        <p:nvPicPr>
          <p:cNvPr id="60" name="Gráfico 28" descr="Lluvia de ideas de grupo con relleno sólido">
            <a:extLst>
              <a:ext uri="{FF2B5EF4-FFF2-40B4-BE49-F238E27FC236}">
                <a16:creationId xmlns:a16="http://schemas.microsoft.com/office/drawing/2014/main" id="{1C795439-9717-12D3-E820-BCD6FA726B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128792" y="4184114"/>
            <a:ext cx="415871" cy="415871"/>
          </a:xfrm>
          <a:prstGeom prst="rect">
            <a:avLst/>
          </a:prstGeom>
        </p:spPr>
      </p:pic>
      <p:pic>
        <p:nvPicPr>
          <p:cNvPr id="62" name="Graphic 61" descr="Whistle outline">
            <a:extLst>
              <a:ext uri="{FF2B5EF4-FFF2-40B4-BE49-F238E27FC236}">
                <a16:creationId xmlns:a16="http://schemas.microsoft.com/office/drawing/2014/main" id="{0DCA3FF7-AAE2-F8A3-7B3E-B95F92AD10F3}"/>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4768726" y="3332822"/>
            <a:ext cx="449466" cy="449466"/>
          </a:xfrm>
          <a:prstGeom prst="rect">
            <a:avLst/>
          </a:prstGeom>
        </p:spPr>
      </p:pic>
      <p:sp>
        <p:nvSpPr>
          <p:cNvPr id="63" name="TextBox 62">
            <a:extLst>
              <a:ext uri="{FF2B5EF4-FFF2-40B4-BE49-F238E27FC236}">
                <a16:creationId xmlns:a16="http://schemas.microsoft.com/office/drawing/2014/main" id="{0B159818-EFF4-7ABC-DDC2-9C3D7CCBC1BA}"/>
              </a:ext>
            </a:extLst>
          </p:cNvPr>
          <p:cNvSpPr txBox="1"/>
          <p:nvPr/>
        </p:nvSpPr>
        <p:spPr>
          <a:xfrm>
            <a:off x="5217316" y="3523541"/>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Coach &amp; Mentor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teams</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65" name="Graphic 64" descr="Clipboard Partially Checked outline">
            <a:extLst>
              <a:ext uri="{FF2B5EF4-FFF2-40B4-BE49-F238E27FC236}">
                <a16:creationId xmlns:a16="http://schemas.microsoft.com/office/drawing/2014/main" id="{3746DA82-0B53-C37E-A4B0-E7433621CC67}"/>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2653497" y="4102030"/>
            <a:ext cx="372280" cy="372280"/>
          </a:xfrm>
          <a:prstGeom prst="rect">
            <a:avLst/>
          </a:prstGeom>
        </p:spPr>
      </p:pic>
      <p:sp>
        <p:nvSpPr>
          <p:cNvPr id="66" name="TextBox 65">
            <a:extLst>
              <a:ext uri="{FF2B5EF4-FFF2-40B4-BE49-F238E27FC236}">
                <a16:creationId xmlns:a16="http://schemas.microsoft.com/office/drawing/2014/main" id="{9A454119-28D7-759C-BA4E-1B28DFD3F25E}"/>
              </a:ext>
            </a:extLst>
          </p:cNvPr>
          <p:cNvSpPr txBox="1"/>
          <p:nvPr/>
        </p:nvSpPr>
        <p:spPr>
          <a:xfrm>
            <a:off x="3147798" y="4227078"/>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buNone/>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Project &amp; Change Management</a:t>
            </a:r>
          </a:p>
        </p:txBody>
      </p:sp>
      <p:cxnSp>
        <p:nvCxnSpPr>
          <p:cNvPr id="80" name="Straight Connector 79">
            <a:extLst>
              <a:ext uri="{FF2B5EF4-FFF2-40B4-BE49-F238E27FC236}">
                <a16:creationId xmlns:a16="http://schemas.microsoft.com/office/drawing/2014/main" id="{28301E0C-2C7D-072A-4D14-491F7320507E}"/>
              </a:ext>
            </a:extLst>
          </p:cNvPr>
          <p:cNvCxnSpPr>
            <a:cxnSpLocks/>
          </p:cNvCxnSpPr>
          <p:nvPr/>
        </p:nvCxnSpPr>
        <p:spPr>
          <a:xfrm flipH="1">
            <a:off x="2312220" y="1929663"/>
            <a:ext cx="23063" cy="27457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D37B082-8C68-A90B-4438-762164690130}"/>
              </a:ext>
            </a:extLst>
          </p:cNvPr>
          <p:cNvCxnSpPr>
            <a:cxnSpLocks/>
          </p:cNvCxnSpPr>
          <p:nvPr/>
        </p:nvCxnSpPr>
        <p:spPr>
          <a:xfrm>
            <a:off x="4520807" y="1962042"/>
            <a:ext cx="43756" cy="2746594"/>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1D4F781-FE01-1D2C-3108-574A370DD526}"/>
              </a:ext>
            </a:extLst>
          </p:cNvPr>
          <p:cNvCxnSpPr>
            <a:cxnSpLocks/>
          </p:cNvCxnSpPr>
          <p:nvPr/>
        </p:nvCxnSpPr>
        <p:spPr>
          <a:xfrm>
            <a:off x="6677503" y="1874065"/>
            <a:ext cx="0" cy="2915902"/>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72A1A40-4440-5417-C415-3BEFF7EC6329}"/>
              </a:ext>
            </a:extLst>
          </p:cNvPr>
          <p:cNvSpPr txBox="1"/>
          <p:nvPr/>
        </p:nvSpPr>
        <p:spPr>
          <a:xfrm>
            <a:off x="7121876" y="1398576"/>
            <a:ext cx="1288131"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Support</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Systems</a:t>
            </a: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7" name="Graphic 36" descr="Rating 3 Star with solid fill">
            <a:extLst>
              <a:ext uri="{FF2B5EF4-FFF2-40B4-BE49-F238E27FC236}">
                <a16:creationId xmlns:a16="http://schemas.microsoft.com/office/drawing/2014/main" id="{BACC117D-9883-1373-D1CF-BEC18B72EB03}"/>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121876" y="1887878"/>
            <a:ext cx="422787" cy="382517"/>
          </a:xfrm>
          <a:prstGeom prst="rect">
            <a:avLst/>
          </a:prstGeom>
        </p:spPr>
      </p:pic>
      <p:sp>
        <p:nvSpPr>
          <p:cNvPr id="45" name="TextBox 44">
            <a:extLst>
              <a:ext uri="{FF2B5EF4-FFF2-40B4-BE49-F238E27FC236}">
                <a16:creationId xmlns:a16="http://schemas.microsoft.com/office/drawing/2014/main" id="{5EFD1E9E-8B9A-8F0F-50D3-EA9040B408C6}"/>
              </a:ext>
            </a:extLst>
          </p:cNvPr>
          <p:cNvSpPr txBox="1"/>
          <p:nvPr/>
        </p:nvSpPr>
        <p:spPr>
          <a:xfrm>
            <a:off x="7610783" y="1983195"/>
            <a:ext cx="922371" cy="21544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Quality</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&amp;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Customer</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Experience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System</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48" name="TextBox 47">
            <a:extLst>
              <a:ext uri="{FF2B5EF4-FFF2-40B4-BE49-F238E27FC236}">
                <a16:creationId xmlns:a16="http://schemas.microsoft.com/office/drawing/2014/main" id="{A2306355-41D4-72EC-2CA3-1A0C2700DB7E}"/>
              </a:ext>
            </a:extLst>
          </p:cNvPr>
          <p:cNvSpPr txBox="1"/>
          <p:nvPr/>
        </p:nvSpPr>
        <p:spPr>
          <a:xfrm>
            <a:off x="7610783" y="2474602"/>
            <a:ext cx="922371"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Recognition</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System</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64" name="TextBox 63">
            <a:extLst>
              <a:ext uri="{FF2B5EF4-FFF2-40B4-BE49-F238E27FC236}">
                <a16:creationId xmlns:a16="http://schemas.microsoft.com/office/drawing/2014/main" id="{F207A135-51F1-4386-695C-9FEB31AE94AE}"/>
              </a:ext>
            </a:extLst>
          </p:cNvPr>
          <p:cNvSpPr txBox="1"/>
          <p:nvPr/>
        </p:nvSpPr>
        <p:spPr>
          <a:xfrm>
            <a:off x="7610783" y="2869587"/>
            <a:ext cx="922371" cy="21544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Learning</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&amp;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Development</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System</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74" name="Graphic 73" descr="Books outline">
            <a:extLst>
              <a:ext uri="{FF2B5EF4-FFF2-40B4-BE49-F238E27FC236}">
                <a16:creationId xmlns:a16="http://schemas.microsoft.com/office/drawing/2014/main" id="{4E4B3A3C-06A0-328B-8184-02662BB4C390}"/>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181568" y="2815824"/>
            <a:ext cx="337621" cy="337621"/>
          </a:xfrm>
          <a:prstGeom prst="rect">
            <a:avLst/>
          </a:prstGeom>
        </p:spPr>
      </p:pic>
      <p:pic>
        <p:nvPicPr>
          <p:cNvPr id="79" name="Graphic 78" descr="Trophy outline">
            <a:extLst>
              <a:ext uri="{FF2B5EF4-FFF2-40B4-BE49-F238E27FC236}">
                <a16:creationId xmlns:a16="http://schemas.microsoft.com/office/drawing/2014/main" id="{13E18BE4-4590-A92D-9DCE-E799AE4B6E3F}"/>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7168613" y="2350333"/>
            <a:ext cx="363529" cy="363529"/>
          </a:xfrm>
          <a:prstGeom prst="rect">
            <a:avLst/>
          </a:prstGeom>
        </p:spPr>
      </p:pic>
      <p:sp>
        <p:nvSpPr>
          <p:cNvPr id="20" name="TextBox 19">
            <a:extLst>
              <a:ext uri="{FF2B5EF4-FFF2-40B4-BE49-F238E27FC236}">
                <a16:creationId xmlns:a16="http://schemas.microsoft.com/office/drawing/2014/main" id="{2C33F8A8-5486-48B9-E5D0-D3C3A2DA01AE}"/>
              </a:ext>
            </a:extLst>
          </p:cNvPr>
          <p:cNvSpPr txBox="1"/>
          <p:nvPr/>
        </p:nvSpPr>
        <p:spPr>
          <a:xfrm>
            <a:off x="2797964" y="1430844"/>
            <a:ext cx="1296000"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225"/>
              </a:spcBef>
              <a:spcAft>
                <a:spcPts val="225"/>
              </a:spcAft>
              <a:buClr>
                <a:srgbClr val="000000"/>
              </a:buClr>
              <a:defRPr/>
            </a:pP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Tools &amp; </a:t>
            </a: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Methods</a:t>
            </a: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85" name="Graphic 84" descr="Mining tools outline">
            <a:extLst>
              <a:ext uri="{FF2B5EF4-FFF2-40B4-BE49-F238E27FC236}">
                <a16:creationId xmlns:a16="http://schemas.microsoft.com/office/drawing/2014/main" id="{0A7E0490-4131-E076-B02A-51A9BFFE8612}"/>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3184133" y="771105"/>
            <a:ext cx="523662" cy="523662"/>
          </a:xfrm>
          <a:prstGeom prst="rect">
            <a:avLst/>
          </a:prstGeom>
        </p:spPr>
      </p:pic>
      <p:pic>
        <p:nvPicPr>
          <p:cNvPr id="87" name="Graphic 86" descr="Social network outline">
            <a:extLst>
              <a:ext uri="{FF2B5EF4-FFF2-40B4-BE49-F238E27FC236}">
                <a16:creationId xmlns:a16="http://schemas.microsoft.com/office/drawing/2014/main" id="{DB81018E-FD47-C255-C7B7-4145F5E9AD7E}"/>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7411564" y="712604"/>
            <a:ext cx="708753" cy="708753"/>
          </a:xfrm>
          <a:prstGeom prst="rect">
            <a:avLst/>
          </a:prstGeom>
        </p:spPr>
      </p:pic>
      <p:sp>
        <p:nvSpPr>
          <p:cNvPr id="2" name="TextBox 1">
            <a:extLst>
              <a:ext uri="{FF2B5EF4-FFF2-40B4-BE49-F238E27FC236}">
                <a16:creationId xmlns:a16="http://schemas.microsoft.com/office/drawing/2014/main" id="{3A3DDA39-CCBF-62C0-0BF5-AC11DCF17EF9}"/>
              </a:ext>
            </a:extLst>
          </p:cNvPr>
          <p:cNvSpPr txBox="1"/>
          <p:nvPr/>
        </p:nvSpPr>
        <p:spPr>
          <a:xfrm>
            <a:off x="978494" y="1910331"/>
            <a:ext cx="1296000" cy="26674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Strategy</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Deployment</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Hoshin</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Kanri”)</a:t>
            </a:r>
          </a:p>
        </p:txBody>
      </p:sp>
      <p:sp>
        <p:nvSpPr>
          <p:cNvPr id="6" name="TextBox 5">
            <a:extLst>
              <a:ext uri="{FF2B5EF4-FFF2-40B4-BE49-F238E27FC236}">
                <a16:creationId xmlns:a16="http://schemas.microsoft.com/office/drawing/2014/main" id="{34AF735B-43BE-006D-AE2E-9749B2DFC40D}"/>
              </a:ext>
            </a:extLst>
          </p:cNvPr>
          <p:cNvSpPr txBox="1"/>
          <p:nvPr/>
        </p:nvSpPr>
        <p:spPr>
          <a:xfrm>
            <a:off x="3147798" y="3858773"/>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Six</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Sigma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Problem</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Solving</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2.0)</a:t>
            </a:r>
          </a:p>
        </p:txBody>
      </p:sp>
      <p:sp>
        <p:nvSpPr>
          <p:cNvPr id="8" name="Rectángulo: esquinas redondeadas 7">
            <a:extLst>
              <a:ext uri="{FF2B5EF4-FFF2-40B4-BE49-F238E27FC236}">
                <a16:creationId xmlns:a16="http://schemas.microsoft.com/office/drawing/2014/main" id="{1CB795EC-4C7E-1DB3-0EDF-43D883057B5B}"/>
              </a:ext>
            </a:extLst>
          </p:cNvPr>
          <p:cNvSpPr/>
          <p:nvPr/>
        </p:nvSpPr>
        <p:spPr>
          <a:xfrm>
            <a:off x="2465596" y="1910330"/>
            <a:ext cx="1871152" cy="504105"/>
          </a:xfrm>
          <a:prstGeom prst="roundRect">
            <a:avLst/>
          </a:prstGeom>
          <a:noFill/>
          <a:ln w="12700">
            <a:solidFill>
              <a:srgbClr val="FF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Tree>
    <p:extLst>
      <p:ext uri="{BB962C8B-B14F-4D97-AF65-F5344CB8AC3E}">
        <p14:creationId xmlns:p14="http://schemas.microsoft.com/office/powerpoint/2010/main" val="2336134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4633-5CEA-52AF-5E74-5871CF8D49C9}"/>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691995DB-4CD2-CE28-8803-95B4B4A9C9B9}"/>
              </a:ext>
            </a:extLst>
          </p:cNvPr>
          <p:cNvSpPr/>
          <p:nvPr/>
        </p:nvSpPr>
        <p:spPr>
          <a:xfrm>
            <a:off x="784860" y="631758"/>
            <a:ext cx="7478112" cy="3985961"/>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 name="CuadroTexto 7">
            <a:extLst>
              <a:ext uri="{FF2B5EF4-FFF2-40B4-BE49-F238E27FC236}">
                <a16:creationId xmlns:a16="http://schemas.microsoft.com/office/drawing/2014/main" id="{81EC5F66-B828-9AF7-8E9B-657BB3EB03F8}"/>
              </a:ext>
            </a:extLst>
          </p:cNvPr>
          <p:cNvSpPr txBox="1"/>
          <p:nvPr/>
        </p:nvSpPr>
        <p:spPr>
          <a:xfrm>
            <a:off x="1020573" y="1016971"/>
            <a:ext cx="6844937" cy="533992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buFont typeface="Arial" panose="020B0604020202020204" pitchFamily="34" charset="0"/>
              <a:buChar char="•"/>
            </a:pPr>
            <a:r>
              <a:rPr lang="es-MX" sz="1100" b="1" noProof="0" dirty="0">
                <a:solidFill>
                  <a:schemeClr val="accent6"/>
                </a:solidFill>
              </a:rPr>
              <a:t>BEST: </a:t>
            </a:r>
            <a:r>
              <a:rPr lang="es-MX" sz="1100" b="1" noProof="0" dirty="0">
                <a:solidFill>
                  <a:schemeClr val="bg1"/>
                </a:solidFill>
              </a:rPr>
              <a:t>An excellence system that aims to improve safety, efficiency, and results through discipline, standardization, and continuous improvement.
Gemba Walk: Observe the process directly rather than from the office.</a:t>
            </a:r>
            <a:r>
              <a:rPr lang="es-MX" sz="1100" b="1" noProof="0" dirty="0">
                <a:solidFill>
                  <a:schemeClr val="accent6"/>
                </a:solidFill>
              </a:rPr>
              <a:t>
6S: </a:t>
            </a:r>
            <a:r>
              <a:rPr lang="es-MX" sz="1100" b="1" noProof="0" dirty="0">
                <a:solidFill>
                  <a:schemeClr val="bg1"/>
                </a:solidFill>
              </a:rPr>
              <a:t>A workplace organization, cleanliness, and safety methodology: Sort, Set in Order, Shine, Standardize, Sustain, and Safety.</a:t>
            </a:r>
            <a:r>
              <a:rPr lang="es-MX" sz="1100" b="1" noProof="0" dirty="0">
                <a:solidFill>
                  <a:schemeClr val="accent6"/>
                </a:solidFill>
              </a:rPr>
              <a:t>
Hoshin Kanri: </a:t>
            </a:r>
            <a:r>
              <a:rPr lang="es-MX" sz="1100" b="1" noProof="0" dirty="0">
                <a:solidFill>
                  <a:schemeClr val="bg1"/>
                </a:solidFill>
              </a:rPr>
              <a:t>A method for aligning strategic objectives with daily operational activities.
</a:t>
            </a:r>
            <a:r>
              <a:rPr lang="es-MX" sz="1100" b="1" noProof="0" dirty="0">
                <a:solidFill>
                  <a:schemeClr val="accent6"/>
                </a:solidFill>
              </a:rPr>
              <a:t>System: </a:t>
            </a:r>
            <a:r>
              <a:rPr lang="es-MX" sz="1100" b="1" noProof="0" dirty="0">
                <a:solidFill>
                  <a:schemeClr val="bg1"/>
                </a:solidFill>
              </a:rPr>
              <a:t>A set of processes, people, and tools working in an organized way to achieve a common goal.</a:t>
            </a:r>
            <a:r>
              <a:rPr lang="es-MX" sz="1100" b="1" noProof="0" dirty="0">
                <a:solidFill>
                  <a:schemeClr val="accent6"/>
                </a:solidFill>
              </a:rPr>
              <a:t>
KPI: </a:t>
            </a:r>
            <a:r>
              <a:rPr lang="es-MX" sz="1100" b="1" noProof="0" dirty="0">
                <a:solidFill>
                  <a:schemeClr val="bg1"/>
                </a:solidFill>
              </a:rPr>
              <a:t>A key indicator that measures the performance of a process or activity.</a:t>
            </a:r>
            <a:r>
              <a:rPr lang="es-MX" sz="1100" b="1" noProof="0" dirty="0">
                <a:solidFill>
                  <a:schemeClr val="accent6"/>
                </a:solidFill>
              </a:rPr>
              <a:t>
GMPH: </a:t>
            </a:r>
            <a:r>
              <a:rPr lang="es-MX" sz="1100" b="1" noProof="0" dirty="0">
                <a:solidFill>
                  <a:schemeClr val="bg1"/>
                </a:solidFill>
              </a:rPr>
              <a:t>A productivity indicator that measures the total moves completed per hour.</a:t>
            </a:r>
            <a:r>
              <a:rPr lang="es-MX" sz="1100" b="1" noProof="0" dirty="0">
                <a:solidFill>
                  <a:schemeClr val="accent6"/>
                </a:solidFill>
              </a:rPr>
              <a:t>
Sponsor: </a:t>
            </a:r>
            <a:r>
              <a:rPr lang="es-MX" sz="1100" b="1" noProof="0" dirty="0">
                <a:solidFill>
                  <a:schemeClr val="bg1"/>
                </a:solidFill>
              </a:rPr>
              <a:t>A leader who supports an initiative, removes resource barriers, and follows up on progress.</a:t>
            </a:r>
            <a:r>
              <a:rPr lang="es-MX" sz="1100" b="1" noProof="0" dirty="0">
                <a:solidFill>
                  <a:schemeClr val="accent6"/>
                </a:solidFill>
              </a:rPr>
              <a:t>
Visual Management: </a:t>
            </a:r>
            <a:r>
              <a:rPr lang="es-MX" sz="1100" b="1" noProof="0" dirty="0">
                <a:solidFill>
                  <a:schemeClr val="bg1"/>
                </a:solidFill>
              </a:rPr>
              <a:t>The use of boards, colors, charts, and signals to make information clear and visible to everyone.</a:t>
            </a:r>
            <a:r>
              <a:rPr lang="es-MX" sz="1100" b="1" noProof="0" dirty="0">
                <a:solidFill>
                  <a:schemeClr val="accent6"/>
                </a:solidFill>
              </a:rPr>
              <a:t>
Shibumi: </a:t>
            </a:r>
            <a:r>
              <a:rPr lang="es-MX" sz="1100" b="1" noProof="0" dirty="0">
                <a:solidFill>
                  <a:schemeClr val="bg1"/>
                </a:solidFill>
              </a:rPr>
              <a:t>The corporate platform for tracking BEST initiatives, impacts, and project progress.</a:t>
            </a:r>
            <a:r>
              <a:rPr lang="es-MX" sz="1100" b="1" noProof="0" dirty="0">
                <a:solidFill>
                  <a:schemeClr val="accent6"/>
                </a:solidFill>
              </a:rPr>
              <a:t>
Microsoft Forms: </a:t>
            </a:r>
            <a:r>
              <a:rPr lang="es-MX" sz="1100" b="1" noProof="0" dirty="0">
                <a:solidFill>
                  <a:schemeClr val="bg1"/>
                </a:solidFill>
              </a:rPr>
              <a:t>A tool for collecting information digitally through forms.</a:t>
            </a:r>
            <a:r>
              <a:rPr lang="es-MX" sz="1100" b="1" noProof="0" dirty="0">
                <a:solidFill>
                  <a:schemeClr val="accent6"/>
                </a:solidFill>
              </a:rPr>
              <a:t>
Microsoft Lists: </a:t>
            </a:r>
            <a:r>
              <a:rPr lang="es-MX" sz="1100" b="1" noProof="0" dirty="0">
                <a:solidFill>
                  <a:schemeClr val="bg1"/>
                </a:solidFill>
              </a:rPr>
              <a:t>A tool for recording, organizing, and tracking actions, tasks, or initiatives.</a:t>
            </a:r>
            <a:endParaRPr lang="es-MX" sz="1100" noProof="0" dirty="0">
              <a:solidFill>
                <a:schemeClr val="bg1"/>
              </a:solidFill>
            </a:endParaRPr>
          </a:p>
          <a:p>
            <a:pPr marL="171450" indent="-171450" algn="just">
              <a:buFont typeface="Arial" panose="020B0604020202020204" pitchFamily="34" charset="0"/>
              <a:buChar char="•"/>
            </a:pPr>
            <a:endParaRPr lang="es-MX" sz="1100" noProof="0" dirty="0">
              <a:solidFill>
                <a:schemeClr val="bg1"/>
              </a:solidFill>
            </a:endParaRPr>
          </a:p>
          <a:p>
            <a:pPr marL="171450" indent="-171450" algn="just">
              <a:buFont typeface="Arial" panose="020B0604020202020204" pitchFamily="34" charset="0"/>
              <a:buChar char="•"/>
            </a:pPr>
            <a:endParaRPr lang="es-MX" sz="1100" dirty="0">
              <a:solidFill>
                <a:schemeClr val="bg1"/>
              </a:solidFill>
            </a:endParaRPr>
          </a:p>
          <a:p>
            <a:pPr marL="171450" indent="-171450" algn="just">
              <a:buFont typeface="Arial" panose="020B0604020202020204" pitchFamily="34" charset="0"/>
              <a:buChar char="•"/>
            </a:pPr>
            <a:endParaRPr lang="es-MX" sz="1100" noProof="0" dirty="0">
              <a:solidFill>
                <a:schemeClr val="bg1"/>
              </a:solidFill>
            </a:endParaRPr>
          </a:p>
          <a:p>
            <a:pPr marL="171450" indent="-171450" algn="just">
              <a:buFont typeface="Arial" panose="020B0604020202020204" pitchFamily="34" charset="0"/>
              <a:buChar char="•"/>
            </a:pPr>
            <a:endParaRPr lang="es-MX" sz="1100" dirty="0">
              <a:solidFill>
                <a:schemeClr val="bg1"/>
              </a:solidFill>
            </a:endParaRPr>
          </a:p>
          <a:p>
            <a:pPr marL="171450" indent="-171450" algn="just">
              <a:buFont typeface="Arial" panose="020B0604020202020204" pitchFamily="34" charset="0"/>
              <a:buChar char="•"/>
            </a:pPr>
            <a:endParaRPr lang="es-MX" sz="1100" dirty="0">
              <a:solidFill>
                <a:schemeClr val="bg1"/>
              </a:solidFill>
            </a:endParaRPr>
          </a:p>
          <a:p>
            <a:pPr marL="171450" indent="-171450" algn="just">
              <a:buFont typeface="Arial" panose="020B0604020202020204" pitchFamily="34" charset="0"/>
              <a:buChar char="•"/>
            </a:pPr>
            <a:endParaRPr lang="es-MX" sz="1100" dirty="0">
              <a:solidFill>
                <a:schemeClr val="bg1"/>
              </a:solidFill>
            </a:endParaRPr>
          </a:p>
          <a:p>
            <a:pPr marL="171450" indent="-171450" algn="just">
              <a:buFont typeface="Arial" panose="020B0604020202020204" pitchFamily="34" charset="0"/>
              <a:buChar char="•"/>
            </a:pPr>
            <a:endParaRPr lang="es-MX" sz="1100" noProof="0" dirty="0">
              <a:solidFill>
                <a:schemeClr val="bg1"/>
              </a:solidFill>
            </a:endParaRPr>
          </a:p>
          <a:p>
            <a:pPr marL="171450" indent="-171450" algn="just">
              <a:buFont typeface="Arial" panose="020B0604020202020204" pitchFamily="34" charset="0"/>
              <a:buChar char="•"/>
            </a:pPr>
            <a:endParaRPr lang="es-MX" sz="1100" dirty="0">
              <a:solidFill>
                <a:schemeClr val="bg1"/>
              </a:solidFill>
            </a:endParaRPr>
          </a:p>
          <a:p>
            <a:pPr marL="171450" indent="-171450" algn="just">
              <a:buFont typeface="Arial" panose="020B0604020202020204" pitchFamily="34" charset="0"/>
              <a:buChar char="•"/>
            </a:pPr>
            <a:endParaRPr lang="es-MX" sz="1100" noProof="0" dirty="0">
              <a:solidFill>
                <a:schemeClr val="bg1"/>
              </a:solidFill>
            </a:endParaRPr>
          </a:p>
          <a:p>
            <a:pPr marL="171450" indent="-171450" algn="just">
              <a:buFont typeface="Arial" panose="020B0604020202020204" pitchFamily="34" charset="0"/>
              <a:buChar char="•"/>
            </a:pPr>
            <a:endParaRPr lang="es-MX" sz="1100" dirty="0">
              <a:solidFill>
                <a:schemeClr val="bg1"/>
              </a:solidFill>
            </a:endParaRPr>
          </a:p>
          <a:p>
            <a:pPr marL="171450" indent="-171450" algn="just">
              <a:buFont typeface="Arial" panose="020B0604020202020204" pitchFamily="34" charset="0"/>
              <a:buChar char="•"/>
            </a:pPr>
            <a:endParaRPr lang="es-MX" sz="1100" dirty="0">
              <a:solidFill>
                <a:schemeClr val="bg1"/>
              </a:solidFill>
            </a:endParaRPr>
          </a:p>
          <a:p>
            <a:pPr marL="171450" indent="-171450" algn="just">
              <a:buFont typeface="Arial" panose="020B0604020202020204" pitchFamily="34" charset="0"/>
              <a:buChar char="•"/>
            </a:pPr>
            <a:endParaRPr lang="es-MX" sz="1100" noProof="0" dirty="0">
              <a:solidFill>
                <a:schemeClr val="bg1"/>
              </a:solidFill>
            </a:endParaRPr>
          </a:p>
          <a:p>
            <a:pPr algn="just"/>
            <a:endParaRPr lang="es-MX" sz="1100" i="1" noProof="0" dirty="0">
              <a:solidFill>
                <a:schemeClr val="tx1"/>
              </a:solidFill>
            </a:endParaRPr>
          </a:p>
          <a:p>
            <a:pPr algn="just"/>
            <a:endParaRPr lang="es-MX" sz="1100" i="1" noProof="0" dirty="0">
              <a:solidFill>
                <a:schemeClr val="bg1"/>
              </a:solidFill>
            </a:endParaRPr>
          </a:p>
        </p:txBody>
      </p:sp>
      <p:sp>
        <p:nvSpPr>
          <p:cNvPr id="8" name="Title 15">
            <a:extLst>
              <a:ext uri="{FF2B5EF4-FFF2-40B4-BE49-F238E27FC236}">
                <a16:creationId xmlns:a16="http://schemas.microsoft.com/office/drawing/2014/main" id="{C3AD0A73-48D4-A4B2-93B1-1CF339E8C67E}"/>
              </a:ext>
            </a:extLst>
          </p:cNvPr>
          <p:cNvSpPr>
            <a:spLocks noGrp="1"/>
          </p:cNvSpPr>
          <p:nvPr>
            <p:ph type="title"/>
          </p:nvPr>
        </p:nvSpPr>
        <p:spPr>
          <a:xfrm>
            <a:off x="2393191" y="109943"/>
            <a:ext cx="4099703" cy="369332"/>
          </a:xfrm>
        </p:spPr>
        <p:txBody>
          <a:bodyPr vert="horz"/>
          <a:lstStyle/>
          <a:p>
            <a:pPr algn="ctr"/>
            <a:r>
              <a:rPr lang="es-MX" sz="2400"/>
              <a:t>Definitions</a:t>
            </a:r>
            <a:endParaRPr lang="es-MX" sz="2400" noProof="0"/>
          </a:p>
        </p:txBody>
      </p:sp>
      <p:pic>
        <p:nvPicPr>
          <p:cNvPr id="2" name="Imagen 1" descr="Dibujo de una persona&#10;&#10;El contenido generado por IA puede ser incorrecto.">
            <a:extLst>
              <a:ext uri="{FF2B5EF4-FFF2-40B4-BE49-F238E27FC236}">
                <a16:creationId xmlns:a16="http://schemas.microsoft.com/office/drawing/2014/main" id="{C58C01DE-EC0F-3996-F9A0-9166BC9D6FFE}"/>
              </a:ext>
            </a:extLst>
          </p:cNvPr>
          <p:cNvPicPr>
            <a:picLocks noChangeAspect="1"/>
          </p:cNvPicPr>
          <p:nvPr/>
        </p:nvPicPr>
        <p:blipFill>
          <a:blip r:embed="rId2"/>
          <a:stretch>
            <a:fillRect/>
          </a:stretch>
        </p:blipFill>
        <p:spPr>
          <a:xfrm>
            <a:off x="8661417" y="109943"/>
            <a:ext cx="466952" cy="466952"/>
          </a:xfrm>
          <a:prstGeom prst="rect">
            <a:avLst/>
          </a:prstGeom>
        </p:spPr>
      </p:pic>
    </p:spTree>
    <p:extLst>
      <p:ext uri="{BB962C8B-B14F-4D97-AF65-F5344CB8AC3E}">
        <p14:creationId xmlns:p14="http://schemas.microsoft.com/office/powerpoint/2010/main" val="3866967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D8332-ED86-C8D9-4D65-F663BFBD2357}"/>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7FBF70F-96D0-D583-5B50-C030C005C3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F7FBF70F-96D0-D583-5B50-C030C005C3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81BB4F74-8350-0037-5376-E64A2BBA8B99}"/>
              </a:ext>
            </a:extLst>
          </p:cNvPr>
          <p:cNvSpPr>
            <a:spLocks noGrp="1"/>
          </p:cNvSpPr>
          <p:nvPr>
            <p:ph type="title"/>
          </p:nvPr>
        </p:nvSpPr>
        <p:spPr>
          <a:xfrm>
            <a:off x="146071" y="229344"/>
            <a:ext cx="8789937" cy="307777"/>
          </a:xfrm>
        </p:spPr>
        <p:txBody>
          <a:bodyPr vert="horz"/>
          <a:lstStyle/>
          <a:p>
            <a:pPr algn="ctr"/>
            <a:r>
              <a:rPr lang="es-MX" noProof="0" dirty="0"/>
              <a:t>PORT™ Training</a:t>
            </a:r>
          </a:p>
        </p:txBody>
      </p:sp>
      <p:sp>
        <p:nvSpPr>
          <p:cNvPr id="5" name="TextBox 4">
            <a:extLst>
              <a:ext uri="{FF2B5EF4-FFF2-40B4-BE49-F238E27FC236}">
                <a16:creationId xmlns:a16="http://schemas.microsoft.com/office/drawing/2014/main" id="{B7826B8B-7B96-6F11-C148-C1E79249C677}"/>
              </a:ext>
            </a:extLst>
          </p:cNvPr>
          <p:cNvSpPr txBox="1"/>
          <p:nvPr/>
        </p:nvSpPr>
        <p:spPr>
          <a:xfrm>
            <a:off x="217083" y="1011598"/>
            <a:ext cx="927837" cy="51296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1:
System Introduction</a:t>
            </a:r>
          </a:p>
          <a:p>
            <a:pPr>
              <a:spcBef>
                <a:spcPts val="225"/>
              </a:spcBef>
              <a:spcAft>
                <a:spcPts val="225"/>
              </a:spcAft>
              <a:buClr>
                <a:srgbClr val="000000"/>
              </a:buClr>
              <a:defRPr/>
            </a:pPr>
            <a:endPar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8" name="TextBox 4">
            <a:extLst>
              <a:ext uri="{FF2B5EF4-FFF2-40B4-BE49-F238E27FC236}">
                <a16:creationId xmlns:a16="http://schemas.microsoft.com/office/drawing/2014/main" id="{EB687EF4-648A-9BF3-97B9-182DBA7DCE5B}"/>
              </a:ext>
            </a:extLst>
          </p:cNvPr>
          <p:cNvSpPr txBox="1"/>
          <p:nvPr/>
        </p:nvSpPr>
        <p:spPr>
          <a:xfrm>
            <a:off x="1874354" y="971601"/>
            <a:ext cx="1296000" cy="87203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2:
Pinpoint the Problem</a:t>
            </a:r>
          </a:p>
          <a:p>
            <a:pPr>
              <a:spcBef>
                <a:spcPts val="225"/>
              </a:spcBef>
              <a:spcAft>
                <a:spcPts val="225"/>
              </a:spcAft>
              <a:buClr>
                <a:srgbClr val="000000"/>
              </a:buClr>
              <a:defRPr/>
            </a:pPr>
            <a:endPar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a:p>
            <a:pPr>
              <a:spcBef>
                <a:spcPts val="225"/>
              </a:spcBef>
              <a:spcAft>
                <a:spcPts val="225"/>
              </a:spcAft>
              <a:buClr>
                <a:srgbClr val="000000"/>
              </a:buClr>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9" name="TextBox 4">
            <a:extLst>
              <a:ext uri="{FF2B5EF4-FFF2-40B4-BE49-F238E27FC236}">
                <a16:creationId xmlns:a16="http://schemas.microsoft.com/office/drawing/2014/main" id="{490FBB3C-7576-8E6D-9539-2F8BAEAF1E42}"/>
              </a:ext>
            </a:extLst>
          </p:cNvPr>
          <p:cNvSpPr txBox="1"/>
          <p:nvPr/>
        </p:nvSpPr>
        <p:spPr>
          <a:xfrm>
            <a:off x="3268101" y="971601"/>
            <a:ext cx="1296000" cy="51296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3:
Observe and Analyze, Part 1</a:t>
            </a:r>
          </a:p>
          <a:p>
            <a:pPr>
              <a:spcBef>
                <a:spcPts val="225"/>
              </a:spcBef>
              <a:spcAft>
                <a:spcPts val="225"/>
              </a:spcAft>
              <a:buClr>
                <a:srgbClr val="000000"/>
              </a:buClr>
              <a:defRPr/>
            </a:pPr>
            <a:endPar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10" name="TextBox 4">
            <a:extLst>
              <a:ext uri="{FF2B5EF4-FFF2-40B4-BE49-F238E27FC236}">
                <a16:creationId xmlns:a16="http://schemas.microsoft.com/office/drawing/2014/main" id="{1E6B9FBA-1160-1C12-3BDA-AB1E893A4829}"/>
              </a:ext>
            </a:extLst>
          </p:cNvPr>
          <p:cNvSpPr txBox="1"/>
          <p:nvPr/>
        </p:nvSpPr>
        <p:spPr>
          <a:xfrm>
            <a:off x="4727388" y="971600"/>
            <a:ext cx="1296000" cy="51296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4:
Observe and Analyze, Part 2</a:t>
            </a:r>
          </a:p>
          <a:p>
            <a:pPr>
              <a:spcBef>
                <a:spcPts val="225"/>
              </a:spcBef>
              <a:spcAft>
                <a:spcPts val="225"/>
              </a:spcAft>
              <a:buClr>
                <a:srgbClr val="000000"/>
              </a:buClr>
              <a:defRPr/>
            </a:pPr>
            <a:endPar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11" name="TextBox 4">
            <a:extLst>
              <a:ext uri="{FF2B5EF4-FFF2-40B4-BE49-F238E27FC236}">
                <a16:creationId xmlns:a16="http://schemas.microsoft.com/office/drawing/2014/main" id="{4555619A-6993-3D85-4976-E5962A6EE1C9}"/>
              </a:ext>
            </a:extLst>
          </p:cNvPr>
          <p:cNvSpPr txBox="1"/>
          <p:nvPr/>
        </p:nvSpPr>
        <p:spPr>
          <a:xfrm>
            <a:off x="6406166" y="971600"/>
            <a:ext cx="1296000"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5: Resolve with Actions</a:t>
            </a:r>
          </a:p>
        </p:txBody>
      </p:sp>
      <p:sp>
        <p:nvSpPr>
          <p:cNvPr id="12" name="TextBox 4">
            <a:extLst>
              <a:ext uri="{FF2B5EF4-FFF2-40B4-BE49-F238E27FC236}">
                <a16:creationId xmlns:a16="http://schemas.microsoft.com/office/drawing/2014/main" id="{C0B734CE-8A65-79AC-7BF5-22DF825C90A3}"/>
              </a:ext>
            </a:extLst>
          </p:cNvPr>
          <p:cNvSpPr txBox="1"/>
          <p:nvPr/>
        </p:nvSpPr>
        <p:spPr>
          <a:xfrm>
            <a:off x="7769270" y="978768"/>
            <a:ext cx="1296000"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6: Track and Sustain</a:t>
            </a:r>
          </a:p>
        </p:txBody>
      </p:sp>
      <p:cxnSp>
        <p:nvCxnSpPr>
          <p:cNvPr id="29" name="Straight Connector 79">
            <a:extLst>
              <a:ext uri="{FF2B5EF4-FFF2-40B4-BE49-F238E27FC236}">
                <a16:creationId xmlns:a16="http://schemas.microsoft.com/office/drawing/2014/main" id="{C35D6238-2158-0A66-926C-D6BC7A27C934}"/>
              </a:ext>
            </a:extLst>
          </p:cNvPr>
          <p:cNvCxnSpPr>
            <a:cxnSpLocks/>
          </p:cNvCxnSpPr>
          <p:nvPr/>
        </p:nvCxnSpPr>
        <p:spPr>
          <a:xfrm>
            <a:off x="7599590" y="1370671"/>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TextBox 4">
            <a:extLst>
              <a:ext uri="{FF2B5EF4-FFF2-40B4-BE49-F238E27FC236}">
                <a16:creationId xmlns:a16="http://schemas.microsoft.com/office/drawing/2014/main" id="{1B0FB854-B517-3AB2-635C-580E204953C9}"/>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0" name="Straight Connector 79">
            <a:extLst>
              <a:ext uri="{FF2B5EF4-FFF2-40B4-BE49-F238E27FC236}">
                <a16:creationId xmlns:a16="http://schemas.microsoft.com/office/drawing/2014/main" id="{D0EC9F82-6A10-4FFE-4BD0-45DF7451FE0E}"/>
              </a:ext>
            </a:extLst>
          </p:cNvPr>
          <p:cNvCxnSpPr>
            <a:cxnSpLocks/>
          </p:cNvCxnSpPr>
          <p:nvPr/>
        </p:nvCxnSpPr>
        <p:spPr>
          <a:xfrm>
            <a:off x="6137875" y="1370671"/>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79">
            <a:extLst>
              <a:ext uri="{FF2B5EF4-FFF2-40B4-BE49-F238E27FC236}">
                <a16:creationId xmlns:a16="http://schemas.microsoft.com/office/drawing/2014/main" id="{28A69FBD-47DC-9DC0-B9E1-E8BDB7457118}"/>
              </a:ext>
            </a:extLst>
          </p:cNvPr>
          <p:cNvCxnSpPr>
            <a:cxnSpLocks/>
          </p:cNvCxnSpPr>
          <p:nvPr/>
        </p:nvCxnSpPr>
        <p:spPr>
          <a:xfrm>
            <a:off x="4541040" y="1407618"/>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79">
            <a:extLst>
              <a:ext uri="{FF2B5EF4-FFF2-40B4-BE49-F238E27FC236}">
                <a16:creationId xmlns:a16="http://schemas.microsoft.com/office/drawing/2014/main" id="{BD0FE5DC-7A1E-27CE-D6B6-3121B64ADCA5}"/>
              </a:ext>
            </a:extLst>
          </p:cNvPr>
          <p:cNvCxnSpPr>
            <a:cxnSpLocks/>
          </p:cNvCxnSpPr>
          <p:nvPr/>
        </p:nvCxnSpPr>
        <p:spPr>
          <a:xfrm>
            <a:off x="2975958" y="1407618"/>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79">
            <a:extLst>
              <a:ext uri="{FF2B5EF4-FFF2-40B4-BE49-F238E27FC236}">
                <a16:creationId xmlns:a16="http://schemas.microsoft.com/office/drawing/2014/main" id="{8A05777F-967A-7266-37A9-6DB5AD421ADF}"/>
              </a:ext>
            </a:extLst>
          </p:cNvPr>
          <p:cNvCxnSpPr>
            <a:cxnSpLocks/>
          </p:cNvCxnSpPr>
          <p:nvPr/>
        </p:nvCxnSpPr>
        <p:spPr>
          <a:xfrm>
            <a:off x="1447315" y="1407618"/>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4">
            <a:extLst>
              <a:ext uri="{FF2B5EF4-FFF2-40B4-BE49-F238E27FC236}">
                <a16:creationId xmlns:a16="http://schemas.microsoft.com/office/drawing/2014/main" id="{5EBA557D-C554-23EF-8F8A-8F23FA7A028D}"/>
              </a:ext>
            </a:extLst>
          </p:cNvPr>
          <p:cNvSpPr txBox="1"/>
          <p:nvPr/>
        </p:nvSpPr>
        <p:spPr>
          <a:xfrm>
            <a:off x="30736" y="1620840"/>
            <a:ext cx="1296000" cy="310341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rPr>
              <a:t>Problem Solving as a System
Scope
Definition
Caused vs. Created Problems
PORT Phases</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59" name="TextBox 4">
            <a:extLst>
              <a:ext uri="{FF2B5EF4-FFF2-40B4-BE49-F238E27FC236}">
                <a16:creationId xmlns:a16="http://schemas.microsoft.com/office/drawing/2014/main" id="{A47F7467-9756-2AA3-E4DF-CC6E99157B17}"/>
              </a:ext>
            </a:extLst>
          </p:cNvPr>
          <p:cNvSpPr txBox="1"/>
          <p:nvPr/>
        </p:nvSpPr>
        <p:spPr>
          <a:xfrm>
            <a:off x="1525662" y="1717822"/>
            <a:ext cx="1296000" cy="31133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Importance of Defining a Problem Correctly
Tree Diagram
Articulate the Problem Statement</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61" name="TextBox 4">
            <a:extLst>
              <a:ext uri="{FF2B5EF4-FFF2-40B4-BE49-F238E27FC236}">
                <a16:creationId xmlns:a16="http://schemas.microsoft.com/office/drawing/2014/main" id="{D7C82962-D95A-10E3-BE12-E282F1C40463}"/>
              </a:ext>
            </a:extLst>
          </p:cNvPr>
          <p:cNvSpPr txBox="1"/>
          <p:nvPr/>
        </p:nvSpPr>
        <p:spPr>
          <a:xfrm>
            <a:off x="3092572" y="1717822"/>
            <a:ext cx="1296000" cy="11384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Ishikawa Diagram
Multivoting Matrix</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67" name="TextBox 4">
            <a:extLst>
              <a:ext uri="{FF2B5EF4-FFF2-40B4-BE49-F238E27FC236}">
                <a16:creationId xmlns:a16="http://schemas.microsoft.com/office/drawing/2014/main" id="{047B1309-4859-C674-6284-31F013250F3E}"/>
              </a:ext>
            </a:extLst>
          </p:cNvPr>
          <p:cNvSpPr txBox="1"/>
          <p:nvPr/>
        </p:nvSpPr>
        <p:spPr>
          <a:xfrm>
            <a:off x="4691458" y="1717822"/>
            <a:ext cx="1296000" cy="239520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Root Cause
5 Whys
Countermeasure Definition
Countermeasure Prioritization</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68" name="TextBox 4">
            <a:extLst>
              <a:ext uri="{FF2B5EF4-FFF2-40B4-BE49-F238E27FC236}">
                <a16:creationId xmlns:a16="http://schemas.microsoft.com/office/drawing/2014/main" id="{7EA6FC3F-F0D1-09D6-5E43-0E8720A8C06D}"/>
              </a:ext>
            </a:extLst>
          </p:cNvPr>
          <p:cNvSpPr txBox="1"/>
          <p:nvPr/>
        </p:nvSpPr>
        <p:spPr>
          <a:xfrm>
            <a:off x="6252363" y="1713856"/>
            <a:ext cx="1296000" cy="195919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Action Plan Validation
Pilot Test
Communication Plan</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69" name="TextBox 4">
            <a:extLst>
              <a:ext uri="{FF2B5EF4-FFF2-40B4-BE49-F238E27FC236}">
                <a16:creationId xmlns:a16="http://schemas.microsoft.com/office/drawing/2014/main" id="{3D32D6A7-871D-FE22-30D3-AF5D290316B1}"/>
              </a:ext>
            </a:extLst>
          </p:cNvPr>
          <p:cNvSpPr txBox="1"/>
          <p:nvPr/>
        </p:nvSpPr>
        <p:spPr>
          <a:xfrm>
            <a:off x="7765305" y="1725759"/>
            <a:ext cx="1296000" cy="283122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Tracking Method
Meeting System
Visual Management
Recognition System
Reflection / Closing</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6B5DC20F-673F-AA41-F1AE-FD0522C129A8}"/>
              </a:ext>
            </a:extLst>
          </p:cNvPr>
          <p:cNvPicPr>
            <a:picLocks noChangeAspect="1"/>
          </p:cNvPicPr>
          <p:nvPr/>
        </p:nvPicPr>
        <p:blipFill>
          <a:blip r:embed="rId6"/>
          <a:stretch>
            <a:fillRect/>
          </a:stretch>
        </p:blipFill>
        <p:spPr>
          <a:xfrm>
            <a:off x="8738529" y="130779"/>
            <a:ext cx="297258" cy="419100"/>
          </a:xfrm>
          <a:prstGeom prst="rect">
            <a:avLst/>
          </a:prstGeom>
        </p:spPr>
      </p:pic>
    </p:spTree>
    <p:extLst>
      <p:ext uri="{BB962C8B-B14F-4D97-AF65-F5344CB8AC3E}">
        <p14:creationId xmlns:p14="http://schemas.microsoft.com/office/powerpoint/2010/main" val="942835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B01E0-D0BE-8BFB-9AF3-C52AD12DE5C8}"/>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FDC0094-634D-6C9D-2CF4-21F6F48BB6F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FFDC0094-634D-6C9D-2CF4-21F6F48BB6F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106F29BC-DDEB-6749-971B-E7B15362C7EF}"/>
              </a:ext>
            </a:extLst>
          </p:cNvPr>
          <p:cNvSpPr txBox="1"/>
          <p:nvPr/>
        </p:nvSpPr>
        <p:spPr>
          <a:xfrm>
            <a:off x="212093" y="869405"/>
            <a:ext cx="3501929"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1: Definition and Scope</a:t>
            </a:r>
          </a:p>
        </p:txBody>
      </p:sp>
      <p:sp>
        <p:nvSpPr>
          <p:cNvPr id="35" name="TextBox 4">
            <a:extLst>
              <a:ext uri="{FF2B5EF4-FFF2-40B4-BE49-F238E27FC236}">
                <a16:creationId xmlns:a16="http://schemas.microsoft.com/office/drawing/2014/main" id="{9BB3116E-C4FE-5499-AB65-46B2AF112799}"/>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6" name="Straight Connector 79">
            <a:extLst>
              <a:ext uri="{FF2B5EF4-FFF2-40B4-BE49-F238E27FC236}">
                <a16:creationId xmlns:a16="http://schemas.microsoft.com/office/drawing/2014/main" id="{9022264F-6612-3A66-8539-8EE4EEA2D9A7}"/>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4">
            <a:extLst>
              <a:ext uri="{FF2B5EF4-FFF2-40B4-BE49-F238E27FC236}">
                <a16:creationId xmlns:a16="http://schemas.microsoft.com/office/drawing/2014/main" id="{98C8DA09-8E4E-BBBF-18DB-1C0EB1161BA2}"/>
              </a:ext>
            </a:extLst>
          </p:cNvPr>
          <p:cNvSpPr txBox="1"/>
          <p:nvPr/>
        </p:nvSpPr>
        <p:spPr>
          <a:xfrm>
            <a:off x="212093" y="1063727"/>
            <a:ext cx="3895986" cy="438581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indent="-228600">
              <a:lnSpc>
                <a:spcPct val="250000"/>
              </a:lnSpc>
              <a:spcBef>
                <a:spcPts val="225"/>
              </a:spcBef>
              <a:spcAft>
                <a:spcPts val="225"/>
              </a:spcAft>
              <a:buClr>
                <a:schemeClr val="bg2"/>
              </a:buClr>
              <a:buFont typeface="+mj-lt"/>
              <a:buAutoNum type="arabicPeriod"/>
              <a:defRPr/>
            </a:pPr>
            <a:r>
              <a:rPr lang="es-MX" sz="1100" noProof="0" dirty="0" err="1">
                <a:solidFill>
                  <a:schemeClr val="bg1"/>
                </a:solidFill>
                <a:ea typeface="Verdana" panose="020B0604030504040204" pitchFamily="34" charset="0"/>
                <a:cs typeface="Calibri" panose="020F0502020204030204" pitchFamily="34" charset="0"/>
                <a:sym typeface="Verdana" panose="020B0604030504040204" pitchFamily="34" charset="0"/>
              </a:rPr>
              <a:t>Problem Solving as a System</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Scope</a:t>
            </a:r>
          </a:p>
          <a:p>
            <a:pPr marL="228600" indent="-228600">
              <a:lnSpc>
                <a:spcPct val="250000"/>
              </a:lnSpc>
              <a:spcBef>
                <a:spcPts val="225"/>
              </a:spcBef>
              <a:spcAft>
                <a:spcPts val="225"/>
              </a:spcAft>
              <a:buClr>
                <a:schemeClr val="bg2"/>
              </a:buClr>
              <a:buFont typeface="+mj-lt"/>
              <a:buAutoNum type="arabicPeriod"/>
              <a:defRPr/>
            </a:pPr>
            <a:r>
              <a:rPr lang="es-MX" sz="1100" dirty="0">
                <a:solidFill>
                  <a:schemeClr val="bg1"/>
                </a:solidFill>
                <a:ea typeface="Verdana" panose="020B0604030504040204" pitchFamily="34" charset="0"/>
                <a:cs typeface="Calibri" panose="020F0502020204030204" pitchFamily="34" charset="0"/>
                <a:sym typeface="Verdana" panose="020B0604030504040204" pitchFamily="34" charset="0"/>
              </a:rPr>
              <a:t>Activity 1: The Factory Without a System</a:t>
            </a:r>
            <a:endPar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Problem Solving Definition</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Difference Between Caused and Created Problems</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When Not to Use Problem Solving</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PORT™ Phases</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Roles</a:t>
            </a:r>
          </a:p>
          <a:p>
            <a:pPr>
              <a:lnSpc>
                <a:spcPct val="250000"/>
              </a:lnSpc>
              <a:spcBef>
                <a:spcPts val="225"/>
              </a:spcBef>
              <a:spcAft>
                <a:spcPts val="225"/>
              </a:spcAft>
              <a:buClr>
                <a:schemeClr val="bg2"/>
              </a:buClr>
              <a:buNone/>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DEE1BE9B-88DF-1DDB-7C4B-26A82258F861}"/>
              </a:ext>
            </a:extLst>
          </p:cNvPr>
          <p:cNvPicPr>
            <a:picLocks noChangeAspect="1"/>
          </p:cNvPicPr>
          <p:nvPr/>
        </p:nvPicPr>
        <p:blipFill>
          <a:blip r:embed="rId6"/>
          <a:stretch>
            <a:fillRect/>
          </a:stretch>
        </p:blipFill>
        <p:spPr>
          <a:xfrm>
            <a:off x="8738529" y="130779"/>
            <a:ext cx="297258" cy="419100"/>
          </a:xfrm>
          <a:prstGeom prst="rect">
            <a:avLst/>
          </a:prstGeom>
        </p:spPr>
      </p:pic>
      <p:sp>
        <p:nvSpPr>
          <p:cNvPr id="4" name="TextBox 4">
            <a:extLst>
              <a:ext uri="{FF2B5EF4-FFF2-40B4-BE49-F238E27FC236}">
                <a16:creationId xmlns:a16="http://schemas.microsoft.com/office/drawing/2014/main" id="{C7007375-D328-09FA-3020-F021F20E23E8}"/>
              </a:ext>
            </a:extLst>
          </p:cNvPr>
          <p:cNvSpPr txBox="1"/>
          <p:nvPr/>
        </p:nvSpPr>
        <p:spPr>
          <a:xfrm>
            <a:off x="4180256" y="1107367"/>
            <a:ext cx="3895986" cy="296234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9. Problem Capture</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10. Despliegue</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11. Tracking and Sustainment</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12. Alignment with Other Systems</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13. Activity 2: Hunting for Problems</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8" name="Title 15">
            <a:extLst>
              <a:ext uri="{FF2B5EF4-FFF2-40B4-BE49-F238E27FC236}">
                <a16:creationId xmlns:a16="http://schemas.microsoft.com/office/drawing/2014/main" id="{D6566E46-5FF7-BE64-67CA-43F7D3EF5747}"/>
              </a:ext>
            </a:extLst>
          </p:cNvPr>
          <p:cNvSpPr>
            <a:spLocks noGrp="1"/>
          </p:cNvSpPr>
          <p:nvPr>
            <p:ph type="title"/>
          </p:nvPr>
        </p:nvSpPr>
        <p:spPr>
          <a:xfrm>
            <a:off x="146071" y="229344"/>
            <a:ext cx="8789937" cy="307777"/>
          </a:xfrm>
        </p:spPr>
        <p:txBody>
          <a:bodyPr vert="horz"/>
          <a:lstStyle/>
          <a:p>
            <a:pPr algn="ctr"/>
            <a:r>
              <a:rPr lang="es-MX" noProof="0"/>
              <a:t>Training</a:t>
            </a:r>
          </a:p>
        </p:txBody>
      </p:sp>
    </p:spTree>
    <p:extLst>
      <p:ext uri="{BB962C8B-B14F-4D97-AF65-F5344CB8AC3E}">
        <p14:creationId xmlns:p14="http://schemas.microsoft.com/office/powerpoint/2010/main" val="4134901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83529-F99F-779D-E863-2788CBE0BD7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C54A6F3-B92F-9B14-AE8A-2812C42F5E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DC54A6F3-B92F-9B14-AE8A-2812C42F5E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Imagen 6" descr="Dibujo de una persona&#10;&#10;El contenido generado por IA puede ser incorrecto.">
            <a:extLst>
              <a:ext uri="{FF2B5EF4-FFF2-40B4-BE49-F238E27FC236}">
                <a16:creationId xmlns:a16="http://schemas.microsoft.com/office/drawing/2014/main" id="{F5D0E324-A4BF-68BB-9EEC-2B96EEC0F5C2}"/>
              </a:ext>
            </a:extLst>
          </p:cNvPr>
          <p:cNvPicPr>
            <a:picLocks noChangeAspect="1"/>
          </p:cNvPicPr>
          <p:nvPr/>
        </p:nvPicPr>
        <p:blipFill>
          <a:blip r:embed="rId5"/>
          <a:stretch>
            <a:fillRect/>
          </a:stretch>
        </p:blipFill>
        <p:spPr>
          <a:xfrm>
            <a:off x="8661417" y="109943"/>
            <a:ext cx="466952" cy="466952"/>
          </a:xfrm>
          <a:prstGeom prst="rect">
            <a:avLst/>
          </a:prstGeom>
        </p:spPr>
      </p:pic>
      <p:grpSp>
        <p:nvGrpSpPr>
          <p:cNvPr id="2" name="Grupo 1">
            <a:extLst>
              <a:ext uri="{FF2B5EF4-FFF2-40B4-BE49-F238E27FC236}">
                <a16:creationId xmlns:a16="http://schemas.microsoft.com/office/drawing/2014/main" id="{D1C39DFA-6670-EEF7-F698-9220CFD9740A}"/>
              </a:ext>
            </a:extLst>
          </p:cNvPr>
          <p:cNvGrpSpPr/>
          <p:nvPr/>
        </p:nvGrpSpPr>
        <p:grpSpPr>
          <a:xfrm>
            <a:off x="2116415" y="1313862"/>
            <a:ext cx="4807233" cy="2649420"/>
            <a:chOff x="2116415" y="1313862"/>
            <a:chExt cx="4807233" cy="2649420"/>
          </a:xfrm>
        </p:grpSpPr>
        <p:sp>
          <p:nvSpPr>
            <p:cNvPr id="14" name="Title 15">
              <a:extLst>
                <a:ext uri="{FF2B5EF4-FFF2-40B4-BE49-F238E27FC236}">
                  <a16:creationId xmlns:a16="http://schemas.microsoft.com/office/drawing/2014/main" id="{5AD1C041-575C-89E5-BBD6-EB8B72769F74}"/>
                </a:ext>
              </a:extLst>
            </p:cNvPr>
            <p:cNvSpPr txBox="1">
              <a:spLocks/>
            </p:cNvSpPr>
            <p:nvPr/>
          </p:nvSpPr>
          <p:spPr>
            <a:xfrm>
              <a:off x="3294546" y="3326185"/>
              <a:ext cx="2554908" cy="637097"/>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3200" noProof="0">
                  <a:solidFill>
                    <a:schemeClr val="accent6"/>
                  </a:solidFill>
                </a:rPr>
                <a:t>PORT™</a:t>
              </a:r>
              <a:br>
                <a:rPr lang="es-MX" sz="3200" noProof="0">
                  <a:solidFill>
                    <a:schemeClr val="accent6"/>
                  </a:solidFill>
                </a:rPr>
              </a:br>
              <a:r>
                <a:rPr lang="es-MX" sz="1400" noProof="0">
                  <a:solidFill>
                    <a:schemeClr val="accent6"/>
                  </a:solidFill>
                </a:rPr>
                <a:t>A </a:t>
              </a:r>
              <a:r>
                <a:rPr lang="es-MX" sz="1400" noProof="0" err="1">
                  <a:solidFill>
                    <a:schemeClr val="accent6"/>
                  </a:solidFill>
                </a:rPr>
                <a:t>Problem</a:t>
              </a:r>
              <a:r>
                <a:rPr lang="es-MX" sz="1400" noProof="0">
                  <a:solidFill>
                    <a:schemeClr val="accent6"/>
                  </a:solidFill>
                </a:rPr>
                <a:t> </a:t>
              </a:r>
              <a:r>
                <a:rPr lang="es-MX" sz="1400" noProof="0" err="1">
                  <a:solidFill>
                    <a:schemeClr val="accent6"/>
                  </a:solidFill>
                </a:rPr>
                <a:t>Solving</a:t>
              </a:r>
              <a:r>
                <a:rPr lang="es-MX" sz="1400" noProof="0">
                  <a:solidFill>
                    <a:schemeClr val="accent6"/>
                  </a:solidFill>
                </a:rPr>
                <a:t> </a:t>
              </a:r>
              <a:r>
                <a:rPr lang="es-MX" sz="1400" noProof="0" err="1">
                  <a:solidFill>
                    <a:schemeClr val="accent6"/>
                  </a:solidFill>
                </a:rPr>
                <a:t>tool</a:t>
              </a:r>
              <a:endParaRPr lang="es-MX" sz="3200" noProof="0">
                <a:solidFill>
                  <a:schemeClr val="accent6"/>
                </a:solidFill>
              </a:endParaRPr>
            </a:p>
          </p:txBody>
        </p:sp>
        <p:pic>
          <p:nvPicPr>
            <p:cNvPr id="15" name="Imagen 14" descr="Logotipo&#10;&#10;El contenido generado por IA puede ser incorrecto.">
              <a:extLst>
                <a:ext uri="{FF2B5EF4-FFF2-40B4-BE49-F238E27FC236}">
                  <a16:creationId xmlns:a16="http://schemas.microsoft.com/office/drawing/2014/main" id="{715D90FC-D0C9-8E16-E57E-4BD0DDE9BB97}"/>
                </a:ext>
              </a:extLst>
            </p:cNvPr>
            <p:cNvPicPr>
              <a:picLocks noChangeAspect="1"/>
            </p:cNvPicPr>
            <p:nvPr/>
          </p:nvPicPr>
          <p:blipFill>
            <a:blip r:embed="rId6"/>
            <a:srcRect b="35471"/>
            <a:stretch>
              <a:fillRect/>
            </a:stretch>
          </p:blipFill>
          <p:spPr>
            <a:xfrm>
              <a:off x="2913009" y="1313862"/>
              <a:ext cx="3118513" cy="2012323"/>
            </a:xfrm>
            <a:prstGeom prst="rect">
              <a:avLst/>
            </a:prstGeom>
          </p:spPr>
        </p:pic>
        <p:sp>
          <p:nvSpPr>
            <p:cNvPr id="25" name="Rectángulo 24">
              <a:extLst>
                <a:ext uri="{FF2B5EF4-FFF2-40B4-BE49-F238E27FC236}">
                  <a16:creationId xmlns:a16="http://schemas.microsoft.com/office/drawing/2014/main" id="{8A9EE21B-8E2C-911E-AEBE-28D3DBD9AFF1}"/>
                </a:ext>
              </a:extLst>
            </p:cNvPr>
            <p:cNvSpPr/>
            <p:nvPr/>
          </p:nvSpPr>
          <p:spPr>
            <a:xfrm>
              <a:off x="2116415" y="1483056"/>
              <a:ext cx="4807233" cy="1566365"/>
            </a:xfrm>
            <a:prstGeom prst="rect">
              <a:avLst/>
            </a:prstGeom>
            <a:noFill/>
          </p:spPr>
          <p:txBody>
            <a:bodyPr wrap="none" lIns="91440" tIns="45720" rIns="91440" bIns="45720">
              <a:prstTxWarp prst="textArchUp">
                <a:avLst>
                  <a:gd name="adj" fmla="val 9229744"/>
                </a:avLst>
              </a:prstTxWarp>
              <a:spAutoFit/>
            </a:bodyPr>
            <a:lstStyle/>
            <a:p>
              <a:pPr algn="ctr"/>
              <a:r>
                <a:rPr lang="es-MX" sz="1600" b="1" cap="none" spc="0" noProof="0">
                  <a:ln w="0"/>
                  <a:solidFill>
                    <a:srgbClr val="0D4479"/>
                  </a:solidFill>
                </a:rPr>
                <a:t>BEST</a:t>
              </a:r>
            </a:p>
          </p:txBody>
        </p:sp>
      </p:grpSp>
    </p:spTree>
    <p:extLst>
      <p:ext uri="{BB962C8B-B14F-4D97-AF65-F5344CB8AC3E}">
        <p14:creationId xmlns:p14="http://schemas.microsoft.com/office/powerpoint/2010/main" val="2365351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3CACB-EB1E-F087-B0F1-8FB451B7384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174663B-2AC5-AF4B-59E0-E1E62E4C99A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5174663B-2AC5-AF4B-59E0-E1E62E4C9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12B62A4-DC59-7E1C-D7A7-DC1CFCCF9554}"/>
              </a:ext>
            </a:extLst>
          </p:cNvPr>
          <p:cNvSpPr>
            <a:spLocks noGrp="1"/>
          </p:cNvSpPr>
          <p:nvPr>
            <p:ph type="title"/>
          </p:nvPr>
        </p:nvSpPr>
        <p:spPr>
          <a:xfrm>
            <a:off x="330994" y="231777"/>
            <a:ext cx="8482014" cy="276999"/>
          </a:xfrm>
        </p:spPr>
        <p:txBody>
          <a:bodyPr vert="horz"/>
          <a:lstStyle/>
          <a:p>
            <a:pPr algn="ctr"/>
            <a:r>
              <a:rPr lang="es-MX" noProof="0" err="1">
                <a:latin typeface="+mn-lt"/>
              </a:rPr>
              <a:t>Problem Solving as a System</a:t>
            </a:r>
          </a:p>
        </p:txBody>
      </p:sp>
      <p:sp>
        <p:nvSpPr>
          <p:cNvPr id="4" name="Elipse 3">
            <a:extLst>
              <a:ext uri="{FF2B5EF4-FFF2-40B4-BE49-F238E27FC236}">
                <a16:creationId xmlns:a16="http://schemas.microsoft.com/office/drawing/2014/main" id="{DFDC636A-1852-4A4E-4A43-648C0C902314}"/>
              </a:ext>
            </a:extLst>
          </p:cNvPr>
          <p:cNvSpPr/>
          <p:nvPr/>
        </p:nvSpPr>
        <p:spPr>
          <a:xfrm>
            <a:off x="2920692" y="1193013"/>
            <a:ext cx="3126572" cy="3012998"/>
          </a:xfrm>
          <a:prstGeom prst="ellipse">
            <a:avLst/>
          </a:prstGeom>
          <a:no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a:p>
        </p:txBody>
      </p:sp>
      <p:sp>
        <p:nvSpPr>
          <p:cNvPr id="5" name="Rectángulo: esquinas redondeadas 4">
            <a:extLst>
              <a:ext uri="{FF2B5EF4-FFF2-40B4-BE49-F238E27FC236}">
                <a16:creationId xmlns:a16="http://schemas.microsoft.com/office/drawing/2014/main" id="{39C108D7-5934-E12B-2FF6-9795E21B5AE9}"/>
              </a:ext>
            </a:extLst>
          </p:cNvPr>
          <p:cNvSpPr/>
          <p:nvPr/>
        </p:nvSpPr>
        <p:spPr>
          <a:xfrm>
            <a:off x="5325739" y="1497358"/>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s-MX" sz="1200" noProof="0"/>
              <a:t>Skill Development</a:t>
            </a:r>
          </a:p>
        </p:txBody>
      </p:sp>
      <p:sp>
        <p:nvSpPr>
          <p:cNvPr id="9" name="Rectángulo: esquinas redondeadas 8">
            <a:extLst>
              <a:ext uri="{FF2B5EF4-FFF2-40B4-BE49-F238E27FC236}">
                <a16:creationId xmlns:a16="http://schemas.microsoft.com/office/drawing/2014/main" id="{B10468DA-F716-0583-CA00-6FDE644E4E14}"/>
              </a:ext>
            </a:extLst>
          </p:cNvPr>
          <p:cNvSpPr/>
          <p:nvPr/>
        </p:nvSpPr>
        <p:spPr>
          <a:xfrm>
            <a:off x="3964438" y="879772"/>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sz="1200" noProof="0"/>
              <a:t>Standard</a:t>
            </a:r>
          </a:p>
        </p:txBody>
      </p:sp>
      <p:sp>
        <p:nvSpPr>
          <p:cNvPr id="10" name="Rectángulo: esquinas redondeadas 9">
            <a:extLst>
              <a:ext uri="{FF2B5EF4-FFF2-40B4-BE49-F238E27FC236}">
                <a16:creationId xmlns:a16="http://schemas.microsoft.com/office/drawing/2014/main" id="{A43C12B4-F6CB-7C6B-8FD5-3BB1682F09EA}"/>
              </a:ext>
            </a:extLst>
          </p:cNvPr>
          <p:cNvSpPr/>
          <p:nvPr/>
        </p:nvSpPr>
        <p:spPr>
          <a:xfrm>
            <a:off x="4858185" y="3761573"/>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sz="1200" noProof="0" err="1"/>
              <a:t>Feedback</a:t>
            </a:r>
            <a:endParaRPr lang="es-MX" sz="1200" noProof="0"/>
          </a:p>
        </p:txBody>
      </p:sp>
      <p:sp>
        <p:nvSpPr>
          <p:cNvPr id="11" name="Rectángulo: esquinas redondeadas 10">
            <a:extLst>
              <a:ext uri="{FF2B5EF4-FFF2-40B4-BE49-F238E27FC236}">
                <a16:creationId xmlns:a16="http://schemas.microsoft.com/office/drawing/2014/main" id="{1A813B96-FC3F-A049-10E4-74F1841F0D3A}"/>
              </a:ext>
            </a:extLst>
          </p:cNvPr>
          <p:cNvSpPr/>
          <p:nvPr/>
        </p:nvSpPr>
        <p:spPr>
          <a:xfrm>
            <a:off x="3331770" y="3762102"/>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noProof="0"/>
              <a:t>Improvement</a:t>
            </a:r>
          </a:p>
        </p:txBody>
      </p:sp>
      <p:sp>
        <p:nvSpPr>
          <p:cNvPr id="12" name="Rectángulo: esquinas redondeadas 11">
            <a:extLst>
              <a:ext uri="{FF2B5EF4-FFF2-40B4-BE49-F238E27FC236}">
                <a16:creationId xmlns:a16="http://schemas.microsoft.com/office/drawing/2014/main" id="{F8360742-B922-3C89-5945-76B825CA2A08}"/>
              </a:ext>
            </a:extLst>
          </p:cNvPr>
          <p:cNvSpPr/>
          <p:nvPr/>
        </p:nvSpPr>
        <p:spPr>
          <a:xfrm>
            <a:off x="2402561" y="2728736"/>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sz="1200" noProof="0"/>
              <a:t>Indicator</a:t>
            </a:r>
          </a:p>
        </p:txBody>
      </p:sp>
      <p:sp>
        <p:nvSpPr>
          <p:cNvPr id="13" name="Rectángulo: esquinas redondeadas 12">
            <a:extLst>
              <a:ext uri="{FF2B5EF4-FFF2-40B4-BE49-F238E27FC236}">
                <a16:creationId xmlns:a16="http://schemas.microsoft.com/office/drawing/2014/main" id="{5BFFE720-7FDB-F968-0866-0CA9FFD4E67A}"/>
              </a:ext>
            </a:extLst>
          </p:cNvPr>
          <p:cNvSpPr/>
          <p:nvPr/>
        </p:nvSpPr>
        <p:spPr>
          <a:xfrm>
            <a:off x="2590591" y="1496928"/>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sz="1200" noProof="0"/>
              <a:t>Frequency</a:t>
            </a:r>
          </a:p>
        </p:txBody>
      </p:sp>
      <p:grpSp>
        <p:nvGrpSpPr>
          <p:cNvPr id="26" name="Google Shape;4152;p48">
            <a:extLst>
              <a:ext uri="{FF2B5EF4-FFF2-40B4-BE49-F238E27FC236}">
                <a16:creationId xmlns:a16="http://schemas.microsoft.com/office/drawing/2014/main" id="{B08DBF12-3634-25B2-942D-0487A54B6836}"/>
              </a:ext>
            </a:extLst>
          </p:cNvPr>
          <p:cNvGrpSpPr/>
          <p:nvPr/>
        </p:nvGrpSpPr>
        <p:grpSpPr>
          <a:xfrm>
            <a:off x="4351963" y="3233080"/>
            <a:ext cx="312811" cy="308513"/>
            <a:chOff x="5053900" y="2021500"/>
            <a:chExt cx="483750" cy="483125"/>
          </a:xfrm>
        </p:grpSpPr>
        <p:sp>
          <p:nvSpPr>
            <p:cNvPr id="27" name="Google Shape;4153;p48">
              <a:extLst>
                <a:ext uri="{FF2B5EF4-FFF2-40B4-BE49-F238E27FC236}">
                  <a16:creationId xmlns:a16="http://schemas.microsoft.com/office/drawing/2014/main" id="{836F414E-7645-8635-DA90-D13B0CE87E29}"/>
                </a:ext>
              </a:extLst>
            </p:cNvPr>
            <p:cNvSpPr/>
            <p:nvPr/>
          </p:nvSpPr>
          <p:spPr>
            <a:xfrm>
              <a:off x="5281350" y="2078100"/>
              <a:ext cx="127375" cy="127350"/>
            </a:xfrm>
            <a:custGeom>
              <a:avLst/>
              <a:gdLst/>
              <a:ahLst/>
              <a:cxnLst/>
              <a:rect l="l" t="t" r="r" b="b"/>
              <a:pathLst>
                <a:path w="5095" h="5094" extrusionOk="0">
                  <a:moveTo>
                    <a:pt x="565" y="0"/>
                  </a:moveTo>
                  <a:cubicBezTo>
                    <a:pt x="251" y="0"/>
                    <a:pt x="1" y="254"/>
                    <a:pt x="1" y="568"/>
                  </a:cubicBezTo>
                  <a:cubicBezTo>
                    <a:pt x="1" y="879"/>
                    <a:pt x="251" y="1132"/>
                    <a:pt x="565" y="1132"/>
                  </a:cubicBezTo>
                  <a:cubicBezTo>
                    <a:pt x="2440" y="1135"/>
                    <a:pt x="3959" y="2654"/>
                    <a:pt x="3962" y="4529"/>
                  </a:cubicBezTo>
                  <a:cubicBezTo>
                    <a:pt x="3962" y="4843"/>
                    <a:pt x="4216" y="5094"/>
                    <a:pt x="4530" y="5094"/>
                  </a:cubicBezTo>
                  <a:cubicBezTo>
                    <a:pt x="4841" y="5094"/>
                    <a:pt x="5094" y="4843"/>
                    <a:pt x="5094" y="4529"/>
                  </a:cubicBezTo>
                  <a:cubicBezTo>
                    <a:pt x="5091" y="2029"/>
                    <a:pt x="3065" y="3"/>
                    <a:pt x="565"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28" name="Google Shape;4154;p48">
              <a:extLst>
                <a:ext uri="{FF2B5EF4-FFF2-40B4-BE49-F238E27FC236}">
                  <a16:creationId xmlns:a16="http://schemas.microsoft.com/office/drawing/2014/main" id="{275FF3EA-3C9B-64E4-7FB9-ECA15385E61A}"/>
                </a:ext>
              </a:extLst>
            </p:cNvPr>
            <p:cNvSpPr/>
            <p:nvPr/>
          </p:nvSpPr>
          <p:spPr>
            <a:xfrm>
              <a:off x="5118000" y="2021500"/>
              <a:ext cx="368700" cy="483125"/>
            </a:xfrm>
            <a:custGeom>
              <a:avLst/>
              <a:gdLst/>
              <a:ahLst/>
              <a:cxnLst/>
              <a:rect l="l" t="t" r="r" b="b"/>
              <a:pathLst>
                <a:path w="14748" h="19325" extrusionOk="0">
                  <a:moveTo>
                    <a:pt x="7088" y="1135"/>
                  </a:moveTo>
                  <a:cubicBezTo>
                    <a:pt x="8391" y="1135"/>
                    <a:pt x="9651" y="1571"/>
                    <a:pt x="10668" y="2397"/>
                  </a:cubicBezTo>
                  <a:cubicBezTo>
                    <a:pt x="13159" y="4417"/>
                    <a:pt x="13473" y="8104"/>
                    <a:pt x="11360" y="10516"/>
                  </a:cubicBezTo>
                  <a:cubicBezTo>
                    <a:pt x="10572" y="11419"/>
                    <a:pt x="10085" y="12503"/>
                    <a:pt x="9962" y="13626"/>
                  </a:cubicBezTo>
                  <a:lnTo>
                    <a:pt x="4237" y="13626"/>
                  </a:lnTo>
                  <a:cubicBezTo>
                    <a:pt x="4107" y="12482"/>
                    <a:pt x="3630" y="11407"/>
                    <a:pt x="2866" y="10550"/>
                  </a:cubicBezTo>
                  <a:cubicBezTo>
                    <a:pt x="1658" y="9191"/>
                    <a:pt x="1184" y="7367"/>
                    <a:pt x="1571" y="5549"/>
                  </a:cubicBezTo>
                  <a:cubicBezTo>
                    <a:pt x="2020" y="3427"/>
                    <a:pt x="3748" y="1706"/>
                    <a:pt x="5873" y="1262"/>
                  </a:cubicBezTo>
                  <a:cubicBezTo>
                    <a:pt x="6278" y="1177"/>
                    <a:pt x="6685" y="1135"/>
                    <a:pt x="7088" y="1135"/>
                  </a:cubicBezTo>
                  <a:close/>
                  <a:moveTo>
                    <a:pt x="9931" y="14759"/>
                  </a:moveTo>
                  <a:lnTo>
                    <a:pt x="9931" y="15323"/>
                  </a:lnTo>
                  <a:cubicBezTo>
                    <a:pt x="9931" y="15637"/>
                    <a:pt x="9678" y="15891"/>
                    <a:pt x="9364" y="15891"/>
                  </a:cubicBezTo>
                  <a:lnTo>
                    <a:pt x="4835" y="15891"/>
                  </a:lnTo>
                  <a:cubicBezTo>
                    <a:pt x="4521" y="15891"/>
                    <a:pt x="4270" y="15637"/>
                    <a:pt x="4270" y="15323"/>
                  </a:cubicBezTo>
                  <a:lnTo>
                    <a:pt x="4270" y="14759"/>
                  </a:lnTo>
                  <a:close/>
                  <a:moveTo>
                    <a:pt x="8699" y="17023"/>
                  </a:moveTo>
                  <a:cubicBezTo>
                    <a:pt x="8464" y="17694"/>
                    <a:pt x="7827" y="18192"/>
                    <a:pt x="7099" y="18192"/>
                  </a:cubicBezTo>
                  <a:cubicBezTo>
                    <a:pt x="6371" y="18192"/>
                    <a:pt x="5734" y="17694"/>
                    <a:pt x="5499" y="17023"/>
                  </a:cubicBezTo>
                  <a:close/>
                  <a:moveTo>
                    <a:pt x="7087" y="0"/>
                  </a:moveTo>
                  <a:cubicBezTo>
                    <a:pt x="6607" y="0"/>
                    <a:pt x="6123" y="50"/>
                    <a:pt x="5641" y="151"/>
                  </a:cubicBezTo>
                  <a:cubicBezTo>
                    <a:pt x="3053" y="712"/>
                    <a:pt x="1027" y="2729"/>
                    <a:pt x="462" y="5314"/>
                  </a:cubicBezTo>
                  <a:cubicBezTo>
                    <a:pt x="0" y="7488"/>
                    <a:pt x="568" y="9671"/>
                    <a:pt x="2020" y="11301"/>
                  </a:cubicBezTo>
                  <a:cubicBezTo>
                    <a:pt x="2730" y="12099"/>
                    <a:pt x="3135" y="13149"/>
                    <a:pt x="3135" y="14191"/>
                  </a:cubicBezTo>
                  <a:lnTo>
                    <a:pt x="3135" y="15323"/>
                  </a:lnTo>
                  <a:cubicBezTo>
                    <a:pt x="3138" y="16060"/>
                    <a:pt x="3612" y="16709"/>
                    <a:pt x="4309" y="16939"/>
                  </a:cubicBezTo>
                  <a:cubicBezTo>
                    <a:pt x="4409" y="17518"/>
                    <a:pt x="4681" y="18053"/>
                    <a:pt x="5094" y="18473"/>
                  </a:cubicBezTo>
                  <a:cubicBezTo>
                    <a:pt x="5642" y="19040"/>
                    <a:pt x="6371" y="19324"/>
                    <a:pt x="7099" y="19324"/>
                  </a:cubicBezTo>
                  <a:cubicBezTo>
                    <a:pt x="7828" y="19324"/>
                    <a:pt x="8556" y="19040"/>
                    <a:pt x="9104" y="18473"/>
                  </a:cubicBezTo>
                  <a:cubicBezTo>
                    <a:pt x="9518" y="18053"/>
                    <a:pt x="9790" y="17518"/>
                    <a:pt x="9889" y="16939"/>
                  </a:cubicBezTo>
                  <a:cubicBezTo>
                    <a:pt x="10587" y="16709"/>
                    <a:pt x="11061" y="16060"/>
                    <a:pt x="11064" y="15323"/>
                  </a:cubicBezTo>
                  <a:lnTo>
                    <a:pt x="11064" y="14191"/>
                  </a:lnTo>
                  <a:cubicBezTo>
                    <a:pt x="11064" y="13149"/>
                    <a:pt x="11471" y="12108"/>
                    <a:pt x="12211" y="11262"/>
                  </a:cubicBezTo>
                  <a:cubicBezTo>
                    <a:pt x="14747" y="8366"/>
                    <a:pt x="14370" y="3943"/>
                    <a:pt x="11381" y="1518"/>
                  </a:cubicBezTo>
                  <a:cubicBezTo>
                    <a:pt x="10159" y="525"/>
                    <a:pt x="8647" y="0"/>
                    <a:pt x="7087"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29" name="Google Shape;4155;p48">
              <a:extLst>
                <a:ext uri="{FF2B5EF4-FFF2-40B4-BE49-F238E27FC236}">
                  <a16:creationId xmlns:a16="http://schemas.microsoft.com/office/drawing/2014/main" id="{D35D9875-7101-C059-7E47-67004A87C001}"/>
                </a:ext>
              </a:extLst>
            </p:cNvPr>
            <p:cNvSpPr/>
            <p:nvPr/>
          </p:nvSpPr>
          <p:spPr>
            <a:xfrm>
              <a:off x="5053900" y="2191325"/>
              <a:ext cx="56650" cy="28325"/>
            </a:xfrm>
            <a:custGeom>
              <a:avLst/>
              <a:gdLst/>
              <a:ahLst/>
              <a:cxnLst/>
              <a:rect l="l" t="t" r="r" b="b"/>
              <a:pathLst>
                <a:path w="2266" h="1133" extrusionOk="0">
                  <a:moveTo>
                    <a:pt x="569" y="0"/>
                  </a:moveTo>
                  <a:cubicBezTo>
                    <a:pt x="255" y="0"/>
                    <a:pt x="1" y="254"/>
                    <a:pt x="1" y="568"/>
                  </a:cubicBezTo>
                  <a:cubicBezTo>
                    <a:pt x="1" y="879"/>
                    <a:pt x="255" y="1133"/>
                    <a:pt x="569" y="1133"/>
                  </a:cubicBezTo>
                  <a:lnTo>
                    <a:pt x="1701" y="1133"/>
                  </a:lnTo>
                  <a:cubicBezTo>
                    <a:pt x="2012" y="1133"/>
                    <a:pt x="2266" y="879"/>
                    <a:pt x="2266" y="568"/>
                  </a:cubicBezTo>
                  <a:cubicBezTo>
                    <a:pt x="2266" y="254"/>
                    <a:pt x="2012" y="0"/>
                    <a:pt x="1701"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30" name="Google Shape;4156;p48">
              <a:extLst>
                <a:ext uri="{FF2B5EF4-FFF2-40B4-BE49-F238E27FC236}">
                  <a16:creationId xmlns:a16="http://schemas.microsoft.com/office/drawing/2014/main" id="{D4B7CE4B-5F6A-CCEC-9A30-2E5514E19AC8}"/>
                </a:ext>
              </a:extLst>
            </p:cNvPr>
            <p:cNvSpPr/>
            <p:nvPr/>
          </p:nvSpPr>
          <p:spPr>
            <a:xfrm>
              <a:off x="5056850" y="2096550"/>
              <a:ext cx="50750" cy="48025"/>
            </a:xfrm>
            <a:custGeom>
              <a:avLst/>
              <a:gdLst/>
              <a:ahLst/>
              <a:cxnLst/>
              <a:rect l="l" t="t" r="r" b="b"/>
              <a:pathLst>
                <a:path w="2030" h="1921" extrusionOk="0">
                  <a:moveTo>
                    <a:pt x="622" y="0"/>
                  </a:moveTo>
                  <a:cubicBezTo>
                    <a:pt x="476" y="0"/>
                    <a:pt x="331" y="56"/>
                    <a:pt x="221" y="168"/>
                  </a:cubicBezTo>
                  <a:cubicBezTo>
                    <a:pt x="4" y="385"/>
                    <a:pt x="1" y="739"/>
                    <a:pt x="215" y="962"/>
                  </a:cubicBezTo>
                  <a:lnTo>
                    <a:pt x="1015" y="1762"/>
                  </a:lnTo>
                  <a:cubicBezTo>
                    <a:pt x="1125" y="1868"/>
                    <a:pt x="1267" y="1921"/>
                    <a:pt x="1409" y="1921"/>
                  </a:cubicBezTo>
                  <a:cubicBezTo>
                    <a:pt x="1554" y="1921"/>
                    <a:pt x="1699" y="1865"/>
                    <a:pt x="1809" y="1753"/>
                  </a:cubicBezTo>
                  <a:cubicBezTo>
                    <a:pt x="2027" y="1536"/>
                    <a:pt x="2030" y="1183"/>
                    <a:pt x="1815" y="962"/>
                  </a:cubicBezTo>
                  <a:lnTo>
                    <a:pt x="1015" y="159"/>
                  </a:lnTo>
                  <a:cubicBezTo>
                    <a:pt x="905" y="53"/>
                    <a:pt x="763" y="0"/>
                    <a:pt x="622"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31" name="Google Shape;4157;p48">
              <a:extLst>
                <a:ext uri="{FF2B5EF4-FFF2-40B4-BE49-F238E27FC236}">
                  <a16:creationId xmlns:a16="http://schemas.microsoft.com/office/drawing/2014/main" id="{D4597932-FFF1-486B-1AF6-F5105EE19574}"/>
                </a:ext>
              </a:extLst>
            </p:cNvPr>
            <p:cNvSpPr/>
            <p:nvPr/>
          </p:nvSpPr>
          <p:spPr>
            <a:xfrm>
              <a:off x="5056400" y="2266400"/>
              <a:ext cx="51200" cy="48350"/>
            </a:xfrm>
            <a:custGeom>
              <a:avLst/>
              <a:gdLst/>
              <a:ahLst/>
              <a:cxnLst/>
              <a:rect l="l" t="t" r="r" b="b"/>
              <a:pathLst>
                <a:path w="2048" h="1934" extrusionOk="0">
                  <a:moveTo>
                    <a:pt x="1427" y="0"/>
                  </a:moveTo>
                  <a:cubicBezTo>
                    <a:pt x="1285" y="0"/>
                    <a:pt x="1143" y="53"/>
                    <a:pt x="1033" y="159"/>
                  </a:cubicBezTo>
                  <a:lnTo>
                    <a:pt x="233" y="962"/>
                  </a:lnTo>
                  <a:cubicBezTo>
                    <a:pt x="4" y="1179"/>
                    <a:pt x="1" y="1545"/>
                    <a:pt x="227" y="1768"/>
                  </a:cubicBezTo>
                  <a:cubicBezTo>
                    <a:pt x="338" y="1879"/>
                    <a:pt x="482" y="1934"/>
                    <a:pt x="627" y="1934"/>
                  </a:cubicBezTo>
                  <a:cubicBezTo>
                    <a:pt x="774" y="1934"/>
                    <a:pt x="922" y="1876"/>
                    <a:pt x="1033" y="1762"/>
                  </a:cubicBezTo>
                  <a:lnTo>
                    <a:pt x="1833" y="962"/>
                  </a:lnTo>
                  <a:cubicBezTo>
                    <a:pt x="2048" y="738"/>
                    <a:pt x="2045" y="385"/>
                    <a:pt x="1827" y="168"/>
                  </a:cubicBezTo>
                  <a:cubicBezTo>
                    <a:pt x="1717" y="56"/>
                    <a:pt x="1572" y="0"/>
                    <a:pt x="1427"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32" name="Google Shape;4158;p48">
              <a:extLst>
                <a:ext uri="{FF2B5EF4-FFF2-40B4-BE49-F238E27FC236}">
                  <a16:creationId xmlns:a16="http://schemas.microsoft.com/office/drawing/2014/main" id="{5C25BC42-DD66-8113-4FBD-97316B1AB143}"/>
                </a:ext>
              </a:extLst>
            </p:cNvPr>
            <p:cNvSpPr/>
            <p:nvPr/>
          </p:nvSpPr>
          <p:spPr>
            <a:xfrm>
              <a:off x="5480400" y="2191325"/>
              <a:ext cx="56650" cy="28325"/>
            </a:xfrm>
            <a:custGeom>
              <a:avLst/>
              <a:gdLst/>
              <a:ahLst/>
              <a:cxnLst/>
              <a:rect l="l" t="t" r="r" b="b"/>
              <a:pathLst>
                <a:path w="2266" h="1133" extrusionOk="0">
                  <a:moveTo>
                    <a:pt x="568" y="0"/>
                  </a:moveTo>
                  <a:cubicBezTo>
                    <a:pt x="254" y="0"/>
                    <a:pt x="1" y="254"/>
                    <a:pt x="1" y="568"/>
                  </a:cubicBezTo>
                  <a:cubicBezTo>
                    <a:pt x="1" y="879"/>
                    <a:pt x="254" y="1133"/>
                    <a:pt x="568" y="1133"/>
                  </a:cubicBezTo>
                  <a:lnTo>
                    <a:pt x="1701" y="1133"/>
                  </a:lnTo>
                  <a:cubicBezTo>
                    <a:pt x="2012" y="1133"/>
                    <a:pt x="2265" y="879"/>
                    <a:pt x="2265" y="568"/>
                  </a:cubicBezTo>
                  <a:cubicBezTo>
                    <a:pt x="2265" y="254"/>
                    <a:pt x="2012" y="0"/>
                    <a:pt x="1701"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33" name="Google Shape;4159;p48">
              <a:extLst>
                <a:ext uri="{FF2B5EF4-FFF2-40B4-BE49-F238E27FC236}">
                  <a16:creationId xmlns:a16="http://schemas.microsoft.com/office/drawing/2014/main" id="{32335329-45A5-B94C-D4C7-D50FF950D280}"/>
                </a:ext>
              </a:extLst>
            </p:cNvPr>
            <p:cNvSpPr/>
            <p:nvPr/>
          </p:nvSpPr>
          <p:spPr>
            <a:xfrm>
              <a:off x="5479800" y="2096550"/>
              <a:ext cx="54300" cy="48225"/>
            </a:xfrm>
            <a:custGeom>
              <a:avLst/>
              <a:gdLst/>
              <a:ahLst/>
              <a:cxnLst/>
              <a:rect l="l" t="t" r="r" b="b"/>
              <a:pathLst>
                <a:path w="2172" h="1929" extrusionOk="0">
                  <a:moveTo>
                    <a:pt x="1550" y="0"/>
                  </a:moveTo>
                  <a:cubicBezTo>
                    <a:pt x="1409" y="0"/>
                    <a:pt x="1267" y="53"/>
                    <a:pt x="1157" y="159"/>
                  </a:cubicBezTo>
                  <a:lnTo>
                    <a:pt x="357" y="962"/>
                  </a:lnTo>
                  <a:cubicBezTo>
                    <a:pt x="1" y="1318"/>
                    <a:pt x="251" y="1928"/>
                    <a:pt x="756" y="1928"/>
                  </a:cubicBezTo>
                  <a:cubicBezTo>
                    <a:pt x="907" y="1928"/>
                    <a:pt x="1051" y="1868"/>
                    <a:pt x="1157" y="1762"/>
                  </a:cubicBezTo>
                  <a:lnTo>
                    <a:pt x="1957" y="959"/>
                  </a:lnTo>
                  <a:cubicBezTo>
                    <a:pt x="2172" y="739"/>
                    <a:pt x="2169" y="385"/>
                    <a:pt x="1951" y="168"/>
                  </a:cubicBezTo>
                  <a:cubicBezTo>
                    <a:pt x="1841" y="56"/>
                    <a:pt x="1696" y="0"/>
                    <a:pt x="1550"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34" name="Google Shape;4160;p48">
              <a:extLst>
                <a:ext uri="{FF2B5EF4-FFF2-40B4-BE49-F238E27FC236}">
                  <a16:creationId xmlns:a16="http://schemas.microsoft.com/office/drawing/2014/main" id="{28B2852F-6197-E58E-8CE3-DF6A4763BFAD}"/>
                </a:ext>
              </a:extLst>
            </p:cNvPr>
            <p:cNvSpPr/>
            <p:nvPr/>
          </p:nvSpPr>
          <p:spPr>
            <a:xfrm>
              <a:off x="5483350" y="2266400"/>
              <a:ext cx="54300" cy="48225"/>
            </a:xfrm>
            <a:custGeom>
              <a:avLst/>
              <a:gdLst/>
              <a:ahLst/>
              <a:cxnLst/>
              <a:rect l="l" t="t" r="r" b="b"/>
              <a:pathLst>
                <a:path w="2172" h="1929" extrusionOk="0">
                  <a:moveTo>
                    <a:pt x="622" y="0"/>
                  </a:moveTo>
                  <a:cubicBezTo>
                    <a:pt x="476" y="0"/>
                    <a:pt x="331" y="56"/>
                    <a:pt x="221" y="168"/>
                  </a:cubicBezTo>
                  <a:cubicBezTo>
                    <a:pt x="4" y="385"/>
                    <a:pt x="1" y="738"/>
                    <a:pt x="215" y="962"/>
                  </a:cubicBezTo>
                  <a:lnTo>
                    <a:pt x="1015" y="1762"/>
                  </a:lnTo>
                  <a:cubicBezTo>
                    <a:pt x="1121" y="1868"/>
                    <a:pt x="1266" y="1928"/>
                    <a:pt x="1417" y="1928"/>
                  </a:cubicBezTo>
                  <a:cubicBezTo>
                    <a:pt x="1921" y="1928"/>
                    <a:pt x="2172" y="1318"/>
                    <a:pt x="1815" y="962"/>
                  </a:cubicBezTo>
                  <a:lnTo>
                    <a:pt x="1015" y="159"/>
                  </a:lnTo>
                  <a:cubicBezTo>
                    <a:pt x="905" y="53"/>
                    <a:pt x="763" y="0"/>
                    <a:pt x="622"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grpSp>
      <p:sp>
        <p:nvSpPr>
          <p:cNvPr id="3" name="Rectángulo: esquinas redondeadas 9">
            <a:extLst>
              <a:ext uri="{FF2B5EF4-FFF2-40B4-BE49-F238E27FC236}">
                <a16:creationId xmlns:a16="http://schemas.microsoft.com/office/drawing/2014/main" id="{29C11FBE-DFDB-AB42-55FC-353105EECD85}"/>
              </a:ext>
            </a:extLst>
          </p:cNvPr>
          <p:cNvSpPr/>
          <p:nvPr/>
        </p:nvSpPr>
        <p:spPr>
          <a:xfrm>
            <a:off x="5632791" y="2572651"/>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sz="1200" noProof="0"/>
              <a:t>Environment</a:t>
            </a:r>
          </a:p>
        </p:txBody>
      </p:sp>
      <p:pic>
        <p:nvPicPr>
          <p:cNvPr id="7" name="Imagen 6" descr="Dibujo de una persona&#10;&#10;El contenido generado por IA puede ser incorrecto.">
            <a:extLst>
              <a:ext uri="{FF2B5EF4-FFF2-40B4-BE49-F238E27FC236}">
                <a16:creationId xmlns:a16="http://schemas.microsoft.com/office/drawing/2014/main" id="{55381A7A-66D3-984C-F0AA-8B324C37355D}"/>
              </a:ext>
            </a:extLst>
          </p:cNvPr>
          <p:cNvPicPr>
            <a:picLocks noChangeAspect="1"/>
          </p:cNvPicPr>
          <p:nvPr/>
        </p:nvPicPr>
        <p:blipFill>
          <a:blip r:embed="rId5"/>
          <a:stretch>
            <a:fillRect/>
          </a:stretch>
        </p:blipFill>
        <p:spPr>
          <a:xfrm>
            <a:off x="8661417" y="109943"/>
            <a:ext cx="466952" cy="466952"/>
          </a:xfrm>
          <a:prstGeom prst="rect">
            <a:avLst/>
          </a:prstGeom>
        </p:spPr>
      </p:pic>
      <p:sp>
        <p:nvSpPr>
          <p:cNvPr id="14" name="Title 15">
            <a:extLst>
              <a:ext uri="{FF2B5EF4-FFF2-40B4-BE49-F238E27FC236}">
                <a16:creationId xmlns:a16="http://schemas.microsoft.com/office/drawing/2014/main" id="{E14D6A38-7FA4-8091-5ED2-CB03D19163E2}"/>
              </a:ext>
            </a:extLst>
          </p:cNvPr>
          <p:cNvSpPr txBox="1">
            <a:spLocks/>
          </p:cNvSpPr>
          <p:nvPr/>
        </p:nvSpPr>
        <p:spPr>
          <a:xfrm>
            <a:off x="3310646" y="3167869"/>
            <a:ext cx="2554908" cy="484748"/>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2400" noProof="0">
                <a:solidFill>
                  <a:schemeClr val="accent6"/>
                </a:solidFill>
              </a:rPr>
              <a:t>PORT™</a:t>
            </a:r>
            <a:br>
              <a:rPr lang="es-MX" sz="3200" noProof="0">
                <a:solidFill>
                  <a:schemeClr val="accent6"/>
                </a:solidFill>
              </a:rPr>
            </a:br>
            <a:r>
              <a:rPr lang="es-MX" sz="1050" noProof="0">
                <a:solidFill>
                  <a:schemeClr val="accent6"/>
                </a:solidFill>
              </a:rPr>
              <a:t>A </a:t>
            </a:r>
            <a:r>
              <a:rPr lang="es-MX" sz="1050" noProof="0" err="1">
                <a:solidFill>
                  <a:schemeClr val="accent6"/>
                </a:solidFill>
              </a:rPr>
              <a:t>Problem</a:t>
            </a:r>
            <a:r>
              <a:rPr lang="es-MX" sz="1050" noProof="0">
                <a:solidFill>
                  <a:schemeClr val="accent6"/>
                </a:solidFill>
              </a:rPr>
              <a:t> </a:t>
            </a:r>
            <a:r>
              <a:rPr lang="es-MX" sz="1050" noProof="0" err="1">
                <a:solidFill>
                  <a:schemeClr val="accent6"/>
                </a:solidFill>
              </a:rPr>
              <a:t>Solving</a:t>
            </a:r>
            <a:r>
              <a:rPr lang="es-MX" sz="1050" noProof="0">
                <a:solidFill>
                  <a:schemeClr val="accent6"/>
                </a:solidFill>
              </a:rPr>
              <a:t> </a:t>
            </a:r>
            <a:r>
              <a:rPr lang="es-MX" sz="1050" noProof="0" err="1">
                <a:solidFill>
                  <a:schemeClr val="accent6"/>
                </a:solidFill>
              </a:rPr>
              <a:t>tool</a:t>
            </a:r>
            <a:endParaRPr lang="es-MX" sz="3200" noProof="0">
              <a:solidFill>
                <a:schemeClr val="accent6"/>
              </a:solidFill>
            </a:endParaRPr>
          </a:p>
        </p:txBody>
      </p:sp>
      <p:pic>
        <p:nvPicPr>
          <p:cNvPr id="15" name="Imagen 14" descr="Logotipo&#10;&#10;El contenido generado por IA puede ser incorrecto.">
            <a:extLst>
              <a:ext uri="{FF2B5EF4-FFF2-40B4-BE49-F238E27FC236}">
                <a16:creationId xmlns:a16="http://schemas.microsoft.com/office/drawing/2014/main" id="{D3032FF4-E8CD-C8E5-7210-74D7C7725B2F}"/>
              </a:ext>
            </a:extLst>
          </p:cNvPr>
          <p:cNvPicPr>
            <a:picLocks noChangeAspect="1"/>
          </p:cNvPicPr>
          <p:nvPr/>
        </p:nvPicPr>
        <p:blipFill>
          <a:blip r:embed="rId6"/>
          <a:srcRect b="35471"/>
          <a:stretch>
            <a:fillRect/>
          </a:stretch>
        </p:blipFill>
        <p:spPr>
          <a:xfrm>
            <a:off x="3467191" y="1877382"/>
            <a:ext cx="2000550" cy="1290921"/>
          </a:xfrm>
          <a:prstGeom prst="rect">
            <a:avLst/>
          </a:prstGeom>
        </p:spPr>
      </p:pic>
      <p:sp>
        <p:nvSpPr>
          <p:cNvPr id="25" name="Rectángulo 24">
            <a:extLst>
              <a:ext uri="{FF2B5EF4-FFF2-40B4-BE49-F238E27FC236}">
                <a16:creationId xmlns:a16="http://schemas.microsoft.com/office/drawing/2014/main" id="{17C1F811-E388-293A-D5E9-9AB38C3319BC}"/>
              </a:ext>
            </a:extLst>
          </p:cNvPr>
          <p:cNvSpPr/>
          <p:nvPr/>
        </p:nvSpPr>
        <p:spPr>
          <a:xfrm>
            <a:off x="2235003" y="1981962"/>
            <a:ext cx="4496354" cy="1566365"/>
          </a:xfrm>
          <a:prstGeom prst="rect">
            <a:avLst/>
          </a:prstGeom>
          <a:noFill/>
        </p:spPr>
        <p:txBody>
          <a:bodyPr wrap="none" lIns="91440" tIns="45720" rIns="91440" bIns="45720">
            <a:prstTxWarp prst="textArchUp">
              <a:avLst>
                <a:gd name="adj" fmla="val 9229744"/>
              </a:avLst>
            </a:prstTxWarp>
            <a:spAutoFit/>
          </a:bodyPr>
          <a:lstStyle/>
          <a:p>
            <a:pPr algn="ctr"/>
            <a:r>
              <a:rPr lang="es-MX" sz="1100" b="1" cap="none" spc="0" noProof="0">
                <a:ln w="0"/>
                <a:solidFill>
                  <a:srgbClr val="0D4479"/>
                </a:solidFill>
              </a:rPr>
              <a:t>BEST</a:t>
            </a:r>
          </a:p>
        </p:txBody>
      </p:sp>
    </p:spTree>
    <p:extLst>
      <p:ext uri="{BB962C8B-B14F-4D97-AF65-F5344CB8AC3E}">
        <p14:creationId xmlns:p14="http://schemas.microsoft.com/office/powerpoint/2010/main" val="4153081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P spid="11" grpId="0" animBg="1"/>
      <p:bldP spid="12" grpId="0" animBg="1"/>
      <p:bldP spid="13"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BBD54DC-28BF-A083-3767-7EA6377459E6}"/>
              </a:ext>
            </a:extLst>
          </p:cNvPr>
          <p:cNvSpPr txBox="1">
            <a:spLocks/>
          </p:cNvSpPr>
          <p:nvPr/>
        </p:nvSpPr>
        <p:spPr>
          <a:xfrm>
            <a:off x="3471720" y="227307"/>
            <a:ext cx="29785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noProof="0"/>
              <a:t>System Scope</a:t>
            </a:r>
          </a:p>
        </p:txBody>
      </p:sp>
      <p:sp>
        <p:nvSpPr>
          <p:cNvPr id="9" name="Elipse 8">
            <a:extLst>
              <a:ext uri="{FF2B5EF4-FFF2-40B4-BE49-F238E27FC236}">
                <a16:creationId xmlns:a16="http://schemas.microsoft.com/office/drawing/2014/main" id="{30FD34CC-D354-340B-AB14-2B0DFF07D4B8}"/>
              </a:ext>
            </a:extLst>
          </p:cNvPr>
          <p:cNvSpPr/>
          <p:nvPr/>
        </p:nvSpPr>
        <p:spPr>
          <a:xfrm>
            <a:off x="301178" y="2251137"/>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Elipse 15">
            <a:extLst>
              <a:ext uri="{FF2B5EF4-FFF2-40B4-BE49-F238E27FC236}">
                <a16:creationId xmlns:a16="http://schemas.microsoft.com/office/drawing/2014/main" id="{0C5C798D-0496-1DC7-A654-A1036D1B1631}"/>
              </a:ext>
            </a:extLst>
          </p:cNvPr>
          <p:cNvSpPr/>
          <p:nvPr/>
        </p:nvSpPr>
        <p:spPr>
          <a:xfrm>
            <a:off x="1553903" y="2238649"/>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7" name="Elipse 16">
            <a:extLst>
              <a:ext uri="{FF2B5EF4-FFF2-40B4-BE49-F238E27FC236}">
                <a16:creationId xmlns:a16="http://schemas.microsoft.com/office/drawing/2014/main" id="{69A6B2A7-A96E-8187-535F-24F71FD4ECB2}"/>
              </a:ext>
            </a:extLst>
          </p:cNvPr>
          <p:cNvSpPr/>
          <p:nvPr/>
        </p:nvSpPr>
        <p:spPr>
          <a:xfrm>
            <a:off x="2820592" y="2243602"/>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8" name="Elipse 17">
            <a:extLst>
              <a:ext uri="{FF2B5EF4-FFF2-40B4-BE49-F238E27FC236}">
                <a16:creationId xmlns:a16="http://schemas.microsoft.com/office/drawing/2014/main" id="{C5F58748-577A-B065-D16B-9EB1AAD0077E}"/>
              </a:ext>
            </a:extLst>
          </p:cNvPr>
          <p:cNvSpPr/>
          <p:nvPr/>
        </p:nvSpPr>
        <p:spPr>
          <a:xfrm>
            <a:off x="4132064" y="2251137"/>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Elipse 19">
            <a:extLst>
              <a:ext uri="{FF2B5EF4-FFF2-40B4-BE49-F238E27FC236}">
                <a16:creationId xmlns:a16="http://schemas.microsoft.com/office/drawing/2014/main" id="{BB078F26-4B83-FBC6-6A43-9B4490D6131C}"/>
              </a:ext>
            </a:extLst>
          </p:cNvPr>
          <p:cNvSpPr/>
          <p:nvPr/>
        </p:nvSpPr>
        <p:spPr>
          <a:xfrm>
            <a:off x="5441941" y="2251137"/>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1" name="Elipse 20">
            <a:extLst>
              <a:ext uri="{FF2B5EF4-FFF2-40B4-BE49-F238E27FC236}">
                <a16:creationId xmlns:a16="http://schemas.microsoft.com/office/drawing/2014/main" id="{1FD850D1-EC1D-1327-8266-3A321B258E34}"/>
              </a:ext>
            </a:extLst>
          </p:cNvPr>
          <p:cNvSpPr/>
          <p:nvPr/>
        </p:nvSpPr>
        <p:spPr>
          <a:xfrm>
            <a:off x="6743650" y="2243602"/>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Elipse 21">
            <a:extLst>
              <a:ext uri="{FF2B5EF4-FFF2-40B4-BE49-F238E27FC236}">
                <a16:creationId xmlns:a16="http://schemas.microsoft.com/office/drawing/2014/main" id="{B169BB2E-3EF5-DC62-46A1-6CF56E5D1F0A}"/>
              </a:ext>
            </a:extLst>
          </p:cNvPr>
          <p:cNvSpPr/>
          <p:nvPr/>
        </p:nvSpPr>
        <p:spPr>
          <a:xfrm>
            <a:off x="8066267" y="2243602"/>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3" name="Title 1">
            <a:extLst>
              <a:ext uri="{FF2B5EF4-FFF2-40B4-BE49-F238E27FC236}">
                <a16:creationId xmlns:a16="http://schemas.microsoft.com/office/drawing/2014/main" id="{6F64D30D-FA19-8F8A-418B-43EC18269810}"/>
              </a:ext>
            </a:extLst>
          </p:cNvPr>
          <p:cNvSpPr txBox="1">
            <a:spLocks/>
          </p:cNvSpPr>
          <p:nvPr/>
        </p:nvSpPr>
        <p:spPr>
          <a:xfrm>
            <a:off x="301178" y="1878379"/>
            <a:ext cx="855920"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Definition</a:t>
            </a:r>
          </a:p>
        </p:txBody>
      </p:sp>
      <p:sp>
        <p:nvSpPr>
          <p:cNvPr id="24" name="Title 1">
            <a:extLst>
              <a:ext uri="{FF2B5EF4-FFF2-40B4-BE49-F238E27FC236}">
                <a16:creationId xmlns:a16="http://schemas.microsoft.com/office/drawing/2014/main" id="{78372FFB-8FD5-CC9D-167E-2426CCD4DAEA}"/>
              </a:ext>
            </a:extLst>
          </p:cNvPr>
          <p:cNvSpPr txBox="1">
            <a:spLocks/>
          </p:cNvSpPr>
          <p:nvPr/>
        </p:nvSpPr>
        <p:spPr>
          <a:xfrm>
            <a:off x="1430679" y="1878379"/>
            <a:ext cx="1068974"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PORT™ Phases</a:t>
            </a:r>
          </a:p>
        </p:txBody>
      </p:sp>
      <p:sp>
        <p:nvSpPr>
          <p:cNvPr id="25" name="Title 1">
            <a:extLst>
              <a:ext uri="{FF2B5EF4-FFF2-40B4-BE49-F238E27FC236}">
                <a16:creationId xmlns:a16="http://schemas.microsoft.com/office/drawing/2014/main" id="{9008D06C-83FA-68AF-2D45-EAFA50132ED9}"/>
              </a:ext>
            </a:extLst>
          </p:cNvPr>
          <p:cNvSpPr txBox="1">
            <a:spLocks/>
          </p:cNvSpPr>
          <p:nvPr/>
        </p:nvSpPr>
        <p:spPr>
          <a:xfrm>
            <a:off x="2918836" y="1878379"/>
            <a:ext cx="493788"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Roles</a:t>
            </a:r>
          </a:p>
        </p:txBody>
      </p:sp>
      <p:sp>
        <p:nvSpPr>
          <p:cNvPr id="26" name="Title 1">
            <a:extLst>
              <a:ext uri="{FF2B5EF4-FFF2-40B4-BE49-F238E27FC236}">
                <a16:creationId xmlns:a16="http://schemas.microsoft.com/office/drawing/2014/main" id="{3F51656D-F959-136E-3318-0BBB81B46BCA}"/>
              </a:ext>
            </a:extLst>
          </p:cNvPr>
          <p:cNvSpPr txBox="1">
            <a:spLocks/>
          </p:cNvSpPr>
          <p:nvPr/>
        </p:nvSpPr>
        <p:spPr>
          <a:xfrm>
            <a:off x="4035080" y="1695514"/>
            <a:ext cx="855920"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Problem Capture</a:t>
            </a:r>
          </a:p>
        </p:txBody>
      </p:sp>
      <p:sp>
        <p:nvSpPr>
          <p:cNvPr id="27" name="Title 1">
            <a:extLst>
              <a:ext uri="{FF2B5EF4-FFF2-40B4-BE49-F238E27FC236}">
                <a16:creationId xmlns:a16="http://schemas.microsoft.com/office/drawing/2014/main" id="{5C760AFA-E072-A9CC-9F02-814483EC9FF0}"/>
              </a:ext>
            </a:extLst>
          </p:cNvPr>
          <p:cNvSpPr txBox="1">
            <a:spLocks/>
          </p:cNvSpPr>
          <p:nvPr/>
        </p:nvSpPr>
        <p:spPr>
          <a:xfrm>
            <a:off x="5241683" y="1885141"/>
            <a:ext cx="945972"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dirty="0" err="1"/>
              <a:t>Deployment</a:t>
            </a:r>
            <a:endParaRPr lang="es-MX" sz="1200" noProof="0" dirty="0"/>
          </a:p>
        </p:txBody>
      </p:sp>
      <p:sp>
        <p:nvSpPr>
          <p:cNvPr id="28" name="Title 1">
            <a:extLst>
              <a:ext uri="{FF2B5EF4-FFF2-40B4-BE49-F238E27FC236}">
                <a16:creationId xmlns:a16="http://schemas.microsoft.com/office/drawing/2014/main" id="{77340DC7-9002-3FE0-5C38-91004C024E37}"/>
              </a:ext>
            </a:extLst>
          </p:cNvPr>
          <p:cNvSpPr txBox="1">
            <a:spLocks/>
          </p:cNvSpPr>
          <p:nvPr/>
        </p:nvSpPr>
        <p:spPr>
          <a:xfrm>
            <a:off x="6517540" y="1877746"/>
            <a:ext cx="1177966"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Sustainment</a:t>
            </a:r>
          </a:p>
        </p:txBody>
      </p:sp>
      <p:sp>
        <p:nvSpPr>
          <p:cNvPr id="29" name="Title 1">
            <a:extLst>
              <a:ext uri="{FF2B5EF4-FFF2-40B4-BE49-F238E27FC236}">
                <a16:creationId xmlns:a16="http://schemas.microsoft.com/office/drawing/2014/main" id="{E5AD9926-782F-0504-F477-64E597A6F15E}"/>
              </a:ext>
            </a:extLst>
          </p:cNvPr>
          <p:cNvSpPr txBox="1">
            <a:spLocks/>
          </p:cNvSpPr>
          <p:nvPr/>
        </p:nvSpPr>
        <p:spPr>
          <a:xfrm>
            <a:off x="7979839" y="1877746"/>
            <a:ext cx="976334"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Alignment</a:t>
            </a:r>
          </a:p>
        </p:txBody>
      </p:sp>
      <p:pic>
        <p:nvPicPr>
          <p:cNvPr id="31" name="Gráfico 30" descr="Documento con relleno sólido">
            <a:extLst>
              <a:ext uri="{FF2B5EF4-FFF2-40B4-BE49-F238E27FC236}">
                <a16:creationId xmlns:a16="http://schemas.microsoft.com/office/drawing/2014/main" id="{1DCC8E19-A8C2-8087-06CB-86060D9ADE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133" y="2313925"/>
            <a:ext cx="494909" cy="494909"/>
          </a:xfrm>
          <a:prstGeom prst="rect">
            <a:avLst/>
          </a:prstGeom>
        </p:spPr>
      </p:pic>
      <p:pic>
        <p:nvPicPr>
          <p:cNvPr id="35" name="Gráfico 34" descr="Signo de intercalación hacia la derecha con relleno sólido">
            <a:extLst>
              <a:ext uri="{FF2B5EF4-FFF2-40B4-BE49-F238E27FC236}">
                <a16:creationId xmlns:a16="http://schemas.microsoft.com/office/drawing/2014/main" id="{AEFB36C3-D68E-6FE7-0F54-45B0768E63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2788" y="2289123"/>
            <a:ext cx="519711" cy="519711"/>
          </a:xfrm>
          <a:prstGeom prst="rect">
            <a:avLst/>
          </a:prstGeom>
        </p:spPr>
      </p:pic>
      <p:pic>
        <p:nvPicPr>
          <p:cNvPr id="37" name="Gráfico 36" descr="Signo de intercalación hacia la derecha con relleno sólido">
            <a:extLst>
              <a:ext uri="{FF2B5EF4-FFF2-40B4-BE49-F238E27FC236}">
                <a16:creationId xmlns:a16="http://schemas.microsoft.com/office/drawing/2014/main" id="{6FB73742-D09E-8687-F083-90212FFA31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0863" y="2289209"/>
            <a:ext cx="519711" cy="519711"/>
          </a:xfrm>
          <a:prstGeom prst="rect">
            <a:avLst/>
          </a:prstGeom>
        </p:spPr>
      </p:pic>
      <p:pic>
        <p:nvPicPr>
          <p:cNvPr id="48" name="Gráfico 47" descr="Signo de intercalación hacia la derecha con relleno sólido">
            <a:extLst>
              <a:ext uri="{FF2B5EF4-FFF2-40B4-BE49-F238E27FC236}">
                <a16:creationId xmlns:a16="http://schemas.microsoft.com/office/drawing/2014/main" id="{B2880477-8BCB-BAD2-6E6B-8231FFD987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94194" y="2289037"/>
            <a:ext cx="519711" cy="519711"/>
          </a:xfrm>
          <a:prstGeom prst="rect">
            <a:avLst/>
          </a:prstGeom>
        </p:spPr>
      </p:pic>
      <p:pic>
        <p:nvPicPr>
          <p:cNvPr id="49" name="Gráfico 48" descr="Signo de intercalación hacia la derecha con relleno sólido">
            <a:extLst>
              <a:ext uri="{FF2B5EF4-FFF2-40B4-BE49-F238E27FC236}">
                <a16:creationId xmlns:a16="http://schemas.microsoft.com/office/drawing/2014/main" id="{07E95366-A149-2DFB-D005-9FBA879A31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2269" y="2289123"/>
            <a:ext cx="519711" cy="519711"/>
          </a:xfrm>
          <a:prstGeom prst="rect">
            <a:avLst/>
          </a:prstGeom>
        </p:spPr>
      </p:pic>
      <p:pic>
        <p:nvPicPr>
          <p:cNvPr id="51" name="Gráfico 50" descr="Usuarios con relleno sólido">
            <a:extLst>
              <a:ext uri="{FF2B5EF4-FFF2-40B4-BE49-F238E27FC236}">
                <a16:creationId xmlns:a16="http://schemas.microsoft.com/office/drawing/2014/main" id="{950DC71B-118F-3E17-5724-7B90AF270F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1234" y="2261507"/>
            <a:ext cx="620486" cy="620486"/>
          </a:xfrm>
          <a:prstGeom prst="rect">
            <a:avLst/>
          </a:prstGeom>
        </p:spPr>
      </p:pic>
      <p:pic>
        <p:nvPicPr>
          <p:cNvPr id="53" name="Gráfico 52" descr="Lupa con relleno sólido">
            <a:extLst>
              <a:ext uri="{FF2B5EF4-FFF2-40B4-BE49-F238E27FC236}">
                <a16:creationId xmlns:a16="http://schemas.microsoft.com/office/drawing/2014/main" id="{FAA49207-0155-F297-0ED5-AE018174CD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55381" y="2332779"/>
            <a:ext cx="457199" cy="457199"/>
          </a:xfrm>
          <a:prstGeom prst="rect">
            <a:avLst/>
          </a:prstGeom>
        </p:spPr>
      </p:pic>
      <p:pic>
        <p:nvPicPr>
          <p:cNvPr id="55" name="Gráfico 54" descr="Engranaje único con relleno sólido">
            <a:extLst>
              <a:ext uri="{FF2B5EF4-FFF2-40B4-BE49-F238E27FC236}">
                <a16:creationId xmlns:a16="http://schemas.microsoft.com/office/drawing/2014/main" id="{88AB9BA3-CD06-69CA-A77A-C527B99AEFA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81162" y="2259298"/>
            <a:ext cx="604159" cy="604159"/>
          </a:xfrm>
          <a:prstGeom prst="rect">
            <a:avLst/>
          </a:prstGeom>
        </p:spPr>
      </p:pic>
      <p:pic>
        <p:nvPicPr>
          <p:cNvPr id="57" name="Gráfico 56" descr="Mano abierta con relleno sólido">
            <a:extLst>
              <a:ext uri="{FF2B5EF4-FFF2-40B4-BE49-F238E27FC236}">
                <a16:creationId xmlns:a16="http://schemas.microsoft.com/office/drawing/2014/main" id="{50B421BB-41F3-F9CB-5363-95AE9EE6925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00802" y="2295799"/>
            <a:ext cx="563336" cy="563336"/>
          </a:xfrm>
          <a:prstGeom prst="rect">
            <a:avLst/>
          </a:prstGeom>
        </p:spPr>
      </p:pic>
      <p:pic>
        <p:nvPicPr>
          <p:cNvPr id="59" name="Gráfico 58" descr="Red con relleno sólido">
            <a:extLst>
              <a:ext uri="{FF2B5EF4-FFF2-40B4-BE49-F238E27FC236}">
                <a16:creationId xmlns:a16="http://schemas.microsoft.com/office/drawing/2014/main" id="{D1F494B6-5BE0-6B76-C99E-0476923BD91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86677" y="2226642"/>
            <a:ext cx="620486" cy="620486"/>
          </a:xfrm>
          <a:prstGeom prst="rect">
            <a:avLst/>
          </a:prstGeom>
        </p:spPr>
      </p:pic>
      <p:cxnSp>
        <p:nvCxnSpPr>
          <p:cNvPr id="64" name="Conector recto de flecha 63">
            <a:extLst>
              <a:ext uri="{FF2B5EF4-FFF2-40B4-BE49-F238E27FC236}">
                <a16:creationId xmlns:a16="http://schemas.microsoft.com/office/drawing/2014/main" id="{DA3F7CC5-16E4-7131-4E83-8E13D4716D05}"/>
              </a:ext>
            </a:extLst>
          </p:cNvPr>
          <p:cNvCxnSpPr>
            <a:cxnSpLocks/>
          </p:cNvCxnSpPr>
          <p:nvPr/>
        </p:nvCxnSpPr>
        <p:spPr>
          <a:xfrm>
            <a:off x="1030332" y="2571750"/>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6" name="Conector recto de flecha 65">
            <a:extLst>
              <a:ext uri="{FF2B5EF4-FFF2-40B4-BE49-F238E27FC236}">
                <a16:creationId xmlns:a16="http://schemas.microsoft.com/office/drawing/2014/main" id="{ACB70302-E093-91DA-314C-DC3E860E4054}"/>
              </a:ext>
            </a:extLst>
          </p:cNvPr>
          <p:cNvCxnSpPr>
            <a:cxnSpLocks/>
          </p:cNvCxnSpPr>
          <p:nvPr/>
        </p:nvCxnSpPr>
        <p:spPr>
          <a:xfrm>
            <a:off x="2295007" y="2571750"/>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Conector recto de flecha 66">
            <a:extLst>
              <a:ext uri="{FF2B5EF4-FFF2-40B4-BE49-F238E27FC236}">
                <a16:creationId xmlns:a16="http://schemas.microsoft.com/office/drawing/2014/main" id="{A117F8AE-E559-B938-A0FF-C1A07B864EED}"/>
              </a:ext>
            </a:extLst>
          </p:cNvPr>
          <p:cNvCxnSpPr>
            <a:cxnSpLocks/>
          </p:cNvCxnSpPr>
          <p:nvPr/>
        </p:nvCxnSpPr>
        <p:spPr>
          <a:xfrm>
            <a:off x="3588086" y="2571750"/>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Conector recto de flecha 67">
            <a:extLst>
              <a:ext uri="{FF2B5EF4-FFF2-40B4-BE49-F238E27FC236}">
                <a16:creationId xmlns:a16="http://schemas.microsoft.com/office/drawing/2014/main" id="{357345EF-2291-C448-B1A2-E698642824BC}"/>
              </a:ext>
            </a:extLst>
          </p:cNvPr>
          <p:cNvCxnSpPr>
            <a:cxnSpLocks/>
          </p:cNvCxnSpPr>
          <p:nvPr/>
        </p:nvCxnSpPr>
        <p:spPr>
          <a:xfrm>
            <a:off x="4891000" y="2571750"/>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Conector recto de flecha 68">
            <a:extLst>
              <a:ext uri="{FF2B5EF4-FFF2-40B4-BE49-F238E27FC236}">
                <a16:creationId xmlns:a16="http://schemas.microsoft.com/office/drawing/2014/main" id="{869EB7BC-B5B1-AACC-1DAA-288A9B92B1AD}"/>
              </a:ext>
            </a:extLst>
          </p:cNvPr>
          <p:cNvCxnSpPr>
            <a:cxnSpLocks/>
          </p:cNvCxnSpPr>
          <p:nvPr/>
        </p:nvCxnSpPr>
        <p:spPr>
          <a:xfrm>
            <a:off x="6203755" y="2571750"/>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69">
            <a:extLst>
              <a:ext uri="{FF2B5EF4-FFF2-40B4-BE49-F238E27FC236}">
                <a16:creationId xmlns:a16="http://schemas.microsoft.com/office/drawing/2014/main" id="{0932C87D-F164-5DC1-7A8E-626768071DC6}"/>
              </a:ext>
            </a:extLst>
          </p:cNvPr>
          <p:cNvCxnSpPr>
            <a:cxnSpLocks/>
          </p:cNvCxnSpPr>
          <p:nvPr/>
        </p:nvCxnSpPr>
        <p:spPr>
          <a:xfrm>
            <a:off x="7510699" y="2548892"/>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Conector recto 71">
            <a:extLst>
              <a:ext uri="{FF2B5EF4-FFF2-40B4-BE49-F238E27FC236}">
                <a16:creationId xmlns:a16="http://schemas.microsoft.com/office/drawing/2014/main" id="{292D804C-F40D-363C-F7F7-86E5C8BADCD7}"/>
              </a:ext>
            </a:extLst>
          </p:cNvPr>
          <p:cNvCxnSpPr/>
          <p:nvPr/>
        </p:nvCxnSpPr>
        <p:spPr>
          <a:xfrm flipV="1">
            <a:off x="631831" y="3234284"/>
            <a:ext cx="7765089" cy="73478"/>
          </a:xfrm>
          <a:prstGeom prst="line">
            <a:avLst/>
          </a:prstGeom>
          <a:ln w="1270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121A12FD-D87A-3601-3A40-43B9BA7972FF}"/>
              </a:ext>
            </a:extLst>
          </p:cNvPr>
          <p:cNvCxnSpPr/>
          <p:nvPr/>
        </p:nvCxnSpPr>
        <p:spPr>
          <a:xfrm flipV="1">
            <a:off x="8410858" y="2956698"/>
            <a:ext cx="0" cy="277586"/>
          </a:xfrm>
          <a:prstGeom prst="line">
            <a:avLst/>
          </a:prstGeom>
          <a:ln w="1270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Conector recto 74">
            <a:extLst>
              <a:ext uri="{FF2B5EF4-FFF2-40B4-BE49-F238E27FC236}">
                <a16:creationId xmlns:a16="http://schemas.microsoft.com/office/drawing/2014/main" id="{18DBC045-3394-BAC7-915F-977D8E98DF08}"/>
              </a:ext>
            </a:extLst>
          </p:cNvPr>
          <p:cNvCxnSpPr/>
          <p:nvPr/>
        </p:nvCxnSpPr>
        <p:spPr>
          <a:xfrm flipV="1">
            <a:off x="631831" y="3013848"/>
            <a:ext cx="0" cy="277586"/>
          </a:xfrm>
          <a:prstGeom prst="line">
            <a:avLst/>
          </a:prstGeom>
          <a:ln w="1270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itle 1">
            <a:extLst>
              <a:ext uri="{FF2B5EF4-FFF2-40B4-BE49-F238E27FC236}">
                <a16:creationId xmlns:a16="http://schemas.microsoft.com/office/drawing/2014/main" id="{4E99F549-B46E-C960-30E4-8E04D6D6AABA}"/>
              </a:ext>
            </a:extLst>
          </p:cNvPr>
          <p:cNvSpPr txBox="1">
            <a:spLocks/>
          </p:cNvSpPr>
          <p:nvPr/>
        </p:nvSpPr>
        <p:spPr>
          <a:xfrm>
            <a:off x="2610408" y="3452193"/>
            <a:ext cx="4190394"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b="0" noProof="0"/>
              <a:t>Standardization of Problem Capture and Resolution</a:t>
            </a:r>
          </a:p>
        </p:txBody>
      </p:sp>
      <p:pic>
        <p:nvPicPr>
          <p:cNvPr id="2" name="Imagen 1" descr="Dibujo de una persona&#10;&#10;El contenido generado por IA puede ser incorrecto.">
            <a:extLst>
              <a:ext uri="{FF2B5EF4-FFF2-40B4-BE49-F238E27FC236}">
                <a16:creationId xmlns:a16="http://schemas.microsoft.com/office/drawing/2014/main" id="{724E353D-39A1-F87E-B14C-4E2889AFE83D}"/>
              </a:ext>
            </a:extLst>
          </p:cNvPr>
          <p:cNvPicPr>
            <a:picLocks noChangeAspect="1"/>
          </p:cNvPicPr>
          <p:nvPr/>
        </p:nvPicPr>
        <p:blipFill>
          <a:blip r:embed="rId9"/>
          <a:stretch>
            <a:fillRect/>
          </a:stretch>
        </p:blipFill>
        <p:spPr>
          <a:xfrm>
            <a:off x="8661417" y="109943"/>
            <a:ext cx="466952" cy="466952"/>
          </a:xfrm>
          <a:prstGeom prst="rect">
            <a:avLst/>
          </a:prstGeom>
        </p:spPr>
      </p:pic>
    </p:spTree>
    <p:extLst>
      <p:ext uri="{BB962C8B-B14F-4D97-AF65-F5344CB8AC3E}">
        <p14:creationId xmlns:p14="http://schemas.microsoft.com/office/powerpoint/2010/main" val="2625031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18BBD-78DC-02D9-CE83-29FB9DD506ED}"/>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140A5AD5-D605-4041-BBF7-B4C93870DC7A}"/>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AEE87998-14D5-CEE5-1B91-70BFA9DFB8AB}"/>
              </a:ext>
            </a:extLst>
          </p:cNvPr>
          <p:cNvSpPr/>
          <p:nvPr/>
        </p:nvSpPr>
        <p:spPr>
          <a:xfrm>
            <a:off x="3623397" y="1591464"/>
            <a:ext cx="1879473" cy="1834121"/>
          </a:xfrm>
          <a:prstGeom prst="roundRect">
            <a:avLst>
              <a:gd name="adj" fmla="val 4761"/>
            </a:avLst>
          </a:prstGeom>
          <a:solidFill>
            <a:srgbClr val="324151"/>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2DDB1B80-B260-BD92-7F70-F412270546B3}"/>
              </a:ext>
            </a:extLst>
          </p:cNvPr>
          <p:cNvSpPr/>
          <p:nvPr/>
        </p:nvSpPr>
        <p:spPr>
          <a:xfrm>
            <a:off x="2380019" y="3777355"/>
            <a:ext cx="4383961" cy="105272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54500308-3245-E4F0-3C48-B52076D46E37}"/>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FF312973-DB9C-D5CB-E7F5-0AC711F908FC}"/>
              </a:ext>
            </a:extLst>
          </p:cNvPr>
          <p:cNvSpPr>
            <a:spLocks noGrp="1"/>
          </p:cNvSpPr>
          <p:nvPr>
            <p:ph type="title"/>
          </p:nvPr>
        </p:nvSpPr>
        <p:spPr>
          <a:xfrm>
            <a:off x="330993" y="313420"/>
            <a:ext cx="8482014" cy="307777"/>
          </a:xfrm>
        </p:spPr>
        <p:txBody>
          <a:bodyPr/>
          <a:lstStyle/>
          <a:p>
            <a:pPr algn="ctr"/>
            <a:r>
              <a:rPr lang="es-MX" noProof="0"/>
              <a:t>Activity 1</a:t>
            </a:r>
          </a:p>
        </p:txBody>
      </p:sp>
      <p:sp>
        <p:nvSpPr>
          <p:cNvPr id="3" name="CuadroTexto 7">
            <a:extLst>
              <a:ext uri="{FF2B5EF4-FFF2-40B4-BE49-F238E27FC236}">
                <a16:creationId xmlns:a16="http://schemas.microsoft.com/office/drawing/2014/main" id="{C53E674A-410E-D6DF-281E-D931825BF235}"/>
              </a:ext>
            </a:extLst>
          </p:cNvPr>
          <p:cNvSpPr txBox="1"/>
          <p:nvPr/>
        </p:nvSpPr>
        <p:spPr>
          <a:xfrm>
            <a:off x="2950775" y="596705"/>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a:solidFill>
                  <a:schemeClr val="accent6"/>
                </a:solidFill>
              </a:rPr>
              <a:t>The Factory Without a System</a:t>
            </a: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sp>
        <p:nvSpPr>
          <p:cNvPr id="18" name="Title 1">
            <a:extLst>
              <a:ext uri="{FF2B5EF4-FFF2-40B4-BE49-F238E27FC236}">
                <a16:creationId xmlns:a16="http://schemas.microsoft.com/office/drawing/2014/main" id="{05C3DB1C-80FA-AEE1-F5BD-631DF490AD6F}"/>
              </a:ext>
            </a:extLst>
          </p:cNvPr>
          <p:cNvSpPr txBox="1">
            <a:spLocks/>
          </p:cNvSpPr>
          <p:nvPr/>
        </p:nvSpPr>
        <p:spPr>
          <a:xfrm>
            <a:off x="1346897" y="2859322"/>
            <a:ext cx="96860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chemeClr val="bg1"/>
                </a:solidFill>
              </a:rPr>
              <a:t>Group Activity</a:t>
            </a:r>
            <a:endParaRPr lang="es-MX" sz="1400" b="0" noProof="0" dirty="0">
              <a:solidFill>
                <a:schemeClr val="bg1"/>
              </a:solidFill>
            </a:endParaRPr>
          </a:p>
        </p:txBody>
      </p:sp>
      <p:sp>
        <p:nvSpPr>
          <p:cNvPr id="19" name="Title 1">
            <a:extLst>
              <a:ext uri="{FF2B5EF4-FFF2-40B4-BE49-F238E27FC236}">
                <a16:creationId xmlns:a16="http://schemas.microsoft.com/office/drawing/2014/main" id="{D9910EE6-524C-09A3-2F63-849018F55B19}"/>
              </a:ext>
            </a:extLst>
          </p:cNvPr>
          <p:cNvSpPr txBox="1">
            <a:spLocks/>
          </p:cNvSpPr>
          <p:nvPr/>
        </p:nvSpPr>
        <p:spPr>
          <a:xfrm>
            <a:off x="6419607" y="2687709"/>
            <a:ext cx="1700491" cy="64633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chemeClr val="bg1"/>
                </a:solidFill>
              </a:rPr>
              <a:t>Blank sheets of paper, pens, and a stopwatch</a:t>
            </a:r>
            <a:endParaRPr lang="es-MX" sz="1400" b="0" noProof="0" dirty="0">
              <a:solidFill>
                <a:schemeClr val="bg1"/>
              </a:solidFill>
            </a:endParaRPr>
          </a:p>
        </p:txBody>
      </p:sp>
      <p:pic>
        <p:nvPicPr>
          <p:cNvPr id="5" name="Imagen 4" descr="Dibujo de una persona&#10;&#10;El contenido generado por IA puede ser incorrecto.">
            <a:extLst>
              <a:ext uri="{FF2B5EF4-FFF2-40B4-BE49-F238E27FC236}">
                <a16:creationId xmlns:a16="http://schemas.microsoft.com/office/drawing/2014/main" id="{327F38BE-5413-1938-593F-96FB24BA749D}"/>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38553E9C-CB8B-8794-46DA-AE57D45489E9}"/>
              </a:ext>
            </a:extLst>
          </p:cNvPr>
          <p:cNvSpPr txBox="1">
            <a:spLocks/>
          </p:cNvSpPr>
          <p:nvPr/>
        </p:nvSpPr>
        <p:spPr>
          <a:xfrm>
            <a:off x="3640472" y="3018264"/>
            <a:ext cx="1862398"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dirty="0">
                <a:solidFill>
                  <a:schemeClr val="bg1"/>
                </a:solidFill>
              </a:rPr>
              <a:t>Teamwork</a:t>
            </a:r>
            <a:endParaRPr lang="es-MX" sz="1400" noProof="0" dirty="0">
              <a:solidFill>
                <a:schemeClr val="bg1"/>
              </a:solidFill>
            </a:endParaRPr>
          </a:p>
        </p:txBody>
      </p:sp>
      <p:pic>
        <p:nvPicPr>
          <p:cNvPr id="12" name="Gráfico 11" descr="Perfil de hombre con relleno sólido">
            <a:extLst>
              <a:ext uri="{FF2B5EF4-FFF2-40B4-BE49-F238E27FC236}">
                <a16:creationId xmlns:a16="http://schemas.microsoft.com/office/drawing/2014/main" id="{712BF399-2D22-935F-AFAB-1E393E746A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7" y="1665522"/>
            <a:ext cx="530423" cy="530423"/>
          </a:xfrm>
          <a:prstGeom prst="rect">
            <a:avLst/>
          </a:prstGeom>
        </p:spPr>
      </p:pic>
      <p:sp>
        <p:nvSpPr>
          <p:cNvPr id="25" name="CuadroTexto 7">
            <a:extLst>
              <a:ext uri="{FF2B5EF4-FFF2-40B4-BE49-F238E27FC236}">
                <a16:creationId xmlns:a16="http://schemas.microsoft.com/office/drawing/2014/main" id="{E178B598-870F-28B8-9F7C-3977FDE7BDEF}"/>
              </a:ext>
            </a:extLst>
          </p:cNvPr>
          <p:cNvSpPr txBox="1"/>
          <p:nvPr/>
        </p:nvSpPr>
        <p:spPr>
          <a:xfrm>
            <a:off x="2435799" y="3852419"/>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dirty="0">
                <a:solidFill>
                  <a:schemeClr val="accent6"/>
                </a:solidFill>
              </a:rPr>
              <a:t>Deliverable:
Participants’ reflections</a:t>
            </a:r>
          </a:p>
          <a:p>
            <a:pPr algn="ctr"/>
            <a:endParaRPr lang="es-MX" sz="1100" noProof="0" dirty="0">
              <a:solidFill>
                <a:schemeClr val="bg1"/>
              </a:solidFill>
            </a:endParaRPr>
          </a:p>
          <a:p>
            <a:pPr algn="ctr"/>
            <a:endParaRPr lang="es-MX" sz="1100" noProof="0" dirty="0">
              <a:solidFill>
                <a:schemeClr val="accent6"/>
              </a:solidFill>
            </a:endParaRPr>
          </a:p>
        </p:txBody>
      </p:sp>
      <p:pic>
        <p:nvPicPr>
          <p:cNvPr id="4" name="Gráfico 3" descr="Perfil de hombre con relleno sólido">
            <a:extLst>
              <a:ext uri="{FF2B5EF4-FFF2-40B4-BE49-F238E27FC236}">
                <a16:creationId xmlns:a16="http://schemas.microsoft.com/office/drawing/2014/main" id="{302A3000-2F43-65FE-C5F7-1701955D6D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5667" y="1665522"/>
            <a:ext cx="530423" cy="530423"/>
          </a:xfrm>
          <a:prstGeom prst="rect">
            <a:avLst/>
          </a:prstGeom>
        </p:spPr>
      </p:pic>
      <p:pic>
        <p:nvPicPr>
          <p:cNvPr id="10" name="Gráfico 9" descr="Perfil de hombre con relleno sólido">
            <a:extLst>
              <a:ext uri="{FF2B5EF4-FFF2-40B4-BE49-F238E27FC236}">
                <a16:creationId xmlns:a16="http://schemas.microsoft.com/office/drawing/2014/main" id="{0EBA2D42-7B8A-AF91-FA2A-969CF8D4CB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1897" y="1665522"/>
            <a:ext cx="530423" cy="530423"/>
          </a:xfrm>
          <a:prstGeom prst="rect">
            <a:avLst/>
          </a:prstGeom>
        </p:spPr>
      </p:pic>
      <p:pic>
        <p:nvPicPr>
          <p:cNvPr id="11" name="Gráfico 10" descr="Perfil de hombre con relleno sólido">
            <a:extLst>
              <a:ext uri="{FF2B5EF4-FFF2-40B4-BE49-F238E27FC236}">
                <a16:creationId xmlns:a16="http://schemas.microsoft.com/office/drawing/2014/main" id="{EB7F5EF0-C781-ED67-7F9D-EBA4C83876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4361" y="2168474"/>
            <a:ext cx="530423" cy="530423"/>
          </a:xfrm>
          <a:prstGeom prst="rect">
            <a:avLst/>
          </a:prstGeom>
        </p:spPr>
      </p:pic>
      <p:pic>
        <p:nvPicPr>
          <p:cNvPr id="14" name="Gráfico 13" descr="Perfil de hombre con relleno sólido">
            <a:extLst>
              <a:ext uri="{FF2B5EF4-FFF2-40B4-BE49-F238E27FC236}">
                <a16:creationId xmlns:a16="http://schemas.microsoft.com/office/drawing/2014/main" id="{63864103-38E9-64DA-95BD-03CFDF1A0C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8416" y="1672687"/>
            <a:ext cx="530423" cy="530423"/>
          </a:xfrm>
          <a:prstGeom prst="rect">
            <a:avLst/>
          </a:prstGeom>
        </p:spPr>
      </p:pic>
      <p:pic>
        <p:nvPicPr>
          <p:cNvPr id="15" name="Gráfico 14" descr="Perfil de hombre con relleno sólido">
            <a:extLst>
              <a:ext uri="{FF2B5EF4-FFF2-40B4-BE49-F238E27FC236}">
                <a16:creationId xmlns:a16="http://schemas.microsoft.com/office/drawing/2014/main" id="{15E169D4-E152-E30F-68C4-95B8246676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880" y="2168473"/>
            <a:ext cx="530423" cy="530423"/>
          </a:xfrm>
          <a:prstGeom prst="rect">
            <a:avLst/>
          </a:prstGeom>
        </p:spPr>
      </p:pic>
      <p:pic>
        <p:nvPicPr>
          <p:cNvPr id="16" name="Gráfico 15" descr="Perfil de hombre con relleno sólido">
            <a:extLst>
              <a:ext uri="{FF2B5EF4-FFF2-40B4-BE49-F238E27FC236}">
                <a16:creationId xmlns:a16="http://schemas.microsoft.com/office/drawing/2014/main" id="{0FA7C15B-24E9-6FF0-8CB9-98E73D74BD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5309" y="2168473"/>
            <a:ext cx="530423" cy="530423"/>
          </a:xfrm>
          <a:prstGeom prst="rect">
            <a:avLst/>
          </a:prstGeom>
        </p:spPr>
      </p:pic>
      <p:pic>
        <p:nvPicPr>
          <p:cNvPr id="20" name="Gráfico 19" descr="Brindis con relleno sólido">
            <a:extLst>
              <a:ext uri="{FF2B5EF4-FFF2-40B4-BE49-F238E27FC236}">
                <a16:creationId xmlns:a16="http://schemas.microsoft.com/office/drawing/2014/main" id="{672397E0-1495-4475-90CE-0FF6A3E178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48408" y="1717916"/>
            <a:ext cx="1219291" cy="1219291"/>
          </a:xfrm>
          <a:prstGeom prst="rect">
            <a:avLst/>
          </a:prstGeom>
        </p:spPr>
      </p:pic>
      <p:sp>
        <p:nvSpPr>
          <p:cNvPr id="21" name="Rectángulo 20">
            <a:extLst>
              <a:ext uri="{FF2B5EF4-FFF2-40B4-BE49-F238E27FC236}">
                <a16:creationId xmlns:a16="http://schemas.microsoft.com/office/drawing/2014/main" id="{8614C986-2B4C-15A8-E2CD-CAE2E31B9678}"/>
              </a:ext>
            </a:extLst>
          </p:cNvPr>
          <p:cNvSpPr/>
          <p:nvPr/>
        </p:nvSpPr>
        <p:spPr>
          <a:xfrm>
            <a:off x="6587276" y="1790657"/>
            <a:ext cx="492820" cy="717867"/>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dirty="0" err="1">
              <a:solidFill>
                <a:srgbClr val="FFFFFF"/>
              </a:solidFill>
            </a:endParaRPr>
          </a:p>
        </p:txBody>
      </p:sp>
      <p:pic>
        <p:nvPicPr>
          <p:cNvPr id="23" name="Gráfico 22" descr="Lápiz con relleno sólido">
            <a:extLst>
              <a:ext uri="{FF2B5EF4-FFF2-40B4-BE49-F238E27FC236}">
                <a16:creationId xmlns:a16="http://schemas.microsoft.com/office/drawing/2014/main" id="{8E184D35-95B2-E7A5-723F-217F0D7233D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94550" y="1740833"/>
            <a:ext cx="595106" cy="595106"/>
          </a:xfrm>
          <a:prstGeom prst="rect">
            <a:avLst/>
          </a:prstGeom>
        </p:spPr>
      </p:pic>
      <p:pic>
        <p:nvPicPr>
          <p:cNvPr id="26" name="Gráfico 25" descr="Cronómetro 75% con relleno sólido">
            <a:extLst>
              <a:ext uri="{FF2B5EF4-FFF2-40B4-BE49-F238E27FC236}">
                <a16:creationId xmlns:a16="http://schemas.microsoft.com/office/drawing/2014/main" id="{3E799AF2-ED63-8823-B21D-DEC95FA05C3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13308" y="1964611"/>
            <a:ext cx="646331" cy="646331"/>
          </a:xfrm>
          <a:prstGeom prst="rect">
            <a:avLst/>
          </a:prstGeom>
        </p:spPr>
      </p:pic>
      <p:sp>
        <p:nvSpPr>
          <p:cNvPr id="30" name="CuadroTexto 29">
            <a:extLst>
              <a:ext uri="{FF2B5EF4-FFF2-40B4-BE49-F238E27FC236}">
                <a16:creationId xmlns:a16="http://schemas.microsoft.com/office/drawing/2014/main" id="{FD4E8CC4-DF97-E605-4E9A-B3B2BE2F694A}"/>
              </a:ext>
            </a:extLst>
          </p:cNvPr>
          <p:cNvSpPr txBox="1"/>
          <p:nvPr/>
        </p:nvSpPr>
        <p:spPr>
          <a:xfrm>
            <a:off x="163895" y="3723741"/>
            <a:ext cx="2188301"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ES" sz="1100" dirty="0">
                <a:solidFill>
                  <a:schemeClr val="accent6"/>
                </a:solidFill>
                <a:hlinkClick r:id="rId7">
                  <a:extLst>
                    <a:ext uri="{A12FA001-AC4F-418D-AE19-62706E023703}">
                      <ahyp:hlinkClr xmlns:ahyp="http://schemas.microsoft.com/office/drawing/2018/hyperlinkcolor" val="tx"/>
                    </a:ext>
                  </a:extLst>
                </a:hlinkClick>
              </a:rPr>
              <a:t>PORT Training (Facilitator’s Manual), p. xx.</a:t>
            </a:r>
          </a:p>
          <a:p>
            <a:endParaRPr lang="es-MX" sz="1100" dirty="0">
              <a:solidFill>
                <a:schemeClr val="accent6"/>
              </a:solidFill>
            </a:endParaRPr>
          </a:p>
        </p:txBody>
      </p:sp>
      <p:pic>
        <p:nvPicPr>
          <p:cNvPr id="34" name="Gráfico 33" descr="Cursor con relleno sólido">
            <a:extLst>
              <a:ext uri="{FF2B5EF4-FFF2-40B4-BE49-F238E27FC236}">
                <a16:creationId xmlns:a16="http://schemas.microsoft.com/office/drawing/2014/main" id="{FB34D97A-65EC-665D-0A74-6EE9EBE35E8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4466" y="4194886"/>
            <a:ext cx="515394" cy="515394"/>
          </a:xfrm>
          <a:prstGeom prst="rect">
            <a:avLst/>
          </a:prstGeom>
        </p:spPr>
      </p:pic>
      <p:sp>
        <p:nvSpPr>
          <p:cNvPr id="7" name="Rectángulo: esquinas redondeadas 6">
            <a:extLst>
              <a:ext uri="{FF2B5EF4-FFF2-40B4-BE49-F238E27FC236}">
                <a16:creationId xmlns:a16="http://schemas.microsoft.com/office/drawing/2014/main" id="{3360943C-3BC2-0A53-0DE9-B8F1243CCD57}"/>
              </a:ext>
            </a:extLst>
          </p:cNvPr>
          <p:cNvSpPr/>
          <p:nvPr/>
        </p:nvSpPr>
        <p:spPr>
          <a:xfrm>
            <a:off x="6931479" y="844975"/>
            <a:ext cx="1075076" cy="40235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dirty="0">
                <a:solidFill>
                  <a:schemeClr val="accent6"/>
                </a:solidFill>
              </a:rPr>
              <a:t>45</a:t>
            </a:r>
            <a:r>
              <a:rPr lang="es-MX" sz="1200" b="1" noProof="0" dirty="0">
                <a:solidFill>
                  <a:schemeClr val="accent6"/>
                </a:solidFill>
              </a:rPr>
              <a:t> min</a:t>
            </a:r>
          </a:p>
        </p:txBody>
      </p:sp>
    </p:spTree>
    <p:extLst>
      <p:ext uri="{BB962C8B-B14F-4D97-AF65-F5344CB8AC3E}">
        <p14:creationId xmlns:p14="http://schemas.microsoft.com/office/powerpoint/2010/main" val="147579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A6F43-7F0C-ADDE-4CF2-5D50AC52538B}"/>
            </a:ext>
          </a:extLst>
        </p:cNvPr>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8009E849-B445-091F-D36B-9C03A6115703}"/>
              </a:ext>
            </a:extLst>
          </p:cNvPr>
          <p:cNvSpPr/>
          <p:nvPr/>
        </p:nvSpPr>
        <p:spPr>
          <a:xfrm>
            <a:off x="4616530" y="3579869"/>
            <a:ext cx="2509258" cy="1164109"/>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8" name="Rectángulo: esquinas redondeadas 7">
            <a:extLst>
              <a:ext uri="{FF2B5EF4-FFF2-40B4-BE49-F238E27FC236}">
                <a16:creationId xmlns:a16="http://schemas.microsoft.com/office/drawing/2014/main" id="{CCA83AD0-B6B3-8164-2E60-3F6B3ADCA0A6}"/>
              </a:ext>
            </a:extLst>
          </p:cNvPr>
          <p:cNvSpPr/>
          <p:nvPr/>
        </p:nvSpPr>
        <p:spPr>
          <a:xfrm>
            <a:off x="1616870" y="3579869"/>
            <a:ext cx="2509258" cy="1164109"/>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Rectángulo: esquinas redondeadas 6">
            <a:extLst>
              <a:ext uri="{FF2B5EF4-FFF2-40B4-BE49-F238E27FC236}">
                <a16:creationId xmlns:a16="http://schemas.microsoft.com/office/drawing/2014/main" id="{D9E68E82-D51F-02FC-A9B8-A34468B771C3}"/>
              </a:ext>
            </a:extLst>
          </p:cNvPr>
          <p:cNvSpPr/>
          <p:nvPr/>
        </p:nvSpPr>
        <p:spPr>
          <a:xfrm>
            <a:off x="1078874" y="891872"/>
            <a:ext cx="6962947" cy="1030033"/>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E1689C12-A70C-3CEA-FC51-BCAFE4595D09}"/>
              </a:ext>
            </a:extLst>
          </p:cNvPr>
          <p:cNvSpPr>
            <a:spLocks noGrp="1"/>
          </p:cNvSpPr>
          <p:nvPr>
            <p:ph type="title"/>
          </p:nvPr>
        </p:nvSpPr>
        <p:spPr>
          <a:xfrm>
            <a:off x="330993" y="313420"/>
            <a:ext cx="8482014" cy="307777"/>
          </a:xfrm>
        </p:spPr>
        <p:txBody>
          <a:bodyPr/>
          <a:lstStyle/>
          <a:p>
            <a:pPr algn="ctr"/>
            <a:r>
              <a:rPr lang="es-MX" noProof="0"/>
              <a:t>What Is Problem Solving?</a:t>
            </a:r>
          </a:p>
        </p:txBody>
      </p:sp>
      <p:sp>
        <p:nvSpPr>
          <p:cNvPr id="5" name="CuadroTexto 7">
            <a:extLst>
              <a:ext uri="{FF2B5EF4-FFF2-40B4-BE49-F238E27FC236}">
                <a16:creationId xmlns:a16="http://schemas.microsoft.com/office/drawing/2014/main" id="{DBA99101-EF31-7BFF-CC49-AA18CC9959E8}"/>
              </a:ext>
            </a:extLst>
          </p:cNvPr>
          <p:cNvSpPr txBox="1"/>
          <p:nvPr/>
        </p:nvSpPr>
        <p:spPr>
          <a:xfrm>
            <a:off x="1212120" y="1009163"/>
            <a:ext cx="6667055" cy="93871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err="1">
                <a:solidFill>
                  <a:schemeClr val="bg1"/>
                </a:solidFill>
              </a:rPr>
              <a:t>Problem Solving is a structured approach to identifying, analyzing, and solving problems that prevent a desired outcome from being achieved. Its main objective is to eliminate the root causes of deviations—not just their symptoms—through analytical tools, collaboration, critical thinking, and data-driven decision-making.</a:t>
            </a:r>
          </a:p>
          <a:p>
            <a:pPr algn="just"/>
            <a:endParaRPr lang="es-MX" sz="1100" noProof="0">
              <a:solidFill>
                <a:schemeClr val="tx1"/>
              </a:solidFill>
            </a:endParaRPr>
          </a:p>
        </p:txBody>
      </p:sp>
      <p:sp>
        <p:nvSpPr>
          <p:cNvPr id="9" name="CuadroTexto 7">
            <a:extLst>
              <a:ext uri="{FF2B5EF4-FFF2-40B4-BE49-F238E27FC236}">
                <a16:creationId xmlns:a16="http://schemas.microsoft.com/office/drawing/2014/main" id="{113E0774-D3DE-B7EE-002A-6A1A54B4FFD9}"/>
              </a:ext>
            </a:extLst>
          </p:cNvPr>
          <p:cNvSpPr txBox="1"/>
          <p:nvPr/>
        </p:nvSpPr>
        <p:spPr>
          <a:xfrm>
            <a:off x="5201744" y="3233454"/>
            <a:ext cx="1423571"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accent6"/>
                </a:solidFill>
              </a:rPr>
              <a:t>Created Problem</a:t>
            </a:r>
            <a:endParaRPr lang="es-MX" sz="1100" noProof="0">
              <a:solidFill>
                <a:schemeClr val="accent6"/>
              </a:solidFill>
            </a:endParaRPr>
          </a:p>
        </p:txBody>
      </p:sp>
      <p:sp>
        <p:nvSpPr>
          <p:cNvPr id="10" name="CuadroTexto 7">
            <a:extLst>
              <a:ext uri="{FF2B5EF4-FFF2-40B4-BE49-F238E27FC236}">
                <a16:creationId xmlns:a16="http://schemas.microsoft.com/office/drawing/2014/main" id="{A4E40D69-4FCE-FB34-85FB-884C5882B264}"/>
              </a:ext>
            </a:extLst>
          </p:cNvPr>
          <p:cNvSpPr txBox="1"/>
          <p:nvPr/>
        </p:nvSpPr>
        <p:spPr>
          <a:xfrm>
            <a:off x="2053899" y="3233454"/>
            <a:ext cx="1635200"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accent6"/>
                </a:solidFill>
              </a:rPr>
              <a:t>Caused Problem</a:t>
            </a:r>
            <a:endParaRPr lang="es-MX" sz="1100" noProof="0">
              <a:solidFill>
                <a:schemeClr val="accent6"/>
              </a:solidFill>
            </a:endParaRPr>
          </a:p>
        </p:txBody>
      </p:sp>
      <p:pic>
        <p:nvPicPr>
          <p:cNvPr id="11" name="Picture 2" descr="Failure - free icon">
            <a:extLst>
              <a:ext uri="{FF2B5EF4-FFF2-40B4-BE49-F238E27FC236}">
                <a16:creationId xmlns:a16="http://schemas.microsoft.com/office/drawing/2014/main" id="{02176B00-E175-C37E-E6B1-48BE9E74EA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5656" y="2128153"/>
            <a:ext cx="991686" cy="99168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Imagens A Expectativa PNG e Vetor, com Fundo Transparente Para Download ...">
            <a:extLst>
              <a:ext uri="{FF2B5EF4-FFF2-40B4-BE49-F238E27FC236}">
                <a16:creationId xmlns:a16="http://schemas.microsoft.com/office/drawing/2014/main" id="{C87236AE-B5D8-434C-0CAB-C0F5DCE73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1746" y="2145262"/>
            <a:ext cx="1333762" cy="969138"/>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7">
            <a:extLst>
              <a:ext uri="{FF2B5EF4-FFF2-40B4-BE49-F238E27FC236}">
                <a16:creationId xmlns:a16="http://schemas.microsoft.com/office/drawing/2014/main" id="{6BBF47EE-792E-2AAC-EED4-0E8C1DD69F54}"/>
              </a:ext>
            </a:extLst>
          </p:cNvPr>
          <p:cNvSpPr txBox="1"/>
          <p:nvPr/>
        </p:nvSpPr>
        <p:spPr>
          <a:xfrm>
            <a:off x="1673161" y="3633370"/>
            <a:ext cx="2493091" cy="110799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100" noProof="0" dirty="0" err="1">
                <a:solidFill>
                  <a:schemeClr val="bg1"/>
                </a:solidFill>
              </a:rPr>
              <a:t>Failure</a:t>
            </a:r>
            <a:r>
              <a:rPr lang="es-MX" sz="1100" noProof="0" dirty="0">
                <a:solidFill>
                  <a:schemeClr val="bg1"/>
                </a:solidFill>
              </a:rPr>
              <a:t> to </a:t>
            </a:r>
            <a:r>
              <a:rPr lang="es-MX" sz="1100" noProof="0" dirty="0" err="1">
                <a:solidFill>
                  <a:schemeClr val="bg1"/>
                </a:solidFill>
              </a:rPr>
              <a:t>meet</a:t>
            </a:r>
            <a:r>
              <a:rPr lang="es-MX" sz="1100" noProof="0" dirty="0">
                <a:solidFill>
                  <a:schemeClr val="bg1"/>
                </a:solidFill>
              </a:rPr>
              <a:t> </a:t>
            </a:r>
            <a:r>
              <a:rPr lang="es-MX" sz="1100" noProof="0" dirty="0" err="1">
                <a:solidFill>
                  <a:schemeClr val="bg1"/>
                </a:solidFill>
              </a:rPr>
              <a:t>an</a:t>
            </a:r>
            <a:r>
              <a:rPr lang="es-MX" sz="1100" noProof="0" dirty="0">
                <a:solidFill>
                  <a:schemeClr val="bg1"/>
                </a:solidFill>
              </a:rPr>
              <a:t> </a:t>
            </a:r>
            <a:r>
              <a:rPr lang="es-MX" sz="1100" noProof="0" dirty="0" err="1">
                <a:solidFill>
                  <a:schemeClr val="bg1"/>
                </a:solidFill>
              </a:rPr>
              <a:t>existing</a:t>
            </a:r>
            <a:r>
              <a:rPr lang="es-MX" sz="1100" noProof="0" dirty="0">
                <a:solidFill>
                  <a:schemeClr val="bg1"/>
                </a:solidFill>
              </a:rPr>
              <a:t> standard.
➡ A </a:t>
            </a:r>
            <a:r>
              <a:rPr lang="es-MX" sz="1100" noProof="0" dirty="0" err="1">
                <a:solidFill>
                  <a:schemeClr val="bg1"/>
                </a:solidFill>
              </a:rPr>
              <a:t>deviation</a:t>
            </a:r>
            <a:r>
              <a:rPr lang="es-MX" sz="1100" noProof="0" dirty="0">
                <a:solidFill>
                  <a:schemeClr val="bg1"/>
                </a:solidFill>
              </a:rPr>
              <a:t> </a:t>
            </a:r>
            <a:r>
              <a:rPr lang="es-MX" sz="1100" noProof="0" dirty="0" err="1">
                <a:solidFill>
                  <a:schemeClr val="bg1"/>
                </a:solidFill>
              </a:rPr>
              <a:t>from</a:t>
            </a:r>
            <a:r>
              <a:rPr lang="es-MX" sz="1100" noProof="0" dirty="0">
                <a:solidFill>
                  <a:schemeClr val="bg1"/>
                </a:solidFill>
              </a:rPr>
              <a:t> </a:t>
            </a:r>
            <a:r>
              <a:rPr lang="es-MX" sz="1100" noProof="0" dirty="0" err="1">
                <a:solidFill>
                  <a:schemeClr val="bg1"/>
                </a:solidFill>
              </a:rPr>
              <a:t>what</a:t>
            </a:r>
            <a:r>
              <a:rPr lang="es-MX" sz="1100" noProof="0" dirty="0">
                <a:solidFill>
                  <a:schemeClr val="bg1"/>
                </a:solidFill>
              </a:rPr>
              <a:t> has </a:t>
            </a:r>
            <a:r>
              <a:rPr lang="es-MX" sz="1100" noProof="0" dirty="0" err="1">
                <a:solidFill>
                  <a:schemeClr val="bg1"/>
                </a:solidFill>
              </a:rPr>
              <a:t>already</a:t>
            </a:r>
            <a:r>
              <a:rPr lang="es-MX" sz="1100" noProof="0" dirty="0">
                <a:solidFill>
                  <a:schemeClr val="bg1"/>
                </a:solidFill>
              </a:rPr>
              <a:t> </a:t>
            </a:r>
            <a:r>
              <a:rPr lang="es-MX" sz="1100" noProof="0" dirty="0" err="1">
                <a:solidFill>
                  <a:schemeClr val="bg1"/>
                </a:solidFill>
              </a:rPr>
              <a:t>been</a:t>
            </a:r>
            <a:r>
              <a:rPr lang="es-MX" sz="1100" noProof="0" dirty="0">
                <a:solidFill>
                  <a:schemeClr val="bg1"/>
                </a:solidFill>
              </a:rPr>
              <a:t> </a:t>
            </a:r>
            <a:r>
              <a:rPr lang="es-MX" sz="1100" noProof="0" dirty="0" err="1">
                <a:solidFill>
                  <a:schemeClr val="bg1"/>
                </a:solidFill>
              </a:rPr>
              <a:t>defined</a:t>
            </a:r>
            <a:r>
              <a:rPr lang="es-MX" sz="1100" noProof="0" dirty="0">
                <a:solidFill>
                  <a:schemeClr val="bg1"/>
                </a:solidFill>
              </a:rPr>
              <a:t>; the </a:t>
            </a:r>
            <a:r>
              <a:rPr lang="es-MX" sz="1100" noProof="0" dirty="0" err="1">
                <a:solidFill>
                  <a:schemeClr val="bg1"/>
                </a:solidFill>
              </a:rPr>
              <a:t>root</a:t>
            </a:r>
            <a:r>
              <a:rPr lang="es-MX" sz="1100" noProof="0" dirty="0">
                <a:solidFill>
                  <a:schemeClr val="bg1"/>
                </a:solidFill>
              </a:rPr>
              <a:t> cause </a:t>
            </a:r>
            <a:r>
              <a:rPr lang="es-MX" sz="1100" noProof="0" dirty="0" err="1">
                <a:solidFill>
                  <a:schemeClr val="bg1"/>
                </a:solidFill>
              </a:rPr>
              <a:t>is</a:t>
            </a:r>
            <a:r>
              <a:rPr lang="es-MX" sz="1100" noProof="0" dirty="0">
                <a:solidFill>
                  <a:schemeClr val="bg1"/>
                </a:solidFill>
              </a:rPr>
              <a:t> </a:t>
            </a:r>
            <a:r>
              <a:rPr lang="es-MX" sz="1100" noProof="0" dirty="0" err="1">
                <a:solidFill>
                  <a:schemeClr val="bg1"/>
                </a:solidFill>
              </a:rPr>
              <a:t>unknown</a:t>
            </a:r>
            <a:endParaRPr lang="es-MX" sz="1100" noProof="0" dirty="0">
              <a:solidFill>
                <a:schemeClr val="bg1"/>
              </a:solidFill>
            </a:endParaRPr>
          </a:p>
          <a:p>
            <a:endParaRPr lang="es-MX" sz="1100" noProof="0" dirty="0">
              <a:solidFill>
                <a:schemeClr val="bg1"/>
              </a:solidFill>
            </a:endParaRPr>
          </a:p>
          <a:p>
            <a:endParaRPr lang="es-MX" sz="1100" noProof="0" dirty="0">
              <a:solidFill>
                <a:schemeClr val="bg1"/>
              </a:solidFill>
            </a:endParaRPr>
          </a:p>
        </p:txBody>
      </p:sp>
      <p:sp>
        <p:nvSpPr>
          <p:cNvPr id="18" name="CuadroTexto 7">
            <a:extLst>
              <a:ext uri="{FF2B5EF4-FFF2-40B4-BE49-F238E27FC236}">
                <a16:creationId xmlns:a16="http://schemas.microsoft.com/office/drawing/2014/main" id="{B1DA21C7-66E3-6261-1915-43BCFC3C6572}"/>
              </a:ext>
            </a:extLst>
          </p:cNvPr>
          <p:cNvSpPr txBox="1"/>
          <p:nvPr/>
        </p:nvSpPr>
        <p:spPr>
          <a:xfrm>
            <a:off x="4727946" y="3640588"/>
            <a:ext cx="2219380" cy="93871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100" noProof="0">
                <a:solidFill>
                  <a:schemeClr val="bg1"/>
                </a:solidFill>
              </a:rPr>
              <a:t>Gap against a new expectation.
➡ An improvement challenge, not a failure to comply.</a:t>
            </a:r>
          </a:p>
          <a:p>
            <a:endParaRPr lang="es-MX" sz="1100" noProof="0">
              <a:solidFill>
                <a:schemeClr val="bg1"/>
              </a:solidFill>
            </a:endParaRPr>
          </a:p>
          <a:p>
            <a:endParaRPr lang="es-MX" sz="1100" noProof="0">
              <a:solidFill>
                <a:schemeClr val="bg1"/>
              </a:solidFill>
            </a:endParaRPr>
          </a:p>
        </p:txBody>
      </p:sp>
      <p:sp>
        <p:nvSpPr>
          <p:cNvPr id="4" name="CuadroTexto 7">
            <a:extLst>
              <a:ext uri="{FF2B5EF4-FFF2-40B4-BE49-F238E27FC236}">
                <a16:creationId xmlns:a16="http://schemas.microsoft.com/office/drawing/2014/main" id="{35E465AF-B564-1F97-646C-68B868564DE9}"/>
              </a:ext>
            </a:extLst>
          </p:cNvPr>
          <p:cNvSpPr txBox="1"/>
          <p:nvPr/>
        </p:nvSpPr>
        <p:spPr>
          <a:xfrm>
            <a:off x="7358504" y="2993549"/>
            <a:ext cx="1475198"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400" b="1" i="1" noProof="0">
                <a:solidFill>
                  <a:schemeClr val="accent5"/>
                </a:solidFill>
                <a:effectLst>
                  <a:outerShdw blurRad="38100" dist="38100" dir="2700000" algn="tl">
                    <a:srgbClr val="000000">
                      <a:alpha val="43137"/>
                    </a:srgbClr>
                  </a:outerShdw>
                </a:effectLst>
              </a:rPr>
              <a:t>PDCA</a:t>
            </a:r>
          </a:p>
        </p:txBody>
      </p:sp>
      <p:pic>
        <p:nvPicPr>
          <p:cNvPr id="13" name="Gráfico 12" descr="Flecha lineal: curva con sentido de las agujas del reloj con relleno sólido">
            <a:extLst>
              <a:ext uri="{FF2B5EF4-FFF2-40B4-BE49-F238E27FC236}">
                <a16:creationId xmlns:a16="http://schemas.microsoft.com/office/drawing/2014/main" id="{C0379D73-273C-49FF-A1F4-95BEB758FF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09872" flipH="1">
            <a:off x="7074365" y="3184492"/>
            <a:ext cx="921009" cy="914400"/>
          </a:xfrm>
          <a:prstGeom prst="rect">
            <a:avLst/>
          </a:prstGeom>
        </p:spPr>
      </p:pic>
      <p:pic>
        <p:nvPicPr>
          <p:cNvPr id="15" name="Gráfico 14" descr="Flecha lineal: curva con sentido de las agujas del reloj con relleno sólido">
            <a:extLst>
              <a:ext uri="{FF2B5EF4-FFF2-40B4-BE49-F238E27FC236}">
                <a16:creationId xmlns:a16="http://schemas.microsoft.com/office/drawing/2014/main" id="{FEC22C8D-17EB-515B-D04E-C14546CA846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0845335">
            <a:off x="807430" y="3213361"/>
            <a:ext cx="816084" cy="914400"/>
          </a:xfrm>
          <a:prstGeom prst="rect">
            <a:avLst/>
          </a:prstGeom>
        </p:spPr>
      </p:pic>
      <p:pic>
        <p:nvPicPr>
          <p:cNvPr id="3" name="Imagen 2" descr="Dibujo de una persona&#10;&#10;El contenido generado por IA puede ser incorrecto.">
            <a:extLst>
              <a:ext uri="{FF2B5EF4-FFF2-40B4-BE49-F238E27FC236}">
                <a16:creationId xmlns:a16="http://schemas.microsoft.com/office/drawing/2014/main" id="{97E6FC44-4D01-9EEC-9E5F-E4B206D67C89}"/>
              </a:ext>
            </a:extLst>
          </p:cNvPr>
          <p:cNvPicPr>
            <a:picLocks noChangeAspect="1"/>
          </p:cNvPicPr>
          <p:nvPr/>
        </p:nvPicPr>
        <p:blipFill>
          <a:blip r:embed="rId6"/>
          <a:stretch>
            <a:fillRect/>
          </a:stretch>
        </p:blipFill>
        <p:spPr>
          <a:xfrm>
            <a:off x="8661417" y="109943"/>
            <a:ext cx="466952" cy="466952"/>
          </a:xfrm>
          <a:prstGeom prst="rect">
            <a:avLst/>
          </a:prstGeom>
        </p:spPr>
      </p:pic>
      <p:sp>
        <p:nvSpPr>
          <p:cNvPr id="14" name="Title 15">
            <a:extLst>
              <a:ext uri="{FF2B5EF4-FFF2-40B4-BE49-F238E27FC236}">
                <a16:creationId xmlns:a16="http://schemas.microsoft.com/office/drawing/2014/main" id="{C8FBE635-466C-B832-477D-CA01C124F0C7}"/>
              </a:ext>
            </a:extLst>
          </p:cNvPr>
          <p:cNvSpPr txBox="1">
            <a:spLocks/>
          </p:cNvSpPr>
          <p:nvPr/>
        </p:nvSpPr>
        <p:spPr>
          <a:xfrm>
            <a:off x="-372524" y="3000879"/>
            <a:ext cx="2554908" cy="276999"/>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1200" noProof="0">
                <a:solidFill>
                  <a:schemeClr val="accent6"/>
                </a:solidFill>
              </a:rPr>
              <a:t>PORT™</a:t>
            </a:r>
            <a:br>
              <a:rPr lang="es-MX" sz="1800" noProof="0">
                <a:solidFill>
                  <a:schemeClr val="accent6"/>
                </a:solidFill>
              </a:rPr>
            </a:br>
            <a:r>
              <a:rPr lang="es-MX" sz="800" noProof="0">
                <a:solidFill>
                  <a:schemeClr val="accent6"/>
                </a:solidFill>
              </a:rPr>
              <a:t>A </a:t>
            </a:r>
            <a:r>
              <a:rPr lang="es-MX" sz="800" noProof="0" err="1">
                <a:solidFill>
                  <a:schemeClr val="accent6"/>
                </a:solidFill>
              </a:rPr>
              <a:t>Problem</a:t>
            </a:r>
            <a:r>
              <a:rPr lang="es-MX" sz="800" noProof="0">
                <a:solidFill>
                  <a:schemeClr val="accent6"/>
                </a:solidFill>
              </a:rPr>
              <a:t> </a:t>
            </a:r>
            <a:r>
              <a:rPr lang="es-MX" sz="800" noProof="0" err="1">
                <a:solidFill>
                  <a:schemeClr val="accent6"/>
                </a:solidFill>
              </a:rPr>
              <a:t>Solving</a:t>
            </a:r>
            <a:r>
              <a:rPr lang="es-MX" sz="800" noProof="0">
                <a:solidFill>
                  <a:schemeClr val="accent6"/>
                </a:solidFill>
              </a:rPr>
              <a:t> </a:t>
            </a:r>
            <a:r>
              <a:rPr lang="es-MX" sz="800" noProof="0" err="1">
                <a:solidFill>
                  <a:schemeClr val="accent6"/>
                </a:solidFill>
              </a:rPr>
              <a:t>tool</a:t>
            </a:r>
            <a:endParaRPr lang="es-MX" sz="1800" noProof="0">
              <a:solidFill>
                <a:schemeClr val="accent6"/>
              </a:solidFill>
            </a:endParaRPr>
          </a:p>
        </p:txBody>
      </p:sp>
      <p:pic>
        <p:nvPicPr>
          <p:cNvPr id="19" name="Imagen 18" descr="Logotipo&#10;&#10;El contenido generado por IA puede ser incorrecto.">
            <a:extLst>
              <a:ext uri="{FF2B5EF4-FFF2-40B4-BE49-F238E27FC236}">
                <a16:creationId xmlns:a16="http://schemas.microsoft.com/office/drawing/2014/main" id="{A44AC5B6-8E60-D863-3DBC-EC873275C49E}"/>
              </a:ext>
            </a:extLst>
          </p:cNvPr>
          <p:cNvPicPr>
            <a:picLocks noChangeAspect="1"/>
          </p:cNvPicPr>
          <p:nvPr/>
        </p:nvPicPr>
        <p:blipFill>
          <a:blip r:embed="rId7"/>
          <a:srcRect b="35471"/>
          <a:stretch>
            <a:fillRect/>
          </a:stretch>
        </p:blipFill>
        <p:spPr>
          <a:xfrm>
            <a:off x="335445" y="2296032"/>
            <a:ext cx="1026997" cy="662704"/>
          </a:xfrm>
          <a:prstGeom prst="rect">
            <a:avLst/>
          </a:prstGeom>
        </p:spPr>
      </p:pic>
      <p:sp>
        <p:nvSpPr>
          <p:cNvPr id="20" name="CuadroTexto 19">
            <a:extLst>
              <a:ext uri="{FF2B5EF4-FFF2-40B4-BE49-F238E27FC236}">
                <a16:creationId xmlns:a16="http://schemas.microsoft.com/office/drawing/2014/main" id="{3240AF0C-B4F1-A948-82B5-70A87DCFE089}"/>
              </a:ext>
            </a:extLst>
          </p:cNvPr>
          <p:cNvSpPr txBox="1"/>
          <p:nvPr/>
        </p:nvSpPr>
        <p:spPr>
          <a:xfrm>
            <a:off x="541870" y="2180616"/>
            <a:ext cx="614148" cy="2308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900" b="1" cap="none" spc="0" noProof="0">
                <a:ln w="0"/>
                <a:solidFill>
                  <a:srgbClr val="0D4479"/>
                </a:solidFill>
              </a:rPr>
              <a:t>BEST</a:t>
            </a:r>
          </a:p>
        </p:txBody>
      </p:sp>
    </p:spTree>
    <p:extLst>
      <p:ext uri="{BB962C8B-B14F-4D97-AF65-F5344CB8AC3E}">
        <p14:creationId xmlns:p14="http://schemas.microsoft.com/office/powerpoint/2010/main" val="694244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F778C-DB8F-2FF1-FE39-FD45C8CAE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91DE3-59F8-CD3C-5481-6E46E61C1CEF}"/>
              </a:ext>
            </a:extLst>
          </p:cNvPr>
          <p:cNvSpPr>
            <a:spLocks noGrp="1"/>
          </p:cNvSpPr>
          <p:nvPr>
            <p:ph type="title"/>
          </p:nvPr>
        </p:nvSpPr>
        <p:spPr>
          <a:xfrm>
            <a:off x="330993" y="313420"/>
            <a:ext cx="8482014" cy="307777"/>
          </a:xfrm>
        </p:spPr>
        <p:txBody>
          <a:bodyPr/>
          <a:lstStyle/>
          <a:p>
            <a:pPr algn="ctr"/>
            <a:r>
              <a:rPr lang="es-MX" noProof="0"/>
              <a:t>What Is Problem Solving?</a:t>
            </a:r>
          </a:p>
        </p:txBody>
      </p:sp>
      <p:sp>
        <p:nvSpPr>
          <p:cNvPr id="9" name="CuadroTexto 7">
            <a:extLst>
              <a:ext uri="{FF2B5EF4-FFF2-40B4-BE49-F238E27FC236}">
                <a16:creationId xmlns:a16="http://schemas.microsoft.com/office/drawing/2014/main" id="{5C902ECE-5CCC-A261-B451-FFACD4A30181}"/>
              </a:ext>
            </a:extLst>
          </p:cNvPr>
          <p:cNvSpPr txBox="1"/>
          <p:nvPr/>
        </p:nvSpPr>
        <p:spPr>
          <a:xfrm>
            <a:off x="6339484" y="3205236"/>
            <a:ext cx="1423571"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accent6"/>
                </a:solidFill>
              </a:rPr>
              <a:t>Created Problem</a:t>
            </a:r>
            <a:endParaRPr lang="es-MX" sz="1100" noProof="0">
              <a:solidFill>
                <a:schemeClr val="accent6"/>
              </a:solidFill>
            </a:endParaRPr>
          </a:p>
        </p:txBody>
      </p:sp>
      <p:sp>
        <p:nvSpPr>
          <p:cNvPr id="10" name="CuadroTexto 7">
            <a:extLst>
              <a:ext uri="{FF2B5EF4-FFF2-40B4-BE49-F238E27FC236}">
                <a16:creationId xmlns:a16="http://schemas.microsoft.com/office/drawing/2014/main" id="{C61A822C-DC11-A08C-BC24-0D056B35E6E5}"/>
              </a:ext>
            </a:extLst>
          </p:cNvPr>
          <p:cNvSpPr txBox="1"/>
          <p:nvPr/>
        </p:nvSpPr>
        <p:spPr>
          <a:xfrm>
            <a:off x="1340667" y="3233454"/>
            <a:ext cx="1635200"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accent6"/>
                </a:solidFill>
              </a:rPr>
              <a:t>Caused Problem</a:t>
            </a:r>
            <a:endParaRPr lang="es-MX" sz="1100" noProof="0">
              <a:solidFill>
                <a:schemeClr val="accent6"/>
              </a:solidFill>
            </a:endParaRPr>
          </a:p>
        </p:txBody>
      </p:sp>
      <p:pic>
        <p:nvPicPr>
          <p:cNvPr id="11" name="Picture 2" descr="Failure - free icon">
            <a:extLst>
              <a:ext uri="{FF2B5EF4-FFF2-40B4-BE49-F238E27FC236}">
                <a16:creationId xmlns:a16="http://schemas.microsoft.com/office/drawing/2014/main" id="{ABA4BB3F-4676-9FE7-5083-FFA269B70E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5576" y="2128153"/>
            <a:ext cx="991686" cy="99168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Imagens A Expectativa PNG e Vetor, com Fundo Transparente Para Download ...">
            <a:extLst>
              <a:ext uri="{FF2B5EF4-FFF2-40B4-BE49-F238E27FC236}">
                <a16:creationId xmlns:a16="http://schemas.microsoft.com/office/drawing/2014/main" id="{320E5C2F-DA6B-A4E5-C1A2-8C163E3E1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4867" y="2118612"/>
            <a:ext cx="1333762" cy="969138"/>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7">
            <a:extLst>
              <a:ext uri="{FF2B5EF4-FFF2-40B4-BE49-F238E27FC236}">
                <a16:creationId xmlns:a16="http://schemas.microsoft.com/office/drawing/2014/main" id="{BF53D613-22FF-46E8-A773-B2429E8BCE9B}"/>
              </a:ext>
            </a:extLst>
          </p:cNvPr>
          <p:cNvSpPr txBox="1"/>
          <p:nvPr/>
        </p:nvSpPr>
        <p:spPr>
          <a:xfrm>
            <a:off x="8406401" y="2925677"/>
            <a:ext cx="1475198"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400" b="1" i="1" noProof="0">
                <a:solidFill>
                  <a:schemeClr val="accent5"/>
                </a:solidFill>
                <a:effectLst>
                  <a:outerShdw blurRad="38100" dist="38100" dir="2700000" algn="tl">
                    <a:srgbClr val="000000">
                      <a:alpha val="43137"/>
                    </a:srgbClr>
                  </a:outerShdw>
                </a:effectLst>
              </a:rPr>
              <a:t>PDCA</a:t>
            </a:r>
          </a:p>
        </p:txBody>
      </p:sp>
      <p:pic>
        <p:nvPicPr>
          <p:cNvPr id="13" name="Gráfico 12" descr="Flecha lineal: curva con sentido de las agujas del reloj con relleno sólido">
            <a:extLst>
              <a:ext uri="{FF2B5EF4-FFF2-40B4-BE49-F238E27FC236}">
                <a16:creationId xmlns:a16="http://schemas.microsoft.com/office/drawing/2014/main" id="{F50B1A99-C6C3-D32E-FB10-4990F302E5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09872" flipH="1">
            <a:off x="8160485" y="3150781"/>
            <a:ext cx="921009" cy="914400"/>
          </a:xfrm>
          <a:prstGeom prst="rect">
            <a:avLst/>
          </a:prstGeom>
        </p:spPr>
      </p:pic>
      <p:pic>
        <p:nvPicPr>
          <p:cNvPr id="15" name="Gráfico 14" descr="Flecha lineal: curva con sentido de las agujas del reloj con relleno sólido">
            <a:extLst>
              <a:ext uri="{FF2B5EF4-FFF2-40B4-BE49-F238E27FC236}">
                <a16:creationId xmlns:a16="http://schemas.microsoft.com/office/drawing/2014/main" id="{11AA7D30-F43C-06A8-85B1-C728EFE4C8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0845335">
            <a:off x="60060" y="3133606"/>
            <a:ext cx="816084" cy="914400"/>
          </a:xfrm>
          <a:prstGeom prst="rect">
            <a:avLst/>
          </a:prstGeom>
        </p:spPr>
      </p:pic>
      <p:pic>
        <p:nvPicPr>
          <p:cNvPr id="1026" name="Picture 2" descr="Free Png Download Six Sigma Green Belt Logo Png Images - Lean Six Sigma ...">
            <a:extLst>
              <a:ext uri="{FF2B5EF4-FFF2-40B4-BE49-F238E27FC236}">
                <a16:creationId xmlns:a16="http://schemas.microsoft.com/office/drawing/2014/main" id="{0155A1CD-0390-7FFD-3F0F-9CD873B979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9171" y="2425340"/>
            <a:ext cx="738794" cy="49111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7">
            <a:extLst>
              <a:ext uri="{FF2B5EF4-FFF2-40B4-BE49-F238E27FC236}">
                <a16:creationId xmlns:a16="http://schemas.microsoft.com/office/drawing/2014/main" id="{8301EADC-8DE3-07B6-4772-F26705FBD37B}"/>
              </a:ext>
            </a:extLst>
          </p:cNvPr>
          <p:cNvSpPr txBox="1"/>
          <p:nvPr/>
        </p:nvSpPr>
        <p:spPr>
          <a:xfrm>
            <a:off x="3901723" y="3233454"/>
            <a:ext cx="1635200"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accent6"/>
                </a:solidFill>
              </a:rPr>
              <a:t>Complex Project</a:t>
            </a:r>
            <a:endParaRPr lang="es-MX" sz="1100" noProof="0">
              <a:solidFill>
                <a:schemeClr val="accent6"/>
              </a:solidFill>
            </a:endParaRPr>
          </a:p>
        </p:txBody>
      </p:sp>
      <p:pic>
        <p:nvPicPr>
          <p:cNvPr id="14" name="Gráfico 13" descr="Flecha arriba con relleno sólido">
            <a:extLst>
              <a:ext uri="{FF2B5EF4-FFF2-40B4-BE49-F238E27FC236}">
                <a16:creationId xmlns:a16="http://schemas.microsoft.com/office/drawing/2014/main" id="{B401F299-E9A3-9BB2-461C-70924F435EB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a:off x="4160422" y="3508590"/>
            <a:ext cx="914400" cy="836403"/>
          </a:xfrm>
          <a:prstGeom prst="rect">
            <a:avLst/>
          </a:prstGeom>
        </p:spPr>
      </p:pic>
      <p:sp>
        <p:nvSpPr>
          <p:cNvPr id="20" name="CuadroTexto 7">
            <a:extLst>
              <a:ext uri="{FF2B5EF4-FFF2-40B4-BE49-F238E27FC236}">
                <a16:creationId xmlns:a16="http://schemas.microsoft.com/office/drawing/2014/main" id="{829B3BDC-733C-198B-C71A-DBA565D949C4}"/>
              </a:ext>
            </a:extLst>
          </p:cNvPr>
          <p:cNvSpPr txBox="1"/>
          <p:nvPr/>
        </p:nvSpPr>
        <p:spPr>
          <a:xfrm>
            <a:off x="4218818" y="4373322"/>
            <a:ext cx="777075"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400" b="1" i="1" noProof="0">
                <a:solidFill>
                  <a:schemeClr val="accent5"/>
                </a:solidFill>
                <a:effectLst>
                  <a:outerShdw blurRad="38100" dist="38100" dir="2700000" algn="tl">
                    <a:srgbClr val="000000">
                      <a:alpha val="43137"/>
                    </a:srgbClr>
                  </a:outerShdw>
                </a:effectLst>
              </a:rPr>
              <a:t>DMAIC</a:t>
            </a:r>
          </a:p>
        </p:txBody>
      </p:sp>
      <p:pic>
        <p:nvPicPr>
          <p:cNvPr id="7" name="Imagen 6" descr="Dibujo de una persona&#10;&#10;El contenido generado por IA puede ser incorrecto.">
            <a:extLst>
              <a:ext uri="{FF2B5EF4-FFF2-40B4-BE49-F238E27FC236}">
                <a16:creationId xmlns:a16="http://schemas.microsoft.com/office/drawing/2014/main" id="{53176AC2-F90E-2527-99BE-5B91C5A25622}"/>
              </a:ext>
            </a:extLst>
          </p:cNvPr>
          <p:cNvPicPr>
            <a:picLocks noChangeAspect="1"/>
          </p:cNvPicPr>
          <p:nvPr/>
        </p:nvPicPr>
        <p:blipFill>
          <a:blip r:embed="rId8"/>
          <a:stretch>
            <a:fillRect/>
          </a:stretch>
        </p:blipFill>
        <p:spPr>
          <a:xfrm>
            <a:off x="8661417" y="109943"/>
            <a:ext cx="466952" cy="466952"/>
          </a:xfrm>
          <a:prstGeom prst="rect">
            <a:avLst/>
          </a:prstGeom>
        </p:spPr>
      </p:pic>
      <p:sp>
        <p:nvSpPr>
          <p:cNvPr id="8" name="Rectángulo: esquinas redondeadas 7">
            <a:extLst>
              <a:ext uri="{FF2B5EF4-FFF2-40B4-BE49-F238E27FC236}">
                <a16:creationId xmlns:a16="http://schemas.microsoft.com/office/drawing/2014/main" id="{01346DFE-BE01-CFD3-E7DF-D246CB56FEC4}"/>
              </a:ext>
            </a:extLst>
          </p:cNvPr>
          <p:cNvSpPr/>
          <p:nvPr/>
        </p:nvSpPr>
        <p:spPr>
          <a:xfrm>
            <a:off x="1078874" y="891872"/>
            <a:ext cx="6962947" cy="1030033"/>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CuadroTexto 7">
            <a:extLst>
              <a:ext uri="{FF2B5EF4-FFF2-40B4-BE49-F238E27FC236}">
                <a16:creationId xmlns:a16="http://schemas.microsoft.com/office/drawing/2014/main" id="{F460955C-60B0-25EE-E5CD-8BE3A7DCF3DB}"/>
              </a:ext>
            </a:extLst>
          </p:cNvPr>
          <p:cNvSpPr txBox="1"/>
          <p:nvPr/>
        </p:nvSpPr>
        <p:spPr>
          <a:xfrm>
            <a:off x="1212120" y="1009163"/>
            <a:ext cx="6667055" cy="93871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err="1">
                <a:solidFill>
                  <a:schemeClr val="bg1"/>
                </a:solidFill>
              </a:rPr>
              <a:t>Problem Solving is a structured approach to identifying, analyzing, and solving problems that prevent a desired outcome from being achieved. Its main objective is to eliminate the root causes of deviations—not just their symptoms—through analytical tools, collaboration, critical thinking, and data-driven decision-making.</a:t>
            </a:r>
          </a:p>
          <a:p>
            <a:pPr algn="just"/>
            <a:endParaRPr lang="es-MX" sz="1100" noProof="0">
              <a:solidFill>
                <a:schemeClr val="tx1"/>
              </a:solidFill>
            </a:endParaRPr>
          </a:p>
        </p:txBody>
      </p:sp>
      <p:sp>
        <p:nvSpPr>
          <p:cNvPr id="5" name="Rectángulo: esquinas redondeadas 4">
            <a:extLst>
              <a:ext uri="{FF2B5EF4-FFF2-40B4-BE49-F238E27FC236}">
                <a16:creationId xmlns:a16="http://schemas.microsoft.com/office/drawing/2014/main" id="{7124F2D9-F4C8-EF5C-8E02-2D7168EFE021}"/>
              </a:ext>
            </a:extLst>
          </p:cNvPr>
          <p:cNvSpPr/>
          <p:nvPr/>
        </p:nvSpPr>
        <p:spPr>
          <a:xfrm>
            <a:off x="5957649" y="3502419"/>
            <a:ext cx="2264863" cy="1164109"/>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9" name="Rectángulo: esquinas redondeadas 18">
            <a:extLst>
              <a:ext uri="{FF2B5EF4-FFF2-40B4-BE49-F238E27FC236}">
                <a16:creationId xmlns:a16="http://schemas.microsoft.com/office/drawing/2014/main" id="{EDAEF183-8D49-4F0A-DD75-34A2C2AA7A9E}"/>
              </a:ext>
            </a:extLst>
          </p:cNvPr>
          <p:cNvSpPr/>
          <p:nvPr/>
        </p:nvSpPr>
        <p:spPr>
          <a:xfrm>
            <a:off x="843548" y="3502660"/>
            <a:ext cx="2509258" cy="1164109"/>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1" name="CuadroTexto 7">
            <a:extLst>
              <a:ext uri="{FF2B5EF4-FFF2-40B4-BE49-F238E27FC236}">
                <a16:creationId xmlns:a16="http://schemas.microsoft.com/office/drawing/2014/main" id="{551069CD-3DE1-1E44-F6BF-02784FEA392E}"/>
              </a:ext>
            </a:extLst>
          </p:cNvPr>
          <p:cNvSpPr txBox="1"/>
          <p:nvPr/>
        </p:nvSpPr>
        <p:spPr>
          <a:xfrm>
            <a:off x="916438" y="3558532"/>
            <a:ext cx="2493091" cy="110799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100" noProof="0">
                <a:solidFill>
                  <a:schemeClr val="bg1"/>
                </a:solidFill>
              </a:rPr>
              <a:t>Failure to meet an existing standard.
➡ A deviation from what has already been defined; the root cause is unknown</a:t>
            </a:r>
          </a:p>
          <a:p>
            <a:endParaRPr lang="es-MX" sz="1100" noProof="0">
              <a:solidFill>
                <a:schemeClr val="bg1"/>
              </a:solidFill>
            </a:endParaRPr>
          </a:p>
          <a:p>
            <a:endParaRPr lang="es-MX" sz="1100" noProof="0">
              <a:solidFill>
                <a:schemeClr val="bg1"/>
              </a:solidFill>
            </a:endParaRPr>
          </a:p>
        </p:txBody>
      </p:sp>
      <p:sp>
        <p:nvSpPr>
          <p:cNvPr id="22" name="CuadroTexto 7">
            <a:extLst>
              <a:ext uri="{FF2B5EF4-FFF2-40B4-BE49-F238E27FC236}">
                <a16:creationId xmlns:a16="http://schemas.microsoft.com/office/drawing/2014/main" id="{C1CABCA9-6E35-973F-D45C-0972069DEF57}"/>
              </a:ext>
            </a:extLst>
          </p:cNvPr>
          <p:cNvSpPr txBox="1"/>
          <p:nvPr/>
        </p:nvSpPr>
        <p:spPr>
          <a:xfrm>
            <a:off x="6069065" y="3563138"/>
            <a:ext cx="1935506" cy="93871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100" noProof="0">
                <a:solidFill>
                  <a:schemeClr val="bg1"/>
                </a:solidFill>
              </a:rPr>
              <a:t>Gap against a new expectation.
➡ An improvement challenge, not a failure to comply.</a:t>
            </a:r>
          </a:p>
          <a:p>
            <a:endParaRPr lang="es-MX" sz="1100" noProof="0">
              <a:solidFill>
                <a:schemeClr val="bg1"/>
              </a:solidFill>
            </a:endParaRPr>
          </a:p>
          <a:p>
            <a:endParaRPr lang="es-MX" sz="1100" noProof="0">
              <a:solidFill>
                <a:schemeClr val="bg1"/>
              </a:solidFill>
            </a:endParaRPr>
          </a:p>
        </p:txBody>
      </p:sp>
      <p:sp>
        <p:nvSpPr>
          <p:cNvPr id="18" name="CuadroTexto 7">
            <a:extLst>
              <a:ext uri="{FF2B5EF4-FFF2-40B4-BE49-F238E27FC236}">
                <a16:creationId xmlns:a16="http://schemas.microsoft.com/office/drawing/2014/main" id="{2B536A46-2BEA-A860-2923-307292E0A1D3}"/>
              </a:ext>
            </a:extLst>
          </p:cNvPr>
          <p:cNvSpPr txBox="1"/>
          <p:nvPr/>
        </p:nvSpPr>
        <p:spPr>
          <a:xfrm>
            <a:off x="3957851" y="2342830"/>
            <a:ext cx="614149" cy="3693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800" b="1" noProof="0">
                <a:solidFill>
                  <a:schemeClr val="tx1"/>
                </a:solidFill>
              </a:rPr>
              <a:t>SIX</a:t>
            </a:r>
          </a:p>
        </p:txBody>
      </p:sp>
      <p:sp>
        <p:nvSpPr>
          <p:cNvPr id="23" name="CuadroTexto 7">
            <a:extLst>
              <a:ext uri="{FF2B5EF4-FFF2-40B4-BE49-F238E27FC236}">
                <a16:creationId xmlns:a16="http://schemas.microsoft.com/office/drawing/2014/main" id="{5EA6905F-70F6-EE37-3A8D-5A3B981ED67B}"/>
              </a:ext>
            </a:extLst>
          </p:cNvPr>
          <p:cNvSpPr txBox="1"/>
          <p:nvPr/>
        </p:nvSpPr>
        <p:spPr>
          <a:xfrm>
            <a:off x="3996317" y="2852376"/>
            <a:ext cx="1317016" cy="4001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2000" b="1" noProof="0">
                <a:solidFill>
                  <a:schemeClr val="tx1"/>
                </a:solidFill>
              </a:rPr>
              <a:t>SIGMA</a:t>
            </a:r>
          </a:p>
        </p:txBody>
      </p:sp>
      <p:sp>
        <p:nvSpPr>
          <p:cNvPr id="24" name="Title 15">
            <a:extLst>
              <a:ext uri="{FF2B5EF4-FFF2-40B4-BE49-F238E27FC236}">
                <a16:creationId xmlns:a16="http://schemas.microsoft.com/office/drawing/2014/main" id="{7CD6B904-60A2-3B2C-1AE1-F42561E406F0}"/>
              </a:ext>
            </a:extLst>
          </p:cNvPr>
          <p:cNvSpPr txBox="1">
            <a:spLocks/>
          </p:cNvSpPr>
          <p:nvPr/>
        </p:nvSpPr>
        <p:spPr>
          <a:xfrm>
            <a:off x="-663719" y="2901049"/>
            <a:ext cx="2554908" cy="276999"/>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1200" noProof="0">
                <a:solidFill>
                  <a:schemeClr val="accent6"/>
                </a:solidFill>
              </a:rPr>
              <a:t>PORT™</a:t>
            </a:r>
            <a:br>
              <a:rPr lang="es-MX" sz="1800" noProof="0">
                <a:solidFill>
                  <a:schemeClr val="accent6"/>
                </a:solidFill>
              </a:rPr>
            </a:br>
            <a:r>
              <a:rPr lang="es-MX" sz="800" noProof="0">
                <a:solidFill>
                  <a:schemeClr val="accent6"/>
                </a:solidFill>
              </a:rPr>
              <a:t>A </a:t>
            </a:r>
            <a:r>
              <a:rPr lang="es-MX" sz="800" noProof="0" err="1">
                <a:solidFill>
                  <a:schemeClr val="accent6"/>
                </a:solidFill>
              </a:rPr>
              <a:t>Problem</a:t>
            </a:r>
            <a:r>
              <a:rPr lang="es-MX" sz="800" noProof="0">
                <a:solidFill>
                  <a:schemeClr val="accent6"/>
                </a:solidFill>
              </a:rPr>
              <a:t> </a:t>
            </a:r>
            <a:r>
              <a:rPr lang="es-MX" sz="800" noProof="0" err="1">
                <a:solidFill>
                  <a:schemeClr val="accent6"/>
                </a:solidFill>
              </a:rPr>
              <a:t>Solving</a:t>
            </a:r>
            <a:r>
              <a:rPr lang="es-MX" sz="800" noProof="0">
                <a:solidFill>
                  <a:schemeClr val="accent6"/>
                </a:solidFill>
              </a:rPr>
              <a:t> </a:t>
            </a:r>
            <a:r>
              <a:rPr lang="es-MX" sz="800" noProof="0" err="1">
                <a:solidFill>
                  <a:schemeClr val="accent6"/>
                </a:solidFill>
              </a:rPr>
              <a:t>tool</a:t>
            </a:r>
            <a:endParaRPr lang="es-MX" sz="1800" noProof="0">
              <a:solidFill>
                <a:schemeClr val="accent6"/>
              </a:solidFill>
            </a:endParaRPr>
          </a:p>
        </p:txBody>
      </p:sp>
      <p:pic>
        <p:nvPicPr>
          <p:cNvPr id="25" name="Imagen 24" descr="Logotipo&#10;&#10;El contenido generado por IA puede ser incorrecto.">
            <a:extLst>
              <a:ext uri="{FF2B5EF4-FFF2-40B4-BE49-F238E27FC236}">
                <a16:creationId xmlns:a16="http://schemas.microsoft.com/office/drawing/2014/main" id="{28AE3BFD-AA2C-EBBF-EDC8-64C4840193EE}"/>
              </a:ext>
            </a:extLst>
          </p:cNvPr>
          <p:cNvPicPr>
            <a:picLocks noChangeAspect="1"/>
          </p:cNvPicPr>
          <p:nvPr/>
        </p:nvPicPr>
        <p:blipFill>
          <a:blip r:embed="rId9"/>
          <a:srcRect b="35471"/>
          <a:stretch>
            <a:fillRect/>
          </a:stretch>
        </p:blipFill>
        <p:spPr>
          <a:xfrm>
            <a:off x="44250" y="2196202"/>
            <a:ext cx="1026997" cy="662704"/>
          </a:xfrm>
          <a:prstGeom prst="rect">
            <a:avLst/>
          </a:prstGeom>
        </p:spPr>
      </p:pic>
      <p:sp>
        <p:nvSpPr>
          <p:cNvPr id="26" name="CuadroTexto 25">
            <a:extLst>
              <a:ext uri="{FF2B5EF4-FFF2-40B4-BE49-F238E27FC236}">
                <a16:creationId xmlns:a16="http://schemas.microsoft.com/office/drawing/2014/main" id="{2D166132-AFC2-0512-C6F2-669F495B83FC}"/>
              </a:ext>
            </a:extLst>
          </p:cNvPr>
          <p:cNvSpPr txBox="1"/>
          <p:nvPr/>
        </p:nvSpPr>
        <p:spPr>
          <a:xfrm>
            <a:off x="250675" y="2080786"/>
            <a:ext cx="614148" cy="2308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900" b="1" cap="none" spc="0" noProof="0">
                <a:ln w="0"/>
                <a:solidFill>
                  <a:srgbClr val="0D4479"/>
                </a:solidFill>
              </a:rPr>
              <a:t>BEST</a:t>
            </a:r>
          </a:p>
        </p:txBody>
      </p:sp>
    </p:spTree>
    <p:extLst>
      <p:ext uri="{BB962C8B-B14F-4D97-AF65-F5344CB8AC3E}">
        <p14:creationId xmlns:p14="http://schemas.microsoft.com/office/powerpoint/2010/main" val="1459664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4A60C-58D4-188D-6774-B18B27F41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02BEB-58E8-FFB1-582A-2B3021611062}"/>
              </a:ext>
            </a:extLst>
          </p:cNvPr>
          <p:cNvSpPr>
            <a:spLocks noGrp="1"/>
          </p:cNvSpPr>
          <p:nvPr>
            <p:ph type="title"/>
          </p:nvPr>
        </p:nvSpPr>
        <p:spPr>
          <a:xfrm>
            <a:off x="330993" y="313420"/>
            <a:ext cx="8482014" cy="307777"/>
          </a:xfrm>
        </p:spPr>
        <p:txBody>
          <a:bodyPr/>
          <a:lstStyle/>
          <a:p>
            <a:pPr algn="ctr"/>
            <a:r>
              <a:rPr lang="es-MX" noProof="0"/>
              <a:t>PORT™ or Six Sigma?</a:t>
            </a:r>
          </a:p>
        </p:txBody>
      </p:sp>
      <p:pic>
        <p:nvPicPr>
          <p:cNvPr id="7" name="Imagen 6" descr="Dibujo de una persona&#10;&#10;El contenido generado por IA puede ser incorrecto.">
            <a:extLst>
              <a:ext uri="{FF2B5EF4-FFF2-40B4-BE49-F238E27FC236}">
                <a16:creationId xmlns:a16="http://schemas.microsoft.com/office/drawing/2014/main" id="{8747AE39-AA43-AF9A-C5E5-21310B6603DC}"/>
              </a:ext>
            </a:extLst>
          </p:cNvPr>
          <p:cNvPicPr>
            <a:picLocks noChangeAspect="1"/>
          </p:cNvPicPr>
          <p:nvPr/>
        </p:nvPicPr>
        <p:blipFill>
          <a:blip r:embed="rId2"/>
          <a:stretch>
            <a:fillRect/>
          </a:stretch>
        </p:blipFill>
        <p:spPr>
          <a:xfrm>
            <a:off x="8661417" y="109943"/>
            <a:ext cx="466952" cy="466952"/>
          </a:xfrm>
          <a:prstGeom prst="rect">
            <a:avLst/>
          </a:prstGeom>
        </p:spPr>
      </p:pic>
      <p:sp>
        <p:nvSpPr>
          <p:cNvPr id="27" name="Rectángulo: esquinas redondeadas 26">
            <a:extLst>
              <a:ext uri="{FF2B5EF4-FFF2-40B4-BE49-F238E27FC236}">
                <a16:creationId xmlns:a16="http://schemas.microsoft.com/office/drawing/2014/main" id="{B9534969-6A09-8FAD-51F0-C41C2162F6AA}"/>
              </a:ext>
            </a:extLst>
          </p:cNvPr>
          <p:cNvSpPr/>
          <p:nvPr/>
        </p:nvSpPr>
        <p:spPr>
          <a:xfrm>
            <a:off x="1235119" y="902761"/>
            <a:ext cx="3179929" cy="1274057"/>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28" name="Rectángulo: esquinas redondeadas 27">
            <a:extLst>
              <a:ext uri="{FF2B5EF4-FFF2-40B4-BE49-F238E27FC236}">
                <a16:creationId xmlns:a16="http://schemas.microsoft.com/office/drawing/2014/main" id="{274892EF-A032-5544-54C2-9D3FB8C186CE}"/>
              </a:ext>
            </a:extLst>
          </p:cNvPr>
          <p:cNvSpPr/>
          <p:nvPr/>
        </p:nvSpPr>
        <p:spPr>
          <a:xfrm>
            <a:off x="1235119" y="2251881"/>
            <a:ext cx="3179929" cy="2524836"/>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29" name="Rectángulo 28">
            <a:extLst>
              <a:ext uri="{FF2B5EF4-FFF2-40B4-BE49-F238E27FC236}">
                <a16:creationId xmlns:a16="http://schemas.microsoft.com/office/drawing/2014/main" id="{47A6D38A-558C-1EDC-8965-AA4A744645B5}"/>
              </a:ext>
            </a:extLst>
          </p:cNvPr>
          <p:cNvSpPr/>
          <p:nvPr/>
        </p:nvSpPr>
        <p:spPr>
          <a:xfrm>
            <a:off x="1235119" y="2251881"/>
            <a:ext cx="3179929" cy="395785"/>
          </a:xfrm>
          <a:prstGeom prst="rect">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31" name="Rectángulo 30">
            <a:extLst>
              <a:ext uri="{FF2B5EF4-FFF2-40B4-BE49-F238E27FC236}">
                <a16:creationId xmlns:a16="http://schemas.microsoft.com/office/drawing/2014/main" id="{7E4E3B07-48CE-D5B8-4D62-783628824700}"/>
              </a:ext>
            </a:extLst>
          </p:cNvPr>
          <p:cNvSpPr/>
          <p:nvPr/>
        </p:nvSpPr>
        <p:spPr>
          <a:xfrm>
            <a:off x="1235119" y="1835625"/>
            <a:ext cx="3179929" cy="395785"/>
          </a:xfrm>
          <a:prstGeom prst="rect">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32" name="Rectángulo: esquinas redondeadas 31">
            <a:extLst>
              <a:ext uri="{FF2B5EF4-FFF2-40B4-BE49-F238E27FC236}">
                <a16:creationId xmlns:a16="http://schemas.microsoft.com/office/drawing/2014/main" id="{192C9B88-26F6-916C-EB73-3CC3E8649B79}"/>
              </a:ext>
            </a:extLst>
          </p:cNvPr>
          <p:cNvSpPr/>
          <p:nvPr/>
        </p:nvSpPr>
        <p:spPr>
          <a:xfrm>
            <a:off x="4442344" y="902761"/>
            <a:ext cx="3179929" cy="1274057"/>
          </a:xfrm>
          <a:prstGeom prst="roundRect">
            <a:avLst>
              <a:gd name="adj" fmla="val 10705"/>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3" name="Rectángulo: esquinas redondeadas 32">
            <a:extLst>
              <a:ext uri="{FF2B5EF4-FFF2-40B4-BE49-F238E27FC236}">
                <a16:creationId xmlns:a16="http://schemas.microsoft.com/office/drawing/2014/main" id="{E3B323F1-D440-DD6B-B7F9-AA345D746B96}"/>
              </a:ext>
            </a:extLst>
          </p:cNvPr>
          <p:cNvSpPr/>
          <p:nvPr/>
        </p:nvSpPr>
        <p:spPr>
          <a:xfrm>
            <a:off x="4442344" y="2251881"/>
            <a:ext cx="3179929" cy="2524836"/>
          </a:xfrm>
          <a:prstGeom prst="roundRect">
            <a:avLst>
              <a:gd name="adj" fmla="val 10705"/>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4" name="Rectángulo 33">
            <a:extLst>
              <a:ext uri="{FF2B5EF4-FFF2-40B4-BE49-F238E27FC236}">
                <a16:creationId xmlns:a16="http://schemas.microsoft.com/office/drawing/2014/main" id="{D1812F0D-7A9D-EADE-799B-6FB3888B9368}"/>
              </a:ext>
            </a:extLst>
          </p:cNvPr>
          <p:cNvSpPr/>
          <p:nvPr/>
        </p:nvSpPr>
        <p:spPr>
          <a:xfrm>
            <a:off x="4442344" y="2251881"/>
            <a:ext cx="3179929" cy="395785"/>
          </a:xfrm>
          <a:prstGeom prst="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5" name="Rectángulo 34">
            <a:extLst>
              <a:ext uri="{FF2B5EF4-FFF2-40B4-BE49-F238E27FC236}">
                <a16:creationId xmlns:a16="http://schemas.microsoft.com/office/drawing/2014/main" id="{D775152C-E8CE-CAB7-D080-BB79203AE886}"/>
              </a:ext>
            </a:extLst>
          </p:cNvPr>
          <p:cNvSpPr/>
          <p:nvPr/>
        </p:nvSpPr>
        <p:spPr>
          <a:xfrm>
            <a:off x="4442344" y="1835625"/>
            <a:ext cx="3179929" cy="395785"/>
          </a:xfrm>
          <a:prstGeom prst="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6" name="Title 15">
            <a:extLst>
              <a:ext uri="{FF2B5EF4-FFF2-40B4-BE49-F238E27FC236}">
                <a16:creationId xmlns:a16="http://schemas.microsoft.com/office/drawing/2014/main" id="{82391B6E-1CCE-DCB3-918F-77B27DDCC47A}"/>
              </a:ext>
            </a:extLst>
          </p:cNvPr>
          <p:cNvSpPr txBox="1">
            <a:spLocks/>
          </p:cNvSpPr>
          <p:nvPr/>
        </p:nvSpPr>
        <p:spPr>
          <a:xfrm>
            <a:off x="1543392" y="1791602"/>
            <a:ext cx="2554908" cy="276999"/>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1200" noProof="0">
                <a:solidFill>
                  <a:schemeClr val="bg1"/>
                </a:solidFill>
              </a:rPr>
              <a:t>PORT™</a:t>
            </a:r>
            <a:br>
              <a:rPr lang="es-MX" sz="1800" noProof="0">
                <a:solidFill>
                  <a:schemeClr val="bg1"/>
                </a:solidFill>
              </a:rPr>
            </a:br>
            <a:r>
              <a:rPr lang="es-MX" sz="800" noProof="0">
                <a:solidFill>
                  <a:schemeClr val="bg1"/>
                </a:solidFill>
              </a:rPr>
              <a:t>A </a:t>
            </a:r>
            <a:r>
              <a:rPr lang="es-MX" sz="800" noProof="0" err="1">
                <a:solidFill>
                  <a:schemeClr val="bg1"/>
                </a:solidFill>
              </a:rPr>
              <a:t>Problem</a:t>
            </a:r>
            <a:r>
              <a:rPr lang="es-MX" sz="800" noProof="0">
                <a:solidFill>
                  <a:schemeClr val="bg1"/>
                </a:solidFill>
              </a:rPr>
              <a:t> </a:t>
            </a:r>
            <a:r>
              <a:rPr lang="es-MX" sz="800" noProof="0" err="1">
                <a:solidFill>
                  <a:schemeClr val="bg1"/>
                </a:solidFill>
              </a:rPr>
              <a:t>Solving</a:t>
            </a:r>
            <a:r>
              <a:rPr lang="es-MX" sz="800" noProof="0">
                <a:solidFill>
                  <a:schemeClr val="bg1"/>
                </a:solidFill>
              </a:rPr>
              <a:t> </a:t>
            </a:r>
            <a:r>
              <a:rPr lang="es-MX" sz="800" noProof="0" err="1">
                <a:solidFill>
                  <a:schemeClr val="bg1"/>
                </a:solidFill>
              </a:rPr>
              <a:t>tool</a:t>
            </a:r>
            <a:endParaRPr lang="es-MX" sz="1800" noProof="0">
              <a:solidFill>
                <a:schemeClr val="bg1"/>
              </a:solidFill>
            </a:endParaRPr>
          </a:p>
        </p:txBody>
      </p:sp>
      <p:pic>
        <p:nvPicPr>
          <p:cNvPr id="42" name="Picture 2" descr="Free Png Download Six Sigma Green Belt Logo Png Images - Lean Six Sigma ...">
            <a:extLst>
              <a:ext uri="{FF2B5EF4-FFF2-40B4-BE49-F238E27FC236}">
                <a16:creationId xmlns:a16="http://schemas.microsoft.com/office/drawing/2014/main" id="{0B3EA4F2-F91D-1580-C683-6923F90A5E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9714" y="1183563"/>
            <a:ext cx="701385" cy="466247"/>
          </a:xfrm>
          <a:prstGeom prst="rect">
            <a:avLst/>
          </a:prstGeom>
          <a:noFill/>
          <a:extLst>
            <a:ext uri="{909E8E84-426E-40DD-AFC4-6F175D3DCCD1}">
              <a14:hiddenFill xmlns:a14="http://schemas.microsoft.com/office/drawing/2010/main">
                <a:solidFill>
                  <a:srgbClr val="FFFFFF"/>
                </a:solidFill>
              </a14:hiddenFill>
            </a:ext>
          </a:extLst>
        </p:spPr>
      </p:pic>
      <p:sp>
        <p:nvSpPr>
          <p:cNvPr id="43" name="CuadroTexto 7">
            <a:extLst>
              <a:ext uri="{FF2B5EF4-FFF2-40B4-BE49-F238E27FC236}">
                <a16:creationId xmlns:a16="http://schemas.microsoft.com/office/drawing/2014/main" id="{064CDFF5-4EAA-CADA-D40B-34312195B625}"/>
              </a:ext>
            </a:extLst>
          </p:cNvPr>
          <p:cNvSpPr txBox="1"/>
          <p:nvPr/>
        </p:nvSpPr>
        <p:spPr>
          <a:xfrm>
            <a:off x="5387448" y="1094082"/>
            <a:ext cx="614149" cy="4001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2000" b="1" noProof="0">
                <a:solidFill>
                  <a:schemeClr val="tx1"/>
                </a:solidFill>
              </a:rPr>
              <a:t>SIX</a:t>
            </a:r>
          </a:p>
        </p:txBody>
      </p:sp>
      <p:sp>
        <p:nvSpPr>
          <p:cNvPr id="44" name="CuadroTexto 7">
            <a:extLst>
              <a:ext uri="{FF2B5EF4-FFF2-40B4-BE49-F238E27FC236}">
                <a16:creationId xmlns:a16="http://schemas.microsoft.com/office/drawing/2014/main" id="{A8505622-C20A-C024-5AD3-2397ADD2ED33}"/>
              </a:ext>
            </a:extLst>
          </p:cNvPr>
          <p:cNvSpPr txBox="1"/>
          <p:nvPr/>
        </p:nvSpPr>
        <p:spPr>
          <a:xfrm>
            <a:off x="5304083" y="1563698"/>
            <a:ext cx="1317016"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2400" b="1" noProof="0">
                <a:solidFill>
                  <a:schemeClr val="tx1"/>
                </a:solidFill>
              </a:rPr>
              <a:t>SIGMA</a:t>
            </a:r>
          </a:p>
        </p:txBody>
      </p:sp>
      <p:sp>
        <p:nvSpPr>
          <p:cNvPr id="45" name="CuadroTexto 7">
            <a:extLst>
              <a:ext uri="{FF2B5EF4-FFF2-40B4-BE49-F238E27FC236}">
                <a16:creationId xmlns:a16="http://schemas.microsoft.com/office/drawing/2014/main" id="{F565B275-3E80-8D43-0AA1-1E45DD470C19}"/>
              </a:ext>
            </a:extLst>
          </p:cNvPr>
          <p:cNvSpPr txBox="1"/>
          <p:nvPr/>
        </p:nvSpPr>
        <p:spPr>
          <a:xfrm>
            <a:off x="1478573" y="2940563"/>
            <a:ext cx="2693019" cy="161582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buFont typeface="Arial" panose="020B0604020202020204" pitchFamily="34" charset="0"/>
              <a:buChar char="•"/>
            </a:pPr>
            <a:r>
              <a:rPr lang="es-MX" sz="1100" noProof="0">
                <a:solidFill>
                  <a:schemeClr val="bg1"/>
                </a:solidFill>
              </a:rPr>
              <a:t>The problem is operational and specific.
No statistical analysis is required.
Local impact (specific area).
The problem does not pose a high risk to safety, quality, or costs.
Short resolution time.
Small team, mainly frontline personnel.</a:t>
            </a:r>
          </a:p>
          <a:p>
            <a:pPr marL="171450" indent="-171450">
              <a:buFont typeface="Arial" panose="020B0604020202020204" pitchFamily="34" charset="0"/>
              <a:buChar char="•"/>
            </a:pPr>
            <a:endParaRPr lang="es-MX" sz="1100" noProof="0">
              <a:solidFill>
                <a:schemeClr val="bg1"/>
              </a:solidFill>
            </a:endParaRPr>
          </a:p>
          <a:p>
            <a:pPr marL="171450" indent="-171450">
              <a:buFont typeface="Arial" panose="020B0604020202020204" pitchFamily="34" charset="0"/>
              <a:buChar char="•"/>
            </a:pPr>
            <a:endParaRPr lang="es-MX" sz="1100" noProof="0">
              <a:solidFill>
                <a:schemeClr val="bg1"/>
              </a:solidFill>
            </a:endParaRPr>
          </a:p>
          <a:p>
            <a:pPr marL="171450" indent="-171450">
              <a:buFont typeface="Arial" panose="020B0604020202020204" pitchFamily="34" charset="0"/>
              <a:buChar char="•"/>
            </a:pPr>
            <a:endParaRPr lang="es-MX" sz="1100" noProof="0">
              <a:solidFill>
                <a:schemeClr val="bg1"/>
              </a:solidFill>
            </a:endParaRPr>
          </a:p>
          <a:p>
            <a:pPr marL="171450" indent="-171450">
              <a:buFont typeface="Arial" panose="020B0604020202020204" pitchFamily="34" charset="0"/>
              <a:buChar char="•"/>
            </a:pPr>
            <a:endParaRPr lang="es-MX" sz="1100" noProof="0">
              <a:solidFill>
                <a:schemeClr val="bg1"/>
              </a:solidFill>
            </a:endParaRPr>
          </a:p>
          <a:p>
            <a:pPr marL="171450" indent="-171450">
              <a:buFont typeface="Arial" panose="020B0604020202020204" pitchFamily="34" charset="0"/>
              <a:buChar char="•"/>
            </a:pPr>
            <a:endParaRPr lang="es-MX" sz="1100" noProof="0">
              <a:solidFill>
                <a:schemeClr val="bg1"/>
              </a:solidFill>
            </a:endParaRPr>
          </a:p>
        </p:txBody>
      </p:sp>
      <p:sp>
        <p:nvSpPr>
          <p:cNvPr id="46" name="CuadroTexto 7">
            <a:extLst>
              <a:ext uri="{FF2B5EF4-FFF2-40B4-BE49-F238E27FC236}">
                <a16:creationId xmlns:a16="http://schemas.microsoft.com/office/drawing/2014/main" id="{A801996B-AB34-66D7-8938-4FDFCFCE50A4}"/>
              </a:ext>
            </a:extLst>
          </p:cNvPr>
          <p:cNvSpPr txBox="1"/>
          <p:nvPr/>
        </p:nvSpPr>
        <p:spPr>
          <a:xfrm>
            <a:off x="4685798" y="2940563"/>
            <a:ext cx="2693019" cy="178510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buFont typeface="Arial" panose="020B0604020202020204" pitchFamily="34" charset="0"/>
              <a:buChar char="•"/>
            </a:pPr>
            <a:r>
              <a:rPr lang="es-MX" sz="1100" noProof="0">
                <a:solidFill>
                  <a:schemeClr val="bg1"/>
                </a:solidFill>
              </a:rPr>
              <a:t>The problem is complex.
It affects several processes or areas.
It requires statistical analysis and data handling.
It has a high impact on safety, quality, or costs.
Medium- to long-term resolution time.
Multidisciplinary team led by a Yellow Belt.</a:t>
            </a:r>
          </a:p>
          <a:p>
            <a:pPr marL="171450" indent="-171450">
              <a:buFont typeface="Arial" panose="020B0604020202020204" pitchFamily="34" charset="0"/>
              <a:buChar char="•"/>
            </a:pPr>
            <a:endParaRPr lang="es-MX" sz="1100" noProof="0">
              <a:solidFill>
                <a:schemeClr val="bg1"/>
              </a:solidFill>
            </a:endParaRPr>
          </a:p>
          <a:p>
            <a:pPr marL="171450" indent="-171450">
              <a:buFont typeface="Arial" panose="020B0604020202020204" pitchFamily="34" charset="0"/>
              <a:buChar char="•"/>
            </a:pPr>
            <a:endParaRPr lang="es-MX" sz="1100" noProof="0">
              <a:solidFill>
                <a:schemeClr val="bg1"/>
              </a:solidFill>
            </a:endParaRPr>
          </a:p>
          <a:p>
            <a:pPr marL="171450" indent="-171450">
              <a:buFont typeface="Arial" panose="020B0604020202020204" pitchFamily="34" charset="0"/>
              <a:buChar char="•"/>
            </a:pPr>
            <a:endParaRPr lang="es-MX" sz="1100" noProof="0">
              <a:solidFill>
                <a:schemeClr val="bg1"/>
              </a:solidFill>
            </a:endParaRPr>
          </a:p>
          <a:p>
            <a:pPr marL="171450" indent="-171450">
              <a:buFont typeface="Arial" panose="020B0604020202020204" pitchFamily="34" charset="0"/>
              <a:buChar char="•"/>
            </a:pPr>
            <a:endParaRPr lang="es-MX" sz="1100" noProof="0">
              <a:solidFill>
                <a:schemeClr val="bg1"/>
              </a:solidFill>
            </a:endParaRPr>
          </a:p>
          <a:p>
            <a:pPr marL="171450" indent="-171450">
              <a:buFont typeface="Arial" panose="020B0604020202020204" pitchFamily="34" charset="0"/>
              <a:buChar char="•"/>
            </a:pPr>
            <a:endParaRPr lang="es-MX" sz="1100" noProof="0">
              <a:solidFill>
                <a:schemeClr val="bg1"/>
              </a:solidFill>
            </a:endParaRPr>
          </a:p>
        </p:txBody>
      </p:sp>
      <p:pic>
        <p:nvPicPr>
          <p:cNvPr id="52" name="Imagen 51" descr="Icono&#10;&#10;El contenido generado por IA puede ser incorrecto.">
            <a:extLst>
              <a:ext uri="{FF2B5EF4-FFF2-40B4-BE49-F238E27FC236}">
                <a16:creationId xmlns:a16="http://schemas.microsoft.com/office/drawing/2014/main" id="{FE5B5218-D654-67B8-8373-17BCCD32796A}"/>
              </a:ext>
            </a:extLst>
          </p:cNvPr>
          <p:cNvPicPr>
            <a:picLocks noChangeAspect="1"/>
          </p:cNvPicPr>
          <p:nvPr/>
        </p:nvPicPr>
        <p:blipFill>
          <a:blip r:embed="rId4"/>
          <a:stretch>
            <a:fillRect/>
          </a:stretch>
        </p:blipFill>
        <p:spPr>
          <a:xfrm>
            <a:off x="2381015" y="1076227"/>
            <a:ext cx="767690" cy="767690"/>
          </a:xfrm>
          <a:prstGeom prst="rect">
            <a:avLst/>
          </a:prstGeom>
        </p:spPr>
      </p:pic>
      <p:sp>
        <p:nvSpPr>
          <p:cNvPr id="54" name="CuadroTexto 53">
            <a:extLst>
              <a:ext uri="{FF2B5EF4-FFF2-40B4-BE49-F238E27FC236}">
                <a16:creationId xmlns:a16="http://schemas.microsoft.com/office/drawing/2014/main" id="{FCEA6605-D0FE-9549-58D2-BD4C8BA43A4C}"/>
              </a:ext>
            </a:extLst>
          </p:cNvPr>
          <p:cNvSpPr txBox="1"/>
          <p:nvPr/>
        </p:nvSpPr>
        <p:spPr>
          <a:xfrm>
            <a:off x="478860" y="991385"/>
            <a:ext cx="4572000" cy="21544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800" b="1" cap="none" spc="0" noProof="0">
                <a:ln w="0"/>
                <a:solidFill>
                  <a:schemeClr val="bg1"/>
                </a:solidFill>
              </a:rPr>
              <a:t>BEST</a:t>
            </a:r>
          </a:p>
        </p:txBody>
      </p:sp>
      <p:pic>
        <p:nvPicPr>
          <p:cNvPr id="56" name="Picture 2" descr="Failure - free icon">
            <a:extLst>
              <a:ext uri="{FF2B5EF4-FFF2-40B4-BE49-F238E27FC236}">
                <a16:creationId xmlns:a16="http://schemas.microsoft.com/office/drawing/2014/main" id="{E9BFA6B5-9189-10F2-C830-C7CE25D66F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6446" y="2381528"/>
            <a:ext cx="548800" cy="548800"/>
          </a:xfrm>
          <a:prstGeom prst="rect">
            <a:avLst/>
          </a:prstGeom>
          <a:noFill/>
          <a:extLst>
            <a:ext uri="{909E8E84-426E-40DD-AFC4-6F175D3DCCD1}">
              <a14:hiddenFill xmlns:a14="http://schemas.microsoft.com/office/drawing/2010/main">
                <a:solidFill>
                  <a:srgbClr val="FFFFFF"/>
                </a:solidFill>
              </a14:hiddenFill>
            </a:ext>
          </a:extLst>
        </p:spPr>
      </p:pic>
      <p:pic>
        <p:nvPicPr>
          <p:cNvPr id="58" name="Gráfico 57" descr="Reloj con relleno sólido">
            <a:extLst>
              <a:ext uri="{FF2B5EF4-FFF2-40B4-BE49-F238E27FC236}">
                <a16:creationId xmlns:a16="http://schemas.microsoft.com/office/drawing/2014/main" id="{FD9ED317-59D4-99A1-EB5D-D3AB07E3E58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38542" y="2356177"/>
            <a:ext cx="595964" cy="595964"/>
          </a:xfrm>
          <a:prstGeom prst="rect">
            <a:avLst/>
          </a:prstGeom>
        </p:spPr>
      </p:pic>
    </p:spTree>
    <p:extLst>
      <p:ext uri="{BB962C8B-B14F-4D97-AF65-F5344CB8AC3E}">
        <p14:creationId xmlns:p14="http://schemas.microsoft.com/office/powerpoint/2010/main" val="107803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7884F-3BD0-E97D-412F-F423A3F8738C}"/>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5CECA0DB-193D-A0E7-40E7-167EC5C4BB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5CECA0DB-193D-A0E7-40E7-167EC5C4BB1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15">
            <a:extLst>
              <a:ext uri="{FF2B5EF4-FFF2-40B4-BE49-F238E27FC236}">
                <a16:creationId xmlns:a16="http://schemas.microsoft.com/office/drawing/2014/main" id="{17BEC520-8D99-0256-592B-16D10C15819E}"/>
              </a:ext>
            </a:extLst>
          </p:cNvPr>
          <p:cNvSpPr txBox="1">
            <a:spLocks/>
          </p:cNvSpPr>
          <p:nvPr/>
        </p:nvSpPr>
        <p:spPr>
          <a:xfrm>
            <a:off x="108213"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When Not to Use Problem Solving</a:t>
            </a:r>
          </a:p>
        </p:txBody>
      </p:sp>
      <p:pic>
        <p:nvPicPr>
          <p:cNvPr id="7" name="Imagen 6" descr="Imagen que contiene Icono&#10;&#10;El contenido generado por IA puede ser incorrecto.">
            <a:extLst>
              <a:ext uri="{FF2B5EF4-FFF2-40B4-BE49-F238E27FC236}">
                <a16:creationId xmlns:a16="http://schemas.microsoft.com/office/drawing/2014/main" id="{535FD239-811E-EDAA-F0E0-BAF2D4F5F804}"/>
              </a:ext>
            </a:extLst>
          </p:cNvPr>
          <p:cNvPicPr>
            <a:picLocks noChangeAspect="1"/>
          </p:cNvPicPr>
          <p:nvPr/>
        </p:nvPicPr>
        <p:blipFill>
          <a:blip r:embed="rId6"/>
          <a:stretch>
            <a:fillRect/>
          </a:stretch>
        </p:blipFill>
        <p:spPr>
          <a:xfrm>
            <a:off x="8738529" y="130779"/>
            <a:ext cx="297258" cy="419100"/>
          </a:xfrm>
          <a:prstGeom prst="rect">
            <a:avLst/>
          </a:prstGeom>
        </p:spPr>
      </p:pic>
      <p:sp>
        <p:nvSpPr>
          <p:cNvPr id="11" name="Rectángulo: esquinas redondeadas 10">
            <a:extLst>
              <a:ext uri="{FF2B5EF4-FFF2-40B4-BE49-F238E27FC236}">
                <a16:creationId xmlns:a16="http://schemas.microsoft.com/office/drawing/2014/main" id="{D64531DC-9525-116C-C607-DC061E2590EE}"/>
              </a:ext>
            </a:extLst>
          </p:cNvPr>
          <p:cNvSpPr/>
          <p:nvPr/>
        </p:nvSpPr>
        <p:spPr>
          <a:xfrm>
            <a:off x="2350724" y="1134831"/>
            <a:ext cx="4442549" cy="927501"/>
          </a:xfrm>
          <a:prstGeom prst="roundRect">
            <a:avLst>
              <a:gd name="adj" fmla="val 10705"/>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A30CDDA0-4DB6-2791-5B2F-F11AC08D67ED}"/>
              </a:ext>
            </a:extLst>
          </p:cNvPr>
          <p:cNvSpPr/>
          <p:nvPr/>
        </p:nvSpPr>
        <p:spPr>
          <a:xfrm>
            <a:off x="2350724" y="2262563"/>
            <a:ext cx="4442549" cy="927501"/>
          </a:xfrm>
          <a:prstGeom prst="roundRect">
            <a:avLst>
              <a:gd name="adj" fmla="val 10705"/>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a:r>
              <a:rPr lang="es-MX" sz="1200" noProof="0">
                <a:solidFill>
                  <a:srgbClr val="FFFFFF"/>
                </a:solidFill>
              </a:rPr>
              <a:t> </a:t>
            </a:r>
          </a:p>
        </p:txBody>
      </p:sp>
      <p:sp>
        <p:nvSpPr>
          <p:cNvPr id="13" name="Rectángulo: esquinas redondeadas 12">
            <a:extLst>
              <a:ext uri="{FF2B5EF4-FFF2-40B4-BE49-F238E27FC236}">
                <a16:creationId xmlns:a16="http://schemas.microsoft.com/office/drawing/2014/main" id="{CC92EF95-F5D6-EDC5-4620-04F0E2F5964C}"/>
              </a:ext>
            </a:extLst>
          </p:cNvPr>
          <p:cNvSpPr/>
          <p:nvPr/>
        </p:nvSpPr>
        <p:spPr>
          <a:xfrm>
            <a:off x="2350724" y="3390295"/>
            <a:ext cx="4442549" cy="927501"/>
          </a:xfrm>
          <a:prstGeom prst="roundRect">
            <a:avLst>
              <a:gd name="adj" fmla="val 10705"/>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Rectángulo: esquinas redondeadas 13">
            <a:extLst>
              <a:ext uri="{FF2B5EF4-FFF2-40B4-BE49-F238E27FC236}">
                <a16:creationId xmlns:a16="http://schemas.microsoft.com/office/drawing/2014/main" id="{622C4218-69DF-14A2-5AC9-0C4E768B6C06}"/>
              </a:ext>
            </a:extLst>
          </p:cNvPr>
          <p:cNvSpPr/>
          <p:nvPr/>
        </p:nvSpPr>
        <p:spPr>
          <a:xfrm>
            <a:off x="2350725" y="1134830"/>
            <a:ext cx="822244" cy="927501"/>
          </a:xfrm>
          <a:prstGeom prst="roundRect">
            <a:avLst>
              <a:gd name="adj" fmla="val 10705"/>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Rectángulo 19">
            <a:extLst>
              <a:ext uri="{FF2B5EF4-FFF2-40B4-BE49-F238E27FC236}">
                <a16:creationId xmlns:a16="http://schemas.microsoft.com/office/drawing/2014/main" id="{B4FC0A5C-C94D-E9EF-4F3F-9D1444AD2034}"/>
              </a:ext>
            </a:extLst>
          </p:cNvPr>
          <p:cNvSpPr/>
          <p:nvPr/>
        </p:nvSpPr>
        <p:spPr>
          <a:xfrm>
            <a:off x="2440767" y="1134830"/>
            <a:ext cx="768350" cy="927501"/>
          </a:xfrm>
          <a:prstGeom prst="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1" name="Rectángulo: esquinas redondeadas 20">
            <a:extLst>
              <a:ext uri="{FF2B5EF4-FFF2-40B4-BE49-F238E27FC236}">
                <a16:creationId xmlns:a16="http://schemas.microsoft.com/office/drawing/2014/main" id="{0ADAD87F-8100-132F-DD15-7166B8E499CE}"/>
              </a:ext>
            </a:extLst>
          </p:cNvPr>
          <p:cNvSpPr/>
          <p:nvPr/>
        </p:nvSpPr>
        <p:spPr>
          <a:xfrm>
            <a:off x="2350725" y="2262563"/>
            <a:ext cx="822244" cy="927501"/>
          </a:xfrm>
          <a:prstGeom prst="roundRect">
            <a:avLst>
              <a:gd name="adj" fmla="val 10705"/>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Rectángulo 21">
            <a:extLst>
              <a:ext uri="{FF2B5EF4-FFF2-40B4-BE49-F238E27FC236}">
                <a16:creationId xmlns:a16="http://schemas.microsoft.com/office/drawing/2014/main" id="{CFEB5A3A-E934-E1D0-C519-8D3C4154CD68}"/>
              </a:ext>
            </a:extLst>
          </p:cNvPr>
          <p:cNvSpPr/>
          <p:nvPr/>
        </p:nvSpPr>
        <p:spPr>
          <a:xfrm>
            <a:off x="2440767" y="2262563"/>
            <a:ext cx="768350" cy="927501"/>
          </a:xfrm>
          <a:prstGeom prst="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3" name="Rectángulo: esquinas redondeadas 22">
            <a:extLst>
              <a:ext uri="{FF2B5EF4-FFF2-40B4-BE49-F238E27FC236}">
                <a16:creationId xmlns:a16="http://schemas.microsoft.com/office/drawing/2014/main" id="{15923C78-F557-94E2-8DBA-F53073EAE44C}"/>
              </a:ext>
            </a:extLst>
          </p:cNvPr>
          <p:cNvSpPr/>
          <p:nvPr/>
        </p:nvSpPr>
        <p:spPr>
          <a:xfrm>
            <a:off x="2350725" y="3390295"/>
            <a:ext cx="822244" cy="927501"/>
          </a:xfrm>
          <a:prstGeom prst="roundRect">
            <a:avLst>
              <a:gd name="adj" fmla="val 10705"/>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4" name="Rectángulo 23">
            <a:extLst>
              <a:ext uri="{FF2B5EF4-FFF2-40B4-BE49-F238E27FC236}">
                <a16:creationId xmlns:a16="http://schemas.microsoft.com/office/drawing/2014/main" id="{C70C18C9-4574-770C-4BC0-F8BFEA3014C1}"/>
              </a:ext>
            </a:extLst>
          </p:cNvPr>
          <p:cNvSpPr/>
          <p:nvPr/>
        </p:nvSpPr>
        <p:spPr>
          <a:xfrm>
            <a:off x="2440767" y="3390295"/>
            <a:ext cx="768350" cy="927501"/>
          </a:xfrm>
          <a:prstGeom prst="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5" name="CuadroTexto 7">
            <a:extLst>
              <a:ext uri="{FF2B5EF4-FFF2-40B4-BE49-F238E27FC236}">
                <a16:creationId xmlns:a16="http://schemas.microsoft.com/office/drawing/2014/main" id="{3E4434D5-E4E8-F9D1-E386-C2C10103AF8A}"/>
              </a:ext>
            </a:extLst>
          </p:cNvPr>
          <p:cNvSpPr txBox="1"/>
          <p:nvPr/>
        </p:nvSpPr>
        <p:spPr>
          <a:xfrm>
            <a:off x="3813379" y="1437041"/>
            <a:ext cx="2493091"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400" noProof="0">
                <a:solidFill>
                  <a:schemeClr val="bg1"/>
                </a:solidFill>
              </a:rPr>
              <a:t>The solution is obvious</a:t>
            </a:r>
            <a:endParaRPr lang="es-MX" sz="1400" b="1" noProof="0">
              <a:solidFill>
                <a:schemeClr val="bg1"/>
              </a:solidFill>
            </a:endParaRPr>
          </a:p>
        </p:txBody>
      </p:sp>
      <p:sp>
        <p:nvSpPr>
          <p:cNvPr id="26" name="CuadroTexto 7">
            <a:extLst>
              <a:ext uri="{FF2B5EF4-FFF2-40B4-BE49-F238E27FC236}">
                <a16:creationId xmlns:a16="http://schemas.microsoft.com/office/drawing/2014/main" id="{8FE29426-E891-7411-FD02-0E732675D49A}"/>
              </a:ext>
            </a:extLst>
          </p:cNvPr>
          <p:cNvSpPr txBox="1"/>
          <p:nvPr/>
        </p:nvSpPr>
        <p:spPr>
          <a:xfrm>
            <a:off x="3496009" y="2356981"/>
            <a:ext cx="3241341" cy="7386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400" noProof="0">
                <a:solidFill>
                  <a:schemeClr val="bg1"/>
                </a:solidFill>
              </a:rPr>
              <a:t>The problem is an isolated, insignificant case (with no impact on safety or costs).</a:t>
            </a:r>
          </a:p>
        </p:txBody>
      </p:sp>
      <p:sp>
        <p:nvSpPr>
          <p:cNvPr id="27" name="CuadroTexto 7">
            <a:extLst>
              <a:ext uri="{FF2B5EF4-FFF2-40B4-BE49-F238E27FC236}">
                <a16:creationId xmlns:a16="http://schemas.microsoft.com/office/drawing/2014/main" id="{B2D41F85-D5A0-0A7C-8302-4DBA5770BAF6}"/>
              </a:ext>
            </a:extLst>
          </p:cNvPr>
          <p:cNvSpPr txBox="1"/>
          <p:nvPr/>
        </p:nvSpPr>
        <p:spPr>
          <a:xfrm>
            <a:off x="3811602" y="3592435"/>
            <a:ext cx="3064065"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400" noProof="0">
                <a:solidFill>
                  <a:schemeClr val="bg1"/>
                </a:solidFill>
              </a:rPr>
              <a:t>Problems already solved with a documented solution.</a:t>
            </a:r>
          </a:p>
        </p:txBody>
      </p:sp>
      <p:pic>
        <p:nvPicPr>
          <p:cNvPr id="29" name="Gráfico 28" descr="Bombilla y equipo contorno">
            <a:extLst>
              <a:ext uri="{FF2B5EF4-FFF2-40B4-BE49-F238E27FC236}">
                <a16:creationId xmlns:a16="http://schemas.microsoft.com/office/drawing/2014/main" id="{509DA1D8-3830-001D-8515-951C4D34C4F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23074" y="1214595"/>
            <a:ext cx="767969" cy="767969"/>
          </a:xfrm>
          <a:prstGeom prst="rect">
            <a:avLst/>
          </a:prstGeom>
        </p:spPr>
      </p:pic>
      <p:pic>
        <p:nvPicPr>
          <p:cNvPr id="31" name="Gráfico 30" descr="Flecha abajo con relleno sólido">
            <a:extLst>
              <a:ext uri="{FF2B5EF4-FFF2-40B4-BE49-F238E27FC236}">
                <a16:creationId xmlns:a16="http://schemas.microsoft.com/office/drawing/2014/main" id="{5295C1E8-882B-6CE4-FAA3-99C4C11592F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71366" y="2390621"/>
            <a:ext cx="671384" cy="671384"/>
          </a:xfrm>
          <a:prstGeom prst="rect">
            <a:avLst/>
          </a:prstGeom>
        </p:spPr>
      </p:pic>
      <p:pic>
        <p:nvPicPr>
          <p:cNvPr id="33" name="Gráfico 32" descr="Libro abierto contorno">
            <a:extLst>
              <a:ext uri="{FF2B5EF4-FFF2-40B4-BE49-F238E27FC236}">
                <a16:creationId xmlns:a16="http://schemas.microsoft.com/office/drawing/2014/main" id="{9633F5FC-3BB3-BAB3-0B28-F8ECCAAE945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11190" y="3491364"/>
            <a:ext cx="725361" cy="725361"/>
          </a:xfrm>
          <a:prstGeom prst="rect">
            <a:avLst/>
          </a:prstGeom>
        </p:spPr>
      </p:pic>
    </p:spTree>
    <p:extLst>
      <p:ext uri="{BB962C8B-B14F-4D97-AF65-F5344CB8AC3E}">
        <p14:creationId xmlns:p14="http://schemas.microsoft.com/office/powerpoint/2010/main" val="14252345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6E9A5-E9F9-D46A-6F20-E10DB6262BBA}"/>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8ACAAAF9-321B-F950-2B35-A351CBD4B55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8ACAAAF9-321B-F950-2B35-A351CBD4B55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62B2E73D-8F84-A9F6-3104-1572D25B05E2}"/>
              </a:ext>
            </a:extLst>
          </p:cNvPr>
          <p:cNvSpPr>
            <a:spLocks noGrp="1"/>
          </p:cNvSpPr>
          <p:nvPr>
            <p:ph type="title"/>
          </p:nvPr>
        </p:nvSpPr>
        <p:spPr>
          <a:xfrm>
            <a:off x="1038660" y="923540"/>
            <a:ext cx="8789937" cy="3693319"/>
          </a:xfrm>
        </p:spPr>
        <p:txBody>
          <a:bodyPr vert="horz"/>
          <a:lstStyle/>
          <a:p>
            <a:r>
              <a:rPr lang="es-MX" sz="6000" noProof="0"/>
              <a:t>P</a:t>
            </a:r>
            <a:br>
              <a:rPr lang="es-MX" sz="4400" noProof="0">
                <a:solidFill>
                  <a:schemeClr val="bg1"/>
                </a:solidFill>
              </a:rPr>
            </a:br>
            <a:r>
              <a:rPr lang="es-MX" sz="6000" noProof="0"/>
              <a:t>O</a:t>
            </a:r>
            <a:br>
              <a:rPr lang="es-MX" sz="4400" noProof="0">
                <a:solidFill>
                  <a:schemeClr val="bg1"/>
                </a:solidFill>
              </a:rPr>
            </a:br>
            <a:r>
              <a:rPr lang="es-MX" sz="6000" noProof="0"/>
              <a:t>R</a:t>
            </a:r>
            <a:br>
              <a:rPr lang="es-MX" sz="4400" noProof="0">
                <a:solidFill>
                  <a:schemeClr val="bg1"/>
                </a:solidFill>
              </a:rPr>
            </a:br>
            <a:r>
              <a:rPr lang="es-MX" sz="6000" noProof="0"/>
              <a:t>T</a:t>
            </a:r>
            <a:endParaRPr lang="es-MX" sz="4400" noProof="0"/>
          </a:p>
        </p:txBody>
      </p:sp>
      <p:sp>
        <p:nvSpPr>
          <p:cNvPr id="10" name="Title 15">
            <a:extLst>
              <a:ext uri="{FF2B5EF4-FFF2-40B4-BE49-F238E27FC236}">
                <a16:creationId xmlns:a16="http://schemas.microsoft.com/office/drawing/2014/main" id="{31C53652-86E3-6F01-D0AA-3C74D54AAF06}"/>
              </a:ext>
            </a:extLst>
          </p:cNvPr>
          <p:cNvSpPr txBox="1">
            <a:spLocks/>
          </p:cNvSpPr>
          <p:nvPr/>
        </p:nvSpPr>
        <p:spPr>
          <a:xfrm>
            <a:off x="108213"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Phases</a:t>
            </a:r>
          </a:p>
        </p:txBody>
      </p:sp>
      <p:sp>
        <p:nvSpPr>
          <p:cNvPr id="2" name="Title 15">
            <a:extLst>
              <a:ext uri="{FF2B5EF4-FFF2-40B4-BE49-F238E27FC236}">
                <a16:creationId xmlns:a16="http://schemas.microsoft.com/office/drawing/2014/main" id="{C73D5029-343D-A437-51D3-95394FC39F8F}"/>
              </a:ext>
            </a:extLst>
          </p:cNvPr>
          <p:cNvSpPr txBox="1">
            <a:spLocks/>
          </p:cNvSpPr>
          <p:nvPr/>
        </p:nvSpPr>
        <p:spPr>
          <a:xfrm>
            <a:off x="1580225" y="1129009"/>
            <a:ext cx="8789937"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3600" noProof="0" dirty="0" err="1">
                <a:solidFill>
                  <a:schemeClr val="bg1"/>
                </a:solidFill>
              </a:rPr>
              <a:t>inpoint</a:t>
            </a:r>
            <a:r>
              <a:rPr lang="es-MX" sz="3600" noProof="0" dirty="0">
                <a:solidFill>
                  <a:schemeClr val="bg1"/>
                </a:solidFill>
              </a:rPr>
              <a:t> the </a:t>
            </a:r>
            <a:r>
              <a:rPr lang="es-MX" sz="3600" noProof="0" dirty="0" err="1">
                <a:solidFill>
                  <a:schemeClr val="bg1"/>
                </a:solidFill>
              </a:rPr>
              <a:t>Problem</a:t>
            </a:r>
            <a:endParaRPr lang="es-MX" sz="3600" noProof="0" dirty="0">
              <a:solidFill>
                <a:schemeClr val="bg1"/>
              </a:solidFill>
            </a:endParaRPr>
          </a:p>
        </p:txBody>
      </p:sp>
      <p:sp>
        <p:nvSpPr>
          <p:cNvPr id="3" name="Title 15">
            <a:extLst>
              <a:ext uri="{FF2B5EF4-FFF2-40B4-BE49-F238E27FC236}">
                <a16:creationId xmlns:a16="http://schemas.microsoft.com/office/drawing/2014/main" id="{7CFB3164-319A-4CA1-0B72-02EDE908893A}"/>
              </a:ext>
            </a:extLst>
          </p:cNvPr>
          <p:cNvSpPr txBox="1">
            <a:spLocks/>
          </p:cNvSpPr>
          <p:nvPr/>
        </p:nvSpPr>
        <p:spPr>
          <a:xfrm>
            <a:off x="1621046" y="2066993"/>
            <a:ext cx="8789937"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3600" noProof="0" dirty="0" err="1">
                <a:solidFill>
                  <a:schemeClr val="bg1"/>
                </a:solidFill>
              </a:rPr>
              <a:t>bserve</a:t>
            </a:r>
            <a:r>
              <a:rPr lang="es-MX" sz="3600" noProof="0" dirty="0">
                <a:solidFill>
                  <a:schemeClr val="bg1"/>
                </a:solidFill>
              </a:rPr>
              <a:t> and Analyze</a:t>
            </a:r>
          </a:p>
        </p:txBody>
      </p:sp>
      <p:sp>
        <p:nvSpPr>
          <p:cNvPr id="4" name="Title 15">
            <a:extLst>
              <a:ext uri="{FF2B5EF4-FFF2-40B4-BE49-F238E27FC236}">
                <a16:creationId xmlns:a16="http://schemas.microsoft.com/office/drawing/2014/main" id="{D9A11DFD-3EA2-348B-F230-0B71A367086B}"/>
              </a:ext>
            </a:extLst>
          </p:cNvPr>
          <p:cNvSpPr txBox="1">
            <a:spLocks/>
          </p:cNvSpPr>
          <p:nvPr/>
        </p:nvSpPr>
        <p:spPr>
          <a:xfrm>
            <a:off x="1621046" y="3004977"/>
            <a:ext cx="8789937"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3600" noProof="0" dirty="0" err="1">
                <a:solidFill>
                  <a:schemeClr val="bg1"/>
                </a:solidFill>
              </a:rPr>
              <a:t>esolve</a:t>
            </a:r>
            <a:r>
              <a:rPr lang="es-MX" sz="3600" noProof="0" dirty="0">
                <a:solidFill>
                  <a:schemeClr val="bg1"/>
                </a:solidFill>
              </a:rPr>
              <a:t> </a:t>
            </a:r>
            <a:r>
              <a:rPr lang="es-MX" sz="3600" noProof="0" dirty="0" err="1">
                <a:solidFill>
                  <a:schemeClr val="bg1"/>
                </a:solidFill>
              </a:rPr>
              <a:t>with</a:t>
            </a:r>
            <a:r>
              <a:rPr lang="es-MX" sz="3600" noProof="0" dirty="0">
                <a:solidFill>
                  <a:schemeClr val="bg1"/>
                </a:solidFill>
              </a:rPr>
              <a:t> </a:t>
            </a:r>
            <a:r>
              <a:rPr lang="es-MX" sz="3600" noProof="0" dirty="0" err="1">
                <a:solidFill>
                  <a:schemeClr val="bg1"/>
                </a:solidFill>
              </a:rPr>
              <a:t>Actions</a:t>
            </a:r>
            <a:endParaRPr lang="es-MX" sz="3600" noProof="0" dirty="0">
              <a:solidFill>
                <a:schemeClr val="bg1"/>
              </a:solidFill>
            </a:endParaRPr>
          </a:p>
        </p:txBody>
      </p:sp>
      <p:sp>
        <p:nvSpPr>
          <p:cNvPr id="5" name="Title 15">
            <a:extLst>
              <a:ext uri="{FF2B5EF4-FFF2-40B4-BE49-F238E27FC236}">
                <a16:creationId xmlns:a16="http://schemas.microsoft.com/office/drawing/2014/main" id="{E99658A1-D281-165A-9C3A-78624F13D672}"/>
              </a:ext>
            </a:extLst>
          </p:cNvPr>
          <p:cNvSpPr txBox="1">
            <a:spLocks/>
          </p:cNvSpPr>
          <p:nvPr/>
        </p:nvSpPr>
        <p:spPr>
          <a:xfrm>
            <a:off x="1547567" y="3942961"/>
            <a:ext cx="8789937"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3600" noProof="0" dirty="0">
                <a:solidFill>
                  <a:schemeClr val="bg1"/>
                </a:solidFill>
              </a:rPr>
              <a:t>rack &amp; </a:t>
            </a:r>
            <a:r>
              <a:rPr lang="es-MX" sz="3600" noProof="0" dirty="0" err="1">
                <a:solidFill>
                  <a:schemeClr val="bg1"/>
                </a:solidFill>
              </a:rPr>
              <a:t>Sustain</a:t>
            </a:r>
            <a:endParaRPr lang="es-MX" sz="3600" noProof="0" dirty="0">
              <a:solidFill>
                <a:schemeClr val="bg1"/>
              </a:solidFill>
            </a:endParaRPr>
          </a:p>
        </p:txBody>
      </p:sp>
      <p:pic>
        <p:nvPicPr>
          <p:cNvPr id="7" name="Imagen 6" descr="Imagen que contiene Icono&#10;&#10;El contenido generado por IA puede ser incorrecto.">
            <a:extLst>
              <a:ext uri="{FF2B5EF4-FFF2-40B4-BE49-F238E27FC236}">
                <a16:creationId xmlns:a16="http://schemas.microsoft.com/office/drawing/2014/main" id="{260AED35-D43C-7CEF-33DA-9853FA05CCCC}"/>
              </a:ext>
            </a:extLst>
          </p:cNvPr>
          <p:cNvPicPr>
            <a:picLocks noChangeAspect="1"/>
          </p:cNvPicPr>
          <p:nvPr/>
        </p:nvPicPr>
        <p:blipFill>
          <a:blip r:embed="rId6"/>
          <a:stretch>
            <a:fillRect/>
          </a:stretch>
        </p:blipFill>
        <p:spPr>
          <a:xfrm>
            <a:off x="8738529" y="130779"/>
            <a:ext cx="297258" cy="419100"/>
          </a:xfrm>
          <a:prstGeom prst="rect">
            <a:avLst/>
          </a:prstGeom>
        </p:spPr>
      </p:pic>
    </p:spTree>
    <p:extLst>
      <p:ext uri="{BB962C8B-B14F-4D97-AF65-F5344CB8AC3E}">
        <p14:creationId xmlns:p14="http://schemas.microsoft.com/office/powerpoint/2010/main" val="1218881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BB98-F06B-B43A-7473-2F138D1F185A}"/>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BDFD02E5-4CB1-F121-52CA-5C4681AABB9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BDFD02E5-4CB1-F121-52CA-5C4681AABB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5" name="TextBox 4">
            <a:extLst>
              <a:ext uri="{FF2B5EF4-FFF2-40B4-BE49-F238E27FC236}">
                <a16:creationId xmlns:a16="http://schemas.microsoft.com/office/drawing/2014/main" id="{A405C872-C248-8AB6-446F-814B37F13739}"/>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1" name="Straight Connector 79">
            <a:extLst>
              <a:ext uri="{FF2B5EF4-FFF2-40B4-BE49-F238E27FC236}">
                <a16:creationId xmlns:a16="http://schemas.microsoft.com/office/drawing/2014/main" id="{F6A82F7E-9D18-6308-7A94-98F08EB17BD1}"/>
              </a:ext>
            </a:extLst>
          </p:cNvPr>
          <p:cNvCxnSpPr>
            <a:cxnSpLocks/>
          </p:cNvCxnSpPr>
          <p:nvPr/>
        </p:nvCxnSpPr>
        <p:spPr>
          <a:xfrm>
            <a:off x="7285591" y="1594022"/>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79">
            <a:extLst>
              <a:ext uri="{FF2B5EF4-FFF2-40B4-BE49-F238E27FC236}">
                <a16:creationId xmlns:a16="http://schemas.microsoft.com/office/drawing/2014/main" id="{646C5444-67C4-C534-F2ED-49C0B3B06DF0}"/>
              </a:ext>
            </a:extLst>
          </p:cNvPr>
          <p:cNvCxnSpPr>
            <a:cxnSpLocks/>
          </p:cNvCxnSpPr>
          <p:nvPr/>
        </p:nvCxnSpPr>
        <p:spPr>
          <a:xfrm>
            <a:off x="5580993" y="1594021"/>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79">
            <a:extLst>
              <a:ext uri="{FF2B5EF4-FFF2-40B4-BE49-F238E27FC236}">
                <a16:creationId xmlns:a16="http://schemas.microsoft.com/office/drawing/2014/main" id="{A7C63E89-FDF9-AB38-26C7-EF25A30B0388}"/>
              </a:ext>
            </a:extLst>
          </p:cNvPr>
          <p:cNvCxnSpPr>
            <a:cxnSpLocks/>
          </p:cNvCxnSpPr>
          <p:nvPr/>
        </p:nvCxnSpPr>
        <p:spPr>
          <a:xfrm>
            <a:off x="3496082" y="1515677"/>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4">
            <a:extLst>
              <a:ext uri="{FF2B5EF4-FFF2-40B4-BE49-F238E27FC236}">
                <a16:creationId xmlns:a16="http://schemas.microsoft.com/office/drawing/2014/main" id="{B899F7E4-426E-EE4D-CCA2-A375EEA61846}"/>
              </a:ext>
            </a:extLst>
          </p:cNvPr>
          <p:cNvSpPr txBox="1"/>
          <p:nvPr/>
        </p:nvSpPr>
        <p:spPr>
          <a:xfrm>
            <a:off x="1827846" y="1456060"/>
            <a:ext cx="1420952" cy="223138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rPr>
              <a:t>Problem Statement (gap / fluctuation)
Tree Diagram, Part 1
TAGS – SMART</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59" name="TextBox 4">
            <a:extLst>
              <a:ext uri="{FF2B5EF4-FFF2-40B4-BE49-F238E27FC236}">
                <a16:creationId xmlns:a16="http://schemas.microsoft.com/office/drawing/2014/main" id="{D73BD659-CCF4-FE38-5872-2D8B0E0FC951}"/>
              </a:ext>
            </a:extLst>
          </p:cNvPr>
          <p:cNvSpPr txBox="1"/>
          <p:nvPr/>
        </p:nvSpPr>
        <p:spPr>
          <a:xfrm>
            <a:off x="3749146" y="1515677"/>
            <a:ext cx="1645708" cy="249780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Tree Diagram, Part 2
Ishikawa
Multivoting Matrix
5 Whys
Root Cause
Jefferson Memorial</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61" name="TextBox 4">
            <a:extLst>
              <a:ext uri="{FF2B5EF4-FFF2-40B4-BE49-F238E27FC236}">
                <a16:creationId xmlns:a16="http://schemas.microsoft.com/office/drawing/2014/main" id="{93229AD9-B21F-793B-2702-34BBE713FE53}"/>
              </a:ext>
            </a:extLst>
          </p:cNvPr>
          <p:cNvSpPr txBox="1"/>
          <p:nvPr/>
        </p:nvSpPr>
        <p:spPr>
          <a:xfrm>
            <a:off x="5785210" y="1516654"/>
            <a:ext cx="1380992" cy="27286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Permanent / Temporary Countermeasures
Countermeasure Pilot
Implementation Plan</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67" name="TextBox 4">
            <a:extLst>
              <a:ext uri="{FF2B5EF4-FFF2-40B4-BE49-F238E27FC236}">
                <a16:creationId xmlns:a16="http://schemas.microsoft.com/office/drawing/2014/main" id="{55B1210F-49C0-F2AA-B20F-A7D41505FA2B}"/>
              </a:ext>
            </a:extLst>
          </p:cNvPr>
          <p:cNvSpPr txBox="1"/>
          <p:nvPr/>
        </p:nvSpPr>
        <p:spPr>
          <a:xfrm>
            <a:off x="7400630" y="1515677"/>
            <a:ext cx="1645708" cy="195919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Countermeasure Validation
Ways to Ensure Sustainability
Examples of Each</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6" name="CuadroTexto 5">
            <a:extLst>
              <a:ext uri="{FF2B5EF4-FFF2-40B4-BE49-F238E27FC236}">
                <a16:creationId xmlns:a16="http://schemas.microsoft.com/office/drawing/2014/main" id="{EFF84141-42BA-8DD8-582E-F4904768E82E}"/>
              </a:ext>
            </a:extLst>
          </p:cNvPr>
          <p:cNvSpPr txBox="1"/>
          <p:nvPr/>
        </p:nvSpPr>
        <p:spPr>
          <a:xfrm>
            <a:off x="2109664" y="603209"/>
            <a:ext cx="707994"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6000" b="1" noProof="0">
                <a:solidFill>
                  <a:srgbClr val="FF6600"/>
                </a:solidFill>
                <a:ea typeface="+mj-ea"/>
                <a:cs typeface="+mj-cs"/>
                <a:sym typeface="Trebuchet MS" panose="020B0603020202020204" pitchFamily="34" charset="0"/>
              </a:rPr>
              <a:t>P</a:t>
            </a:r>
            <a:endParaRPr lang="es-MX" noProof="0"/>
          </a:p>
        </p:txBody>
      </p:sp>
      <p:sp>
        <p:nvSpPr>
          <p:cNvPr id="7" name="CuadroTexto 6">
            <a:extLst>
              <a:ext uri="{FF2B5EF4-FFF2-40B4-BE49-F238E27FC236}">
                <a16:creationId xmlns:a16="http://schemas.microsoft.com/office/drawing/2014/main" id="{288A3026-7030-93E6-10FA-A82287F11BC6}"/>
              </a:ext>
            </a:extLst>
          </p:cNvPr>
          <p:cNvSpPr txBox="1"/>
          <p:nvPr/>
        </p:nvSpPr>
        <p:spPr>
          <a:xfrm>
            <a:off x="4045909" y="603210"/>
            <a:ext cx="707994"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6000" b="1" noProof="0">
                <a:solidFill>
                  <a:srgbClr val="FF6600"/>
                </a:solidFill>
                <a:ea typeface="+mj-ea"/>
                <a:cs typeface="+mj-cs"/>
                <a:sym typeface="Trebuchet MS" panose="020B0603020202020204" pitchFamily="34" charset="0"/>
              </a:rPr>
              <a:t>O</a:t>
            </a:r>
            <a:endParaRPr lang="es-MX" noProof="0"/>
          </a:p>
        </p:txBody>
      </p:sp>
      <p:sp>
        <p:nvSpPr>
          <p:cNvPr id="13" name="CuadroTexto 12">
            <a:extLst>
              <a:ext uri="{FF2B5EF4-FFF2-40B4-BE49-F238E27FC236}">
                <a16:creationId xmlns:a16="http://schemas.microsoft.com/office/drawing/2014/main" id="{3B12EF7D-A133-83EE-C5A9-47450FABFDCC}"/>
              </a:ext>
            </a:extLst>
          </p:cNvPr>
          <p:cNvSpPr txBox="1"/>
          <p:nvPr/>
        </p:nvSpPr>
        <p:spPr>
          <a:xfrm>
            <a:off x="5919497" y="578361"/>
            <a:ext cx="707994"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6000" b="1" noProof="0">
                <a:solidFill>
                  <a:srgbClr val="FF6600"/>
                </a:solidFill>
                <a:ea typeface="+mj-ea"/>
                <a:cs typeface="+mj-cs"/>
                <a:sym typeface="Trebuchet MS" panose="020B0603020202020204" pitchFamily="34" charset="0"/>
              </a:rPr>
              <a:t>R</a:t>
            </a:r>
            <a:endParaRPr lang="es-MX" noProof="0"/>
          </a:p>
        </p:txBody>
      </p:sp>
      <p:sp>
        <p:nvSpPr>
          <p:cNvPr id="14" name="CuadroTexto 13">
            <a:extLst>
              <a:ext uri="{FF2B5EF4-FFF2-40B4-BE49-F238E27FC236}">
                <a16:creationId xmlns:a16="http://schemas.microsoft.com/office/drawing/2014/main" id="{61EB6BC5-51D9-E6D2-C77B-BFAD88D12473}"/>
              </a:ext>
            </a:extLst>
          </p:cNvPr>
          <p:cNvSpPr txBox="1"/>
          <p:nvPr/>
        </p:nvSpPr>
        <p:spPr>
          <a:xfrm>
            <a:off x="7869487" y="603211"/>
            <a:ext cx="707994"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6000" b="1" noProof="0">
                <a:solidFill>
                  <a:srgbClr val="FF6600"/>
                </a:solidFill>
                <a:ea typeface="+mj-ea"/>
                <a:cs typeface="+mj-cs"/>
                <a:sym typeface="Trebuchet MS" panose="020B0603020202020204" pitchFamily="34" charset="0"/>
              </a:rPr>
              <a:t>T</a:t>
            </a:r>
            <a:endParaRPr lang="es-MX" noProof="0"/>
          </a:p>
        </p:txBody>
      </p:sp>
      <p:cxnSp>
        <p:nvCxnSpPr>
          <p:cNvPr id="19" name="Straight Connector 79">
            <a:extLst>
              <a:ext uri="{FF2B5EF4-FFF2-40B4-BE49-F238E27FC236}">
                <a16:creationId xmlns:a16="http://schemas.microsoft.com/office/drawing/2014/main" id="{91572C74-F3B8-B84B-99E0-3327DA51C5BE}"/>
              </a:ext>
            </a:extLst>
          </p:cNvPr>
          <p:cNvCxnSpPr>
            <a:cxnSpLocks/>
          </p:cNvCxnSpPr>
          <p:nvPr/>
        </p:nvCxnSpPr>
        <p:spPr>
          <a:xfrm>
            <a:off x="1693558" y="1594020"/>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CuadroTexto 19">
            <a:extLst>
              <a:ext uri="{FF2B5EF4-FFF2-40B4-BE49-F238E27FC236}">
                <a16:creationId xmlns:a16="http://schemas.microsoft.com/office/drawing/2014/main" id="{7E9CE76D-6AE6-557A-127E-E8C7D4A6D85B}"/>
              </a:ext>
            </a:extLst>
          </p:cNvPr>
          <p:cNvSpPr txBox="1"/>
          <p:nvPr/>
        </p:nvSpPr>
        <p:spPr>
          <a:xfrm>
            <a:off x="146463" y="910985"/>
            <a:ext cx="1595213" cy="4001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2000" b="1" noProof="0">
                <a:solidFill>
                  <a:schemeClr val="bg1"/>
                </a:solidFill>
                <a:ea typeface="+mj-ea"/>
                <a:cs typeface="+mj-cs"/>
                <a:sym typeface="Trebuchet MS" panose="020B0603020202020204" pitchFamily="34" charset="0"/>
              </a:rPr>
              <a:t>Definition</a:t>
            </a:r>
            <a:endParaRPr lang="es-MX" sz="500" noProof="0">
              <a:solidFill>
                <a:schemeClr val="bg1"/>
              </a:solidFill>
            </a:endParaRPr>
          </a:p>
        </p:txBody>
      </p:sp>
      <p:sp>
        <p:nvSpPr>
          <p:cNvPr id="21" name="TextBox 4">
            <a:extLst>
              <a:ext uri="{FF2B5EF4-FFF2-40B4-BE49-F238E27FC236}">
                <a16:creationId xmlns:a16="http://schemas.microsoft.com/office/drawing/2014/main" id="{B4434667-9A2F-F123-8D6D-A1DE41817B11}"/>
              </a:ext>
            </a:extLst>
          </p:cNvPr>
          <p:cNvSpPr txBox="1"/>
          <p:nvPr/>
        </p:nvSpPr>
        <p:spPr>
          <a:xfrm>
            <a:off x="105915" y="1423589"/>
            <a:ext cx="1420952" cy="348813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Proposed Scope
Creating Working Groups
Why Problem Solving?
What Is It Used For?
Caused or Created Problems</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E6E3CB8B-35EE-91E0-0308-6B91EC3017C5}"/>
              </a:ext>
            </a:extLst>
          </p:cNvPr>
          <p:cNvPicPr>
            <a:picLocks noChangeAspect="1"/>
          </p:cNvPicPr>
          <p:nvPr/>
        </p:nvPicPr>
        <p:blipFill>
          <a:blip r:embed="rId6"/>
          <a:stretch>
            <a:fillRect/>
          </a:stretch>
        </p:blipFill>
        <p:spPr>
          <a:xfrm>
            <a:off x="8738529" y="130779"/>
            <a:ext cx="297258" cy="419100"/>
          </a:xfrm>
          <a:prstGeom prst="rect">
            <a:avLst/>
          </a:prstGeom>
        </p:spPr>
      </p:pic>
    </p:spTree>
    <p:extLst>
      <p:ext uri="{BB962C8B-B14F-4D97-AF65-F5344CB8AC3E}">
        <p14:creationId xmlns:p14="http://schemas.microsoft.com/office/powerpoint/2010/main" val="813999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0DE76-05FD-F0ED-F985-6BACEA2E124C}"/>
            </a:ext>
          </a:extLst>
        </p:cNvPr>
        <p:cNvGrpSpPr/>
        <p:nvPr/>
      </p:nvGrpSpPr>
      <p:grpSpPr>
        <a:xfrm>
          <a:off x="0" y="0"/>
          <a:ext cx="0" cy="0"/>
          <a:chOff x="0" y="0"/>
          <a:chExt cx="0" cy="0"/>
        </a:xfrm>
      </p:grpSpPr>
      <p:sp>
        <p:nvSpPr>
          <p:cNvPr id="7" name="Title 15">
            <a:extLst>
              <a:ext uri="{FF2B5EF4-FFF2-40B4-BE49-F238E27FC236}">
                <a16:creationId xmlns:a16="http://schemas.microsoft.com/office/drawing/2014/main" id="{F04D73EA-DF6F-A16F-D4CA-E8DAF76B2284}"/>
              </a:ext>
            </a:extLst>
          </p:cNvPr>
          <p:cNvSpPr>
            <a:spLocks noGrp="1"/>
          </p:cNvSpPr>
          <p:nvPr>
            <p:ph type="title"/>
          </p:nvPr>
        </p:nvSpPr>
        <p:spPr>
          <a:xfrm>
            <a:off x="330993" y="231777"/>
            <a:ext cx="8789937" cy="307777"/>
          </a:xfrm>
        </p:spPr>
        <p:txBody>
          <a:bodyPr vert="horz"/>
          <a:lstStyle/>
          <a:p>
            <a:r>
              <a:rPr lang="es-MX" noProof="0"/>
              <a:t>Roles</a:t>
            </a:r>
          </a:p>
        </p:txBody>
      </p:sp>
      <p:cxnSp>
        <p:nvCxnSpPr>
          <p:cNvPr id="8" name="Gerader Verbinder 20">
            <a:extLst>
              <a:ext uri="{FF2B5EF4-FFF2-40B4-BE49-F238E27FC236}">
                <a16:creationId xmlns:a16="http://schemas.microsoft.com/office/drawing/2014/main" id="{88502369-E17F-F93B-439D-AF2DF53ED59A}"/>
              </a:ext>
            </a:extLst>
          </p:cNvPr>
          <p:cNvCxnSpPr>
            <a:cxnSpLocks/>
          </p:cNvCxnSpPr>
          <p:nvPr/>
        </p:nvCxnSpPr>
        <p:spPr bwMode="gray">
          <a:xfrm>
            <a:off x="4550162" y="-553616"/>
            <a:ext cx="21836" cy="4409039"/>
          </a:xfrm>
          <a:prstGeom prst="line">
            <a:avLst/>
          </a:prstGeom>
          <a:ln w="12700" cap="rnd">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Ellipse 32">
            <a:extLst>
              <a:ext uri="{FF2B5EF4-FFF2-40B4-BE49-F238E27FC236}">
                <a16:creationId xmlns:a16="http://schemas.microsoft.com/office/drawing/2014/main" id="{EE33C5A6-2E76-6EC9-E331-F9885377FDA5}"/>
              </a:ext>
            </a:extLst>
          </p:cNvPr>
          <p:cNvSpPr>
            <a:spLocks/>
          </p:cNvSpPr>
          <p:nvPr/>
        </p:nvSpPr>
        <p:spPr bwMode="gray">
          <a:xfrm flipH="1">
            <a:off x="4194178" y="811831"/>
            <a:ext cx="755640" cy="727937"/>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0" name="Grafik 5">
            <a:extLst>
              <a:ext uri="{FF2B5EF4-FFF2-40B4-BE49-F238E27FC236}">
                <a16:creationId xmlns:a16="http://schemas.microsoft.com/office/drawing/2014/main" id="{7C2DC588-2E67-B539-0720-86BFFBA9633D}"/>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324089" y="925229"/>
            <a:ext cx="495739" cy="495739"/>
          </a:xfrm>
          <a:prstGeom prst="rect">
            <a:avLst/>
          </a:prstGeom>
        </p:spPr>
      </p:pic>
      <p:sp>
        <p:nvSpPr>
          <p:cNvPr id="11" name="Ellipse 32">
            <a:extLst>
              <a:ext uri="{FF2B5EF4-FFF2-40B4-BE49-F238E27FC236}">
                <a16:creationId xmlns:a16="http://schemas.microsoft.com/office/drawing/2014/main" id="{8BDCAFE0-D751-053F-467C-3B217CE53570}"/>
              </a:ext>
            </a:extLst>
          </p:cNvPr>
          <p:cNvSpPr>
            <a:spLocks/>
          </p:cNvSpPr>
          <p:nvPr/>
        </p:nvSpPr>
        <p:spPr bwMode="gray">
          <a:xfrm flipH="1">
            <a:off x="4183260" y="2133333"/>
            <a:ext cx="755640" cy="727937"/>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Ellipse 32">
            <a:extLst>
              <a:ext uri="{FF2B5EF4-FFF2-40B4-BE49-F238E27FC236}">
                <a16:creationId xmlns:a16="http://schemas.microsoft.com/office/drawing/2014/main" id="{177A1D6A-2F23-7B95-2632-AADA12B349EF}"/>
              </a:ext>
            </a:extLst>
          </p:cNvPr>
          <p:cNvSpPr>
            <a:spLocks/>
          </p:cNvSpPr>
          <p:nvPr/>
        </p:nvSpPr>
        <p:spPr bwMode="gray">
          <a:xfrm flipH="1">
            <a:off x="4207113" y="3523878"/>
            <a:ext cx="755640" cy="727937"/>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angle 3">
            <a:extLst>
              <a:ext uri="{FF2B5EF4-FFF2-40B4-BE49-F238E27FC236}">
                <a16:creationId xmlns:a16="http://schemas.microsoft.com/office/drawing/2014/main" id="{201094DE-E85A-CCA3-8898-A926108F2F8E}"/>
              </a:ext>
            </a:extLst>
          </p:cNvPr>
          <p:cNvSpPr>
            <a:spLocks/>
          </p:cNvSpPr>
          <p:nvPr/>
        </p:nvSpPr>
        <p:spPr bwMode="gray">
          <a:xfrm>
            <a:off x="5286007" y="3736836"/>
            <a:ext cx="1879951" cy="184666"/>
          </a:xfrm>
          <a:prstGeom prst="rect">
            <a:avLst/>
          </a:prstGeom>
          <a:noFill/>
          <a:ln w="9525" algn="ctr">
            <a:noFill/>
            <a:miter lim="800000"/>
            <a:headEnd/>
            <a:tailEnd/>
          </a:ln>
          <a:effectLst/>
        </p:spPr>
        <p:txBody>
          <a:bodyPr wrap="square" lIns="0" tIns="0" rIns="0" bIns="0" anchor="t">
            <a:spAutoFit/>
          </a:bodyPr>
          <a:lstStyle/>
          <a:p>
            <a:pPr>
              <a:defRPr/>
            </a:pPr>
            <a:r>
              <a:rPr lang="es-MX" sz="1200" b="1" noProof="0">
                <a:solidFill>
                  <a:schemeClr val="accent6"/>
                </a:solidFill>
              </a:rPr>
              <a:t>Doer and Detector</a:t>
            </a:r>
          </a:p>
        </p:txBody>
      </p:sp>
      <p:sp>
        <p:nvSpPr>
          <p:cNvPr id="14" name="Rectangle 3">
            <a:extLst>
              <a:ext uri="{FF2B5EF4-FFF2-40B4-BE49-F238E27FC236}">
                <a16:creationId xmlns:a16="http://schemas.microsoft.com/office/drawing/2014/main" id="{FFCD2354-2FBA-D046-250C-58ED8214BEA1}"/>
              </a:ext>
            </a:extLst>
          </p:cNvPr>
          <p:cNvSpPr>
            <a:spLocks/>
          </p:cNvSpPr>
          <p:nvPr/>
        </p:nvSpPr>
        <p:spPr bwMode="gray">
          <a:xfrm>
            <a:off x="5192337" y="1174330"/>
            <a:ext cx="1879951" cy="369332"/>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1200" b="1" noProof="0">
                <a:solidFill>
                  <a:schemeClr val="accent6"/>
                </a:solidFill>
              </a:rPr>
              <a:t>Strategic Sponsor</a:t>
            </a:r>
          </a:p>
          <a:p>
            <a:pPr algn="r">
              <a:buClr>
                <a:srgbClr val="000000"/>
              </a:buClr>
              <a:defRPr/>
            </a:pPr>
            <a:endParaRPr lang="es-MX" sz="1200" b="1" noProof="0">
              <a:solidFill>
                <a:schemeClr val="accent5"/>
              </a:solidFill>
            </a:endParaRPr>
          </a:p>
        </p:txBody>
      </p:sp>
      <p:pic>
        <p:nvPicPr>
          <p:cNvPr id="15" name="Grafik 103">
            <a:extLst>
              <a:ext uri="{FF2B5EF4-FFF2-40B4-BE49-F238E27FC236}">
                <a16:creationId xmlns:a16="http://schemas.microsoft.com/office/drawing/2014/main" id="{8434525E-4117-7C1E-1F4D-24E5C4A8FBFB}"/>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97610" y="2229971"/>
            <a:ext cx="534662" cy="534662"/>
          </a:xfrm>
          <a:prstGeom prst="rect">
            <a:avLst/>
          </a:prstGeom>
        </p:spPr>
      </p:pic>
      <p:sp>
        <p:nvSpPr>
          <p:cNvPr id="16" name="Rectangle 3">
            <a:extLst>
              <a:ext uri="{FF2B5EF4-FFF2-40B4-BE49-F238E27FC236}">
                <a16:creationId xmlns:a16="http://schemas.microsoft.com/office/drawing/2014/main" id="{A0960F20-6CAA-2105-6658-2712B9B72CE6}"/>
              </a:ext>
            </a:extLst>
          </p:cNvPr>
          <p:cNvSpPr>
            <a:spLocks/>
          </p:cNvSpPr>
          <p:nvPr/>
        </p:nvSpPr>
        <p:spPr bwMode="gray">
          <a:xfrm>
            <a:off x="2275963" y="2433087"/>
            <a:ext cx="2516515" cy="215444"/>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400" noProof="0" err="1">
                <a:solidFill>
                  <a:schemeClr val="accent5"/>
                </a:solidFill>
              </a:rPr>
              <a:t>Middle</a:t>
            </a:r>
            <a:r>
              <a:rPr lang="es-MX" sz="1400" noProof="0">
                <a:solidFill>
                  <a:schemeClr val="accent5"/>
                </a:solidFill>
              </a:rPr>
              <a:t> </a:t>
            </a:r>
            <a:r>
              <a:rPr lang="es-MX" sz="1400" noProof="0" err="1">
                <a:solidFill>
                  <a:schemeClr val="accent5"/>
                </a:solidFill>
              </a:rPr>
              <a:t>management</a:t>
            </a:r>
            <a:endParaRPr lang="es-MX" sz="2000" noProof="0">
              <a:solidFill>
                <a:schemeClr val="accent5"/>
              </a:solidFill>
            </a:endParaRPr>
          </a:p>
        </p:txBody>
      </p:sp>
      <p:sp>
        <p:nvSpPr>
          <p:cNvPr id="17" name="Rectangle 3">
            <a:extLst>
              <a:ext uri="{FF2B5EF4-FFF2-40B4-BE49-F238E27FC236}">
                <a16:creationId xmlns:a16="http://schemas.microsoft.com/office/drawing/2014/main" id="{7580063B-235D-9A8A-6A29-BAA254FE8620}"/>
              </a:ext>
            </a:extLst>
          </p:cNvPr>
          <p:cNvSpPr>
            <a:spLocks/>
          </p:cNvSpPr>
          <p:nvPr/>
        </p:nvSpPr>
        <p:spPr bwMode="gray">
          <a:xfrm>
            <a:off x="2365150" y="3721447"/>
            <a:ext cx="1512965" cy="215444"/>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1400" noProof="0">
                <a:solidFill>
                  <a:schemeClr val="accent5"/>
                </a:solidFill>
              </a:rPr>
              <a:t>Front line</a:t>
            </a:r>
            <a:endParaRPr lang="es-MX" sz="2000" noProof="0">
              <a:solidFill>
                <a:schemeClr val="accent5"/>
              </a:solidFill>
            </a:endParaRPr>
          </a:p>
        </p:txBody>
      </p:sp>
      <p:sp>
        <p:nvSpPr>
          <p:cNvPr id="18" name="Rectangle 3">
            <a:extLst>
              <a:ext uri="{FF2B5EF4-FFF2-40B4-BE49-F238E27FC236}">
                <a16:creationId xmlns:a16="http://schemas.microsoft.com/office/drawing/2014/main" id="{01A83E30-4041-59B9-3CDD-24E6694B007D}"/>
              </a:ext>
            </a:extLst>
          </p:cNvPr>
          <p:cNvSpPr>
            <a:spLocks/>
          </p:cNvSpPr>
          <p:nvPr/>
        </p:nvSpPr>
        <p:spPr bwMode="gray">
          <a:xfrm>
            <a:off x="2427041" y="1143552"/>
            <a:ext cx="1512965" cy="215444"/>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1400" noProof="0">
                <a:solidFill>
                  <a:schemeClr val="accent5"/>
                </a:solidFill>
              </a:rPr>
              <a:t>Top </a:t>
            </a:r>
            <a:r>
              <a:rPr lang="es-MX" sz="1400" noProof="0" err="1">
                <a:solidFill>
                  <a:schemeClr val="accent5"/>
                </a:solidFill>
              </a:rPr>
              <a:t>management</a:t>
            </a:r>
            <a:endParaRPr lang="es-MX" sz="2000" noProof="0">
              <a:solidFill>
                <a:schemeClr val="accent5"/>
              </a:solidFill>
            </a:endParaRPr>
          </a:p>
        </p:txBody>
      </p:sp>
      <p:sp>
        <p:nvSpPr>
          <p:cNvPr id="19" name="Rectangle 3">
            <a:extLst>
              <a:ext uri="{FF2B5EF4-FFF2-40B4-BE49-F238E27FC236}">
                <a16:creationId xmlns:a16="http://schemas.microsoft.com/office/drawing/2014/main" id="{A31210FB-6DE1-109F-81F3-3579CFCD0F02}"/>
              </a:ext>
            </a:extLst>
          </p:cNvPr>
          <p:cNvSpPr>
            <a:spLocks/>
          </p:cNvSpPr>
          <p:nvPr/>
        </p:nvSpPr>
        <p:spPr bwMode="gray">
          <a:xfrm>
            <a:off x="5062259" y="2448476"/>
            <a:ext cx="1919376" cy="184666"/>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1200" b="1" noProof="0">
                <a:solidFill>
                  <a:schemeClr val="accent6"/>
                </a:solidFill>
              </a:rPr>
              <a:t>Facilitator and Supervisor</a:t>
            </a:r>
          </a:p>
        </p:txBody>
      </p:sp>
      <p:pic>
        <p:nvPicPr>
          <p:cNvPr id="20" name="Grafik 63">
            <a:extLst>
              <a:ext uri="{FF2B5EF4-FFF2-40B4-BE49-F238E27FC236}">
                <a16:creationId xmlns:a16="http://schemas.microsoft.com/office/drawing/2014/main" id="{464DA046-1206-4A51-F2A9-47667C1C6E43}"/>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75745" y="3580113"/>
            <a:ext cx="606389" cy="606389"/>
          </a:xfrm>
          <a:prstGeom prst="rect">
            <a:avLst/>
          </a:prstGeom>
        </p:spPr>
      </p:pic>
      <p:pic>
        <p:nvPicPr>
          <p:cNvPr id="2" name="Imagen 1" descr="Dibujo de una persona&#10;&#10;El contenido generado por IA puede ser incorrecto.">
            <a:extLst>
              <a:ext uri="{FF2B5EF4-FFF2-40B4-BE49-F238E27FC236}">
                <a16:creationId xmlns:a16="http://schemas.microsoft.com/office/drawing/2014/main" id="{1F13BA32-1ECE-D6B2-6201-639D915D6759}"/>
              </a:ext>
            </a:extLst>
          </p:cNvPr>
          <p:cNvPicPr>
            <a:picLocks noChangeAspect="1"/>
          </p:cNvPicPr>
          <p:nvPr/>
        </p:nvPicPr>
        <p:blipFill>
          <a:blip r:embed="rId5"/>
          <a:stretch>
            <a:fillRect/>
          </a:stretch>
        </p:blipFill>
        <p:spPr>
          <a:xfrm>
            <a:off x="8661417" y="109943"/>
            <a:ext cx="466952" cy="466952"/>
          </a:xfrm>
          <a:prstGeom prst="rect">
            <a:avLst/>
          </a:prstGeom>
        </p:spPr>
      </p:pic>
    </p:spTree>
    <p:extLst>
      <p:ext uri="{BB962C8B-B14F-4D97-AF65-F5344CB8AC3E}">
        <p14:creationId xmlns:p14="http://schemas.microsoft.com/office/powerpoint/2010/main" val="1246846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AE783-F156-F969-4427-C4A528B8F9C0}"/>
            </a:ext>
          </a:extLst>
        </p:cNvPr>
        <p:cNvGrpSpPr/>
        <p:nvPr/>
      </p:nvGrpSpPr>
      <p:grpSpPr>
        <a:xfrm>
          <a:off x="0" y="0"/>
          <a:ext cx="0" cy="0"/>
          <a:chOff x="0" y="0"/>
          <a:chExt cx="0" cy="0"/>
        </a:xfrm>
      </p:grpSpPr>
      <p:sp>
        <p:nvSpPr>
          <p:cNvPr id="15" name="Rectángulo: esquinas redondeadas 14">
            <a:extLst>
              <a:ext uri="{FF2B5EF4-FFF2-40B4-BE49-F238E27FC236}">
                <a16:creationId xmlns:a16="http://schemas.microsoft.com/office/drawing/2014/main" id="{E70E8C16-47A5-1629-C727-64723FC2C7D3}"/>
              </a:ext>
            </a:extLst>
          </p:cNvPr>
          <p:cNvSpPr/>
          <p:nvPr/>
        </p:nvSpPr>
        <p:spPr>
          <a:xfrm>
            <a:off x="4590808" y="2095492"/>
            <a:ext cx="2729744"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F10B3E15-071E-2E77-2849-CB72209B75B8}"/>
              </a:ext>
            </a:extLst>
          </p:cNvPr>
          <p:cNvSpPr/>
          <p:nvPr/>
        </p:nvSpPr>
        <p:spPr>
          <a:xfrm>
            <a:off x="5997830" y="3502073"/>
            <a:ext cx="2331644"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A57B5E8C-8F94-7B06-4CD2-3024F53198A4}"/>
              </a:ext>
            </a:extLst>
          </p:cNvPr>
          <p:cNvSpPr/>
          <p:nvPr/>
        </p:nvSpPr>
        <p:spPr>
          <a:xfrm>
            <a:off x="3325121" y="3502073"/>
            <a:ext cx="2331644"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1" name="Rectángulo: esquinas redondeadas 10">
            <a:extLst>
              <a:ext uri="{FF2B5EF4-FFF2-40B4-BE49-F238E27FC236}">
                <a16:creationId xmlns:a16="http://schemas.microsoft.com/office/drawing/2014/main" id="{49C0579F-3FD2-A252-A70E-828785204CAB}"/>
              </a:ext>
            </a:extLst>
          </p:cNvPr>
          <p:cNvSpPr/>
          <p:nvPr/>
        </p:nvSpPr>
        <p:spPr>
          <a:xfrm>
            <a:off x="652412" y="3502073"/>
            <a:ext cx="2331644"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esquinas redondeadas 8">
            <a:extLst>
              <a:ext uri="{FF2B5EF4-FFF2-40B4-BE49-F238E27FC236}">
                <a16:creationId xmlns:a16="http://schemas.microsoft.com/office/drawing/2014/main" id="{DC973BB9-86CC-0623-B56D-7D3E1919E351}"/>
              </a:ext>
            </a:extLst>
          </p:cNvPr>
          <p:cNvSpPr/>
          <p:nvPr/>
        </p:nvSpPr>
        <p:spPr>
          <a:xfrm>
            <a:off x="1393770" y="2089770"/>
            <a:ext cx="2729744"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Title 15">
            <a:extLst>
              <a:ext uri="{FF2B5EF4-FFF2-40B4-BE49-F238E27FC236}">
                <a16:creationId xmlns:a16="http://schemas.microsoft.com/office/drawing/2014/main" id="{77CD4E00-5C43-8E86-84CC-9361BF990AF0}"/>
              </a:ext>
            </a:extLst>
          </p:cNvPr>
          <p:cNvSpPr>
            <a:spLocks noGrp="1"/>
          </p:cNvSpPr>
          <p:nvPr>
            <p:ph type="title"/>
          </p:nvPr>
        </p:nvSpPr>
        <p:spPr>
          <a:xfrm>
            <a:off x="330993" y="231777"/>
            <a:ext cx="8789937" cy="307777"/>
          </a:xfrm>
        </p:spPr>
        <p:txBody>
          <a:bodyPr vert="horz"/>
          <a:lstStyle/>
          <a:p>
            <a:r>
              <a:rPr lang="es-MX" noProof="0"/>
              <a:t>Roles</a:t>
            </a:r>
          </a:p>
        </p:txBody>
      </p:sp>
      <p:sp>
        <p:nvSpPr>
          <p:cNvPr id="14" name="Rectangle 3">
            <a:extLst>
              <a:ext uri="{FF2B5EF4-FFF2-40B4-BE49-F238E27FC236}">
                <a16:creationId xmlns:a16="http://schemas.microsoft.com/office/drawing/2014/main" id="{AAB17B55-84CD-0F3D-BDD5-015572EDBC57}"/>
              </a:ext>
            </a:extLst>
          </p:cNvPr>
          <p:cNvSpPr>
            <a:spLocks/>
          </p:cNvSpPr>
          <p:nvPr/>
        </p:nvSpPr>
        <p:spPr bwMode="gray">
          <a:xfrm>
            <a:off x="5029053" y="1148985"/>
            <a:ext cx="3004604" cy="492443"/>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b="1" noProof="0">
                <a:solidFill>
                  <a:schemeClr val="accent6"/>
                </a:solidFill>
              </a:rPr>
              <a:t>Strategic Sponsor</a:t>
            </a:r>
          </a:p>
          <a:p>
            <a:pPr algn="r">
              <a:buClr>
                <a:srgbClr val="000000"/>
              </a:buClr>
              <a:defRPr/>
            </a:pPr>
            <a:endParaRPr lang="es-MX" sz="1200" b="1" noProof="0">
              <a:solidFill>
                <a:schemeClr val="accent5"/>
              </a:solidFill>
            </a:endParaRPr>
          </a:p>
        </p:txBody>
      </p:sp>
      <p:sp>
        <p:nvSpPr>
          <p:cNvPr id="18" name="Rectangle 3">
            <a:extLst>
              <a:ext uri="{FF2B5EF4-FFF2-40B4-BE49-F238E27FC236}">
                <a16:creationId xmlns:a16="http://schemas.microsoft.com/office/drawing/2014/main" id="{3D838112-190A-8984-3142-3D869435F826}"/>
              </a:ext>
            </a:extLst>
          </p:cNvPr>
          <p:cNvSpPr>
            <a:spLocks/>
          </p:cNvSpPr>
          <p:nvPr/>
        </p:nvSpPr>
        <p:spPr bwMode="gray">
          <a:xfrm>
            <a:off x="1298122" y="1148985"/>
            <a:ext cx="2331644" cy="307777"/>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noProof="0">
                <a:solidFill>
                  <a:schemeClr val="accent5"/>
                </a:solidFill>
              </a:rPr>
              <a:t>Top </a:t>
            </a:r>
            <a:r>
              <a:rPr lang="es-MX" sz="2000" noProof="0" err="1">
                <a:solidFill>
                  <a:schemeClr val="accent5"/>
                </a:solidFill>
              </a:rPr>
              <a:t>management</a:t>
            </a:r>
            <a:endParaRPr lang="es-MX" sz="3200" noProof="0">
              <a:solidFill>
                <a:schemeClr val="accent5"/>
              </a:solidFill>
            </a:endParaRPr>
          </a:p>
        </p:txBody>
      </p:sp>
      <p:sp>
        <p:nvSpPr>
          <p:cNvPr id="2" name="Rectangle 3">
            <a:extLst>
              <a:ext uri="{FF2B5EF4-FFF2-40B4-BE49-F238E27FC236}">
                <a16:creationId xmlns:a16="http://schemas.microsoft.com/office/drawing/2014/main" id="{73C5911D-403A-69F6-DD80-59783522D0BA}"/>
              </a:ext>
            </a:extLst>
          </p:cNvPr>
          <p:cNvSpPr>
            <a:spLocks/>
          </p:cNvSpPr>
          <p:nvPr/>
        </p:nvSpPr>
        <p:spPr bwMode="gray">
          <a:xfrm>
            <a:off x="1142662" y="3584237"/>
            <a:ext cx="1467460"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Sets priorities</a:t>
            </a:r>
            <a:endParaRPr lang="es-MX" sz="1800" noProof="0">
              <a:solidFill>
                <a:schemeClr val="bg1"/>
              </a:solidFill>
            </a:endParaRPr>
          </a:p>
        </p:txBody>
      </p:sp>
      <p:sp>
        <p:nvSpPr>
          <p:cNvPr id="3" name="Rectangle 3">
            <a:extLst>
              <a:ext uri="{FF2B5EF4-FFF2-40B4-BE49-F238E27FC236}">
                <a16:creationId xmlns:a16="http://schemas.microsoft.com/office/drawing/2014/main" id="{60E225D6-A2E8-855E-998A-2269E59A9A21}"/>
              </a:ext>
            </a:extLst>
          </p:cNvPr>
          <p:cNvSpPr>
            <a:spLocks/>
          </p:cNvSpPr>
          <p:nvPr/>
        </p:nvSpPr>
        <p:spPr bwMode="gray">
          <a:xfrm>
            <a:off x="3810070" y="3584237"/>
            <a:ext cx="1361743"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Allocates resources</a:t>
            </a:r>
            <a:endParaRPr lang="es-MX" sz="1800" noProof="0">
              <a:solidFill>
                <a:schemeClr val="bg1"/>
              </a:solidFill>
            </a:endParaRPr>
          </a:p>
        </p:txBody>
      </p:sp>
      <p:sp>
        <p:nvSpPr>
          <p:cNvPr id="4" name="Rectangle 3">
            <a:extLst>
              <a:ext uri="{FF2B5EF4-FFF2-40B4-BE49-F238E27FC236}">
                <a16:creationId xmlns:a16="http://schemas.microsoft.com/office/drawing/2014/main" id="{A7CF67DE-57D9-A2D4-A9CE-7DB8ED5E37E6}"/>
              </a:ext>
            </a:extLst>
          </p:cNvPr>
          <p:cNvSpPr>
            <a:spLocks/>
          </p:cNvSpPr>
          <p:nvPr/>
        </p:nvSpPr>
        <p:spPr bwMode="gray">
          <a:xfrm>
            <a:off x="5269992" y="2142248"/>
            <a:ext cx="1541923"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Promotes a culture of continuous improvement</a:t>
            </a:r>
            <a:endParaRPr lang="es-MX" sz="1800" noProof="0">
              <a:solidFill>
                <a:schemeClr val="bg1"/>
              </a:solidFill>
            </a:endParaRPr>
          </a:p>
        </p:txBody>
      </p:sp>
      <p:sp>
        <p:nvSpPr>
          <p:cNvPr id="5" name="Rectangle 3">
            <a:extLst>
              <a:ext uri="{FF2B5EF4-FFF2-40B4-BE49-F238E27FC236}">
                <a16:creationId xmlns:a16="http://schemas.microsoft.com/office/drawing/2014/main" id="{FFFC66CE-2556-1934-E434-27D1D29F8C43}"/>
              </a:ext>
            </a:extLst>
          </p:cNvPr>
          <p:cNvSpPr>
            <a:spLocks/>
          </p:cNvSpPr>
          <p:nvPr/>
        </p:nvSpPr>
        <p:spPr bwMode="gray">
          <a:xfrm>
            <a:off x="1475233" y="2126155"/>
            <a:ext cx="2538077"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Tracks key indicators and results (Meeting System)</a:t>
            </a:r>
            <a:endParaRPr lang="es-MX" sz="1800" noProof="0">
              <a:solidFill>
                <a:schemeClr val="bg1"/>
              </a:solidFill>
            </a:endParaRPr>
          </a:p>
        </p:txBody>
      </p:sp>
      <p:sp>
        <p:nvSpPr>
          <p:cNvPr id="6" name="Rectangle 3">
            <a:extLst>
              <a:ext uri="{FF2B5EF4-FFF2-40B4-BE49-F238E27FC236}">
                <a16:creationId xmlns:a16="http://schemas.microsoft.com/office/drawing/2014/main" id="{6F791313-C517-4AFE-082C-04B9B60FE625}"/>
              </a:ext>
            </a:extLst>
          </p:cNvPr>
          <p:cNvSpPr>
            <a:spLocks/>
          </p:cNvSpPr>
          <p:nvPr/>
        </p:nvSpPr>
        <p:spPr bwMode="gray">
          <a:xfrm>
            <a:off x="6246949" y="3587672"/>
            <a:ext cx="2147206"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Recognizes and celebrates achievements</a:t>
            </a:r>
            <a:endParaRPr lang="es-MX" sz="1800" noProof="0">
              <a:solidFill>
                <a:schemeClr val="bg1"/>
              </a:solidFill>
            </a:endParaRPr>
          </a:p>
        </p:txBody>
      </p:sp>
      <p:pic>
        <p:nvPicPr>
          <p:cNvPr id="29" name="Gráfico 28" descr="Ciclismo en compañía con relleno sólido">
            <a:extLst>
              <a:ext uri="{FF2B5EF4-FFF2-40B4-BE49-F238E27FC236}">
                <a16:creationId xmlns:a16="http://schemas.microsoft.com/office/drawing/2014/main" id="{BCFA84D8-E96F-3FAB-8051-4F10CDB8A78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90763" y="3803588"/>
            <a:ext cx="800359" cy="800359"/>
          </a:xfrm>
          <a:prstGeom prst="rect">
            <a:avLst/>
          </a:prstGeom>
        </p:spPr>
      </p:pic>
      <p:pic>
        <p:nvPicPr>
          <p:cNvPr id="31" name="Gráfico 30" descr="Mejora continua con relleno sólido">
            <a:extLst>
              <a:ext uri="{FF2B5EF4-FFF2-40B4-BE49-F238E27FC236}">
                <a16:creationId xmlns:a16="http://schemas.microsoft.com/office/drawing/2014/main" id="{37D0A562-C65C-3887-DCE9-E820A2C278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0976" y="2495487"/>
            <a:ext cx="804182" cy="804182"/>
          </a:xfrm>
          <a:prstGeom prst="rect">
            <a:avLst/>
          </a:prstGeom>
        </p:spPr>
      </p:pic>
      <p:pic>
        <p:nvPicPr>
          <p:cNvPr id="33" name="Gráfico 32" descr="Gráfico de barras con tendencia alcista con relleno sólido">
            <a:extLst>
              <a:ext uri="{FF2B5EF4-FFF2-40B4-BE49-F238E27FC236}">
                <a16:creationId xmlns:a16="http://schemas.microsoft.com/office/drawing/2014/main" id="{542CEBF8-077D-3E95-2043-145012805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83059" y="2564499"/>
            <a:ext cx="633436" cy="633436"/>
          </a:xfrm>
          <a:prstGeom prst="rect">
            <a:avLst/>
          </a:prstGeom>
        </p:spPr>
      </p:pic>
      <p:pic>
        <p:nvPicPr>
          <p:cNvPr id="35" name="Gráfico 34" descr="Portapapeles con relleno sólido">
            <a:extLst>
              <a:ext uri="{FF2B5EF4-FFF2-40B4-BE49-F238E27FC236}">
                <a16:creationId xmlns:a16="http://schemas.microsoft.com/office/drawing/2014/main" id="{A671AB5D-74F5-135E-38C1-25B067BF43B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19542" y="3923464"/>
            <a:ext cx="597383" cy="597383"/>
          </a:xfrm>
          <a:prstGeom prst="rect">
            <a:avLst/>
          </a:prstGeom>
        </p:spPr>
      </p:pic>
      <p:pic>
        <p:nvPicPr>
          <p:cNvPr id="37" name="Gráfico 36" descr="Cinta con relleno sólido">
            <a:extLst>
              <a:ext uri="{FF2B5EF4-FFF2-40B4-BE49-F238E27FC236}">
                <a16:creationId xmlns:a16="http://schemas.microsoft.com/office/drawing/2014/main" id="{AC48BD41-9897-B623-FEA2-9E327C2AC2E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53888" y="3898388"/>
            <a:ext cx="619528" cy="619528"/>
          </a:xfrm>
          <a:prstGeom prst="rect">
            <a:avLst/>
          </a:prstGeom>
        </p:spPr>
      </p:pic>
      <p:sp>
        <p:nvSpPr>
          <p:cNvPr id="40" name="Ellipse 32">
            <a:extLst>
              <a:ext uri="{FF2B5EF4-FFF2-40B4-BE49-F238E27FC236}">
                <a16:creationId xmlns:a16="http://schemas.microsoft.com/office/drawing/2014/main" id="{FD4ED796-3673-6162-0A50-0C3D32ECA82C}"/>
              </a:ext>
            </a:extLst>
          </p:cNvPr>
          <p:cNvSpPr>
            <a:spLocks/>
          </p:cNvSpPr>
          <p:nvPr/>
        </p:nvSpPr>
        <p:spPr bwMode="gray">
          <a:xfrm flipH="1">
            <a:off x="3880411" y="852607"/>
            <a:ext cx="897996" cy="918148"/>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41" name="Grafik 5">
            <a:extLst>
              <a:ext uri="{FF2B5EF4-FFF2-40B4-BE49-F238E27FC236}">
                <a16:creationId xmlns:a16="http://schemas.microsoft.com/office/drawing/2014/main" id="{C242FE60-50D4-C599-A7CA-16D2E9A0D231}"/>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13310" y="981934"/>
            <a:ext cx="659494" cy="659494"/>
          </a:xfrm>
          <a:prstGeom prst="rect">
            <a:avLst/>
          </a:prstGeom>
        </p:spPr>
      </p:pic>
      <p:pic>
        <p:nvPicPr>
          <p:cNvPr id="8" name="Imagen 7" descr="Dibujo de una persona&#10;&#10;El contenido generado por IA puede ser incorrecto.">
            <a:extLst>
              <a:ext uri="{FF2B5EF4-FFF2-40B4-BE49-F238E27FC236}">
                <a16:creationId xmlns:a16="http://schemas.microsoft.com/office/drawing/2014/main" id="{908E1874-7713-82BA-3E97-C8838C4549BC}"/>
              </a:ext>
            </a:extLst>
          </p:cNvPr>
          <p:cNvPicPr>
            <a:picLocks noChangeAspect="1"/>
          </p:cNvPicPr>
          <p:nvPr/>
        </p:nvPicPr>
        <p:blipFill>
          <a:blip r:embed="rId8"/>
          <a:stretch>
            <a:fillRect/>
          </a:stretch>
        </p:blipFill>
        <p:spPr>
          <a:xfrm>
            <a:off x="8661417" y="109943"/>
            <a:ext cx="466952" cy="466952"/>
          </a:xfrm>
          <a:prstGeom prst="rect">
            <a:avLst/>
          </a:prstGeom>
        </p:spPr>
      </p:pic>
    </p:spTree>
    <p:extLst>
      <p:ext uri="{BB962C8B-B14F-4D97-AF65-F5344CB8AC3E}">
        <p14:creationId xmlns:p14="http://schemas.microsoft.com/office/powerpoint/2010/main" val="754775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0EA5E-1A28-9EDD-92A8-0AF8AE8FB9F4}"/>
            </a:ext>
          </a:extLst>
        </p:cNvPr>
        <p:cNvGrpSpPr/>
        <p:nvPr/>
      </p:nvGrpSpPr>
      <p:grpSpPr>
        <a:xfrm>
          <a:off x="0" y="0"/>
          <a:ext cx="0" cy="0"/>
          <a:chOff x="0" y="0"/>
          <a:chExt cx="0" cy="0"/>
        </a:xfrm>
      </p:grpSpPr>
      <p:sp>
        <p:nvSpPr>
          <p:cNvPr id="17" name="Rectángulo: esquinas redondeadas 16">
            <a:extLst>
              <a:ext uri="{FF2B5EF4-FFF2-40B4-BE49-F238E27FC236}">
                <a16:creationId xmlns:a16="http://schemas.microsoft.com/office/drawing/2014/main" id="{D19D817C-2214-43D5-25A3-1B3E0F7DC219}"/>
              </a:ext>
            </a:extLst>
          </p:cNvPr>
          <p:cNvSpPr/>
          <p:nvPr/>
        </p:nvSpPr>
        <p:spPr>
          <a:xfrm>
            <a:off x="4670978" y="3398103"/>
            <a:ext cx="1832179"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5" name="Rectángulo: esquinas redondeadas 14">
            <a:extLst>
              <a:ext uri="{FF2B5EF4-FFF2-40B4-BE49-F238E27FC236}">
                <a16:creationId xmlns:a16="http://schemas.microsoft.com/office/drawing/2014/main" id="{75BD137C-F966-07D0-F9E9-BFC86699C22E}"/>
              </a:ext>
            </a:extLst>
          </p:cNvPr>
          <p:cNvSpPr/>
          <p:nvPr/>
        </p:nvSpPr>
        <p:spPr>
          <a:xfrm>
            <a:off x="2147815" y="3396944"/>
            <a:ext cx="1832179"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FBE22F0B-C545-B72A-1274-8363E139142A}"/>
              </a:ext>
            </a:extLst>
          </p:cNvPr>
          <p:cNvSpPr/>
          <p:nvPr/>
        </p:nvSpPr>
        <p:spPr>
          <a:xfrm>
            <a:off x="5613291" y="1976578"/>
            <a:ext cx="1832179"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38796519-A0C1-DB9C-C91F-6E9F26342E6E}"/>
              </a:ext>
            </a:extLst>
          </p:cNvPr>
          <p:cNvSpPr/>
          <p:nvPr/>
        </p:nvSpPr>
        <p:spPr>
          <a:xfrm>
            <a:off x="3373609" y="1976579"/>
            <a:ext cx="1832179"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Rectángulo: esquinas redondeadas 9">
            <a:extLst>
              <a:ext uri="{FF2B5EF4-FFF2-40B4-BE49-F238E27FC236}">
                <a16:creationId xmlns:a16="http://schemas.microsoft.com/office/drawing/2014/main" id="{01EC698D-B37B-3669-1706-E8EC56F73400}"/>
              </a:ext>
            </a:extLst>
          </p:cNvPr>
          <p:cNvSpPr/>
          <p:nvPr/>
        </p:nvSpPr>
        <p:spPr>
          <a:xfrm>
            <a:off x="1120698" y="1959919"/>
            <a:ext cx="1832179"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Title 15">
            <a:extLst>
              <a:ext uri="{FF2B5EF4-FFF2-40B4-BE49-F238E27FC236}">
                <a16:creationId xmlns:a16="http://schemas.microsoft.com/office/drawing/2014/main" id="{DA818BE9-8FD5-C339-4E2A-2CE1AF7E1AE4}"/>
              </a:ext>
            </a:extLst>
          </p:cNvPr>
          <p:cNvSpPr>
            <a:spLocks noGrp="1"/>
          </p:cNvSpPr>
          <p:nvPr>
            <p:ph type="title"/>
          </p:nvPr>
        </p:nvSpPr>
        <p:spPr>
          <a:xfrm>
            <a:off x="330993" y="231777"/>
            <a:ext cx="8789937" cy="307777"/>
          </a:xfrm>
        </p:spPr>
        <p:txBody>
          <a:bodyPr vert="horz"/>
          <a:lstStyle/>
          <a:p>
            <a:r>
              <a:rPr lang="es-MX" noProof="0"/>
              <a:t>Roles</a:t>
            </a:r>
          </a:p>
        </p:txBody>
      </p:sp>
      <p:sp>
        <p:nvSpPr>
          <p:cNvPr id="9" name="Ellipse 32">
            <a:extLst>
              <a:ext uri="{FF2B5EF4-FFF2-40B4-BE49-F238E27FC236}">
                <a16:creationId xmlns:a16="http://schemas.microsoft.com/office/drawing/2014/main" id="{E34122A7-F901-1AF2-2627-59DF84BE1344}"/>
              </a:ext>
            </a:extLst>
          </p:cNvPr>
          <p:cNvSpPr>
            <a:spLocks/>
          </p:cNvSpPr>
          <p:nvPr/>
        </p:nvSpPr>
        <p:spPr bwMode="gray">
          <a:xfrm flipH="1">
            <a:off x="3888575" y="811785"/>
            <a:ext cx="897996" cy="918148"/>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Rectangle 3">
            <a:extLst>
              <a:ext uri="{FF2B5EF4-FFF2-40B4-BE49-F238E27FC236}">
                <a16:creationId xmlns:a16="http://schemas.microsoft.com/office/drawing/2014/main" id="{B4552A22-0D8B-D030-68C7-4D52434F6266}"/>
              </a:ext>
            </a:extLst>
          </p:cNvPr>
          <p:cNvSpPr>
            <a:spLocks/>
          </p:cNvSpPr>
          <p:nvPr/>
        </p:nvSpPr>
        <p:spPr bwMode="gray">
          <a:xfrm>
            <a:off x="4963739" y="1108163"/>
            <a:ext cx="3004604" cy="800219"/>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b="1" noProof="0">
                <a:solidFill>
                  <a:schemeClr val="accent5"/>
                </a:solidFill>
              </a:rPr>
              <a:t>Facilitator and Supervisor</a:t>
            </a:r>
          </a:p>
          <a:p>
            <a:pPr algn="r">
              <a:buClr>
                <a:srgbClr val="000000"/>
              </a:buClr>
              <a:defRPr/>
            </a:pPr>
            <a:endParaRPr lang="es-MX" sz="2000" b="1" noProof="0">
              <a:solidFill>
                <a:schemeClr val="accent5"/>
              </a:solidFill>
            </a:endParaRPr>
          </a:p>
          <a:p>
            <a:pPr algn="r">
              <a:buClr>
                <a:srgbClr val="000000"/>
              </a:buClr>
              <a:defRPr/>
            </a:pPr>
            <a:endParaRPr lang="es-MX" sz="1200" b="1" noProof="0">
              <a:solidFill>
                <a:schemeClr val="accent5"/>
              </a:solidFill>
            </a:endParaRPr>
          </a:p>
        </p:txBody>
      </p:sp>
      <p:sp>
        <p:nvSpPr>
          <p:cNvPr id="18" name="Rectangle 3">
            <a:extLst>
              <a:ext uri="{FF2B5EF4-FFF2-40B4-BE49-F238E27FC236}">
                <a16:creationId xmlns:a16="http://schemas.microsoft.com/office/drawing/2014/main" id="{970014C7-C1E5-3280-3FD2-F4C45F139D43}"/>
              </a:ext>
            </a:extLst>
          </p:cNvPr>
          <p:cNvSpPr>
            <a:spLocks/>
          </p:cNvSpPr>
          <p:nvPr/>
        </p:nvSpPr>
        <p:spPr bwMode="gray">
          <a:xfrm>
            <a:off x="1306286" y="1108163"/>
            <a:ext cx="2331644" cy="307777"/>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noProof="0" err="1">
                <a:solidFill>
                  <a:schemeClr val="accent5"/>
                </a:solidFill>
              </a:rPr>
              <a:t>Middle</a:t>
            </a:r>
            <a:r>
              <a:rPr lang="es-MX" sz="2000" noProof="0">
                <a:solidFill>
                  <a:schemeClr val="accent5"/>
                </a:solidFill>
              </a:rPr>
              <a:t> </a:t>
            </a:r>
            <a:r>
              <a:rPr lang="es-MX" sz="2000" noProof="0" err="1">
                <a:solidFill>
                  <a:schemeClr val="accent5"/>
                </a:solidFill>
              </a:rPr>
              <a:t>management</a:t>
            </a:r>
            <a:endParaRPr lang="es-MX" sz="3200" noProof="0">
              <a:solidFill>
                <a:schemeClr val="accent5"/>
              </a:solidFill>
            </a:endParaRPr>
          </a:p>
        </p:txBody>
      </p:sp>
      <p:sp>
        <p:nvSpPr>
          <p:cNvPr id="2" name="Rectangle 3">
            <a:extLst>
              <a:ext uri="{FF2B5EF4-FFF2-40B4-BE49-F238E27FC236}">
                <a16:creationId xmlns:a16="http://schemas.microsoft.com/office/drawing/2014/main" id="{FFA9C014-3F36-EAE8-2921-85F697206499}"/>
              </a:ext>
            </a:extLst>
          </p:cNvPr>
          <p:cNvSpPr>
            <a:spLocks/>
          </p:cNvSpPr>
          <p:nvPr/>
        </p:nvSpPr>
        <p:spPr bwMode="gray">
          <a:xfrm>
            <a:off x="1377657" y="2050713"/>
            <a:ext cx="1879473"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Ensures discipline</a:t>
            </a:r>
            <a:endParaRPr lang="es-MX" sz="1800" noProof="0">
              <a:solidFill>
                <a:schemeClr val="bg1"/>
              </a:solidFill>
            </a:endParaRPr>
          </a:p>
        </p:txBody>
      </p:sp>
      <p:sp>
        <p:nvSpPr>
          <p:cNvPr id="3" name="Rectangle 3">
            <a:extLst>
              <a:ext uri="{FF2B5EF4-FFF2-40B4-BE49-F238E27FC236}">
                <a16:creationId xmlns:a16="http://schemas.microsoft.com/office/drawing/2014/main" id="{5D942548-F0AC-255E-AC4F-42283772C0D0}"/>
              </a:ext>
            </a:extLst>
          </p:cNvPr>
          <p:cNvSpPr>
            <a:spLocks/>
          </p:cNvSpPr>
          <p:nvPr/>
        </p:nvSpPr>
        <p:spPr bwMode="gray">
          <a:xfrm>
            <a:off x="3608828" y="2087937"/>
            <a:ext cx="1361743"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Removes barriers</a:t>
            </a:r>
            <a:endParaRPr lang="es-MX" sz="1800" noProof="0">
              <a:solidFill>
                <a:schemeClr val="bg1"/>
              </a:solidFill>
            </a:endParaRPr>
          </a:p>
        </p:txBody>
      </p:sp>
      <p:sp>
        <p:nvSpPr>
          <p:cNvPr id="4" name="Rectangle 3">
            <a:extLst>
              <a:ext uri="{FF2B5EF4-FFF2-40B4-BE49-F238E27FC236}">
                <a16:creationId xmlns:a16="http://schemas.microsoft.com/office/drawing/2014/main" id="{6C41E322-65B3-9C67-1F4F-2FF5DA275265}"/>
              </a:ext>
            </a:extLst>
          </p:cNvPr>
          <p:cNvSpPr>
            <a:spLocks/>
          </p:cNvSpPr>
          <p:nvPr/>
        </p:nvSpPr>
        <p:spPr bwMode="gray">
          <a:xfrm>
            <a:off x="5823223" y="2002704"/>
            <a:ext cx="1412314" cy="553998"/>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dirty="0">
                <a:solidFill>
                  <a:schemeClr val="bg1"/>
                </a:solidFill>
              </a:rPr>
              <a:t>Monitors countermeasure implementation</a:t>
            </a:r>
            <a:endParaRPr lang="es-MX" sz="1800" noProof="0" dirty="0">
              <a:solidFill>
                <a:schemeClr val="bg1"/>
              </a:solidFill>
            </a:endParaRPr>
          </a:p>
        </p:txBody>
      </p:sp>
      <p:sp>
        <p:nvSpPr>
          <p:cNvPr id="5" name="Rectangle 3">
            <a:extLst>
              <a:ext uri="{FF2B5EF4-FFF2-40B4-BE49-F238E27FC236}">
                <a16:creationId xmlns:a16="http://schemas.microsoft.com/office/drawing/2014/main" id="{A8F04485-34DC-CCBD-5600-1673CD13C7E6}"/>
              </a:ext>
            </a:extLst>
          </p:cNvPr>
          <p:cNvSpPr>
            <a:spLocks/>
          </p:cNvSpPr>
          <p:nvPr/>
        </p:nvSpPr>
        <p:spPr bwMode="gray">
          <a:xfrm>
            <a:off x="1475148" y="3453433"/>
            <a:ext cx="3177511"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Develops capabilities</a:t>
            </a:r>
            <a:endParaRPr lang="es-MX" sz="1800" noProof="0">
              <a:solidFill>
                <a:schemeClr val="bg1"/>
              </a:solidFill>
            </a:endParaRPr>
          </a:p>
        </p:txBody>
      </p:sp>
      <p:sp>
        <p:nvSpPr>
          <p:cNvPr id="6" name="Rectangle 3">
            <a:extLst>
              <a:ext uri="{FF2B5EF4-FFF2-40B4-BE49-F238E27FC236}">
                <a16:creationId xmlns:a16="http://schemas.microsoft.com/office/drawing/2014/main" id="{90E9DFE0-77E3-DF8F-D2D2-CD57D2223AF9}"/>
              </a:ext>
            </a:extLst>
          </p:cNvPr>
          <p:cNvSpPr>
            <a:spLocks/>
          </p:cNvSpPr>
          <p:nvPr/>
        </p:nvSpPr>
        <p:spPr bwMode="gray">
          <a:xfrm>
            <a:off x="4970571" y="3456016"/>
            <a:ext cx="1592035"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Translates objectives</a:t>
            </a:r>
            <a:endParaRPr lang="es-MX" sz="1800" noProof="0">
              <a:solidFill>
                <a:schemeClr val="bg1"/>
              </a:solidFill>
            </a:endParaRPr>
          </a:p>
        </p:txBody>
      </p:sp>
      <p:pic>
        <p:nvPicPr>
          <p:cNvPr id="11" name="Gráfico 10" descr="Muro de ladrillos completo con relleno sólido">
            <a:extLst>
              <a:ext uri="{FF2B5EF4-FFF2-40B4-BE49-F238E27FC236}">
                <a16:creationId xmlns:a16="http://schemas.microsoft.com/office/drawing/2014/main" id="{BF17AD32-6EF2-8D7B-70A5-BC83F6C9B67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10100" y="2266786"/>
            <a:ext cx="781659" cy="781659"/>
          </a:xfrm>
          <a:prstGeom prst="rect">
            <a:avLst/>
          </a:prstGeom>
        </p:spPr>
      </p:pic>
      <p:pic>
        <p:nvPicPr>
          <p:cNvPr id="16" name="Gráfico 15" descr="Cerrar contorno">
            <a:extLst>
              <a:ext uri="{FF2B5EF4-FFF2-40B4-BE49-F238E27FC236}">
                <a16:creationId xmlns:a16="http://schemas.microsoft.com/office/drawing/2014/main" id="{151E98E4-1A8E-D3C7-CA39-0E64C2F976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8614" y="2193765"/>
            <a:ext cx="914400" cy="914400"/>
          </a:xfrm>
          <a:prstGeom prst="rect">
            <a:avLst/>
          </a:prstGeom>
        </p:spPr>
      </p:pic>
      <p:pic>
        <p:nvPicPr>
          <p:cNvPr id="19" name="Gráfico 18" descr="Preguntas con relleno sólido">
            <a:extLst>
              <a:ext uri="{FF2B5EF4-FFF2-40B4-BE49-F238E27FC236}">
                <a16:creationId xmlns:a16="http://schemas.microsoft.com/office/drawing/2014/main" id="{42692D86-6CDC-ED45-D0E2-8BE5FD08B7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60681" y="2585822"/>
            <a:ext cx="537398" cy="537398"/>
          </a:xfrm>
          <a:prstGeom prst="rect">
            <a:avLst/>
          </a:prstGeom>
        </p:spPr>
      </p:pic>
      <p:pic>
        <p:nvPicPr>
          <p:cNvPr id="26" name="Gráfico 25" descr="Crecimiento empresarial con relleno sólido">
            <a:extLst>
              <a:ext uri="{FF2B5EF4-FFF2-40B4-BE49-F238E27FC236}">
                <a16:creationId xmlns:a16="http://schemas.microsoft.com/office/drawing/2014/main" id="{0F326F25-571C-D6DA-1708-F6BFF8489B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95779" y="3709390"/>
            <a:ext cx="723030" cy="723030"/>
          </a:xfrm>
          <a:prstGeom prst="rect">
            <a:avLst/>
          </a:prstGeom>
        </p:spPr>
      </p:pic>
      <p:pic>
        <p:nvPicPr>
          <p:cNvPr id="28" name="Gráfico 27" descr="Objetivo con relleno sólido">
            <a:extLst>
              <a:ext uri="{FF2B5EF4-FFF2-40B4-BE49-F238E27FC236}">
                <a16:creationId xmlns:a16="http://schemas.microsoft.com/office/drawing/2014/main" id="{CADC9D5C-119D-0DA9-571B-1CFC66B3897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70759" y="3728952"/>
            <a:ext cx="685064" cy="685064"/>
          </a:xfrm>
          <a:prstGeom prst="rect">
            <a:avLst/>
          </a:prstGeom>
        </p:spPr>
      </p:pic>
      <p:pic>
        <p:nvPicPr>
          <p:cNvPr id="30" name="Grafik 103">
            <a:extLst>
              <a:ext uri="{FF2B5EF4-FFF2-40B4-BE49-F238E27FC236}">
                <a16:creationId xmlns:a16="http://schemas.microsoft.com/office/drawing/2014/main" id="{1DE15DDC-1642-2189-FD6D-74338886349E}"/>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52519" y="886959"/>
            <a:ext cx="773125" cy="773125"/>
          </a:xfrm>
          <a:prstGeom prst="rect">
            <a:avLst/>
          </a:prstGeom>
        </p:spPr>
      </p:pic>
      <p:pic>
        <p:nvPicPr>
          <p:cNvPr id="38" name="Gráfico 37" descr="Obstáculo con relleno sólido">
            <a:extLst>
              <a:ext uri="{FF2B5EF4-FFF2-40B4-BE49-F238E27FC236}">
                <a16:creationId xmlns:a16="http://schemas.microsoft.com/office/drawing/2014/main" id="{4C499181-EA8E-97AB-238D-DF0067D5028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734977" y="2326173"/>
            <a:ext cx="634965" cy="634965"/>
          </a:xfrm>
          <a:prstGeom prst="rect">
            <a:avLst/>
          </a:prstGeom>
        </p:spPr>
      </p:pic>
      <p:pic>
        <p:nvPicPr>
          <p:cNvPr id="8" name="Imagen 7" descr="Dibujo de una persona&#10;&#10;El contenido generado por IA puede ser incorrecto.">
            <a:extLst>
              <a:ext uri="{FF2B5EF4-FFF2-40B4-BE49-F238E27FC236}">
                <a16:creationId xmlns:a16="http://schemas.microsoft.com/office/drawing/2014/main" id="{F549FDAD-D6BA-4A20-1006-98463742BF06}"/>
              </a:ext>
            </a:extLst>
          </p:cNvPr>
          <p:cNvPicPr>
            <a:picLocks noChangeAspect="1"/>
          </p:cNvPicPr>
          <p:nvPr/>
        </p:nvPicPr>
        <p:blipFill>
          <a:blip r:embed="rId9"/>
          <a:stretch>
            <a:fillRect/>
          </a:stretch>
        </p:blipFill>
        <p:spPr>
          <a:xfrm>
            <a:off x="8661417" y="109943"/>
            <a:ext cx="466952" cy="466952"/>
          </a:xfrm>
          <a:prstGeom prst="rect">
            <a:avLst/>
          </a:prstGeom>
        </p:spPr>
      </p:pic>
    </p:spTree>
    <p:extLst>
      <p:ext uri="{BB962C8B-B14F-4D97-AF65-F5344CB8AC3E}">
        <p14:creationId xmlns:p14="http://schemas.microsoft.com/office/powerpoint/2010/main" val="22720901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26FCD-7EA4-E435-542F-7B39FE274FBB}"/>
            </a:ext>
          </a:extLst>
        </p:cNvPr>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ED4C2A4A-A773-ABBC-E733-BEBED45EB8AA}"/>
              </a:ext>
            </a:extLst>
          </p:cNvPr>
          <p:cNvSpPr/>
          <p:nvPr/>
        </p:nvSpPr>
        <p:spPr>
          <a:xfrm>
            <a:off x="5827181" y="1908382"/>
            <a:ext cx="2205733"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EA176BBE-8D25-B13D-2B83-8487EA2D9632}"/>
              </a:ext>
            </a:extLst>
          </p:cNvPr>
          <p:cNvSpPr/>
          <p:nvPr/>
        </p:nvSpPr>
        <p:spPr>
          <a:xfrm>
            <a:off x="5852548" y="3207387"/>
            <a:ext cx="2205733"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1" name="Rectángulo: esquinas redondeadas 10">
            <a:extLst>
              <a:ext uri="{FF2B5EF4-FFF2-40B4-BE49-F238E27FC236}">
                <a16:creationId xmlns:a16="http://schemas.microsoft.com/office/drawing/2014/main" id="{44093069-AF07-3173-BCA4-B1EE6A6E06C1}"/>
              </a:ext>
            </a:extLst>
          </p:cNvPr>
          <p:cNvSpPr/>
          <p:nvPr/>
        </p:nvSpPr>
        <p:spPr>
          <a:xfrm>
            <a:off x="625826" y="3207386"/>
            <a:ext cx="2205733"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Rectángulo: esquinas redondeadas 9">
            <a:extLst>
              <a:ext uri="{FF2B5EF4-FFF2-40B4-BE49-F238E27FC236}">
                <a16:creationId xmlns:a16="http://schemas.microsoft.com/office/drawing/2014/main" id="{6A94EDF4-E006-7F48-7B9F-64E274962808}"/>
              </a:ext>
            </a:extLst>
          </p:cNvPr>
          <p:cNvSpPr/>
          <p:nvPr/>
        </p:nvSpPr>
        <p:spPr>
          <a:xfrm>
            <a:off x="625826" y="1908382"/>
            <a:ext cx="2205733"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Title 15">
            <a:extLst>
              <a:ext uri="{FF2B5EF4-FFF2-40B4-BE49-F238E27FC236}">
                <a16:creationId xmlns:a16="http://schemas.microsoft.com/office/drawing/2014/main" id="{999AB1BF-1CA7-4DE9-E1A0-EE8817221462}"/>
              </a:ext>
            </a:extLst>
          </p:cNvPr>
          <p:cNvSpPr>
            <a:spLocks noGrp="1"/>
          </p:cNvSpPr>
          <p:nvPr>
            <p:ph type="title"/>
          </p:nvPr>
        </p:nvSpPr>
        <p:spPr>
          <a:xfrm>
            <a:off x="330993" y="231777"/>
            <a:ext cx="8789937" cy="307777"/>
          </a:xfrm>
        </p:spPr>
        <p:txBody>
          <a:bodyPr vert="horz"/>
          <a:lstStyle/>
          <a:p>
            <a:r>
              <a:rPr lang="es-MX" noProof="0"/>
              <a:t>Roles</a:t>
            </a:r>
          </a:p>
        </p:txBody>
      </p:sp>
      <p:sp>
        <p:nvSpPr>
          <p:cNvPr id="9" name="Ellipse 32">
            <a:extLst>
              <a:ext uri="{FF2B5EF4-FFF2-40B4-BE49-F238E27FC236}">
                <a16:creationId xmlns:a16="http://schemas.microsoft.com/office/drawing/2014/main" id="{5099E795-40D5-FAD4-1796-361D5131B6A6}"/>
              </a:ext>
            </a:extLst>
          </p:cNvPr>
          <p:cNvSpPr>
            <a:spLocks/>
          </p:cNvSpPr>
          <p:nvPr/>
        </p:nvSpPr>
        <p:spPr bwMode="gray">
          <a:xfrm flipH="1">
            <a:off x="3806933" y="811785"/>
            <a:ext cx="897996" cy="918148"/>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Rectangle 3">
            <a:extLst>
              <a:ext uri="{FF2B5EF4-FFF2-40B4-BE49-F238E27FC236}">
                <a16:creationId xmlns:a16="http://schemas.microsoft.com/office/drawing/2014/main" id="{DB9A7378-7ACB-ABD8-E45A-5A1240C989B6}"/>
              </a:ext>
            </a:extLst>
          </p:cNvPr>
          <p:cNvSpPr>
            <a:spLocks/>
          </p:cNvSpPr>
          <p:nvPr/>
        </p:nvSpPr>
        <p:spPr bwMode="gray">
          <a:xfrm>
            <a:off x="4743453" y="1108163"/>
            <a:ext cx="2457449" cy="800219"/>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b="1" noProof="0">
                <a:solidFill>
                  <a:schemeClr val="accent5"/>
                </a:solidFill>
              </a:rPr>
              <a:t>Doer and Detector</a:t>
            </a:r>
          </a:p>
          <a:p>
            <a:pPr algn="r">
              <a:buClr>
                <a:srgbClr val="000000"/>
              </a:buClr>
              <a:defRPr/>
            </a:pPr>
            <a:endParaRPr lang="es-MX" sz="2000" b="1" noProof="0">
              <a:solidFill>
                <a:schemeClr val="accent5"/>
              </a:solidFill>
            </a:endParaRPr>
          </a:p>
          <a:p>
            <a:pPr algn="r">
              <a:buClr>
                <a:srgbClr val="000000"/>
              </a:buClr>
              <a:defRPr/>
            </a:pPr>
            <a:endParaRPr lang="es-MX" sz="1200" b="1" noProof="0">
              <a:solidFill>
                <a:schemeClr val="accent5"/>
              </a:solidFill>
            </a:endParaRPr>
          </a:p>
        </p:txBody>
      </p:sp>
      <p:sp>
        <p:nvSpPr>
          <p:cNvPr id="18" name="Rectangle 3">
            <a:extLst>
              <a:ext uri="{FF2B5EF4-FFF2-40B4-BE49-F238E27FC236}">
                <a16:creationId xmlns:a16="http://schemas.microsoft.com/office/drawing/2014/main" id="{D61E3489-B2DF-F7D0-7F07-0205A4A1A524}"/>
              </a:ext>
            </a:extLst>
          </p:cNvPr>
          <p:cNvSpPr>
            <a:spLocks/>
          </p:cNvSpPr>
          <p:nvPr/>
        </p:nvSpPr>
        <p:spPr bwMode="gray">
          <a:xfrm>
            <a:off x="1224644" y="1108163"/>
            <a:ext cx="2331644" cy="307777"/>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noProof="0">
                <a:solidFill>
                  <a:schemeClr val="accent5"/>
                </a:solidFill>
              </a:rPr>
              <a:t>Front line</a:t>
            </a:r>
            <a:endParaRPr lang="es-MX" sz="3200" noProof="0">
              <a:solidFill>
                <a:schemeClr val="accent5"/>
              </a:solidFill>
            </a:endParaRPr>
          </a:p>
        </p:txBody>
      </p:sp>
      <p:sp>
        <p:nvSpPr>
          <p:cNvPr id="2" name="Rectangle 3">
            <a:extLst>
              <a:ext uri="{FF2B5EF4-FFF2-40B4-BE49-F238E27FC236}">
                <a16:creationId xmlns:a16="http://schemas.microsoft.com/office/drawing/2014/main" id="{DF95B66A-2D3E-0B99-8D39-2E992EA53342}"/>
              </a:ext>
            </a:extLst>
          </p:cNvPr>
          <p:cNvSpPr>
            <a:spLocks/>
          </p:cNvSpPr>
          <p:nvPr/>
        </p:nvSpPr>
        <p:spPr bwMode="gray">
          <a:xfrm>
            <a:off x="1002879" y="2070113"/>
            <a:ext cx="1879473"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Identifies problems</a:t>
            </a:r>
            <a:endParaRPr lang="es-MX" sz="1800" noProof="0">
              <a:solidFill>
                <a:schemeClr val="bg1"/>
              </a:solidFill>
            </a:endParaRPr>
          </a:p>
        </p:txBody>
      </p:sp>
      <p:sp>
        <p:nvSpPr>
          <p:cNvPr id="3" name="Rectangle 3">
            <a:extLst>
              <a:ext uri="{FF2B5EF4-FFF2-40B4-BE49-F238E27FC236}">
                <a16:creationId xmlns:a16="http://schemas.microsoft.com/office/drawing/2014/main" id="{9B7C54BA-1332-F1D7-871C-EFE9A0D468FB}"/>
              </a:ext>
            </a:extLst>
          </p:cNvPr>
          <p:cNvSpPr>
            <a:spLocks/>
          </p:cNvSpPr>
          <p:nvPr/>
        </p:nvSpPr>
        <p:spPr bwMode="gray">
          <a:xfrm>
            <a:off x="858711" y="3264412"/>
            <a:ext cx="1753208"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Participates actively</a:t>
            </a:r>
            <a:endParaRPr lang="es-MX" sz="1800" noProof="0">
              <a:solidFill>
                <a:schemeClr val="bg1"/>
              </a:solidFill>
            </a:endParaRPr>
          </a:p>
        </p:txBody>
      </p:sp>
      <p:sp>
        <p:nvSpPr>
          <p:cNvPr id="4" name="Rectangle 3">
            <a:extLst>
              <a:ext uri="{FF2B5EF4-FFF2-40B4-BE49-F238E27FC236}">
                <a16:creationId xmlns:a16="http://schemas.microsoft.com/office/drawing/2014/main" id="{6749CBA2-3BA0-432C-90E6-7582085D8CD1}"/>
              </a:ext>
            </a:extLst>
          </p:cNvPr>
          <p:cNvSpPr>
            <a:spLocks/>
          </p:cNvSpPr>
          <p:nvPr/>
        </p:nvSpPr>
        <p:spPr bwMode="gray">
          <a:xfrm>
            <a:off x="5290361" y="2076080"/>
            <a:ext cx="3317453"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Documents and standardizes</a:t>
            </a:r>
            <a:endParaRPr lang="es-MX" sz="1800" noProof="0">
              <a:solidFill>
                <a:schemeClr val="bg1"/>
              </a:solidFill>
            </a:endParaRPr>
          </a:p>
        </p:txBody>
      </p:sp>
      <p:sp>
        <p:nvSpPr>
          <p:cNvPr id="5" name="Rectangle 3">
            <a:extLst>
              <a:ext uri="{FF2B5EF4-FFF2-40B4-BE49-F238E27FC236}">
                <a16:creationId xmlns:a16="http://schemas.microsoft.com/office/drawing/2014/main" id="{E5724CEB-5ED5-3FB3-5BD8-E9076C3D753A}"/>
              </a:ext>
            </a:extLst>
          </p:cNvPr>
          <p:cNvSpPr>
            <a:spLocks/>
          </p:cNvSpPr>
          <p:nvPr/>
        </p:nvSpPr>
        <p:spPr bwMode="gray">
          <a:xfrm>
            <a:off x="5360331" y="3266459"/>
            <a:ext cx="3177511"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Embraces continuous improvement</a:t>
            </a:r>
            <a:endParaRPr lang="es-MX" sz="1800" noProof="0">
              <a:solidFill>
                <a:schemeClr val="bg1"/>
              </a:solidFill>
            </a:endParaRPr>
          </a:p>
        </p:txBody>
      </p:sp>
      <p:pic>
        <p:nvPicPr>
          <p:cNvPr id="8" name="Grafik 63">
            <a:extLst>
              <a:ext uri="{FF2B5EF4-FFF2-40B4-BE49-F238E27FC236}">
                <a16:creationId xmlns:a16="http://schemas.microsoft.com/office/drawing/2014/main" id="{B80D1521-0676-C006-2413-EEC8482551C0}"/>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52048" y="868553"/>
            <a:ext cx="800219" cy="800219"/>
          </a:xfrm>
          <a:prstGeom prst="rect">
            <a:avLst/>
          </a:prstGeom>
        </p:spPr>
      </p:pic>
      <p:pic>
        <p:nvPicPr>
          <p:cNvPr id="12" name="Gráfico 11" descr="Lupa con relleno sólido">
            <a:extLst>
              <a:ext uri="{FF2B5EF4-FFF2-40B4-BE49-F238E27FC236}">
                <a16:creationId xmlns:a16="http://schemas.microsoft.com/office/drawing/2014/main" id="{B082D33D-8927-9DDC-EC09-BB9719251E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8542" y="2304430"/>
            <a:ext cx="671309" cy="671309"/>
          </a:xfrm>
          <a:prstGeom prst="rect">
            <a:avLst/>
          </a:prstGeom>
        </p:spPr>
      </p:pic>
      <p:pic>
        <p:nvPicPr>
          <p:cNvPr id="15" name="Gráfico 14" descr="Lluvia de ideas de grupo con relleno sólido">
            <a:extLst>
              <a:ext uri="{FF2B5EF4-FFF2-40B4-BE49-F238E27FC236}">
                <a16:creationId xmlns:a16="http://schemas.microsoft.com/office/drawing/2014/main" id="{8606ACE3-5273-5C78-2F4B-77B29F5E60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1618" y="3473841"/>
            <a:ext cx="713623" cy="713623"/>
          </a:xfrm>
          <a:prstGeom prst="rect">
            <a:avLst/>
          </a:prstGeom>
        </p:spPr>
      </p:pic>
      <p:pic>
        <p:nvPicPr>
          <p:cNvPr id="20" name="Gráfico 19" descr="Documento con relleno sólido">
            <a:extLst>
              <a:ext uri="{FF2B5EF4-FFF2-40B4-BE49-F238E27FC236}">
                <a16:creationId xmlns:a16="http://schemas.microsoft.com/office/drawing/2014/main" id="{DDA6012E-FFC1-9C45-38B6-12230BDCBB7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68430" y="2319308"/>
            <a:ext cx="629613" cy="629613"/>
          </a:xfrm>
          <a:prstGeom prst="rect">
            <a:avLst/>
          </a:prstGeom>
        </p:spPr>
      </p:pic>
      <p:pic>
        <p:nvPicPr>
          <p:cNvPr id="32" name="Gráfico 31" descr="Cerebro izquierdo y derecho con relleno sólido">
            <a:extLst>
              <a:ext uri="{FF2B5EF4-FFF2-40B4-BE49-F238E27FC236}">
                <a16:creationId xmlns:a16="http://schemas.microsoft.com/office/drawing/2014/main" id="{77CF7176-944B-E496-C8C3-D1C17AD1607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35939" y="3548265"/>
            <a:ext cx="694594" cy="694594"/>
          </a:xfrm>
          <a:prstGeom prst="rect">
            <a:avLst/>
          </a:prstGeom>
        </p:spPr>
      </p:pic>
      <p:pic>
        <p:nvPicPr>
          <p:cNvPr id="6" name="Imagen 5" descr="Dibujo de una persona&#10;&#10;El contenido generado por IA puede ser incorrecto.">
            <a:extLst>
              <a:ext uri="{FF2B5EF4-FFF2-40B4-BE49-F238E27FC236}">
                <a16:creationId xmlns:a16="http://schemas.microsoft.com/office/drawing/2014/main" id="{B8FE1814-E824-C311-8A36-CF678FBB975E}"/>
              </a:ext>
            </a:extLst>
          </p:cNvPr>
          <p:cNvPicPr>
            <a:picLocks noChangeAspect="1"/>
          </p:cNvPicPr>
          <p:nvPr/>
        </p:nvPicPr>
        <p:blipFill>
          <a:blip r:embed="rId7"/>
          <a:stretch>
            <a:fillRect/>
          </a:stretch>
        </p:blipFill>
        <p:spPr>
          <a:xfrm>
            <a:off x="8661417" y="109943"/>
            <a:ext cx="466952" cy="466952"/>
          </a:xfrm>
          <a:prstGeom prst="rect">
            <a:avLst/>
          </a:prstGeom>
        </p:spPr>
      </p:pic>
      <p:sp>
        <p:nvSpPr>
          <p:cNvPr id="17" name="Rectángulo: esquinas redondeadas 16">
            <a:extLst>
              <a:ext uri="{FF2B5EF4-FFF2-40B4-BE49-F238E27FC236}">
                <a16:creationId xmlns:a16="http://schemas.microsoft.com/office/drawing/2014/main" id="{A82AD503-A102-0430-D150-40E917578BD7}"/>
              </a:ext>
            </a:extLst>
          </p:cNvPr>
          <p:cNvSpPr/>
          <p:nvPr/>
        </p:nvSpPr>
        <p:spPr>
          <a:xfrm>
            <a:off x="3218969" y="2571750"/>
            <a:ext cx="2205733"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9" name="Rectangle 3">
            <a:extLst>
              <a:ext uri="{FF2B5EF4-FFF2-40B4-BE49-F238E27FC236}">
                <a16:creationId xmlns:a16="http://schemas.microsoft.com/office/drawing/2014/main" id="{468AEDB4-4FE3-6C97-3E12-7B26C7A423FE}"/>
              </a:ext>
            </a:extLst>
          </p:cNvPr>
          <p:cNvSpPr>
            <a:spLocks/>
          </p:cNvSpPr>
          <p:nvPr/>
        </p:nvSpPr>
        <p:spPr bwMode="gray">
          <a:xfrm>
            <a:off x="3527083" y="2719963"/>
            <a:ext cx="1879473"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Solves problems</a:t>
            </a:r>
            <a:endParaRPr lang="es-MX" sz="1800" noProof="0">
              <a:solidFill>
                <a:schemeClr val="bg1"/>
              </a:solidFill>
            </a:endParaRPr>
          </a:p>
        </p:txBody>
      </p:sp>
      <p:pic>
        <p:nvPicPr>
          <p:cNvPr id="23" name="Gráfico 22" descr="Lluvia de ideas con relleno sólido">
            <a:extLst>
              <a:ext uri="{FF2B5EF4-FFF2-40B4-BE49-F238E27FC236}">
                <a16:creationId xmlns:a16="http://schemas.microsoft.com/office/drawing/2014/main" id="{F28D266F-5169-E198-1754-2D25753CA5C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60760" y="2948921"/>
            <a:ext cx="711854" cy="711854"/>
          </a:xfrm>
          <a:prstGeom prst="rect">
            <a:avLst/>
          </a:prstGeom>
        </p:spPr>
      </p:pic>
    </p:spTree>
    <p:extLst>
      <p:ext uri="{BB962C8B-B14F-4D97-AF65-F5344CB8AC3E}">
        <p14:creationId xmlns:p14="http://schemas.microsoft.com/office/powerpoint/2010/main" val="4013550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25B23-4668-1CCE-3194-0579270209B3}"/>
            </a:ext>
          </a:extLst>
        </p:cNvPr>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01BD1173-8055-1BD2-EBE8-CD4FC601AAC2}"/>
              </a:ext>
            </a:extLst>
          </p:cNvPr>
          <p:cNvSpPr/>
          <p:nvPr/>
        </p:nvSpPr>
        <p:spPr>
          <a:xfrm>
            <a:off x="1946440" y="2059053"/>
            <a:ext cx="2816352" cy="2788920"/>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esquinas redondeadas 8">
            <a:extLst>
              <a:ext uri="{FF2B5EF4-FFF2-40B4-BE49-F238E27FC236}">
                <a16:creationId xmlns:a16="http://schemas.microsoft.com/office/drawing/2014/main" id="{CEC64D1F-47B6-234E-7014-50A3DA3E0BD4}"/>
              </a:ext>
            </a:extLst>
          </p:cNvPr>
          <p:cNvSpPr/>
          <p:nvPr/>
        </p:nvSpPr>
        <p:spPr>
          <a:xfrm>
            <a:off x="1078173" y="879329"/>
            <a:ext cx="6441743" cy="894411"/>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48933389-0A1C-DB2E-F1CC-C1F17ACF6458}"/>
              </a:ext>
            </a:extLst>
          </p:cNvPr>
          <p:cNvSpPr>
            <a:spLocks noGrp="1"/>
          </p:cNvSpPr>
          <p:nvPr>
            <p:ph type="title"/>
          </p:nvPr>
        </p:nvSpPr>
        <p:spPr>
          <a:xfrm>
            <a:off x="330993" y="313420"/>
            <a:ext cx="8482014" cy="307777"/>
          </a:xfrm>
        </p:spPr>
        <p:txBody>
          <a:bodyPr/>
          <a:lstStyle/>
          <a:p>
            <a:pPr algn="ctr"/>
            <a:r>
              <a:rPr lang="es-MX" noProof="0"/>
              <a:t>Problem Capture</a:t>
            </a:r>
          </a:p>
        </p:txBody>
      </p:sp>
      <p:sp>
        <p:nvSpPr>
          <p:cNvPr id="5" name="CuadroTexto 7">
            <a:extLst>
              <a:ext uri="{FF2B5EF4-FFF2-40B4-BE49-F238E27FC236}">
                <a16:creationId xmlns:a16="http://schemas.microsoft.com/office/drawing/2014/main" id="{D066B5DF-ABBD-AA7B-C143-574109F8BBE8}"/>
              </a:ext>
            </a:extLst>
          </p:cNvPr>
          <p:cNvSpPr txBox="1"/>
          <p:nvPr/>
        </p:nvSpPr>
        <p:spPr>
          <a:xfrm>
            <a:off x="1341971" y="1060093"/>
            <a:ext cx="566662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bg1"/>
                </a:solidFill>
              </a:rPr>
              <a:t>Problems are part of daily life at the terminal. Having a dedicated way to collect and prioritize them is a very important step in the Problem Solving system.</a:t>
            </a:r>
          </a:p>
          <a:p>
            <a:pPr algn="just"/>
            <a:endParaRPr lang="es-MX" sz="1100" noProof="0">
              <a:solidFill>
                <a:schemeClr val="tx1"/>
              </a:solidFill>
            </a:endParaRPr>
          </a:p>
        </p:txBody>
      </p:sp>
      <p:sp>
        <p:nvSpPr>
          <p:cNvPr id="15" name="Rectángulo 14">
            <a:extLst>
              <a:ext uri="{FF2B5EF4-FFF2-40B4-BE49-F238E27FC236}">
                <a16:creationId xmlns:a16="http://schemas.microsoft.com/office/drawing/2014/main" id="{0E649BF7-5393-5B6C-887C-F43B7B6F84C2}"/>
              </a:ext>
            </a:extLst>
          </p:cNvPr>
          <p:cNvSpPr/>
          <p:nvPr/>
        </p:nvSpPr>
        <p:spPr>
          <a:xfrm>
            <a:off x="6372547" y="3253182"/>
            <a:ext cx="1391837" cy="1107996"/>
          </a:xfrm>
          <a:prstGeom prst="rect">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Having No Problems Is a Big Problem</a:t>
            </a:r>
          </a:p>
          <a:p>
            <a:pPr algn="ctr"/>
            <a:endParaRPr lang="es-MX" sz="1200" noProof="0">
              <a:solidFill>
                <a:srgbClr val="FFFFFF"/>
              </a:solidFill>
            </a:endParaRPr>
          </a:p>
        </p:txBody>
      </p:sp>
      <p:pic>
        <p:nvPicPr>
          <p:cNvPr id="1026" name="Picture 2" descr="advertencia en símbolo y signo de triángulo 11030484 PNG">
            <a:extLst>
              <a:ext uri="{FF2B5EF4-FFF2-40B4-BE49-F238E27FC236}">
                <a16:creationId xmlns:a16="http://schemas.microsoft.com/office/drawing/2014/main" id="{556C2328-75E2-C117-4818-5AB561710A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5705" y="4041253"/>
            <a:ext cx="585520" cy="585520"/>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7">
            <a:extLst>
              <a:ext uri="{FF2B5EF4-FFF2-40B4-BE49-F238E27FC236}">
                <a16:creationId xmlns:a16="http://schemas.microsoft.com/office/drawing/2014/main" id="{23E8BDE4-1971-A490-BA9D-C63FEE189867}"/>
              </a:ext>
            </a:extLst>
          </p:cNvPr>
          <p:cNvSpPr txBox="1"/>
          <p:nvPr/>
        </p:nvSpPr>
        <p:spPr>
          <a:xfrm>
            <a:off x="5903121" y="2056337"/>
            <a:ext cx="3240879" cy="110799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buFont typeface="Arial" panose="020B0604020202020204" pitchFamily="34" charset="0"/>
              <a:buChar char="•"/>
            </a:pPr>
            <a:r>
              <a:rPr lang="es-MX" sz="1100" noProof="0">
                <a:solidFill>
                  <a:schemeClr val="accent5"/>
                </a:solidFill>
              </a:rPr>
              <a:t>Standard Work &amp; Performance Management
Gemba
Voice of the Customer (Customer Feedback)
Audits
Safety Incidents</a:t>
            </a:r>
          </a:p>
          <a:p>
            <a:pPr marL="171450" indent="-171450" algn="just">
              <a:buFont typeface="Arial" panose="020B0604020202020204" pitchFamily="34" charset="0"/>
              <a:buChar char="•"/>
            </a:pPr>
            <a:endParaRPr lang="es-MX" sz="1100" noProof="0">
              <a:solidFill>
                <a:schemeClr val="accent5"/>
              </a:solidFill>
            </a:endParaRPr>
          </a:p>
          <a:p>
            <a:pPr marL="171450" indent="-171450" algn="just">
              <a:buFont typeface="Arial" panose="020B0604020202020204" pitchFamily="34" charset="0"/>
              <a:buChar char="•"/>
            </a:pPr>
            <a:endParaRPr lang="es-MX" sz="1100" noProof="0">
              <a:solidFill>
                <a:schemeClr val="accent5"/>
              </a:solidFill>
            </a:endParaRPr>
          </a:p>
          <a:p>
            <a:pPr marL="171450" indent="-171450" algn="just">
              <a:buFont typeface="Arial" panose="020B0604020202020204" pitchFamily="34" charset="0"/>
              <a:buChar char="•"/>
            </a:pPr>
            <a:endParaRPr lang="es-MX" sz="1100" noProof="0">
              <a:solidFill>
                <a:schemeClr val="accent5"/>
              </a:solidFill>
            </a:endParaRPr>
          </a:p>
          <a:p>
            <a:pPr marL="171450" indent="-171450" algn="just">
              <a:buFont typeface="Arial" panose="020B0604020202020204" pitchFamily="34" charset="0"/>
              <a:buChar char="•"/>
            </a:pPr>
            <a:endParaRPr lang="es-MX" sz="1100" noProof="0">
              <a:solidFill>
                <a:schemeClr val="accent5"/>
              </a:solidFill>
            </a:endParaRPr>
          </a:p>
          <a:p>
            <a:pPr algn="just"/>
            <a:endParaRPr lang="es-MX" sz="1100" noProof="0">
              <a:solidFill>
                <a:schemeClr val="tx1"/>
              </a:solidFill>
            </a:endParaRPr>
          </a:p>
        </p:txBody>
      </p:sp>
      <p:pic>
        <p:nvPicPr>
          <p:cNvPr id="7" name="Imagen 6" descr="Dibujo de una persona&#10;&#10;El contenido generado por IA puede ser incorrecto.">
            <a:extLst>
              <a:ext uri="{FF2B5EF4-FFF2-40B4-BE49-F238E27FC236}">
                <a16:creationId xmlns:a16="http://schemas.microsoft.com/office/drawing/2014/main" id="{76EC6DC1-FF17-824E-01D7-98F49D91AE53}"/>
              </a:ext>
            </a:extLst>
          </p:cNvPr>
          <p:cNvPicPr>
            <a:picLocks noChangeAspect="1"/>
          </p:cNvPicPr>
          <p:nvPr/>
        </p:nvPicPr>
        <p:blipFill>
          <a:blip r:embed="rId3"/>
          <a:stretch>
            <a:fillRect/>
          </a:stretch>
        </p:blipFill>
        <p:spPr>
          <a:xfrm>
            <a:off x="8661417" y="109943"/>
            <a:ext cx="466952" cy="466952"/>
          </a:xfrm>
          <a:prstGeom prst="rect">
            <a:avLst/>
          </a:prstGeom>
        </p:spPr>
      </p:pic>
      <p:sp>
        <p:nvSpPr>
          <p:cNvPr id="10" name="Rectángulo 9">
            <a:extLst>
              <a:ext uri="{FF2B5EF4-FFF2-40B4-BE49-F238E27FC236}">
                <a16:creationId xmlns:a16="http://schemas.microsoft.com/office/drawing/2014/main" id="{E842A366-28C6-6D74-6053-631D4EC536FF}"/>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Slide for Leaders</a:t>
            </a:r>
          </a:p>
        </p:txBody>
      </p:sp>
      <p:pic>
        <p:nvPicPr>
          <p:cNvPr id="14" name="Imagen 13" descr="Código QR&#10;&#10;El contenido generado por IA puede ser incorrecto.">
            <a:extLst>
              <a:ext uri="{FF2B5EF4-FFF2-40B4-BE49-F238E27FC236}">
                <a16:creationId xmlns:a16="http://schemas.microsoft.com/office/drawing/2014/main" id="{D084AECA-F6BC-2374-87FA-1A3FA6E27F38}"/>
              </a:ext>
            </a:extLst>
          </p:cNvPr>
          <p:cNvPicPr>
            <a:picLocks noChangeAspect="1"/>
          </p:cNvPicPr>
          <p:nvPr/>
        </p:nvPicPr>
        <p:blipFill>
          <a:blip r:embed="rId4"/>
          <a:srcRect b="8975"/>
          <a:stretch>
            <a:fillRect/>
          </a:stretch>
        </p:blipFill>
        <p:spPr>
          <a:xfrm>
            <a:off x="2326038" y="2247378"/>
            <a:ext cx="2057153" cy="2019882"/>
          </a:xfrm>
          <a:prstGeom prst="rect">
            <a:avLst/>
          </a:prstGeom>
        </p:spPr>
      </p:pic>
      <p:sp>
        <p:nvSpPr>
          <p:cNvPr id="17" name="CuadroTexto 7">
            <a:extLst>
              <a:ext uri="{FF2B5EF4-FFF2-40B4-BE49-F238E27FC236}">
                <a16:creationId xmlns:a16="http://schemas.microsoft.com/office/drawing/2014/main" id="{825EC0D2-E7F1-861F-AF28-A56D28102CF0}"/>
              </a:ext>
            </a:extLst>
          </p:cNvPr>
          <p:cNvSpPr txBox="1"/>
          <p:nvPr/>
        </p:nvSpPr>
        <p:spPr>
          <a:xfrm>
            <a:off x="2152303" y="4342173"/>
            <a:ext cx="2404625"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bg1"/>
                </a:solidFill>
              </a:rPr>
              <a:t>PROBLEM CAPTURE FORM</a:t>
            </a:r>
          </a:p>
        </p:txBody>
      </p:sp>
    </p:spTree>
    <p:extLst>
      <p:ext uri="{BB962C8B-B14F-4D97-AF65-F5344CB8AC3E}">
        <p14:creationId xmlns:p14="http://schemas.microsoft.com/office/powerpoint/2010/main" val="40561096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B5B3E-55F7-B827-CAA0-49142EC19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D2AAF-3797-2866-9D5F-AD60B509521D}"/>
              </a:ext>
            </a:extLst>
          </p:cNvPr>
          <p:cNvSpPr>
            <a:spLocks noGrp="1"/>
          </p:cNvSpPr>
          <p:nvPr>
            <p:ph type="title"/>
          </p:nvPr>
        </p:nvSpPr>
        <p:spPr>
          <a:xfrm>
            <a:off x="330993" y="313420"/>
            <a:ext cx="8482014" cy="307777"/>
          </a:xfrm>
        </p:spPr>
        <p:txBody>
          <a:bodyPr/>
          <a:lstStyle/>
          <a:p>
            <a:pPr algn="ctr"/>
            <a:r>
              <a:rPr lang="es-MX" noProof="0"/>
              <a:t>Problem-Solving Team</a:t>
            </a:r>
          </a:p>
        </p:txBody>
      </p:sp>
      <p:sp>
        <p:nvSpPr>
          <p:cNvPr id="3" name="CuadroTexto 7">
            <a:extLst>
              <a:ext uri="{FF2B5EF4-FFF2-40B4-BE49-F238E27FC236}">
                <a16:creationId xmlns:a16="http://schemas.microsoft.com/office/drawing/2014/main" id="{6E28233D-9CDF-8354-2F42-E940BE85074D}"/>
              </a:ext>
            </a:extLst>
          </p:cNvPr>
          <p:cNvSpPr txBox="1"/>
          <p:nvPr/>
        </p:nvSpPr>
        <p:spPr>
          <a:xfrm>
            <a:off x="2888725" y="534406"/>
            <a:ext cx="384539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lnSpc>
                <a:spcPct val="150000"/>
              </a:lnSpc>
            </a:pPr>
            <a:r>
              <a:rPr lang="es-MX" sz="1100" b="1" noProof="0">
                <a:solidFill>
                  <a:schemeClr val="accent6"/>
                </a:solidFill>
              </a:rPr>
              <a:t>Effective Collaboration to Solve Problems</a:t>
            </a:r>
          </a:p>
          <a:p>
            <a:pPr marL="171450" indent="-171450" algn="just">
              <a:lnSpc>
                <a:spcPct val="150000"/>
              </a:lnSpc>
              <a:buFont typeface="Arial" panose="020B0604020202020204" pitchFamily="34" charset="0"/>
              <a:buChar char="•"/>
            </a:pPr>
            <a:endParaRPr lang="es-MX" sz="1100" noProof="0">
              <a:solidFill>
                <a:schemeClr val="accent6"/>
              </a:solidFill>
            </a:endParaRPr>
          </a:p>
          <a:p>
            <a:pPr algn="just"/>
            <a:endParaRPr lang="es-MX" sz="1100" noProof="0">
              <a:solidFill>
                <a:schemeClr val="tx1"/>
              </a:solidFill>
            </a:endParaRPr>
          </a:p>
        </p:txBody>
      </p:sp>
      <p:sp>
        <p:nvSpPr>
          <p:cNvPr id="4" name="Ellipse 32">
            <a:extLst>
              <a:ext uri="{FF2B5EF4-FFF2-40B4-BE49-F238E27FC236}">
                <a16:creationId xmlns:a16="http://schemas.microsoft.com/office/drawing/2014/main" id="{AEC73328-4AE5-8766-D677-F4A613AB4EDC}"/>
              </a:ext>
            </a:extLst>
          </p:cNvPr>
          <p:cNvSpPr>
            <a:spLocks/>
          </p:cNvSpPr>
          <p:nvPr/>
        </p:nvSpPr>
        <p:spPr bwMode="gray">
          <a:xfrm flipH="1">
            <a:off x="3331040" y="1646467"/>
            <a:ext cx="2253332" cy="2182585"/>
          </a:xfrm>
          <a:prstGeom prst="ellipse">
            <a:avLst/>
          </a:prstGeom>
          <a:solidFill>
            <a:schemeClr val="bg1"/>
          </a:solidFill>
          <a:ln w="381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pic>
        <p:nvPicPr>
          <p:cNvPr id="9" name="Gráfico 8" descr="Usuarios con relleno sólido">
            <a:extLst>
              <a:ext uri="{FF2B5EF4-FFF2-40B4-BE49-F238E27FC236}">
                <a16:creationId xmlns:a16="http://schemas.microsoft.com/office/drawing/2014/main" id="{32C4A626-5C4A-F0FC-A32D-097DDBA600F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43420" y="2282213"/>
            <a:ext cx="1637417" cy="1637417"/>
          </a:xfrm>
          <a:prstGeom prst="rect">
            <a:avLst/>
          </a:prstGeom>
        </p:spPr>
      </p:pic>
      <p:pic>
        <p:nvPicPr>
          <p:cNvPr id="11" name="Gráfico 10" descr="Usuario con relleno sólido">
            <a:extLst>
              <a:ext uri="{FF2B5EF4-FFF2-40B4-BE49-F238E27FC236}">
                <a16:creationId xmlns:a16="http://schemas.microsoft.com/office/drawing/2014/main" id="{4537C382-F213-62C1-71FE-0C433C2EC4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08480" y="1710515"/>
            <a:ext cx="914400" cy="914400"/>
          </a:xfrm>
          <a:prstGeom prst="rect">
            <a:avLst/>
          </a:prstGeom>
        </p:spPr>
      </p:pic>
      <p:pic>
        <p:nvPicPr>
          <p:cNvPr id="14" name="Gráfico 13" descr="Excelente con relleno sólido">
            <a:extLst>
              <a:ext uri="{FF2B5EF4-FFF2-40B4-BE49-F238E27FC236}">
                <a16:creationId xmlns:a16="http://schemas.microsoft.com/office/drawing/2014/main" id="{0721643C-54B2-758C-4D20-2959C9E3E0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0630" y="2106088"/>
            <a:ext cx="352250" cy="352250"/>
          </a:xfrm>
          <a:prstGeom prst="rect">
            <a:avLst/>
          </a:prstGeom>
        </p:spPr>
      </p:pic>
      <p:sp>
        <p:nvSpPr>
          <p:cNvPr id="15" name="Ellipse 32">
            <a:extLst>
              <a:ext uri="{FF2B5EF4-FFF2-40B4-BE49-F238E27FC236}">
                <a16:creationId xmlns:a16="http://schemas.microsoft.com/office/drawing/2014/main" id="{8A8333F0-200F-3F31-84E2-21DE4E3B47D8}"/>
              </a:ext>
            </a:extLst>
          </p:cNvPr>
          <p:cNvSpPr>
            <a:spLocks/>
          </p:cNvSpPr>
          <p:nvPr/>
        </p:nvSpPr>
        <p:spPr bwMode="gray">
          <a:xfrm flipH="1">
            <a:off x="704608" y="1323156"/>
            <a:ext cx="650333" cy="646622"/>
          </a:xfrm>
          <a:prstGeom prst="ellipse">
            <a:avLst/>
          </a:prstGeom>
          <a:solidFill>
            <a:srgbClr val="FF6600"/>
          </a:solidFill>
          <a:ln w="38100" cap="rnd">
            <a:solidFill>
              <a:schemeClr val="accent6"/>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pic>
        <p:nvPicPr>
          <p:cNvPr id="16" name="Gráfico 15" descr="Usuario con relleno sólido">
            <a:extLst>
              <a:ext uri="{FF2B5EF4-FFF2-40B4-BE49-F238E27FC236}">
                <a16:creationId xmlns:a16="http://schemas.microsoft.com/office/drawing/2014/main" id="{B81ABB1D-650C-A0F4-C24B-2A8E5D25C8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9033" y="1366146"/>
            <a:ext cx="561481" cy="561481"/>
          </a:xfrm>
          <a:prstGeom prst="rect">
            <a:avLst/>
          </a:prstGeom>
        </p:spPr>
      </p:pic>
      <p:pic>
        <p:nvPicPr>
          <p:cNvPr id="17" name="Gráfico 16" descr="Excelente con relleno sólido">
            <a:extLst>
              <a:ext uri="{FF2B5EF4-FFF2-40B4-BE49-F238E27FC236}">
                <a16:creationId xmlns:a16="http://schemas.microsoft.com/office/drawing/2014/main" id="{79816B8B-7FA1-9C68-2072-3276CAC7321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2428" y="1585365"/>
            <a:ext cx="250300" cy="250300"/>
          </a:xfrm>
          <a:prstGeom prst="rect">
            <a:avLst/>
          </a:prstGeom>
        </p:spPr>
      </p:pic>
      <p:sp>
        <p:nvSpPr>
          <p:cNvPr id="18" name="Title 1">
            <a:extLst>
              <a:ext uri="{FF2B5EF4-FFF2-40B4-BE49-F238E27FC236}">
                <a16:creationId xmlns:a16="http://schemas.microsoft.com/office/drawing/2014/main" id="{743B94D7-FAC3-DF9F-6A3A-D91001C8DB15}"/>
              </a:ext>
            </a:extLst>
          </p:cNvPr>
          <p:cNvSpPr txBox="1">
            <a:spLocks/>
          </p:cNvSpPr>
          <p:nvPr/>
        </p:nvSpPr>
        <p:spPr>
          <a:xfrm>
            <a:off x="1452546" y="1342971"/>
            <a:ext cx="1651478" cy="64633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t>The process owner is the Problem Solving leader</a:t>
            </a:r>
          </a:p>
        </p:txBody>
      </p:sp>
      <p:sp>
        <p:nvSpPr>
          <p:cNvPr id="20" name="Ellipse 32">
            <a:extLst>
              <a:ext uri="{FF2B5EF4-FFF2-40B4-BE49-F238E27FC236}">
                <a16:creationId xmlns:a16="http://schemas.microsoft.com/office/drawing/2014/main" id="{2C6AE7FD-B8FD-F540-FAB5-1F16C9A3CB8F}"/>
              </a:ext>
            </a:extLst>
          </p:cNvPr>
          <p:cNvSpPr>
            <a:spLocks/>
          </p:cNvSpPr>
          <p:nvPr/>
        </p:nvSpPr>
        <p:spPr bwMode="gray">
          <a:xfrm flipH="1">
            <a:off x="6397325" y="3068673"/>
            <a:ext cx="650333" cy="646622"/>
          </a:xfrm>
          <a:prstGeom prst="ellipse">
            <a:avLst/>
          </a:prstGeom>
          <a:solidFill>
            <a:srgbClr val="FF6600"/>
          </a:solidFill>
          <a:ln w="38100" cap="rnd">
            <a:solidFill>
              <a:schemeClr val="accent6"/>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endParaRPr lang="es-MX" sz="1349" noProof="0">
              <a:solidFill>
                <a:schemeClr val="accent5"/>
              </a:solidFill>
            </a:endParaRPr>
          </a:p>
        </p:txBody>
      </p:sp>
      <p:sp>
        <p:nvSpPr>
          <p:cNvPr id="21" name="Title 1">
            <a:extLst>
              <a:ext uri="{FF2B5EF4-FFF2-40B4-BE49-F238E27FC236}">
                <a16:creationId xmlns:a16="http://schemas.microsoft.com/office/drawing/2014/main" id="{5604752C-383E-7F07-6E8E-87DE3F212280}"/>
              </a:ext>
            </a:extLst>
          </p:cNvPr>
          <p:cNvSpPr txBox="1">
            <a:spLocks/>
          </p:cNvSpPr>
          <p:nvPr/>
        </p:nvSpPr>
        <p:spPr>
          <a:xfrm>
            <a:off x="5896752" y="3111890"/>
            <a:ext cx="1651478"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t>4</a:t>
            </a:r>
          </a:p>
        </p:txBody>
      </p:sp>
      <p:sp>
        <p:nvSpPr>
          <p:cNvPr id="22" name="Title 1">
            <a:extLst>
              <a:ext uri="{FF2B5EF4-FFF2-40B4-BE49-F238E27FC236}">
                <a16:creationId xmlns:a16="http://schemas.microsoft.com/office/drawing/2014/main" id="{E3D9927E-B4FF-F335-826A-30AFA85CDA4C}"/>
              </a:ext>
            </a:extLst>
          </p:cNvPr>
          <p:cNvSpPr txBox="1">
            <a:spLocks/>
          </p:cNvSpPr>
          <p:nvPr/>
        </p:nvSpPr>
        <p:spPr>
          <a:xfrm>
            <a:off x="7273803" y="3173445"/>
            <a:ext cx="1651478"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400" noProof="0"/>
              <a:t>Maximum of
4 members</a:t>
            </a:r>
            <a:endParaRPr lang="es-MX" sz="1400" b="0" noProof="0"/>
          </a:p>
          <a:p>
            <a:endParaRPr lang="es-MX" sz="1400" b="0" noProof="0"/>
          </a:p>
        </p:txBody>
      </p:sp>
      <p:sp>
        <p:nvSpPr>
          <p:cNvPr id="23" name="Title 1">
            <a:extLst>
              <a:ext uri="{FF2B5EF4-FFF2-40B4-BE49-F238E27FC236}">
                <a16:creationId xmlns:a16="http://schemas.microsoft.com/office/drawing/2014/main" id="{6D400E5F-A57C-AE81-006D-160B17C2E462}"/>
              </a:ext>
            </a:extLst>
          </p:cNvPr>
          <p:cNvSpPr txBox="1">
            <a:spLocks/>
          </p:cNvSpPr>
          <p:nvPr/>
        </p:nvSpPr>
        <p:spPr>
          <a:xfrm>
            <a:off x="2888725" y="4400750"/>
            <a:ext cx="3363809"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t>Small Teams, Big Impact</a:t>
            </a:r>
            <a:endParaRPr lang="es-MX" sz="1400" b="0" noProof="0"/>
          </a:p>
        </p:txBody>
      </p:sp>
      <p:pic>
        <p:nvPicPr>
          <p:cNvPr id="5" name="Imagen 4" descr="Dibujo de una persona&#10;&#10;El contenido generado por IA puede ser incorrecto.">
            <a:extLst>
              <a:ext uri="{FF2B5EF4-FFF2-40B4-BE49-F238E27FC236}">
                <a16:creationId xmlns:a16="http://schemas.microsoft.com/office/drawing/2014/main" id="{53BCF395-7329-683E-5CC1-4C99A9C879EC}"/>
              </a:ext>
            </a:extLst>
          </p:cNvPr>
          <p:cNvPicPr>
            <a:picLocks noChangeAspect="1"/>
          </p:cNvPicPr>
          <p:nvPr/>
        </p:nvPicPr>
        <p:blipFill>
          <a:blip r:embed="rId6"/>
          <a:stretch>
            <a:fillRect/>
          </a:stretch>
        </p:blipFill>
        <p:spPr>
          <a:xfrm>
            <a:off x="8661417" y="109943"/>
            <a:ext cx="466952" cy="466952"/>
          </a:xfrm>
          <a:prstGeom prst="rect">
            <a:avLst/>
          </a:prstGeom>
        </p:spPr>
      </p:pic>
    </p:spTree>
    <p:extLst>
      <p:ext uri="{BB962C8B-B14F-4D97-AF65-F5344CB8AC3E}">
        <p14:creationId xmlns:p14="http://schemas.microsoft.com/office/powerpoint/2010/main" val="2310704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9E8CE-CFDD-CA0E-7543-3584EA1100DC}"/>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0D1B860-D870-A3D6-848B-088F9B42D798}"/>
              </a:ext>
            </a:extLst>
          </p:cNvPr>
          <p:cNvSpPr/>
          <p:nvPr/>
        </p:nvSpPr>
        <p:spPr>
          <a:xfrm>
            <a:off x="702955" y="765399"/>
            <a:ext cx="7549117" cy="3915585"/>
          </a:xfrm>
          <a:prstGeom prst="rect">
            <a:avLst/>
          </a:prstGeom>
          <a:solidFill>
            <a:schemeClr val="bg1"/>
          </a:solidFill>
          <a:ln w="2857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w</a:t>
            </a:r>
          </a:p>
        </p:txBody>
      </p:sp>
      <p:graphicFrame>
        <p:nvGraphicFramePr>
          <p:cNvPr id="18" name="think-cell data - do not delete" hidden="1">
            <a:extLst>
              <a:ext uri="{FF2B5EF4-FFF2-40B4-BE49-F238E27FC236}">
                <a16:creationId xmlns:a16="http://schemas.microsoft.com/office/drawing/2014/main" id="{026031B1-93A0-6C2A-2BC4-B73E1770CF5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026031B1-93A0-6C2A-2BC4-B73E1770CF5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6DC16E3C-D478-687C-BBEE-CEC695951002}"/>
              </a:ext>
            </a:extLst>
          </p:cNvPr>
          <p:cNvSpPr>
            <a:spLocks noGrp="1"/>
          </p:cNvSpPr>
          <p:nvPr>
            <p:ph type="title"/>
          </p:nvPr>
        </p:nvSpPr>
        <p:spPr>
          <a:xfrm>
            <a:off x="1877217" y="232045"/>
            <a:ext cx="8482014" cy="307777"/>
          </a:xfrm>
        </p:spPr>
        <p:txBody>
          <a:bodyPr vert="horz"/>
          <a:lstStyle/>
          <a:p>
            <a:r>
              <a:rPr lang="es-MX" noProof="0"/>
              <a:t>Deployment (Visual Management System)</a:t>
            </a:r>
          </a:p>
        </p:txBody>
      </p:sp>
      <p:sp>
        <p:nvSpPr>
          <p:cNvPr id="3" name="Elipse 2">
            <a:extLst>
              <a:ext uri="{FF2B5EF4-FFF2-40B4-BE49-F238E27FC236}">
                <a16:creationId xmlns:a16="http://schemas.microsoft.com/office/drawing/2014/main" id="{5B0A5505-66A2-A423-B2DD-000FD81D58DC}"/>
              </a:ext>
            </a:extLst>
          </p:cNvPr>
          <p:cNvSpPr/>
          <p:nvPr/>
        </p:nvSpPr>
        <p:spPr>
          <a:xfrm>
            <a:off x="1364893" y="1731320"/>
            <a:ext cx="2231827" cy="2228884"/>
          </a:xfrm>
          <a:prstGeom prst="ellipse">
            <a:avLst/>
          </a:prstGeom>
          <a:solidFill>
            <a:schemeClr val="accent3">
              <a:lumMod val="20000"/>
              <a:lumOff val="80000"/>
            </a:schemeClr>
          </a:solidFill>
          <a:ln w="38100"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cxnSp>
        <p:nvCxnSpPr>
          <p:cNvPr id="7" name="Conector recto 6">
            <a:extLst>
              <a:ext uri="{FF2B5EF4-FFF2-40B4-BE49-F238E27FC236}">
                <a16:creationId xmlns:a16="http://schemas.microsoft.com/office/drawing/2014/main" id="{B0CAD580-E913-5311-C0B5-050B2338F935}"/>
              </a:ext>
            </a:extLst>
          </p:cNvPr>
          <p:cNvCxnSpPr>
            <a:cxnSpLocks/>
          </p:cNvCxnSpPr>
          <p:nvPr/>
        </p:nvCxnSpPr>
        <p:spPr>
          <a:xfrm flipV="1">
            <a:off x="2480804" y="1745746"/>
            <a:ext cx="0" cy="689929"/>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11620228-CD3A-2B7F-D09D-B2B1A1A8FB50}"/>
              </a:ext>
            </a:extLst>
          </p:cNvPr>
          <p:cNvCxnSpPr>
            <a:cxnSpLocks/>
            <a:stCxn id="3" idx="6"/>
          </p:cNvCxnSpPr>
          <p:nvPr/>
        </p:nvCxnSpPr>
        <p:spPr>
          <a:xfrm flipH="1" flipV="1">
            <a:off x="2856888" y="2835397"/>
            <a:ext cx="739832" cy="10365"/>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873B827E-B3A6-DB3D-249C-BD2AC680C04E}"/>
              </a:ext>
            </a:extLst>
          </p:cNvPr>
          <p:cNvCxnSpPr>
            <a:cxnSpLocks/>
            <a:stCxn id="3" idx="2"/>
            <a:endCxn id="11" idx="2"/>
          </p:cNvCxnSpPr>
          <p:nvPr/>
        </p:nvCxnSpPr>
        <p:spPr>
          <a:xfrm flipV="1">
            <a:off x="1364893" y="2835408"/>
            <a:ext cx="739828" cy="10354"/>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a:extLst>
              <a:ext uri="{FF2B5EF4-FFF2-40B4-BE49-F238E27FC236}">
                <a16:creationId xmlns:a16="http://schemas.microsoft.com/office/drawing/2014/main" id="{812100BE-2ACA-2F55-F14A-94867650D924}"/>
              </a:ext>
            </a:extLst>
          </p:cNvPr>
          <p:cNvSpPr/>
          <p:nvPr/>
        </p:nvSpPr>
        <p:spPr>
          <a:xfrm>
            <a:off x="2104721" y="2459528"/>
            <a:ext cx="752167" cy="751759"/>
          </a:xfrm>
          <a:prstGeom prst="ellipse">
            <a:avLst/>
          </a:prstGeom>
          <a:solidFill>
            <a:schemeClr val="accent3">
              <a:lumMod val="20000"/>
              <a:lumOff val="80000"/>
            </a:schemeClr>
          </a:solidFill>
          <a:ln w="2857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0" name="Imagen 9" descr="Dibujo de una persona&#10;&#10;El contenido generado por IA puede ser incorrecto.">
            <a:extLst>
              <a:ext uri="{FF2B5EF4-FFF2-40B4-BE49-F238E27FC236}">
                <a16:creationId xmlns:a16="http://schemas.microsoft.com/office/drawing/2014/main" id="{BA14CA9A-308E-D44C-FD1F-0526C90D66DE}"/>
              </a:ext>
            </a:extLst>
          </p:cNvPr>
          <p:cNvPicPr>
            <a:picLocks noChangeAspect="1"/>
          </p:cNvPicPr>
          <p:nvPr/>
        </p:nvPicPr>
        <p:blipFill>
          <a:blip r:embed="rId6"/>
          <a:stretch>
            <a:fillRect/>
          </a:stretch>
        </p:blipFill>
        <p:spPr>
          <a:xfrm>
            <a:off x="2180028" y="2510778"/>
            <a:ext cx="601555" cy="601555"/>
          </a:xfrm>
          <a:prstGeom prst="rect">
            <a:avLst/>
          </a:prstGeom>
        </p:spPr>
      </p:pic>
      <p:cxnSp>
        <p:nvCxnSpPr>
          <p:cNvPr id="12" name="Conector recto 11">
            <a:extLst>
              <a:ext uri="{FF2B5EF4-FFF2-40B4-BE49-F238E27FC236}">
                <a16:creationId xmlns:a16="http://schemas.microsoft.com/office/drawing/2014/main" id="{6C1F9F30-782D-B948-196C-00896B281775}"/>
              </a:ext>
            </a:extLst>
          </p:cNvPr>
          <p:cNvCxnSpPr>
            <a:cxnSpLocks/>
            <a:stCxn id="3" idx="4"/>
          </p:cNvCxnSpPr>
          <p:nvPr/>
        </p:nvCxnSpPr>
        <p:spPr>
          <a:xfrm flipH="1" flipV="1">
            <a:off x="2480804" y="3213655"/>
            <a:ext cx="3" cy="746549"/>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8CF3BEA-4B5E-D87A-0A37-F9FC7BABD2DC}"/>
              </a:ext>
            </a:extLst>
          </p:cNvPr>
          <p:cNvSpPr txBox="1">
            <a:spLocks/>
          </p:cNvSpPr>
          <p:nvPr/>
        </p:nvSpPr>
        <p:spPr>
          <a:xfrm>
            <a:off x="1646939" y="2093470"/>
            <a:ext cx="682792"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solidFill>
                  <a:schemeClr val="accent6"/>
                </a:solidFill>
              </a:rPr>
              <a:t>P</a:t>
            </a:r>
          </a:p>
        </p:txBody>
      </p:sp>
      <p:sp>
        <p:nvSpPr>
          <p:cNvPr id="24" name="Title 1">
            <a:extLst>
              <a:ext uri="{FF2B5EF4-FFF2-40B4-BE49-F238E27FC236}">
                <a16:creationId xmlns:a16="http://schemas.microsoft.com/office/drawing/2014/main" id="{65093A5A-38F8-7F3E-EB1B-610911330D39}"/>
              </a:ext>
            </a:extLst>
          </p:cNvPr>
          <p:cNvSpPr txBox="1">
            <a:spLocks/>
          </p:cNvSpPr>
          <p:nvPr/>
        </p:nvSpPr>
        <p:spPr>
          <a:xfrm>
            <a:off x="2656748" y="2064242"/>
            <a:ext cx="682792"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solidFill>
                  <a:schemeClr val="accent6"/>
                </a:solidFill>
              </a:rPr>
              <a:t>O</a:t>
            </a:r>
          </a:p>
        </p:txBody>
      </p:sp>
      <p:sp>
        <p:nvSpPr>
          <p:cNvPr id="25" name="Title 1">
            <a:extLst>
              <a:ext uri="{FF2B5EF4-FFF2-40B4-BE49-F238E27FC236}">
                <a16:creationId xmlns:a16="http://schemas.microsoft.com/office/drawing/2014/main" id="{8807D7C9-3149-7116-47CD-89DD40036875}"/>
              </a:ext>
            </a:extLst>
          </p:cNvPr>
          <p:cNvSpPr txBox="1">
            <a:spLocks/>
          </p:cNvSpPr>
          <p:nvPr/>
        </p:nvSpPr>
        <p:spPr>
          <a:xfrm>
            <a:off x="1614110" y="3052575"/>
            <a:ext cx="682792"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solidFill>
                  <a:schemeClr val="accent6"/>
                </a:solidFill>
              </a:rPr>
              <a:t>T</a:t>
            </a:r>
          </a:p>
        </p:txBody>
      </p:sp>
      <p:sp>
        <p:nvSpPr>
          <p:cNvPr id="26" name="Title 1">
            <a:extLst>
              <a:ext uri="{FF2B5EF4-FFF2-40B4-BE49-F238E27FC236}">
                <a16:creationId xmlns:a16="http://schemas.microsoft.com/office/drawing/2014/main" id="{D3385E26-D743-46E8-929F-125B0E8ED4C4}"/>
              </a:ext>
            </a:extLst>
          </p:cNvPr>
          <p:cNvSpPr txBox="1">
            <a:spLocks/>
          </p:cNvSpPr>
          <p:nvPr/>
        </p:nvSpPr>
        <p:spPr>
          <a:xfrm>
            <a:off x="2667782" y="3052491"/>
            <a:ext cx="682792"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solidFill>
                  <a:schemeClr val="accent6"/>
                </a:solidFill>
              </a:rPr>
              <a:t>R</a:t>
            </a:r>
          </a:p>
        </p:txBody>
      </p:sp>
      <p:sp>
        <p:nvSpPr>
          <p:cNvPr id="44" name="Rectángulo: esquinas redondeadas 43">
            <a:extLst>
              <a:ext uri="{FF2B5EF4-FFF2-40B4-BE49-F238E27FC236}">
                <a16:creationId xmlns:a16="http://schemas.microsoft.com/office/drawing/2014/main" id="{A78E04A4-F41B-3605-3F0F-E50C818A19E5}"/>
              </a:ext>
            </a:extLst>
          </p:cNvPr>
          <p:cNvSpPr/>
          <p:nvPr/>
        </p:nvSpPr>
        <p:spPr>
          <a:xfrm>
            <a:off x="1400531" y="4059557"/>
            <a:ext cx="219777" cy="268511"/>
          </a:xfrm>
          <a:prstGeom prst="round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43" name="Gráfico 42" descr="Signo de intercalación hacia abajo con relleno sólido">
            <a:extLst>
              <a:ext uri="{FF2B5EF4-FFF2-40B4-BE49-F238E27FC236}">
                <a16:creationId xmlns:a16="http://schemas.microsoft.com/office/drawing/2014/main" id="{B2C0EF66-BC48-B3D5-6F6B-AC9456ED07F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78428" y="4109590"/>
            <a:ext cx="268511" cy="268511"/>
          </a:xfrm>
          <a:prstGeom prst="rect">
            <a:avLst/>
          </a:prstGeom>
        </p:spPr>
      </p:pic>
      <p:pic>
        <p:nvPicPr>
          <p:cNvPr id="42" name="Gráfico 41" descr="Signo de intercalación hacia abajo con relleno sólido">
            <a:extLst>
              <a:ext uri="{FF2B5EF4-FFF2-40B4-BE49-F238E27FC236}">
                <a16:creationId xmlns:a16="http://schemas.microsoft.com/office/drawing/2014/main" id="{761FA5A0-66C5-B95D-9866-26F97484AAD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76163" y="4027365"/>
            <a:ext cx="268511" cy="268511"/>
          </a:xfrm>
          <a:prstGeom prst="rect">
            <a:avLst/>
          </a:prstGeom>
        </p:spPr>
      </p:pic>
      <p:pic>
        <p:nvPicPr>
          <p:cNvPr id="46" name="Gráfico 45" descr="Ojo con relleno sólido">
            <a:extLst>
              <a:ext uri="{FF2B5EF4-FFF2-40B4-BE49-F238E27FC236}">
                <a16:creationId xmlns:a16="http://schemas.microsoft.com/office/drawing/2014/main" id="{20F3844D-BDFB-7887-2ED8-A6397D40985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26618" y="4041997"/>
            <a:ext cx="313493" cy="313493"/>
          </a:xfrm>
          <a:prstGeom prst="rect">
            <a:avLst/>
          </a:prstGeom>
        </p:spPr>
      </p:pic>
      <p:pic>
        <p:nvPicPr>
          <p:cNvPr id="48" name="Gráfico 47" descr="Figura de dibujo con relleno sólido">
            <a:extLst>
              <a:ext uri="{FF2B5EF4-FFF2-40B4-BE49-F238E27FC236}">
                <a16:creationId xmlns:a16="http://schemas.microsoft.com/office/drawing/2014/main" id="{41E1F02A-68A9-790B-1B0A-0FB707E9109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08427" y="4064760"/>
            <a:ext cx="261450" cy="261450"/>
          </a:xfrm>
          <a:prstGeom prst="rect">
            <a:avLst/>
          </a:prstGeom>
        </p:spPr>
      </p:pic>
      <p:pic>
        <p:nvPicPr>
          <p:cNvPr id="49" name="Gráfico 48" descr="Mano abierta con relleno sólido">
            <a:extLst>
              <a:ext uri="{FF2B5EF4-FFF2-40B4-BE49-F238E27FC236}">
                <a16:creationId xmlns:a16="http://schemas.microsoft.com/office/drawing/2014/main" id="{6BA78A02-0AE2-002B-C04B-41DF88425BC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24554" y="4005877"/>
            <a:ext cx="355546" cy="355546"/>
          </a:xfrm>
          <a:prstGeom prst="rect">
            <a:avLst/>
          </a:prstGeom>
        </p:spPr>
      </p:pic>
      <p:sp>
        <p:nvSpPr>
          <p:cNvPr id="50" name="Rectangle 3">
            <a:extLst>
              <a:ext uri="{FF2B5EF4-FFF2-40B4-BE49-F238E27FC236}">
                <a16:creationId xmlns:a16="http://schemas.microsoft.com/office/drawing/2014/main" id="{E6C45A02-C172-0B6C-F5F6-64CE75F5A342}"/>
              </a:ext>
            </a:extLst>
          </p:cNvPr>
          <p:cNvSpPr>
            <a:spLocks/>
          </p:cNvSpPr>
          <p:nvPr/>
        </p:nvSpPr>
        <p:spPr bwMode="gray">
          <a:xfrm>
            <a:off x="1178851" y="4334677"/>
            <a:ext cx="615887" cy="215444"/>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700" noProof="0" err="1">
                <a:solidFill>
                  <a:schemeClr val="accent5"/>
                </a:solidFill>
              </a:rPr>
              <a:t>Pinpoint</a:t>
            </a:r>
            <a:r>
              <a:rPr lang="es-MX" sz="700" noProof="0">
                <a:solidFill>
                  <a:schemeClr val="accent5"/>
                </a:solidFill>
              </a:rPr>
              <a:t> </a:t>
            </a:r>
            <a:r>
              <a:rPr lang="es-MX" sz="700" noProof="0" err="1">
                <a:solidFill>
                  <a:schemeClr val="accent5"/>
                </a:solidFill>
              </a:rPr>
              <a:t>the</a:t>
            </a:r>
            <a:r>
              <a:rPr lang="es-MX" sz="700" noProof="0">
                <a:solidFill>
                  <a:schemeClr val="accent5"/>
                </a:solidFill>
              </a:rPr>
              <a:t> </a:t>
            </a:r>
            <a:r>
              <a:rPr lang="es-MX" sz="700" noProof="0" err="1">
                <a:solidFill>
                  <a:schemeClr val="accent5"/>
                </a:solidFill>
              </a:rPr>
              <a:t>problem</a:t>
            </a:r>
            <a:r>
              <a:rPr lang="es-MX" sz="700" noProof="0">
                <a:solidFill>
                  <a:schemeClr val="accent5"/>
                </a:solidFill>
              </a:rPr>
              <a:t> </a:t>
            </a:r>
            <a:endParaRPr lang="es-MX" sz="1000" noProof="0">
              <a:solidFill>
                <a:schemeClr val="accent5"/>
              </a:solidFill>
            </a:endParaRPr>
          </a:p>
        </p:txBody>
      </p:sp>
      <p:sp>
        <p:nvSpPr>
          <p:cNvPr id="51" name="Rectangle 3">
            <a:extLst>
              <a:ext uri="{FF2B5EF4-FFF2-40B4-BE49-F238E27FC236}">
                <a16:creationId xmlns:a16="http://schemas.microsoft.com/office/drawing/2014/main" id="{BD658C21-C3B7-F112-E303-A5C67E9EF632}"/>
              </a:ext>
            </a:extLst>
          </p:cNvPr>
          <p:cNvSpPr>
            <a:spLocks/>
          </p:cNvSpPr>
          <p:nvPr/>
        </p:nvSpPr>
        <p:spPr bwMode="gray">
          <a:xfrm>
            <a:off x="1760601" y="4329561"/>
            <a:ext cx="615887" cy="215444"/>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700" noProof="0">
                <a:solidFill>
                  <a:schemeClr val="accent5"/>
                </a:solidFill>
              </a:rPr>
              <a:t>Observe &amp; </a:t>
            </a:r>
            <a:r>
              <a:rPr lang="es-MX" sz="700" noProof="0" err="1">
                <a:solidFill>
                  <a:schemeClr val="accent5"/>
                </a:solidFill>
              </a:rPr>
              <a:t>analyze</a:t>
            </a:r>
            <a:endParaRPr lang="es-MX" sz="1000" noProof="0">
              <a:solidFill>
                <a:schemeClr val="accent5"/>
              </a:solidFill>
            </a:endParaRPr>
          </a:p>
        </p:txBody>
      </p:sp>
      <p:sp>
        <p:nvSpPr>
          <p:cNvPr id="52" name="Rectangle 3">
            <a:extLst>
              <a:ext uri="{FF2B5EF4-FFF2-40B4-BE49-F238E27FC236}">
                <a16:creationId xmlns:a16="http://schemas.microsoft.com/office/drawing/2014/main" id="{CE18F8FD-C171-38F4-0C00-C26E9FC041D6}"/>
              </a:ext>
            </a:extLst>
          </p:cNvPr>
          <p:cNvSpPr>
            <a:spLocks/>
          </p:cNvSpPr>
          <p:nvPr/>
        </p:nvSpPr>
        <p:spPr bwMode="gray">
          <a:xfrm>
            <a:off x="2325522" y="4335721"/>
            <a:ext cx="615887" cy="215444"/>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700" noProof="0" err="1">
                <a:solidFill>
                  <a:schemeClr val="accent5"/>
                </a:solidFill>
              </a:rPr>
              <a:t>Resolve</a:t>
            </a:r>
            <a:r>
              <a:rPr lang="es-MX" sz="700" noProof="0">
                <a:solidFill>
                  <a:schemeClr val="accent5"/>
                </a:solidFill>
              </a:rPr>
              <a:t> </a:t>
            </a:r>
            <a:r>
              <a:rPr lang="es-MX" sz="700" noProof="0" err="1">
                <a:solidFill>
                  <a:schemeClr val="accent5"/>
                </a:solidFill>
              </a:rPr>
              <a:t>with</a:t>
            </a:r>
            <a:r>
              <a:rPr lang="es-MX" sz="700" noProof="0">
                <a:solidFill>
                  <a:schemeClr val="accent5"/>
                </a:solidFill>
              </a:rPr>
              <a:t> </a:t>
            </a:r>
            <a:r>
              <a:rPr lang="es-MX" sz="700" noProof="0" err="1">
                <a:solidFill>
                  <a:schemeClr val="accent5"/>
                </a:solidFill>
              </a:rPr>
              <a:t>actions</a:t>
            </a:r>
            <a:endParaRPr lang="es-MX" sz="1000" noProof="0">
              <a:solidFill>
                <a:schemeClr val="accent5"/>
              </a:solidFill>
            </a:endParaRPr>
          </a:p>
        </p:txBody>
      </p:sp>
      <p:sp>
        <p:nvSpPr>
          <p:cNvPr id="53" name="Rectangle 3">
            <a:extLst>
              <a:ext uri="{FF2B5EF4-FFF2-40B4-BE49-F238E27FC236}">
                <a16:creationId xmlns:a16="http://schemas.microsoft.com/office/drawing/2014/main" id="{6B81F3E9-41A4-6C97-9295-123A0121E914}"/>
              </a:ext>
            </a:extLst>
          </p:cNvPr>
          <p:cNvSpPr>
            <a:spLocks/>
          </p:cNvSpPr>
          <p:nvPr/>
        </p:nvSpPr>
        <p:spPr bwMode="gray">
          <a:xfrm>
            <a:off x="2958238" y="4334677"/>
            <a:ext cx="615887" cy="215444"/>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700" noProof="0" err="1">
                <a:solidFill>
                  <a:schemeClr val="accent5"/>
                </a:solidFill>
              </a:rPr>
              <a:t>Track</a:t>
            </a:r>
            <a:r>
              <a:rPr lang="es-MX" sz="700" noProof="0">
                <a:solidFill>
                  <a:schemeClr val="accent5"/>
                </a:solidFill>
              </a:rPr>
              <a:t>, </a:t>
            </a:r>
            <a:r>
              <a:rPr lang="es-MX" sz="700" noProof="0" err="1">
                <a:solidFill>
                  <a:schemeClr val="accent5"/>
                </a:solidFill>
              </a:rPr>
              <a:t>validate</a:t>
            </a:r>
            <a:r>
              <a:rPr lang="es-MX" sz="700" noProof="0">
                <a:solidFill>
                  <a:schemeClr val="accent5"/>
                </a:solidFill>
              </a:rPr>
              <a:t> &amp; </a:t>
            </a:r>
            <a:r>
              <a:rPr lang="es-MX" sz="700" noProof="0" err="1">
                <a:solidFill>
                  <a:schemeClr val="accent5"/>
                </a:solidFill>
              </a:rPr>
              <a:t>sustain</a:t>
            </a:r>
            <a:endParaRPr lang="es-MX" sz="1000" noProof="0">
              <a:solidFill>
                <a:schemeClr val="accent5"/>
              </a:solidFill>
            </a:endParaRPr>
          </a:p>
        </p:txBody>
      </p:sp>
      <p:sp>
        <p:nvSpPr>
          <p:cNvPr id="54" name="Rectángulo 53">
            <a:extLst>
              <a:ext uri="{FF2B5EF4-FFF2-40B4-BE49-F238E27FC236}">
                <a16:creationId xmlns:a16="http://schemas.microsoft.com/office/drawing/2014/main" id="{BCB11368-442B-3257-1BD1-AAE1373C5795}"/>
              </a:ext>
            </a:extLst>
          </p:cNvPr>
          <p:cNvSpPr/>
          <p:nvPr/>
        </p:nvSpPr>
        <p:spPr>
          <a:xfrm>
            <a:off x="5575300" y="2965450"/>
            <a:ext cx="1085850" cy="146883"/>
          </a:xfrm>
          <a:prstGeom prst="rect">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800" noProof="0">
                <a:solidFill>
                  <a:srgbClr val="FFFFFF"/>
                </a:solidFill>
              </a:rPr>
              <a:t>In </a:t>
            </a:r>
            <a:r>
              <a:rPr lang="es-MX" sz="800" noProof="0" err="1">
                <a:solidFill>
                  <a:srgbClr val="FFFFFF"/>
                </a:solidFill>
              </a:rPr>
              <a:t>execution</a:t>
            </a:r>
            <a:endParaRPr lang="es-MX" sz="800" noProof="0">
              <a:solidFill>
                <a:srgbClr val="FFFFFF"/>
              </a:solidFill>
            </a:endParaRPr>
          </a:p>
        </p:txBody>
      </p:sp>
      <p:sp>
        <p:nvSpPr>
          <p:cNvPr id="55" name="Rectángulo 54">
            <a:extLst>
              <a:ext uri="{FF2B5EF4-FFF2-40B4-BE49-F238E27FC236}">
                <a16:creationId xmlns:a16="http://schemas.microsoft.com/office/drawing/2014/main" id="{A4CE0698-81E9-6B11-56BF-AA0426D4E964}"/>
              </a:ext>
            </a:extLst>
          </p:cNvPr>
          <p:cNvSpPr/>
          <p:nvPr/>
        </p:nvSpPr>
        <p:spPr>
          <a:xfrm>
            <a:off x="5575300" y="3112333"/>
            <a:ext cx="1073144" cy="133266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6" name="Rectángulo 55">
            <a:extLst>
              <a:ext uri="{FF2B5EF4-FFF2-40B4-BE49-F238E27FC236}">
                <a16:creationId xmlns:a16="http://schemas.microsoft.com/office/drawing/2014/main" id="{6DFCAA95-EDD0-10FA-5557-333C3C7EE287}"/>
              </a:ext>
            </a:extLst>
          </p:cNvPr>
          <p:cNvSpPr/>
          <p:nvPr/>
        </p:nvSpPr>
        <p:spPr>
          <a:xfrm>
            <a:off x="6661150" y="3112333"/>
            <a:ext cx="1073144" cy="133266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7" name="Rectángulo 56">
            <a:extLst>
              <a:ext uri="{FF2B5EF4-FFF2-40B4-BE49-F238E27FC236}">
                <a16:creationId xmlns:a16="http://schemas.microsoft.com/office/drawing/2014/main" id="{C9077AC5-5A3B-1217-B8BC-E09CC67B2070}"/>
              </a:ext>
            </a:extLst>
          </p:cNvPr>
          <p:cNvSpPr/>
          <p:nvPr/>
        </p:nvSpPr>
        <p:spPr>
          <a:xfrm>
            <a:off x="6646763" y="2965449"/>
            <a:ext cx="1085850" cy="146883"/>
          </a:xfrm>
          <a:prstGeom prst="rect">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800" noProof="0" err="1">
                <a:solidFill>
                  <a:srgbClr val="FFFFFF"/>
                </a:solidFill>
              </a:rPr>
              <a:t>Completed</a:t>
            </a:r>
            <a:endParaRPr lang="es-MX" sz="800" noProof="0">
              <a:solidFill>
                <a:srgbClr val="FFFFFF"/>
              </a:solidFill>
            </a:endParaRPr>
          </a:p>
        </p:txBody>
      </p:sp>
      <p:sp>
        <p:nvSpPr>
          <p:cNvPr id="63" name="Rectángulo 62">
            <a:extLst>
              <a:ext uri="{FF2B5EF4-FFF2-40B4-BE49-F238E27FC236}">
                <a16:creationId xmlns:a16="http://schemas.microsoft.com/office/drawing/2014/main" id="{AE9333BA-2CAE-5165-84FE-B481C791467A}"/>
              </a:ext>
            </a:extLst>
          </p:cNvPr>
          <p:cNvSpPr/>
          <p:nvPr/>
        </p:nvSpPr>
        <p:spPr>
          <a:xfrm>
            <a:off x="4492102" y="2965449"/>
            <a:ext cx="1085850" cy="146883"/>
          </a:xfrm>
          <a:prstGeom prst="rect">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800" noProof="0" err="1">
                <a:solidFill>
                  <a:srgbClr val="FFFFFF"/>
                </a:solidFill>
              </a:rPr>
              <a:t>Identified</a:t>
            </a:r>
            <a:endParaRPr lang="es-MX" sz="800" noProof="0">
              <a:solidFill>
                <a:srgbClr val="FFFFFF"/>
              </a:solidFill>
            </a:endParaRPr>
          </a:p>
        </p:txBody>
      </p:sp>
      <p:sp>
        <p:nvSpPr>
          <p:cNvPr id="64" name="Rectángulo 63">
            <a:extLst>
              <a:ext uri="{FF2B5EF4-FFF2-40B4-BE49-F238E27FC236}">
                <a16:creationId xmlns:a16="http://schemas.microsoft.com/office/drawing/2014/main" id="{0545F212-F55B-0F90-8662-521EE7C99153}"/>
              </a:ext>
            </a:extLst>
          </p:cNvPr>
          <p:cNvSpPr/>
          <p:nvPr/>
        </p:nvSpPr>
        <p:spPr>
          <a:xfrm>
            <a:off x="4492261" y="3112333"/>
            <a:ext cx="1073144" cy="133266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cxnSp>
        <p:nvCxnSpPr>
          <p:cNvPr id="59" name="Conector recto 58">
            <a:extLst>
              <a:ext uri="{FF2B5EF4-FFF2-40B4-BE49-F238E27FC236}">
                <a16:creationId xmlns:a16="http://schemas.microsoft.com/office/drawing/2014/main" id="{D137281E-8B8A-D7B8-125E-B4F7BB385131}"/>
              </a:ext>
            </a:extLst>
          </p:cNvPr>
          <p:cNvCxnSpPr>
            <a:cxnSpLocks/>
          </p:cNvCxnSpPr>
          <p:nvPr/>
        </p:nvCxnSpPr>
        <p:spPr>
          <a:xfrm>
            <a:off x="4492102" y="3378200"/>
            <a:ext cx="324051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Conector recto 59">
            <a:extLst>
              <a:ext uri="{FF2B5EF4-FFF2-40B4-BE49-F238E27FC236}">
                <a16:creationId xmlns:a16="http://schemas.microsoft.com/office/drawing/2014/main" id="{ED31923A-90B3-B9AC-F842-BAB8CDC6A7A9}"/>
              </a:ext>
            </a:extLst>
          </p:cNvPr>
          <p:cNvCxnSpPr>
            <a:cxnSpLocks/>
          </p:cNvCxnSpPr>
          <p:nvPr/>
        </p:nvCxnSpPr>
        <p:spPr>
          <a:xfrm>
            <a:off x="4492102" y="3638550"/>
            <a:ext cx="324051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Conector recto 60">
            <a:extLst>
              <a:ext uri="{FF2B5EF4-FFF2-40B4-BE49-F238E27FC236}">
                <a16:creationId xmlns:a16="http://schemas.microsoft.com/office/drawing/2014/main" id="{A14EC1FF-BDD8-887D-4A52-382CC7C18762}"/>
              </a:ext>
            </a:extLst>
          </p:cNvPr>
          <p:cNvCxnSpPr>
            <a:cxnSpLocks/>
          </p:cNvCxnSpPr>
          <p:nvPr/>
        </p:nvCxnSpPr>
        <p:spPr>
          <a:xfrm>
            <a:off x="4492102" y="3898900"/>
            <a:ext cx="324686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25FE4681-96DB-5E91-E9E2-F8385D088EA1}"/>
              </a:ext>
            </a:extLst>
          </p:cNvPr>
          <p:cNvCxnSpPr>
            <a:cxnSpLocks/>
          </p:cNvCxnSpPr>
          <p:nvPr/>
        </p:nvCxnSpPr>
        <p:spPr>
          <a:xfrm>
            <a:off x="4492102" y="4180670"/>
            <a:ext cx="3247704" cy="398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4" name="Imagen 33">
            <a:extLst>
              <a:ext uri="{FF2B5EF4-FFF2-40B4-BE49-F238E27FC236}">
                <a16:creationId xmlns:a16="http://schemas.microsoft.com/office/drawing/2014/main" id="{F9AAEF46-D7E7-88B0-4817-34587E996BC3}"/>
              </a:ext>
            </a:extLst>
          </p:cNvPr>
          <p:cNvPicPr>
            <a:picLocks noChangeAspect="1"/>
          </p:cNvPicPr>
          <p:nvPr/>
        </p:nvPicPr>
        <p:blipFill>
          <a:blip r:embed="rId11"/>
          <a:stretch>
            <a:fillRect/>
          </a:stretch>
        </p:blipFill>
        <p:spPr>
          <a:xfrm rot="10800000">
            <a:off x="3756817" y="1760589"/>
            <a:ext cx="482646" cy="557420"/>
          </a:xfrm>
          <a:prstGeom prst="rect">
            <a:avLst/>
          </a:prstGeom>
        </p:spPr>
      </p:pic>
      <p:pic>
        <p:nvPicPr>
          <p:cNvPr id="38" name="Imagen 37">
            <a:extLst>
              <a:ext uri="{FF2B5EF4-FFF2-40B4-BE49-F238E27FC236}">
                <a16:creationId xmlns:a16="http://schemas.microsoft.com/office/drawing/2014/main" id="{52298693-01DE-A633-E4B2-D47C685C90C6}"/>
              </a:ext>
            </a:extLst>
          </p:cNvPr>
          <p:cNvPicPr>
            <a:picLocks noChangeAspect="1"/>
          </p:cNvPicPr>
          <p:nvPr/>
        </p:nvPicPr>
        <p:blipFill>
          <a:blip r:embed="rId11"/>
          <a:stretch>
            <a:fillRect/>
          </a:stretch>
        </p:blipFill>
        <p:spPr>
          <a:xfrm rot="10800000">
            <a:off x="3851087" y="1902928"/>
            <a:ext cx="482646" cy="557420"/>
          </a:xfrm>
          <a:prstGeom prst="rect">
            <a:avLst/>
          </a:prstGeom>
        </p:spPr>
      </p:pic>
      <p:pic>
        <p:nvPicPr>
          <p:cNvPr id="39" name="Imagen 38">
            <a:extLst>
              <a:ext uri="{FF2B5EF4-FFF2-40B4-BE49-F238E27FC236}">
                <a16:creationId xmlns:a16="http://schemas.microsoft.com/office/drawing/2014/main" id="{70B46460-47A8-F078-8693-7C8CE582C7AC}"/>
              </a:ext>
            </a:extLst>
          </p:cNvPr>
          <p:cNvPicPr>
            <a:picLocks noChangeAspect="1"/>
          </p:cNvPicPr>
          <p:nvPr/>
        </p:nvPicPr>
        <p:blipFill>
          <a:blip r:embed="rId11"/>
          <a:stretch>
            <a:fillRect/>
          </a:stretch>
        </p:blipFill>
        <p:spPr>
          <a:xfrm rot="10800000">
            <a:off x="3934647" y="2039920"/>
            <a:ext cx="482646" cy="557420"/>
          </a:xfrm>
          <a:prstGeom prst="rect">
            <a:avLst/>
          </a:prstGeom>
        </p:spPr>
      </p:pic>
      <p:pic>
        <p:nvPicPr>
          <p:cNvPr id="40" name="Imagen 39">
            <a:extLst>
              <a:ext uri="{FF2B5EF4-FFF2-40B4-BE49-F238E27FC236}">
                <a16:creationId xmlns:a16="http://schemas.microsoft.com/office/drawing/2014/main" id="{09E38ACD-E4CB-8D39-6658-E84B867EF1CD}"/>
              </a:ext>
            </a:extLst>
          </p:cNvPr>
          <p:cNvPicPr>
            <a:picLocks noChangeAspect="1"/>
          </p:cNvPicPr>
          <p:nvPr/>
        </p:nvPicPr>
        <p:blipFill>
          <a:blip r:embed="rId11"/>
          <a:stretch>
            <a:fillRect/>
          </a:stretch>
        </p:blipFill>
        <p:spPr>
          <a:xfrm rot="10800000">
            <a:off x="4033468" y="2252863"/>
            <a:ext cx="482646" cy="557420"/>
          </a:xfrm>
          <a:prstGeom prst="rect">
            <a:avLst/>
          </a:prstGeom>
        </p:spPr>
      </p:pic>
      <p:pic>
        <p:nvPicPr>
          <p:cNvPr id="69" name="Imagen 68">
            <a:extLst>
              <a:ext uri="{FF2B5EF4-FFF2-40B4-BE49-F238E27FC236}">
                <a16:creationId xmlns:a16="http://schemas.microsoft.com/office/drawing/2014/main" id="{9D521143-C67E-3092-D0E1-3208AC8DAFFE}"/>
              </a:ext>
            </a:extLst>
          </p:cNvPr>
          <p:cNvPicPr>
            <a:picLocks noChangeAspect="1"/>
          </p:cNvPicPr>
          <p:nvPr/>
        </p:nvPicPr>
        <p:blipFill>
          <a:blip r:embed="rId11"/>
          <a:stretch>
            <a:fillRect/>
          </a:stretch>
        </p:blipFill>
        <p:spPr>
          <a:xfrm rot="10800000">
            <a:off x="4279838" y="1310262"/>
            <a:ext cx="482646" cy="557420"/>
          </a:xfrm>
          <a:prstGeom prst="rect">
            <a:avLst/>
          </a:prstGeom>
        </p:spPr>
      </p:pic>
      <p:pic>
        <p:nvPicPr>
          <p:cNvPr id="70" name="Imagen 69">
            <a:extLst>
              <a:ext uri="{FF2B5EF4-FFF2-40B4-BE49-F238E27FC236}">
                <a16:creationId xmlns:a16="http://schemas.microsoft.com/office/drawing/2014/main" id="{0770F211-E1AE-737E-E2F9-A376C7AE7053}"/>
              </a:ext>
            </a:extLst>
          </p:cNvPr>
          <p:cNvPicPr>
            <a:picLocks noChangeAspect="1"/>
          </p:cNvPicPr>
          <p:nvPr/>
        </p:nvPicPr>
        <p:blipFill>
          <a:blip r:embed="rId11"/>
          <a:stretch>
            <a:fillRect/>
          </a:stretch>
        </p:blipFill>
        <p:spPr>
          <a:xfrm rot="10800000">
            <a:off x="4375084" y="1434750"/>
            <a:ext cx="482646" cy="557420"/>
          </a:xfrm>
          <a:prstGeom prst="rect">
            <a:avLst/>
          </a:prstGeom>
        </p:spPr>
      </p:pic>
      <p:pic>
        <p:nvPicPr>
          <p:cNvPr id="71" name="Imagen 70">
            <a:extLst>
              <a:ext uri="{FF2B5EF4-FFF2-40B4-BE49-F238E27FC236}">
                <a16:creationId xmlns:a16="http://schemas.microsoft.com/office/drawing/2014/main" id="{DA6EA9D5-B57C-5BA2-95B7-5AC1BE804C81}"/>
              </a:ext>
            </a:extLst>
          </p:cNvPr>
          <p:cNvPicPr>
            <a:picLocks noChangeAspect="1"/>
          </p:cNvPicPr>
          <p:nvPr/>
        </p:nvPicPr>
        <p:blipFill>
          <a:blip r:embed="rId11"/>
          <a:stretch>
            <a:fillRect/>
          </a:stretch>
        </p:blipFill>
        <p:spPr>
          <a:xfrm rot="10800000">
            <a:off x="4447929" y="1627929"/>
            <a:ext cx="482646" cy="557420"/>
          </a:xfrm>
          <a:prstGeom prst="rect">
            <a:avLst/>
          </a:prstGeom>
        </p:spPr>
      </p:pic>
      <p:pic>
        <p:nvPicPr>
          <p:cNvPr id="72" name="Imagen 71">
            <a:extLst>
              <a:ext uri="{FF2B5EF4-FFF2-40B4-BE49-F238E27FC236}">
                <a16:creationId xmlns:a16="http://schemas.microsoft.com/office/drawing/2014/main" id="{D4958011-DA89-0BB6-5FDF-CFE928161B36}"/>
              </a:ext>
            </a:extLst>
          </p:cNvPr>
          <p:cNvPicPr>
            <a:picLocks noChangeAspect="1"/>
          </p:cNvPicPr>
          <p:nvPr/>
        </p:nvPicPr>
        <p:blipFill>
          <a:blip r:embed="rId11"/>
          <a:stretch>
            <a:fillRect/>
          </a:stretch>
        </p:blipFill>
        <p:spPr>
          <a:xfrm rot="10800000">
            <a:off x="4549287" y="2014745"/>
            <a:ext cx="482646" cy="557420"/>
          </a:xfrm>
          <a:prstGeom prst="rect">
            <a:avLst/>
          </a:prstGeom>
        </p:spPr>
      </p:pic>
      <p:sp>
        <p:nvSpPr>
          <p:cNvPr id="73" name="Rectángulo 72">
            <a:extLst>
              <a:ext uri="{FF2B5EF4-FFF2-40B4-BE49-F238E27FC236}">
                <a16:creationId xmlns:a16="http://schemas.microsoft.com/office/drawing/2014/main" id="{D0CCB54F-27D9-1D10-194F-D3801BD041AB}"/>
              </a:ext>
            </a:extLst>
          </p:cNvPr>
          <p:cNvSpPr/>
          <p:nvPr/>
        </p:nvSpPr>
        <p:spPr>
          <a:xfrm>
            <a:off x="5547282" y="924223"/>
            <a:ext cx="2163669" cy="1732495"/>
          </a:xfrm>
          <a:prstGeom prst="rect">
            <a:avLst/>
          </a:prstGeom>
          <a:solidFill>
            <a:schemeClr val="bg1">
              <a:lumMod val="95000"/>
            </a:schemeClr>
          </a:solidFill>
          <a:ln w="12700"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cxnSp>
        <p:nvCxnSpPr>
          <p:cNvPr id="75" name="Conector recto 74">
            <a:extLst>
              <a:ext uri="{FF2B5EF4-FFF2-40B4-BE49-F238E27FC236}">
                <a16:creationId xmlns:a16="http://schemas.microsoft.com/office/drawing/2014/main" id="{9CCA54C1-E9D9-30B3-1267-53F463065C5D}"/>
              </a:ext>
            </a:extLst>
          </p:cNvPr>
          <p:cNvCxnSpPr>
            <a:stCxn id="73" idx="2"/>
            <a:endCxn id="73" idx="0"/>
          </p:cNvCxnSpPr>
          <p:nvPr/>
        </p:nvCxnSpPr>
        <p:spPr>
          <a:xfrm flipV="1">
            <a:off x="6629117" y="924223"/>
            <a:ext cx="0" cy="1732495"/>
          </a:xfrm>
          <a:prstGeom prst="line">
            <a:avLst/>
          </a:prstGeom>
          <a:ln w="1270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Conector recto 75">
            <a:extLst>
              <a:ext uri="{FF2B5EF4-FFF2-40B4-BE49-F238E27FC236}">
                <a16:creationId xmlns:a16="http://schemas.microsoft.com/office/drawing/2014/main" id="{A9455D58-9F60-977A-B933-A0DFB7D0E2C2}"/>
              </a:ext>
            </a:extLst>
          </p:cNvPr>
          <p:cNvCxnSpPr>
            <a:cxnSpLocks/>
            <a:stCxn id="73" idx="3"/>
            <a:endCxn id="73" idx="1"/>
          </p:cNvCxnSpPr>
          <p:nvPr/>
        </p:nvCxnSpPr>
        <p:spPr>
          <a:xfrm flipH="1">
            <a:off x="5547282" y="1790471"/>
            <a:ext cx="2163669" cy="0"/>
          </a:xfrm>
          <a:prstGeom prst="line">
            <a:avLst/>
          </a:prstGeom>
          <a:ln w="1270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Conector recto 83">
            <a:extLst>
              <a:ext uri="{FF2B5EF4-FFF2-40B4-BE49-F238E27FC236}">
                <a16:creationId xmlns:a16="http://schemas.microsoft.com/office/drawing/2014/main" id="{DEE90162-5C07-12C7-A6FC-8C95A06D06F3}"/>
              </a:ext>
            </a:extLst>
          </p:cNvPr>
          <p:cNvCxnSpPr/>
          <p:nvPr/>
        </p:nvCxnSpPr>
        <p:spPr>
          <a:xfrm>
            <a:off x="5474827" y="2743199"/>
            <a:ext cx="2212976"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Conector recto 84">
            <a:extLst>
              <a:ext uri="{FF2B5EF4-FFF2-40B4-BE49-F238E27FC236}">
                <a16:creationId xmlns:a16="http://schemas.microsoft.com/office/drawing/2014/main" id="{B91727D9-7DAE-DD35-0C3F-F2E66EAAF4FA}"/>
              </a:ext>
            </a:extLst>
          </p:cNvPr>
          <p:cNvCxnSpPr>
            <a:cxnSpLocks/>
          </p:cNvCxnSpPr>
          <p:nvPr/>
        </p:nvCxnSpPr>
        <p:spPr>
          <a:xfrm>
            <a:off x="5468968" y="947371"/>
            <a:ext cx="0" cy="1795828"/>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Title 1">
            <a:extLst>
              <a:ext uri="{FF2B5EF4-FFF2-40B4-BE49-F238E27FC236}">
                <a16:creationId xmlns:a16="http://schemas.microsoft.com/office/drawing/2014/main" id="{126156D1-2D11-7535-28FC-0421B91A2621}"/>
              </a:ext>
            </a:extLst>
          </p:cNvPr>
          <p:cNvSpPr txBox="1">
            <a:spLocks/>
          </p:cNvSpPr>
          <p:nvPr/>
        </p:nvSpPr>
        <p:spPr>
          <a:xfrm>
            <a:off x="6467146" y="2749999"/>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noProof="0" err="1"/>
              <a:t>Impact</a:t>
            </a:r>
            <a:endParaRPr lang="es-MX" sz="800" noProof="0"/>
          </a:p>
        </p:txBody>
      </p:sp>
      <p:sp>
        <p:nvSpPr>
          <p:cNvPr id="88" name="Title 1">
            <a:extLst>
              <a:ext uri="{FF2B5EF4-FFF2-40B4-BE49-F238E27FC236}">
                <a16:creationId xmlns:a16="http://schemas.microsoft.com/office/drawing/2014/main" id="{44C60547-2F6C-57A4-0E75-2C4E35A76BE4}"/>
              </a:ext>
            </a:extLst>
          </p:cNvPr>
          <p:cNvSpPr txBox="1">
            <a:spLocks/>
          </p:cNvSpPr>
          <p:nvPr/>
        </p:nvSpPr>
        <p:spPr>
          <a:xfrm>
            <a:off x="7508938" y="2749998"/>
            <a:ext cx="270169"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b="0" noProof="0"/>
              <a:t>High</a:t>
            </a:r>
          </a:p>
        </p:txBody>
      </p:sp>
      <p:sp>
        <p:nvSpPr>
          <p:cNvPr id="89" name="Title 1">
            <a:extLst>
              <a:ext uri="{FF2B5EF4-FFF2-40B4-BE49-F238E27FC236}">
                <a16:creationId xmlns:a16="http://schemas.microsoft.com/office/drawing/2014/main" id="{37B111DA-71BE-0D76-E066-029D32768E89}"/>
              </a:ext>
            </a:extLst>
          </p:cNvPr>
          <p:cNvSpPr txBox="1">
            <a:spLocks/>
          </p:cNvSpPr>
          <p:nvPr/>
        </p:nvSpPr>
        <p:spPr>
          <a:xfrm>
            <a:off x="5492116" y="2743866"/>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b="0" noProof="0"/>
              <a:t>Low</a:t>
            </a:r>
          </a:p>
        </p:txBody>
      </p:sp>
      <p:sp>
        <p:nvSpPr>
          <p:cNvPr id="90" name="Title 1">
            <a:extLst>
              <a:ext uri="{FF2B5EF4-FFF2-40B4-BE49-F238E27FC236}">
                <a16:creationId xmlns:a16="http://schemas.microsoft.com/office/drawing/2014/main" id="{EC730683-711D-CBCC-3331-96BD3FAF399A}"/>
              </a:ext>
            </a:extLst>
          </p:cNvPr>
          <p:cNvSpPr txBox="1">
            <a:spLocks/>
          </p:cNvSpPr>
          <p:nvPr/>
        </p:nvSpPr>
        <p:spPr>
          <a:xfrm rot="16200000">
            <a:off x="5120662" y="1657973"/>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noProof="0" err="1"/>
              <a:t>Effort</a:t>
            </a:r>
            <a:endParaRPr lang="es-MX" sz="800" noProof="0"/>
          </a:p>
        </p:txBody>
      </p:sp>
      <p:sp>
        <p:nvSpPr>
          <p:cNvPr id="91" name="Title 1">
            <a:extLst>
              <a:ext uri="{FF2B5EF4-FFF2-40B4-BE49-F238E27FC236}">
                <a16:creationId xmlns:a16="http://schemas.microsoft.com/office/drawing/2014/main" id="{1069C3A1-F70A-0B75-2B43-E0285E45F0E5}"/>
              </a:ext>
            </a:extLst>
          </p:cNvPr>
          <p:cNvSpPr txBox="1">
            <a:spLocks/>
          </p:cNvSpPr>
          <p:nvPr/>
        </p:nvSpPr>
        <p:spPr>
          <a:xfrm>
            <a:off x="5222489" y="2595162"/>
            <a:ext cx="233753"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b="0" noProof="0"/>
              <a:t>Low</a:t>
            </a:r>
          </a:p>
        </p:txBody>
      </p:sp>
      <p:sp>
        <p:nvSpPr>
          <p:cNvPr id="92" name="Title 1">
            <a:extLst>
              <a:ext uri="{FF2B5EF4-FFF2-40B4-BE49-F238E27FC236}">
                <a16:creationId xmlns:a16="http://schemas.microsoft.com/office/drawing/2014/main" id="{8647A49E-1513-A3DE-1B26-C534370ECE7D}"/>
              </a:ext>
            </a:extLst>
          </p:cNvPr>
          <p:cNvSpPr txBox="1">
            <a:spLocks/>
          </p:cNvSpPr>
          <p:nvPr/>
        </p:nvSpPr>
        <p:spPr>
          <a:xfrm>
            <a:off x="5222489" y="913225"/>
            <a:ext cx="270169"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b="0" noProof="0"/>
              <a:t>High</a:t>
            </a:r>
          </a:p>
        </p:txBody>
      </p:sp>
      <p:pic>
        <p:nvPicPr>
          <p:cNvPr id="94" name="Gráfico 93" descr="Advertencia con relleno sólido">
            <a:extLst>
              <a:ext uri="{FF2B5EF4-FFF2-40B4-BE49-F238E27FC236}">
                <a16:creationId xmlns:a16="http://schemas.microsoft.com/office/drawing/2014/main" id="{D85E2BCF-3907-A613-A3D4-A463DA7EEBD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917696" y="1140300"/>
            <a:ext cx="401057" cy="401057"/>
          </a:xfrm>
          <a:prstGeom prst="rect">
            <a:avLst/>
          </a:prstGeom>
        </p:spPr>
      </p:pic>
      <p:pic>
        <p:nvPicPr>
          <p:cNvPr id="96" name="Gráfico 95" descr="Cronómetro con relleno sólido">
            <a:extLst>
              <a:ext uri="{FF2B5EF4-FFF2-40B4-BE49-F238E27FC236}">
                <a16:creationId xmlns:a16="http://schemas.microsoft.com/office/drawing/2014/main" id="{D838D498-5093-8F7A-A85B-62F1BA29AF8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51763" y="1120255"/>
            <a:ext cx="474185" cy="474185"/>
          </a:xfrm>
          <a:prstGeom prst="rect">
            <a:avLst/>
          </a:prstGeom>
        </p:spPr>
      </p:pic>
      <p:pic>
        <p:nvPicPr>
          <p:cNvPr id="98" name="Gráfico 97" descr="Prioridades contorno">
            <a:extLst>
              <a:ext uri="{FF2B5EF4-FFF2-40B4-BE49-F238E27FC236}">
                <a16:creationId xmlns:a16="http://schemas.microsoft.com/office/drawing/2014/main" id="{E0F2D7D9-4185-C261-38C5-827B8FB872E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840862" y="1964061"/>
            <a:ext cx="509763" cy="509763"/>
          </a:xfrm>
          <a:prstGeom prst="rect">
            <a:avLst/>
          </a:prstGeom>
        </p:spPr>
      </p:pic>
      <p:pic>
        <p:nvPicPr>
          <p:cNvPr id="100" name="Gráfico 99" descr="Signo de interrogación con relleno sólido">
            <a:extLst>
              <a:ext uri="{FF2B5EF4-FFF2-40B4-BE49-F238E27FC236}">
                <a16:creationId xmlns:a16="http://schemas.microsoft.com/office/drawing/2014/main" id="{9CC3AA4F-3619-3F81-050E-A2C93ADD614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866531" y="1993093"/>
            <a:ext cx="474422" cy="474422"/>
          </a:xfrm>
          <a:prstGeom prst="rect">
            <a:avLst/>
          </a:prstGeom>
        </p:spPr>
      </p:pic>
      <p:sp>
        <p:nvSpPr>
          <p:cNvPr id="101" name="Title 1">
            <a:extLst>
              <a:ext uri="{FF2B5EF4-FFF2-40B4-BE49-F238E27FC236}">
                <a16:creationId xmlns:a16="http://schemas.microsoft.com/office/drawing/2014/main" id="{CCD92D7B-A6EB-AA59-FAB9-5739267EB27B}"/>
              </a:ext>
            </a:extLst>
          </p:cNvPr>
          <p:cNvSpPr txBox="1">
            <a:spLocks/>
          </p:cNvSpPr>
          <p:nvPr/>
        </p:nvSpPr>
        <p:spPr>
          <a:xfrm>
            <a:off x="5855329" y="1538254"/>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800" noProof="0" err="1"/>
              <a:t>Avoid</a:t>
            </a:r>
            <a:endParaRPr lang="es-MX" sz="800" noProof="0"/>
          </a:p>
        </p:txBody>
      </p:sp>
      <p:sp>
        <p:nvSpPr>
          <p:cNvPr id="102" name="Title 1">
            <a:extLst>
              <a:ext uri="{FF2B5EF4-FFF2-40B4-BE49-F238E27FC236}">
                <a16:creationId xmlns:a16="http://schemas.microsoft.com/office/drawing/2014/main" id="{BE9FCFDD-53FF-7A11-F33E-911999545111}"/>
              </a:ext>
            </a:extLst>
          </p:cNvPr>
          <p:cNvSpPr txBox="1">
            <a:spLocks/>
          </p:cNvSpPr>
          <p:nvPr/>
        </p:nvSpPr>
        <p:spPr>
          <a:xfrm>
            <a:off x="6921971" y="1557810"/>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800" noProof="0"/>
              <a:t>Plan</a:t>
            </a:r>
          </a:p>
        </p:txBody>
      </p:sp>
      <p:sp>
        <p:nvSpPr>
          <p:cNvPr id="103" name="Title 1">
            <a:extLst>
              <a:ext uri="{FF2B5EF4-FFF2-40B4-BE49-F238E27FC236}">
                <a16:creationId xmlns:a16="http://schemas.microsoft.com/office/drawing/2014/main" id="{C57E5EAF-A0E7-E611-A27D-02C95BA85241}"/>
              </a:ext>
            </a:extLst>
          </p:cNvPr>
          <p:cNvSpPr txBox="1">
            <a:spLocks/>
          </p:cNvSpPr>
          <p:nvPr/>
        </p:nvSpPr>
        <p:spPr>
          <a:xfrm>
            <a:off x="5863459" y="2432479"/>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800" noProof="0" err="1"/>
              <a:t>Optional</a:t>
            </a:r>
            <a:endParaRPr lang="es-MX" sz="800" noProof="0"/>
          </a:p>
        </p:txBody>
      </p:sp>
      <p:sp>
        <p:nvSpPr>
          <p:cNvPr id="104" name="Title 1">
            <a:extLst>
              <a:ext uri="{FF2B5EF4-FFF2-40B4-BE49-F238E27FC236}">
                <a16:creationId xmlns:a16="http://schemas.microsoft.com/office/drawing/2014/main" id="{2A47FAF7-C920-CCAC-616E-5D030134BB9C}"/>
              </a:ext>
            </a:extLst>
          </p:cNvPr>
          <p:cNvSpPr txBox="1">
            <a:spLocks/>
          </p:cNvSpPr>
          <p:nvPr/>
        </p:nvSpPr>
        <p:spPr>
          <a:xfrm>
            <a:off x="6929122" y="2434569"/>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800" noProof="0" err="1"/>
              <a:t>Priority</a:t>
            </a:r>
            <a:endParaRPr lang="es-MX" sz="800" noProof="0"/>
          </a:p>
        </p:txBody>
      </p:sp>
      <p:sp>
        <p:nvSpPr>
          <p:cNvPr id="105" name="Title 15">
            <a:extLst>
              <a:ext uri="{FF2B5EF4-FFF2-40B4-BE49-F238E27FC236}">
                <a16:creationId xmlns:a16="http://schemas.microsoft.com/office/drawing/2014/main" id="{70B59FFC-4850-F115-3B7C-8EFE93B765DB}"/>
              </a:ext>
            </a:extLst>
          </p:cNvPr>
          <p:cNvSpPr txBox="1">
            <a:spLocks/>
          </p:cNvSpPr>
          <p:nvPr/>
        </p:nvSpPr>
        <p:spPr>
          <a:xfrm>
            <a:off x="1292891" y="899004"/>
            <a:ext cx="2231823"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1600" noProof="0" err="1">
                <a:solidFill>
                  <a:schemeClr val="accent5"/>
                </a:solidFill>
              </a:rPr>
              <a:t>Weekly</a:t>
            </a:r>
            <a:r>
              <a:rPr lang="es-MX" sz="1600" noProof="0">
                <a:solidFill>
                  <a:schemeClr val="accent5"/>
                </a:solidFill>
              </a:rPr>
              <a:t> meeting </a:t>
            </a:r>
            <a:r>
              <a:rPr lang="es-MX" sz="1600" noProof="0" err="1">
                <a:solidFill>
                  <a:schemeClr val="accent5"/>
                </a:solidFill>
              </a:rPr>
              <a:t>board</a:t>
            </a:r>
            <a:endParaRPr lang="es-MX" sz="1600" noProof="0">
              <a:solidFill>
                <a:schemeClr val="accent5"/>
              </a:solidFill>
            </a:endParaRPr>
          </a:p>
        </p:txBody>
      </p:sp>
      <p:sp>
        <p:nvSpPr>
          <p:cNvPr id="106" name="Title 15">
            <a:extLst>
              <a:ext uri="{FF2B5EF4-FFF2-40B4-BE49-F238E27FC236}">
                <a16:creationId xmlns:a16="http://schemas.microsoft.com/office/drawing/2014/main" id="{8C8E1DE5-84B3-034D-9756-4670F8268AD3}"/>
              </a:ext>
            </a:extLst>
          </p:cNvPr>
          <p:cNvSpPr txBox="1">
            <a:spLocks/>
          </p:cNvSpPr>
          <p:nvPr/>
        </p:nvSpPr>
        <p:spPr>
          <a:xfrm>
            <a:off x="3882335" y="1079430"/>
            <a:ext cx="1089176"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1000" b="0" noProof="0" err="1">
                <a:solidFill>
                  <a:schemeClr val="accent5"/>
                </a:solidFill>
              </a:rPr>
              <a:t>Problems</a:t>
            </a:r>
            <a:r>
              <a:rPr lang="es-MX" sz="1000" b="0" noProof="0">
                <a:solidFill>
                  <a:schemeClr val="accent5"/>
                </a:solidFill>
              </a:rPr>
              <a:t> </a:t>
            </a:r>
            <a:r>
              <a:rPr lang="es-MX" sz="1000" b="0" noProof="0" err="1">
                <a:solidFill>
                  <a:schemeClr val="accent5"/>
                </a:solidFill>
              </a:rPr>
              <a:t>identified</a:t>
            </a:r>
            <a:endParaRPr lang="es-MX" sz="1000" b="0" noProof="0">
              <a:solidFill>
                <a:schemeClr val="accent5"/>
              </a:solidFill>
            </a:endParaRPr>
          </a:p>
        </p:txBody>
      </p:sp>
      <p:pic>
        <p:nvPicPr>
          <p:cNvPr id="5" name="Imagen 4" descr="Imagen que contiene Icono&#10;&#10;El contenido generado por IA puede ser incorrecto.">
            <a:extLst>
              <a:ext uri="{FF2B5EF4-FFF2-40B4-BE49-F238E27FC236}">
                <a16:creationId xmlns:a16="http://schemas.microsoft.com/office/drawing/2014/main" id="{7199E11D-0216-06F5-4B28-C7EE429A2A8C}"/>
              </a:ext>
            </a:extLst>
          </p:cNvPr>
          <p:cNvPicPr>
            <a:picLocks noChangeAspect="1"/>
          </p:cNvPicPr>
          <p:nvPr/>
        </p:nvPicPr>
        <p:blipFill>
          <a:blip r:embed="rId16"/>
          <a:stretch>
            <a:fillRect/>
          </a:stretch>
        </p:blipFill>
        <p:spPr>
          <a:xfrm>
            <a:off x="8738529" y="130779"/>
            <a:ext cx="297258" cy="419100"/>
          </a:xfrm>
          <a:prstGeom prst="rect">
            <a:avLst/>
          </a:prstGeom>
        </p:spPr>
      </p:pic>
      <p:sp>
        <p:nvSpPr>
          <p:cNvPr id="4" name="Rectángulo 3">
            <a:extLst>
              <a:ext uri="{FF2B5EF4-FFF2-40B4-BE49-F238E27FC236}">
                <a16:creationId xmlns:a16="http://schemas.microsoft.com/office/drawing/2014/main" id="{36EE69FD-1A69-E7F0-1A60-615A7E619156}"/>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Slide for Leaders</a:t>
            </a:r>
          </a:p>
        </p:txBody>
      </p:sp>
    </p:spTree>
    <p:extLst>
      <p:ext uri="{BB962C8B-B14F-4D97-AF65-F5344CB8AC3E}">
        <p14:creationId xmlns:p14="http://schemas.microsoft.com/office/powerpoint/2010/main" val="36349691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D3258-47FA-AD19-4BD8-D70825554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FBC0B-614F-8FB0-3E75-8DC3CFB50CC3}"/>
              </a:ext>
            </a:extLst>
          </p:cNvPr>
          <p:cNvSpPr>
            <a:spLocks noGrp="1"/>
          </p:cNvSpPr>
          <p:nvPr>
            <p:ph type="title"/>
          </p:nvPr>
        </p:nvSpPr>
        <p:spPr>
          <a:xfrm>
            <a:off x="327906" y="256203"/>
            <a:ext cx="8482014" cy="492443"/>
          </a:xfrm>
        </p:spPr>
        <p:txBody>
          <a:bodyPr/>
          <a:lstStyle/>
          <a:p>
            <a:pPr algn="ctr"/>
            <a:r>
              <a:rPr lang="es-MX" noProof="0"/>
              <a:t>Meeting System_x000B_Daily and weekly control to ensure continuous improvement</a:t>
            </a:r>
            <a:br>
              <a:rPr lang="es-MX" noProof="0"/>
            </a:br>
            <a:endParaRPr lang="es-MX" noProof="0">
              <a:solidFill>
                <a:schemeClr val="accent6"/>
              </a:solidFill>
            </a:endParaRPr>
          </a:p>
        </p:txBody>
      </p:sp>
      <p:sp>
        <p:nvSpPr>
          <p:cNvPr id="21" name="Rectángulo redondeado 1">
            <a:extLst>
              <a:ext uri="{FF2B5EF4-FFF2-40B4-BE49-F238E27FC236}">
                <a16:creationId xmlns:a16="http://schemas.microsoft.com/office/drawing/2014/main" id="{72F2AE2D-7395-9288-0912-0725CE2333D8}"/>
              </a:ext>
            </a:extLst>
          </p:cNvPr>
          <p:cNvSpPr/>
          <p:nvPr/>
        </p:nvSpPr>
        <p:spPr>
          <a:xfrm>
            <a:off x="3350344" y="2002984"/>
            <a:ext cx="2138513" cy="2567168"/>
          </a:xfrm>
          <a:prstGeom prst="roundRect">
            <a:avLst>
              <a:gd name="adj" fmla="val 8096"/>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noProof="0"/>
          </a:p>
        </p:txBody>
      </p:sp>
      <p:sp>
        <p:nvSpPr>
          <p:cNvPr id="23" name="CuadroTexto 22">
            <a:extLst>
              <a:ext uri="{FF2B5EF4-FFF2-40B4-BE49-F238E27FC236}">
                <a16:creationId xmlns:a16="http://schemas.microsoft.com/office/drawing/2014/main" id="{E046098D-A559-EC31-A8AA-71A7B82E6BBD}"/>
              </a:ext>
            </a:extLst>
          </p:cNvPr>
          <p:cNvSpPr txBox="1"/>
          <p:nvPr/>
        </p:nvSpPr>
        <p:spPr>
          <a:xfrm>
            <a:off x="3404110" y="2002984"/>
            <a:ext cx="1985997" cy="261610"/>
          </a:xfrm>
          <a:prstGeom prst="rect">
            <a:avLst/>
          </a:prstGeom>
          <a:noFill/>
        </p:spPr>
        <p:txBody>
          <a:bodyPr wrap="square" rtlCol="0">
            <a:spAutoFit/>
          </a:bodyPr>
          <a:lstStyle/>
          <a:p>
            <a:pPr algn="ctr"/>
            <a:r>
              <a:rPr lang="es-MX" sz="1100" b="1" noProof="0">
                <a:solidFill>
                  <a:schemeClr val="bg1"/>
                </a:solidFill>
              </a:rPr>
              <a:t>45 min</a:t>
            </a:r>
          </a:p>
        </p:txBody>
      </p:sp>
      <p:sp>
        <p:nvSpPr>
          <p:cNvPr id="24" name="Arrow: Left 13">
            <a:extLst>
              <a:ext uri="{FF2B5EF4-FFF2-40B4-BE49-F238E27FC236}">
                <a16:creationId xmlns:a16="http://schemas.microsoft.com/office/drawing/2014/main" id="{D672C549-B747-44FF-672C-FB1A84CCD076}"/>
              </a:ext>
            </a:extLst>
          </p:cNvPr>
          <p:cNvSpPr/>
          <p:nvPr/>
        </p:nvSpPr>
        <p:spPr>
          <a:xfrm>
            <a:off x="3350344" y="4622517"/>
            <a:ext cx="969818" cy="277860"/>
          </a:xfrm>
          <a:prstGeom prst="leftArrow">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noProof="0"/>
              <a:t>50% Past</a:t>
            </a:r>
          </a:p>
        </p:txBody>
      </p:sp>
      <p:sp>
        <p:nvSpPr>
          <p:cNvPr id="25" name="Arrow: Left 13">
            <a:extLst>
              <a:ext uri="{FF2B5EF4-FFF2-40B4-BE49-F238E27FC236}">
                <a16:creationId xmlns:a16="http://schemas.microsoft.com/office/drawing/2014/main" id="{C54F18D6-B85E-932A-CE9C-799D1CE0142D}"/>
              </a:ext>
            </a:extLst>
          </p:cNvPr>
          <p:cNvSpPr/>
          <p:nvPr/>
        </p:nvSpPr>
        <p:spPr>
          <a:xfrm flipH="1">
            <a:off x="4416513" y="4622517"/>
            <a:ext cx="1024390" cy="277860"/>
          </a:xfrm>
          <a:prstGeom prst="leftArrow">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noProof="0"/>
              <a:t>50% Future</a:t>
            </a:r>
          </a:p>
        </p:txBody>
      </p:sp>
      <p:sp>
        <p:nvSpPr>
          <p:cNvPr id="26" name="Rectangle: Rounded Corners 3">
            <a:extLst>
              <a:ext uri="{FF2B5EF4-FFF2-40B4-BE49-F238E27FC236}">
                <a16:creationId xmlns:a16="http://schemas.microsoft.com/office/drawing/2014/main" id="{A0DD6357-CBA7-3BB7-1088-E5B3C5DCBE03}"/>
              </a:ext>
            </a:extLst>
          </p:cNvPr>
          <p:cNvSpPr/>
          <p:nvPr/>
        </p:nvSpPr>
        <p:spPr>
          <a:xfrm>
            <a:off x="3476193" y="2260776"/>
            <a:ext cx="1886814" cy="2199022"/>
          </a:xfrm>
          <a:prstGeom prst="roundRect">
            <a:avLst>
              <a:gd name="adj" fmla="val 5884"/>
            </a:avLst>
          </a:prstGeom>
          <a:ln>
            <a:noFill/>
          </a:ln>
        </p:spPr>
        <p:style>
          <a:lnRef idx="2">
            <a:schemeClr val="accent1"/>
          </a:lnRef>
          <a:fillRef idx="1">
            <a:schemeClr val="lt1"/>
          </a:fillRef>
          <a:effectRef idx="0">
            <a:schemeClr val="accent1"/>
          </a:effectRef>
          <a:fontRef idx="minor">
            <a:schemeClr val="dk1"/>
          </a:fontRef>
        </p:style>
        <p:txBody>
          <a:bodyPr anchor="ctr"/>
          <a:lstStyle/>
          <a:p>
            <a:endParaRPr lang="es-MX" sz="1000" noProof="0">
              <a:solidFill>
                <a:schemeClr val="bg2">
                  <a:lumMod val="10000"/>
                </a:schemeClr>
              </a:solidFill>
            </a:endParaRPr>
          </a:p>
        </p:txBody>
      </p:sp>
      <p:sp>
        <p:nvSpPr>
          <p:cNvPr id="29" name="CuadroTexto 7">
            <a:extLst>
              <a:ext uri="{FF2B5EF4-FFF2-40B4-BE49-F238E27FC236}">
                <a16:creationId xmlns:a16="http://schemas.microsoft.com/office/drawing/2014/main" id="{B9852B16-A482-6C10-0D06-533D67121231}"/>
              </a:ext>
            </a:extLst>
          </p:cNvPr>
          <p:cNvSpPr txBox="1"/>
          <p:nvPr/>
        </p:nvSpPr>
        <p:spPr>
          <a:xfrm>
            <a:off x="4014539" y="2356195"/>
            <a:ext cx="1060533" cy="44627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Trends</a:t>
            </a:r>
          </a:p>
          <a:p>
            <a:pPr algn="just"/>
            <a:endParaRPr lang="es-MX" sz="1100" noProof="0">
              <a:solidFill>
                <a:schemeClr val="tx1"/>
              </a:solidFill>
            </a:endParaRPr>
          </a:p>
        </p:txBody>
      </p:sp>
      <p:sp>
        <p:nvSpPr>
          <p:cNvPr id="30" name="CuadroTexto 7">
            <a:extLst>
              <a:ext uri="{FF2B5EF4-FFF2-40B4-BE49-F238E27FC236}">
                <a16:creationId xmlns:a16="http://schemas.microsoft.com/office/drawing/2014/main" id="{2388DF69-1437-E019-919D-9AFE4D39E0E0}"/>
              </a:ext>
            </a:extLst>
          </p:cNvPr>
          <p:cNvSpPr txBox="1"/>
          <p:nvPr/>
        </p:nvSpPr>
        <p:spPr>
          <a:xfrm>
            <a:off x="4038516" y="2702771"/>
            <a:ext cx="1060533" cy="44627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Actions</a:t>
            </a:r>
          </a:p>
          <a:p>
            <a:pPr algn="just"/>
            <a:endParaRPr lang="es-MX" sz="1100" noProof="0">
              <a:solidFill>
                <a:schemeClr val="tx1"/>
              </a:solidFill>
            </a:endParaRPr>
          </a:p>
        </p:txBody>
      </p:sp>
      <p:sp>
        <p:nvSpPr>
          <p:cNvPr id="31" name="CuadroTexto 7">
            <a:extLst>
              <a:ext uri="{FF2B5EF4-FFF2-40B4-BE49-F238E27FC236}">
                <a16:creationId xmlns:a16="http://schemas.microsoft.com/office/drawing/2014/main" id="{D38F7A56-9B92-929E-02E3-481A5A6EC563}"/>
              </a:ext>
            </a:extLst>
          </p:cNvPr>
          <p:cNvSpPr txBox="1"/>
          <p:nvPr/>
        </p:nvSpPr>
        <p:spPr>
          <a:xfrm>
            <a:off x="4023078" y="3041345"/>
            <a:ext cx="1371392"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err="1">
                <a:solidFill>
                  <a:schemeClr val="accent6"/>
                </a:solidFill>
              </a:rPr>
              <a:t>Problem</a:t>
            </a:r>
            <a:r>
              <a:rPr lang="es-MX" sz="1100" b="1" noProof="0">
                <a:solidFill>
                  <a:schemeClr val="accent6"/>
                </a:solidFill>
              </a:rPr>
              <a:t> </a:t>
            </a:r>
            <a:r>
              <a:rPr lang="es-MX" sz="1100" b="1" noProof="0" err="1">
                <a:solidFill>
                  <a:schemeClr val="accent6"/>
                </a:solidFill>
              </a:rPr>
              <a:t>Solving</a:t>
            </a:r>
            <a:endParaRPr lang="es-MX" sz="1100" b="1" noProof="0">
              <a:solidFill>
                <a:schemeClr val="accent6"/>
              </a:solidFill>
            </a:endParaRPr>
          </a:p>
          <a:p>
            <a:pPr algn="just"/>
            <a:endParaRPr lang="es-MX" sz="1100" noProof="0">
              <a:solidFill>
                <a:schemeClr val="tx1"/>
              </a:solidFill>
            </a:endParaRPr>
          </a:p>
        </p:txBody>
      </p:sp>
      <p:sp>
        <p:nvSpPr>
          <p:cNvPr id="32" name="CuadroTexto 7">
            <a:extLst>
              <a:ext uri="{FF2B5EF4-FFF2-40B4-BE49-F238E27FC236}">
                <a16:creationId xmlns:a16="http://schemas.microsoft.com/office/drawing/2014/main" id="{98824249-580F-397F-67CF-5F0BFFA6D147}"/>
              </a:ext>
            </a:extLst>
          </p:cNvPr>
          <p:cNvSpPr txBox="1"/>
          <p:nvPr/>
        </p:nvSpPr>
        <p:spPr>
          <a:xfrm>
            <a:off x="4054540" y="3437823"/>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Initiatives</a:t>
            </a:r>
          </a:p>
        </p:txBody>
      </p:sp>
      <p:sp>
        <p:nvSpPr>
          <p:cNvPr id="33" name="CuadroTexto 7">
            <a:extLst>
              <a:ext uri="{FF2B5EF4-FFF2-40B4-BE49-F238E27FC236}">
                <a16:creationId xmlns:a16="http://schemas.microsoft.com/office/drawing/2014/main" id="{827FC442-FB2A-5E53-31B9-D64D43240201}"/>
              </a:ext>
            </a:extLst>
          </p:cNvPr>
          <p:cNvSpPr txBox="1"/>
          <p:nvPr/>
        </p:nvSpPr>
        <p:spPr>
          <a:xfrm>
            <a:off x="4069511" y="3774598"/>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Escalations</a:t>
            </a:r>
          </a:p>
        </p:txBody>
      </p:sp>
      <p:sp>
        <p:nvSpPr>
          <p:cNvPr id="34" name="CuadroTexto 7">
            <a:extLst>
              <a:ext uri="{FF2B5EF4-FFF2-40B4-BE49-F238E27FC236}">
                <a16:creationId xmlns:a16="http://schemas.microsoft.com/office/drawing/2014/main" id="{BA252AA8-63ED-AE10-174E-B1F19BAA232D}"/>
              </a:ext>
            </a:extLst>
          </p:cNvPr>
          <p:cNvSpPr txBox="1"/>
          <p:nvPr/>
        </p:nvSpPr>
        <p:spPr>
          <a:xfrm>
            <a:off x="4094025" y="4099687"/>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6S Plan</a:t>
            </a:r>
          </a:p>
        </p:txBody>
      </p:sp>
      <p:sp>
        <p:nvSpPr>
          <p:cNvPr id="35" name="Flecha: a la derecha 34">
            <a:extLst>
              <a:ext uri="{FF2B5EF4-FFF2-40B4-BE49-F238E27FC236}">
                <a16:creationId xmlns:a16="http://schemas.microsoft.com/office/drawing/2014/main" id="{3522A754-4C0A-539A-0AE6-B791BE6A1E2D}"/>
              </a:ext>
            </a:extLst>
          </p:cNvPr>
          <p:cNvSpPr/>
          <p:nvPr/>
        </p:nvSpPr>
        <p:spPr>
          <a:xfrm>
            <a:off x="2874480" y="3021191"/>
            <a:ext cx="389406" cy="307777"/>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6" name="Flecha: a la derecha 35">
            <a:extLst>
              <a:ext uri="{FF2B5EF4-FFF2-40B4-BE49-F238E27FC236}">
                <a16:creationId xmlns:a16="http://schemas.microsoft.com/office/drawing/2014/main" id="{6A8ACA49-F5DE-9A64-07BE-CC3934E47787}"/>
              </a:ext>
            </a:extLst>
          </p:cNvPr>
          <p:cNvSpPr/>
          <p:nvPr/>
        </p:nvSpPr>
        <p:spPr>
          <a:xfrm>
            <a:off x="5551660" y="2949011"/>
            <a:ext cx="389406" cy="307777"/>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38" name="Gráfico 37" descr="Tendencia al alza con relleno sólido">
            <a:extLst>
              <a:ext uri="{FF2B5EF4-FFF2-40B4-BE49-F238E27FC236}">
                <a16:creationId xmlns:a16="http://schemas.microsoft.com/office/drawing/2014/main" id="{832F8B27-2DF4-5968-2667-B090385A802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28449" y="2354786"/>
            <a:ext cx="308194" cy="308194"/>
          </a:xfrm>
          <a:prstGeom prst="rect">
            <a:avLst/>
          </a:prstGeom>
        </p:spPr>
      </p:pic>
      <p:pic>
        <p:nvPicPr>
          <p:cNvPr id="42" name="Gráfico 41" descr="Lista con relleno sólido">
            <a:extLst>
              <a:ext uri="{FF2B5EF4-FFF2-40B4-BE49-F238E27FC236}">
                <a16:creationId xmlns:a16="http://schemas.microsoft.com/office/drawing/2014/main" id="{A5F8FBA2-4042-144B-4AB9-53D190D56E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3419" y="2698204"/>
            <a:ext cx="308195" cy="308195"/>
          </a:xfrm>
          <a:prstGeom prst="rect">
            <a:avLst/>
          </a:prstGeom>
        </p:spPr>
      </p:pic>
      <p:pic>
        <p:nvPicPr>
          <p:cNvPr id="44" name="Gráfico 43" descr="Flecha arriba con relleno sólido">
            <a:extLst>
              <a:ext uri="{FF2B5EF4-FFF2-40B4-BE49-F238E27FC236}">
                <a16:creationId xmlns:a16="http://schemas.microsoft.com/office/drawing/2014/main" id="{9398D399-3C7E-1F4B-0EC9-E168818FA8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323530">
            <a:off x="3689402" y="3786370"/>
            <a:ext cx="270300" cy="270300"/>
          </a:xfrm>
          <a:prstGeom prst="rect">
            <a:avLst/>
          </a:prstGeom>
        </p:spPr>
      </p:pic>
      <p:pic>
        <p:nvPicPr>
          <p:cNvPr id="46" name="Gráfico 45" descr="Calendario con relleno sólido">
            <a:extLst>
              <a:ext uri="{FF2B5EF4-FFF2-40B4-BE49-F238E27FC236}">
                <a16:creationId xmlns:a16="http://schemas.microsoft.com/office/drawing/2014/main" id="{A414357F-42A1-A4E7-C179-F46D9F116BD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66369" y="4078245"/>
            <a:ext cx="325246" cy="325246"/>
          </a:xfrm>
          <a:prstGeom prst="rect">
            <a:avLst/>
          </a:prstGeom>
        </p:spPr>
      </p:pic>
      <p:pic>
        <p:nvPicPr>
          <p:cNvPr id="48" name="Gráfico 47" descr="Plano con relleno sólido">
            <a:extLst>
              <a:ext uri="{FF2B5EF4-FFF2-40B4-BE49-F238E27FC236}">
                <a16:creationId xmlns:a16="http://schemas.microsoft.com/office/drawing/2014/main" id="{2275DE31-B4CD-4F02-51BE-FF4BCB77A7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88285" y="3420235"/>
            <a:ext cx="291564" cy="291564"/>
          </a:xfrm>
          <a:prstGeom prst="rect">
            <a:avLst/>
          </a:prstGeom>
        </p:spPr>
      </p:pic>
      <p:pic>
        <p:nvPicPr>
          <p:cNvPr id="50" name="Gráfico 49" descr="Calendario giratorio con relleno sólido">
            <a:extLst>
              <a:ext uri="{FF2B5EF4-FFF2-40B4-BE49-F238E27FC236}">
                <a16:creationId xmlns:a16="http://schemas.microsoft.com/office/drawing/2014/main" id="{C31C55BA-6D9D-B574-946F-C37A497A302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56461" y="894906"/>
            <a:ext cx="644096" cy="644096"/>
          </a:xfrm>
          <a:prstGeom prst="rect">
            <a:avLst/>
          </a:prstGeom>
        </p:spPr>
      </p:pic>
      <p:sp>
        <p:nvSpPr>
          <p:cNvPr id="52" name="CuadroTexto 7">
            <a:extLst>
              <a:ext uri="{FF2B5EF4-FFF2-40B4-BE49-F238E27FC236}">
                <a16:creationId xmlns:a16="http://schemas.microsoft.com/office/drawing/2014/main" id="{099658CE-9C3D-FED3-B87B-C83E52D5D0D7}"/>
              </a:ext>
            </a:extLst>
          </p:cNvPr>
          <p:cNvSpPr txBox="1"/>
          <p:nvPr/>
        </p:nvSpPr>
        <p:spPr>
          <a:xfrm>
            <a:off x="886013" y="1441386"/>
            <a:ext cx="118499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Daily
Problem Capture</a:t>
            </a:r>
          </a:p>
          <a:p>
            <a:pPr algn="ctr"/>
            <a:endParaRPr lang="es-MX" sz="1100" noProof="0">
              <a:solidFill>
                <a:schemeClr val="tx1"/>
              </a:solidFill>
            </a:endParaRPr>
          </a:p>
        </p:txBody>
      </p:sp>
      <p:pic>
        <p:nvPicPr>
          <p:cNvPr id="54" name="Gráfico 53" descr="Marca de verificación con relleno sólido">
            <a:extLst>
              <a:ext uri="{FF2B5EF4-FFF2-40B4-BE49-F238E27FC236}">
                <a16:creationId xmlns:a16="http://schemas.microsoft.com/office/drawing/2014/main" id="{0EAE4479-5241-CFC3-2A24-8202FD8FB0A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63827" y="1169443"/>
            <a:ext cx="238186" cy="238186"/>
          </a:xfrm>
          <a:prstGeom prst="rect">
            <a:avLst/>
          </a:prstGeom>
        </p:spPr>
      </p:pic>
      <p:pic>
        <p:nvPicPr>
          <p:cNvPr id="56" name="Gráfico 55" descr="Reloj con relleno sólido">
            <a:extLst>
              <a:ext uri="{FF2B5EF4-FFF2-40B4-BE49-F238E27FC236}">
                <a16:creationId xmlns:a16="http://schemas.microsoft.com/office/drawing/2014/main" id="{FB0538F9-FF2D-20FF-1334-CCACF7D1393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30958" y="989719"/>
            <a:ext cx="551567" cy="551567"/>
          </a:xfrm>
          <a:prstGeom prst="rect">
            <a:avLst/>
          </a:prstGeom>
        </p:spPr>
      </p:pic>
      <p:sp>
        <p:nvSpPr>
          <p:cNvPr id="57" name="CuadroTexto 7">
            <a:extLst>
              <a:ext uri="{FF2B5EF4-FFF2-40B4-BE49-F238E27FC236}">
                <a16:creationId xmlns:a16="http://schemas.microsoft.com/office/drawing/2014/main" id="{D18DF646-3803-1497-C450-073572D80F39}"/>
              </a:ext>
            </a:extLst>
          </p:cNvPr>
          <p:cNvSpPr txBox="1"/>
          <p:nvPr/>
        </p:nvSpPr>
        <p:spPr>
          <a:xfrm>
            <a:off x="6497533" y="1511698"/>
            <a:ext cx="1760454"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Weekly Meeting
Prioritization and Team Assignment</a:t>
            </a:r>
          </a:p>
          <a:p>
            <a:pPr algn="ctr"/>
            <a:endParaRPr lang="es-MX" sz="1100" noProof="0">
              <a:solidFill>
                <a:schemeClr val="tx1"/>
              </a:solidFill>
            </a:endParaRPr>
          </a:p>
        </p:txBody>
      </p:sp>
      <p:sp>
        <p:nvSpPr>
          <p:cNvPr id="58" name="CuadroTexto 7">
            <a:extLst>
              <a:ext uri="{FF2B5EF4-FFF2-40B4-BE49-F238E27FC236}">
                <a16:creationId xmlns:a16="http://schemas.microsoft.com/office/drawing/2014/main" id="{DBAF8BAC-B58E-A996-FE56-105EC3F74B45}"/>
              </a:ext>
            </a:extLst>
          </p:cNvPr>
          <p:cNvSpPr txBox="1"/>
          <p:nvPr/>
        </p:nvSpPr>
        <p:spPr>
          <a:xfrm>
            <a:off x="3392791" y="1236861"/>
            <a:ext cx="200863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err="1">
                <a:solidFill>
                  <a:schemeClr val="accent5"/>
                </a:solidFill>
              </a:rPr>
              <a:t>Problem Solving
Part of the weekly meeting agenda</a:t>
            </a:r>
            <a:endParaRPr lang="es-MX" sz="1100" b="1" noProof="0">
              <a:solidFill>
                <a:schemeClr val="accent5"/>
              </a:solidFill>
            </a:endParaRPr>
          </a:p>
          <a:p>
            <a:pPr algn="ctr"/>
            <a:endParaRPr lang="es-MX" sz="1100" noProof="0">
              <a:solidFill>
                <a:schemeClr val="tx1"/>
              </a:solidFill>
            </a:endParaRPr>
          </a:p>
        </p:txBody>
      </p:sp>
      <p:pic>
        <p:nvPicPr>
          <p:cNvPr id="60" name="Imagen 59" descr="Logotipo&#10;&#10;El contenido generado por IA puede ser incorrecto.">
            <a:extLst>
              <a:ext uri="{FF2B5EF4-FFF2-40B4-BE49-F238E27FC236}">
                <a16:creationId xmlns:a16="http://schemas.microsoft.com/office/drawing/2014/main" id="{5A5C36F3-A137-1F45-D960-EA4BE8FDBEF1}"/>
              </a:ext>
            </a:extLst>
          </p:cNvPr>
          <p:cNvPicPr>
            <a:picLocks noChangeAspect="1"/>
          </p:cNvPicPr>
          <p:nvPr/>
        </p:nvPicPr>
        <p:blipFill>
          <a:blip r:embed="rId10"/>
          <a:srcRect b="35471"/>
          <a:stretch>
            <a:fillRect/>
          </a:stretch>
        </p:blipFill>
        <p:spPr>
          <a:xfrm>
            <a:off x="3561131" y="3016036"/>
            <a:ext cx="493409" cy="318388"/>
          </a:xfrm>
          <a:prstGeom prst="rect">
            <a:avLst/>
          </a:prstGeom>
        </p:spPr>
      </p:pic>
      <p:pic>
        <p:nvPicPr>
          <p:cNvPr id="5" name="Imagen 4" descr="Dibujo de una persona&#10;&#10;El contenido generado por IA puede ser incorrecto.">
            <a:extLst>
              <a:ext uri="{FF2B5EF4-FFF2-40B4-BE49-F238E27FC236}">
                <a16:creationId xmlns:a16="http://schemas.microsoft.com/office/drawing/2014/main" id="{C8D16244-3D11-BA9F-DD0F-F2A3665C4967}"/>
              </a:ext>
            </a:extLst>
          </p:cNvPr>
          <p:cNvPicPr>
            <a:picLocks noChangeAspect="1"/>
          </p:cNvPicPr>
          <p:nvPr/>
        </p:nvPicPr>
        <p:blipFill>
          <a:blip r:embed="rId11"/>
          <a:stretch>
            <a:fillRect/>
          </a:stretch>
        </p:blipFill>
        <p:spPr>
          <a:xfrm>
            <a:off x="8661417" y="109943"/>
            <a:ext cx="466952" cy="466952"/>
          </a:xfrm>
          <a:prstGeom prst="rect">
            <a:avLst/>
          </a:prstGeom>
        </p:spPr>
      </p:pic>
      <p:sp>
        <p:nvSpPr>
          <p:cNvPr id="13" name="Rectángulo: esquinas redondeadas 12">
            <a:extLst>
              <a:ext uri="{FF2B5EF4-FFF2-40B4-BE49-F238E27FC236}">
                <a16:creationId xmlns:a16="http://schemas.microsoft.com/office/drawing/2014/main" id="{2C911D39-6E21-F269-0AD8-C52CEE07AC1C}"/>
              </a:ext>
            </a:extLst>
          </p:cNvPr>
          <p:cNvSpPr/>
          <p:nvPr/>
        </p:nvSpPr>
        <p:spPr>
          <a:xfrm>
            <a:off x="382867" y="2138217"/>
            <a:ext cx="2296443" cy="2382026"/>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4" name="Imagen 13" descr="Código QR&#10;&#10;El contenido generado por IA puede ser incorrecto.">
            <a:extLst>
              <a:ext uri="{FF2B5EF4-FFF2-40B4-BE49-F238E27FC236}">
                <a16:creationId xmlns:a16="http://schemas.microsoft.com/office/drawing/2014/main" id="{7A058ED4-EC26-2567-62E8-0D871CDF9640}"/>
              </a:ext>
            </a:extLst>
          </p:cNvPr>
          <p:cNvPicPr>
            <a:picLocks noChangeAspect="1"/>
          </p:cNvPicPr>
          <p:nvPr/>
        </p:nvPicPr>
        <p:blipFill>
          <a:blip r:embed="rId12"/>
          <a:srcRect b="8975"/>
          <a:stretch>
            <a:fillRect/>
          </a:stretch>
        </p:blipFill>
        <p:spPr>
          <a:xfrm>
            <a:off x="647501" y="2338111"/>
            <a:ext cx="1757021" cy="1725188"/>
          </a:xfrm>
          <a:prstGeom prst="rect">
            <a:avLst/>
          </a:prstGeom>
        </p:spPr>
      </p:pic>
      <p:sp>
        <p:nvSpPr>
          <p:cNvPr id="15" name="CuadroTexto 7">
            <a:extLst>
              <a:ext uri="{FF2B5EF4-FFF2-40B4-BE49-F238E27FC236}">
                <a16:creationId xmlns:a16="http://schemas.microsoft.com/office/drawing/2014/main" id="{9C02E7A4-EBA3-91E0-904F-1C4468F7828B}"/>
              </a:ext>
            </a:extLst>
          </p:cNvPr>
          <p:cNvSpPr txBox="1"/>
          <p:nvPr/>
        </p:nvSpPr>
        <p:spPr>
          <a:xfrm>
            <a:off x="545650" y="4115501"/>
            <a:ext cx="1960722" cy="3693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900" b="1" noProof="0">
                <a:solidFill>
                  <a:schemeClr val="bg1"/>
                </a:solidFill>
              </a:rPr>
              <a:t>PROBLEM CAPTURE FORM</a:t>
            </a:r>
          </a:p>
        </p:txBody>
      </p:sp>
      <p:sp>
        <p:nvSpPr>
          <p:cNvPr id="19" name="Rectángulo: esquinas redondeadas 18">
            <a:extLst>
              <a:ext uri="{FF2B5EF4-FFF2-40B4-BE49-F238E27FC236}">
                <a16:creationId xmlns:a16="http://schemas.microsoft.com/office/drawing/2014/main" id="{161A33BD-7C91-D57C-079D-DD43D87A30FE}"/>
              </a:ext>
            </a:extLst>
          </p:cNvPr>
          <p:cNvSpPr/>
          <p:nvPr/>
        </p:nvSpPr>
        <p:spPr>
          <a:xfrm>
            <a:off x="6066769" y="2222226"/>
            <a:ext cx="2840019" cy="2436524"/>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20" name="Imagen 19" descr="Interfaz de usuario gráfica, Texto, Aplicación, Correo electrónico&#10;&#10;El contenido generado por IA puede ser incorrecto.">
            <a:extLst>
              <a:ext uri="{FF2B5EF4-FFF2-40B4-BE49-F238E27FC236}">
                <a16:creationId xmlns:a16="http://schemas.microsoft.com/office/drawing/2014/main" id="{73853346-7EF1-2908-CA81-A676343484F3}"/>
              </a:ext>
            </a:extLst>
          </p:cNvPr>
          <p:cNvPicPr>
            <a:picLocks noChangeAspect="1"/>
          </p:cNvPicPr>
          <p:nvPr/>
        </p:nvPicPr>
        <p:blipFill>
          <a:blip r:embed="rId13"/>
          <a:stretch>
            <a:fillRect/>
          </a:stretch>
        </p:blipFill>
        <p:spPr>
          <a:xfrm>
            <a:off x="6320678" y="2326260"/>
            <a:ext cx="2336842" cy="2222126"/>
          </a:xfrm>
          <a:prstGeom prst="rect">
            <a:avLst/>
          </a:prstGeom>
        </p:spPr>
      </p:pic>
      <p:sp>
        <p:nvSpPr>
          <p:cNvPr id="22" name="Rectángulo 21">
            <a:extLst>
              <a:ext uri="{FF2B5EF4-FFF2-40B4-BE49-F238E27FC236}">
                <a16:creationId xmlns:a16="http://schemas.microsoft.com/office/drawing/2014/main" id="{1F05B226-EBDC-14CC-6515-5888EE5AC5AD}"/>
              </a:ext>
            </a:extLst>
          </p:cNvPr>
          <p:cNvSpPr/>
          <p:nvPr/>
        </p:nvSpPr>
        <p:spPr>
          <a:xfrm>
            <a:off x="6346933" y="3803598"/>
            <a:ext cx="978487" cy="729647"/>
          </a:xfrm>
          <a:prstGeom prst="rect">
            <a:avLst/>
          </a:prstGeom>
          <a:noFill/>
          <a:ln w="19050" cap="rnd" cmpd="sng" algn="ctr">
            <a:solidFill>
              <a:srgbClr val="C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 name="Rectángulo 2">
            <a:extLst>
              <a:ext uri="{FF2B5EF4-FFF2-40B4-BE49-F238E27FC236}">
                <a16:creationId xmlns:a16="http://schemas.microsoft.com/office/drawing/2014/main" id="{A8A3A242-D803-B6EE-CA58-CE732147AD13}"/>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Slide for Leaders</a:t>
            </a:r>
          </a:p>
        </p:txBody>
      </p:sp>
    </p:spTree>
    <p:extLst>
      <p:ext uri="{BB962C8B-B14F-4D97-AF65-F5344CB8AC3E}">
        <p14:creationId xmlns:p14="http://schemas.microsoft.com/office/powerpoint/2010/main" val="1344579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7E97B-D2C0-7AE1-12D8-F5D63F995626}"/>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EA2BEFD9-1273-975F-EF67-580DFE1496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EA2BEFD9-1273-975F-EF67-580DFE1496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F315FA4A-9CA0-0AB5-6DB6-AE6D03AC0926}"/>
              </a:ext>
            </a:extLst>
          </p:cNvPr>
          <p:cNvSpPr>
            <a:spLocks noGrp="1"/>
          </p:cNvSpPr>
          <p:nvPr>
            <p:ph type="title"/>
          </p:nvPr>
        </p:nvSpPr>
        <p:spPr/>
        <p:txBody>
          <a:bodyPr vert="horz"/>
          <a:lstStyle/>
          <a:p>
            <a:r>
              <a:rPr lang="es-MX" noProof="0"/>
              <a:t>Alignment with Other Systems</a:t>
            </a:r>
          </a:p>
        </p:txBody>
      </p:sp>
      <p:sp>
        <p:nvSpPr>
          <p:cNvPr id="3" name="Hexágono 2">
            <a:extLst>
              <a:ext uri="{FF2B5EF4-FFF2-40B4-BE49-F238E27FC236}">
                <a16:creationId xmlns:a16="http://schemas.microsoft.com/office/drawing/2014/main" id="{6B9327DC-CCD3-62C9-BD42-FBA925BDBFEE}"/>
              </a:ext>
            </a:extLst>
          </p:cNvPr>
          <p:cNvSpPr/>
          <p:nvPr/>
        </p:nvSpPr>
        <p:spPr>
          <a:xfrm>
            <a:off x="3759366" y="1044748"/>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 name="Hexágono 3">
            <a:extLst>
              <a:ext uri="{FF2B5EF4-FFF2-40B4-BE49-F238E27FC236}">
                <a16:creationId xmlns:a16="http://schemas.microsoft.com/office/drawing/2014/main" id="{63B2ED6D-7EAC-8B27-2DA5-7408E8E77FD9}"/>
              </a:ext>
            </a:extLst>
          </p:cNvPr>
          <p:cNvSpPr/>
          <p:nvPr/>
        </p:nvSpPr>
        <p:spPr>
          <a:xfrm>
            <a:off x="3759366" y="2253155"/>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 name="Hexágono 4">
            <a:extLst>
              <a:ext uri="{FF2B5EF4-FFF2-40B4-BE49-F238E27FC236}">
                <a16:creationId xmlns:a16="http://schemas.microsoft.com/office/drawing/2014/main" id="{F1703821-BCCE-7602-6EFE-032F2799AFA5}"/>
              </a:ext>
            </a:extLst>
          </p:cNvPr>
          <p:cNvSpPr/>
          <p:nvPr/>
        </p:nvSpPr>
        <p:spPr>
          <a:xfrm>
            <a:off x="4889961" y="1642602"/>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6" name="Hexágono 5">
            <a:extLst>
              <a:ext uri="{FF2B5EF4-FFF2-40B4-BE49-F238E27FC236}">
                <a16:creationId xmlns:a16="http://schemas.microsoft.com/office/drawing/2014/main" id="{0FBAB456-B9BF-F3C8-F023-AE801D015C79}"/>
              </a:ext>
            </a:extLst>
          </p:cNvPr>
          <p:cNvSpPr/>
          <p:nvPr/>
        </p:nvSpPr>
        <p:spPr>
          <a:xfrm>
            <a:off x="4889961" y="2854864"/>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Hexágono 6">
            <a:extLst>
              <a:ext uri="{FF2B5EF4-FFF2-40B4-BE49-F238E27FC236}">
                <a16:creationId xmlns:a16="http://schemas.microsoft.com/office/drawing/2014/main" id="{D97A1638-1B9D-C4CC-7C50-8542A07E893F}"/>
              </a:ext>
            </a:extLst>
          </p:cNvPr>
          <p:cNvSpPr/>
          <p:nvPr/>
        </p:nvSpPr>
        <p:spPr>
          <a:xfrm>
            <a:off x="3753016" y="3463786"/>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8" name="Hexágono 7">
            <a:extLst>
              <a:ext uri="{FF2B5EF4-FFF2-40B4-BE49-F238E27FC236}">
                <a16:creationId xmlns:a16="http://schemas.microsoft.com/office/drawing/2014/main" id="{7DBEF8E8-8768-C85B-2C73-01D0E9D0F962}"/>
              </a:ext>
            </a:extLst>
          </p:cNvPr>
          <p:cNvSpPr/>
          <p:nvPr/>
        </p:nvSpPr>
        <p:spPr>
          <a:xfrm>
            <a:off x="2622537" y="2857388"/>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Hexágono 8">
            <a:extLst>
              <a:ext uri="{FF2B5EF4-FFF2-40B4-BE49-F238E27FC236}">
                <a16:creationId xmlns:a16="http://schemas.microsoft.com/office/drawing/2014/main" id="{D9E53BF8-85CA-4CD7-F620-D2BB8053B608}"/>
              </a:ext>
            </a:extLst>
          </p:cNvPr>
          <p:cNvSpPr/>
          <p:nvPr/>
        </p:nvSpPr>
        <p:spPr>
          <a:xfrm>
            <a:off x="2628771" y="1646221"/>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CuadroTexto 9">
            <a:extLst>
              <a:ext uri="{FF2B5EF4-FFF2-40B4-BE49-F238E27FC236}">
                <a16:creationId xmlns:a16="http://schemas.microsoft.com/office/drawing/2014/main" id="{ADC558A1-3922-1E43-0610-2BD8426887F0}"/>
              </a:ext>
            </a:extLst>
          </p:cNvPr>
          <p:cNvSpPr txBox="1"/>
          <p:nvPr/>
        </p:nvSpPr>
        <p:spPr>
          <a:xfrm>
            <a:off x="3876293" y="2929755"/>
            <a:ext cx="1151391" cy="461665"/>
          </a:xfrm>
          <a:prstGeom prst="rect">
            <a:avLst/>
          </a:prstGeom>
          <a:noFill/>
        </p:spPr>
        <p:txBody>
          <a:bodyPr wrap="square" rtlCol="0">
            <a:spAutoFit/>
          </a:bodyPr>
          <a:lstStyle/>
          <a:p>
            <a:pPr algn="ctr"/>
            <a:r>
              <a:rPr lang="es-MX" sz="1200" b="1" noProof="0" err="1">
                <a:solidFill>
                  <a:schemeClr val="accent5"/>
                </a:solidFill>
              </a:rPr>
              <a:t>Problem</a:t>
            </a:r>
            <a:r>
              <a:rPr lang="es-MX" sz="1200" b="1" noProof="0">
                <a:solidFill>
                  <a:schemeClr val="accent5"/>
                </a:solidFill>
              </a:rPr>
              <a:t> </a:t>
            </a:r>
            <a:r>
              <a:rPr lang="es-MX" sz="1200" b="1" noProof="0" err="1">
                <a:solidFill>
                  <a:schemeClr val="accent5"/>
                </a:solidFill>
              </a:rPr>
              <a:t>Solving</a:t>
            </a:r>
            <a:endParaRPr lang="es-MX" sz="1200" b="1" noProof="0">
              <a:solidFill>
                <a:schemeClr val="accent5"/>
              </a:solidFill>
            </a:endParaRPr>
          </a:p>
        </p:txBody>
      </p:sp>
      <p:sp>
        <p:nvSpPr>
          <p:cNvPr id="12" name="CuadroTexto 11">
            <a:extLst>
              <a:ext uri="{FF2B5EF4-FFF2-40B4-BE49-F238E27FC236}">
                <a16:creationId xmlns:a16="http://schemas.microsoft.com/office/drawing/2014/main" id="{6FFB40F8-67EC-80E3-A3D3-DA573E3628F4}"/>
              </a:ext>
            </a:extLst>
          </p:cNvPr>
          <p:cNvSpPr txBox="1"/>
          <p:nvPr/>
        </p:nvSpPr>
        <p:spPr>
          <a:xfrm>
            <a:off x="3889107" y="1644906"/>
            <a:ext cx="1151391" cy="461665"/>
          </a:xfrm>
          <a:prstGeom prst="rect">
            <a:avLst/>
          </a:prstGeom>
          <a:noFill/>
        </p:spPr>
        <p:txBody>
          <a:bodyPr wrap="square" rtlCol="0">
            <a:spAutoFit/>
          </a:bodyPr>
          <a:lstStyle/>
          <a:p>
            <a:pPr algn="ctr"/>
            <a:r>
              <a:rPr lang="es-MX" sz="1200" b="1" noProof="0" dirty="0">
                <a:solidFill>
                  <a:schemeClr val="accent5"/>
                </a:solidFill>
              </a:rPr>
              <a:t>Visual Management</a:t>
            </a:r>
          </a:p>
        </p:txBody>
      </p:sp>
      <p:sp>
        <p:nvSpPr>
          <p:cNvPr id="13" name="CuadroTexto 12">
            <a:extLst>
              <a:ext uri="{FF2B5EF4-FFF2-40B4-BE49-F238E27FC236}">
                <a16:creationId xmlns:a16="http://schemas.microsoft.com/office/drawing/2014/main" id="{C8546AED-EF40-9265-A4E7-A12DF95BBC77}"/>
              </a:ext>
            </a:extLst>
          </p:cNvPr>
          <p:cNvSpPr txBox="1"/>
          <p:nvPr/>
        </p:nvSpPr>
        <p:spPr>
          <a:xfrm>
            <a:off x="5013946" y="2512372"/>
            <a:ext cx="1151391" cy="276999"/>
          </a:xfrm>
          <a:prstGeom prst="rect">
            <a:avLst/>
          </a:prstGeom>
          <a:noFill/>
        </p:spPr>
        <p:txBody>
          <a:bodyPr wrap="square" rtlCol="0">
            <a:spAutoFit/>
          </a:bodyPr>
          <a:lstStyle/>
          <a:p>
            <a:pPr algn="ctr"/>
            <a:r>
              <a:rPr lang="es-MX" sz="1200" b="1" noProof="0">
                <a:solidFill>
                  <a:schemeClr val="accent5"/>
                </a:solidFill>
              </a:rPr>
              <a:t>Meetings</a:t>
            </a:r>
          </a:p>
        </p:txBody>
      </p:sp>
      <p:sp>
        <p:nvSpPr>
          <p:cNvPr id="14" name="CuadroTexto 13">
            <a:extLst>
              <a:ext uri="{FF2B5EF4-FFF2-40B4-BE49-F238E27FC236}">
                <a16:creationId xmlns:a16="http://schemas.microsoft.com/office/drawing/2014/main" id="{84D38E51-03FA-0BFA-C870-8467CC70232A}"/>
              </a:ext>
            </a:extLst>
          </p:cNvPr>
          <p:cNvSpPr txBox="1"/>
          <p:nvPr/>
        </p:nvSpPr>
        <p:spPr>
          <a:xfrm>
            <a:off x="5158641" y="3578680"/>
            <a:ext cx="893626" cy="461665"/>
          </a:xfrm>
          <a:prstGeom prst="rect">
            <a:avLst/>
          </a:prstGeom>
          <a:noFill/>
        </p:spPr>
        <p:txBody>
          <a:bodyPr wrap="square" rtlCol="0">
            <a:spAutoFit/>
          </a:bodyPr>
          <a:lstStyle/>
          <a:p>
            <a:pPr algn="ctr"/>
            <a:r>
              <a:rPr lang="es-MX" sz="1200" b="1" noProof="0" err="1">
                <a:solidFill>
                  <a:schemeClr val="accent5"/>
                </a:solidFill>
              </a:rPr>
              <a:t>Gemba Walk</a:t>
            </a:r>
            <a:endParaRPr lang="es-MX" sz="1200" b="1" noProof="0">
              <a:solidFill>
                <a:schemeClr val="accent5"/>
              </a:solidFill>
            </a:endParaRPr>
          </a:p>
        </p:txBody>
      </p:sp>
      <p:sp>
        <p:nvSpPr>
          <p:cNvPr id="15" name="CuadroTexto 14">
            <a:extLst>
              <a:ext uri="{FF2B5EF4-FFF2-40B4-BE49-F238E27FC236}">
                <a16:creationId xmlns:a16="http://schemas.microsoft.com/office/drawing/2014/main" id="{9E9C13A0-3698-4144-8D91-D8DDB639CE93}"/>
              </a:ext>
            </a:extLst>
          </p:cNvPr>
          <p:cNvSpPr txBox="1"/>
          <p:nvPr/>
        </p:nvSpPr>
        <p:spPr>
          <a:xfrm>
            <a:off x="3862555" y="4112713"/>
            <a:ext cx="1151391" cy="461665"/>
          </a:xfrm>
          <a:prstGeom prst="rect">
            <a:avLst/>
          </a:prstGeom>
          <a:noFill/>
        </p:spPr>
        <p:txBody>
          <a:bodyPr wrap="square" rtlCol="0">
            <a:spAutoFit/>
          </a:bodyPr>
          <a:lstStyle/>
          <a:p>
            <a:pPr algn="ctr"/>
            <a:r>
              <a:rPr lang="es-MX" sz="1200" b="1" noProof="0" dirty="0">
                <a:solidFill>
                  <a:schemeClr val="accent5"/>
                </a:solidFill>
              </a:rPr>
              <a:t>Performance Management</a:t>
            </a:r>
          </a:p>
        </p:txBody>
      </p:sp>
      <p:sp>
        <p:nvSpPr>
          <p:cNvPr id="17" name="CuadroTexto 16">
            <a:extLst>
              <a:ext uri="{FF2B5EF4-FFF2-40B4-BE49-F238E27FC236}">
                <a16:creationId xmlns:a16="http://schemas.microsoft.com/office/drawing/2014/main" id="{A8F37E40-B9EC-4252-19F9-EF4450A43207}"/>
              </a:ext>
            </a:extLst>
          </p:cNvPr>
          <p:cNvSpPr txBox="1"/>
          <p:nvPr/>
        </p:nvSpPr>
        <p:spPr>
          <a:xfrm>
            <a:off x="2751482" y="3578681"/>
            <a:ext cx="1151391" cy="461665"/>
          </a:xfrm>
          <a:prstGeom prst="rect">
            <a:avLst/>
          </a:prstGeom>
          <a:noFill/>
        </p:spPr>
        <p:txBody>
          <a:bodyPr wrap="square" rtlCol="0">
            <a:spAutoFit/>
          </a:bodyPr>
          <a:lstStyle/>
          <a:p>
            <a:pPr algn="ctr"/>
            <a:r>
              <a:rPr lang="es-MX" sz="1200" b="1" noProof="0" err="1">
                <a:solidFill>
                  <a:schemeClr val="accent5"/>
                </a:solidFill>
              </a:rPr>
              <a:t>Hoshin
Kanri</a:t>
            </a:r>
          </a:p>
          <a:p>
            <a:pPr algn="ctr"/>
            <a:endParaRPr lang="es-MX" sz="1200" b="1" noProof="0" err="1">
              <a:solidFill>
                <a:schemeClr val="accent5"/>
              </a:solidFill>
            </a:endParaRPr>
          </a:p>
        </p:txBody>
      </p:sp>
      <p:sp>
        <p:nvSpPr>
          <p:cNvPr id="19" name="CuadroTexto 18">
            <a:extLst>
              <a:ext uri="{FF2B5EF4-FFF2-40B4-BE49-F238E27FC236}">
                <a16:creationId xmlns:a16="http://schemas.microsoft.com/office/drawing/2014/main" id="{34A80E60-1371-8D83-45A3-C189187B72E7}"/>
              </a:ext>
            </a:extLst>
          </p:cNvPr>
          <p:cNvSpPr txBox="1"/>
          <p:nvPr/>
        </p:nvSpPr>
        <p:spPr>
          <a:xfrm>
            <a:off x="2751482" y="2549097"/>
            <a:ext cx="1151391" cy="276999"/>
          </a:xfrm>
          <a:prstGeom prst="rect">
            <a:avLst/>
          </a:prstGeom>
          <a:noFill/>
        </p:spPr>
        <p:txBody>
          <a:bodyPr wrap="square" rtlCol="0">
            <a:spAutoFit/>
          </a:bodyPr>
          <a:lstStyle/>
          <a:p>
            <a:pPr algn="ctr"/>
            <a:r>
              <a:rPr lang="es-MX" sz="1200" b="1" noProof="0">
                <a:solidFill>
                  <a:schemeClr val="accent5"/>
                </a:solidFill>
              </a:rPr>
              <a:t>6S</a:t>
            </a:r>
          </a:p>
        </p:txBody>
      </p:sp>
      <p:pic>
        <p:nvPicPr>
          <p:cNvPr id="21" name="Imagen 20" descr="Logotipo&#10;&#10;El contenido generado por IA puede ser incorrecto.">
            <a:extLst>
              <a:ext uri="{FF2B5EF4-FFF2-40B4-BE49-F238E27FC236}">
                <a16:creationId xmlns:a16="http://schemas.microsoft.com/office/drawing/2014/main" id="{02C8EA80-4D78-5CA6-B7F1-8F1860C42501}"/>
              </a:ext>
            </a:extLst>
          </p:cNvPr>
          <p:cNvPicPr>
            <a:picLocks noChangeAspect="1"/>
          </p:cNvPicPr>
          <p:nvPr/>
        </p:nvPicPr>
        <p:blipFill>
          <a:blip r:embed="rId6"/>
          <a:srcRect b="35471"/>
          <a:stretch>
            <a:fillRect/>
          </a:stretch>
        </p:blipFill>
        <p:spPr>
          <a:xfrm>
            <a:off x="3998456" y="2347779"/>
            <a:ext cx="923139" cy="595685"/>
          </a:xfrm>
          <a:prstGeom prst="rect">
            <a:avLst/>
          </a:prstGeom>
        </p:spPr>
      </p:pic>
      <p:pic>
        <p:nvPicPr>
          <p:cNvPr id="23" name="Gráfico 22" descr="Pizarra con relleno sólido">
            <a:extLst>
              <a:ext uri="{FF2B5EF4-FFF2-40B4-BE49-F238E27FC236}">
                <a16:creationId xmlns:a16="http://schemas.microsoft.com/office/drawing/2014/main" id="{AF9A2C39-8792-7D4D-B53C-3FCBB2DE2CA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65249" y="1178561"/>
            <a:ext cx="626638" cy="626638"/>
          </a:xfrm>
          <a:prstGeom prst="rect">
            <a:avLst/>
          </a:prstGeom>
        </p:spPr>
      </p:pic>
      <p:pic>
        <p:nvPicPr>
          <p:cNvPr id="25" name="Gráfico 24" descr="Reunión con relleno sólido">
            <a:extLst>
              <a:ext uri="{FF2B5EF4-FFF2-40B4-BE49-F238E27FC236}">
                <a16:creationId xmlns:a16="http://schemas.microsoft.com/office/drawing/2014/main" id="{46B1AC12-3A3E-3CBB-EA71-0559AAD12D2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67954" y="1923975"/>
            <a:ext cx="600664" cy="600664"/>
          </a:xfrm>
          <a:prstGeom prst="rect">
            <a:avLst/>
          </a:prstGeom>
        </p:spPr>
      </p:pic>
      <p:pic>
        <p:nvPicPr>
          <p:cNvPr id="27" name="Gráfico 26" descr="Huellas de zapatos con relleno sólido">
            <a:extLst>
              <a:ext uri="{FF2B5EF4-FFF2-40B4-BE49-F238E27FC236}">
                <a16:creationId xmlns:a16="http://schemas.microsoft.com/office/drawing/2014/main" id="{6AAC8BA0-240E-A430-FE03-26CF3AF3547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15861" y="2943464"/>
            <a:ext cx="687769" cy="687769"/>
          </a:xfrm>
          <a:prstGeom prst="rect">
            <a:avLst/>
          </a:prstGeom>
        </p:spPr>
      </p:pic>
      <p:pic>
        <p:nvPicPr>
          <p:cNvPr id="29" name="Gráfico 28" descr="Gráfico de barras con relleno sólido">
            <a:extLst>
              <a:ext uri="{FF2B5EF4-FFF2-40B4-BE49-F238E27FC236}">
                <a16:creationId xmlns:a16="http://schemas.microsoft.com/office/drawing/2014/main" id="{00F63829-F010-3A32-012F-A8FE45B7DA5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133997" y="3578681"/>
            <a:ext cx="661613" cy="661613"/>
          </a:xfrm>
          <a:prstGeom prst="rect">
            <a:avLst/>
          </a:prstGeom>
        </p:spPr>
      </p:pic>
      <p:pic>
        <p:nvPicPr>
          <p:cNvPr id="31" name="Gráfico 30" descr="Cuaderno de estrategias con relleno sólido">
            <a:extLst>
              <a:ext uri="{FF2B5EF4-FFF2-40B4-BE49-F238E27FC236}">
                <a16:creationId xmlns:a16="http://schemas.microsoft.com/office/drawing/2014/main" id="{B1D7F90A-5C9B-89C9-D35F-ACD7FE88373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970779" y="3008759"/>
            <a:ext cx="685670" cy="685670"/>
          </a:xfrm>
          <a:prstGeom prst="rect">
            <a:avLst/>
          </a:prstGeom>
        </p:spPr>
      </p:pic>
      <p:pic>
        <p:nvPicPr>
          <p:cNvPr id="33" name="Gráfico 32" descr="Cubo y fregona con relleno sólido">
            <a:extLst>
              <a:ext uri="{FF2B5EF4-FFF2-40B4-BE49-F238E27FC236}">
                <a16:creationId xmlns:a16="http://schemas.microsoft.com/office/drawing/2014/main" id="{1CB22DCF-D7B7-60F0-6C93-4CAD42B6E2D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955154" y="1842930"/>
            <a:ext cx="630481" cy="630481"/>
          </a:xfrm>
          <a:prstGeom prst="rect">
            <a:avLst/>
          </a:prstGeom>
        </p:spPr>
      </p:pic>
      <p:pic>
        <p:nvPicPr>
          <p:cNvPr id="11" name="Imagen 10" descr="Imagen que contiene Icono&#10;&#10;El contenido generado por IA puede ser incorrecto.">
            <a:extLst>
              <a:ext uri="{FF2B5EF4-FFF2-40B4-BE49-F238E27FC236}">
                <a16:creationId xmlns:a16="http://schemas.microsoft.com/office/drawing/2014/main" id="{5412E0D4-22D8-79A7-9C79-2EB90835A27F}"/>
              </a:ext>
            </a:extLst>
          </p:cNvPr>
          <p:cNvPicPr>
            <a:picLocks noChangeAspect="1"/>
          </p:cNvPicPr>
          <p:nvPr/>
        </p:nvPicPr>
        <p:blipFill>
          <a:blip r:embed="rId13"/>
          <a:stretch>
            <a:fillRect/>
          </a:stretch>
        </p:blipFill>
        <p:spPr>
          <a:xfrm>
            <a:off x="8738529" y="130779"/>
            <a:ext cx="297258" cy="419100"/>
          </a:xfrm>
          <a:prstGeom prst="rect">
            <a:avLst/>
          </a:prstGeom>
        </p:spPr>
      </p:pic>
    </p:spTree>
    <p:extLst>
      <p:ext uri="{BB962C8B-B14F-4D97-AF65-F5344CB8AC3E}">
        <p14:creationId xmlns:p14="http://schemas.microsoft.com/office/powerpoint/2010/main" val="2365799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7" grpId="0"/>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DDF77-8494-794B-BB83-EE79BD104A4B}"/>
            </a:ext>
          </a:extLst>
        </p:cNvPr>
        <p:cNvGrpSpPr/>
        <p:nvPr/>
      </p:nvGrpSpPr>
      <p:grpSpPr>
        <a:xfrm>
          <a:off x="0" y="0"/>
          <a:ext cx="0" cy="0"/>
          <a:chOff x="0" y="0"/>
          <a:chExt cx="0" cy="0"/>
        </a:xfrm>
      </p:grpSpPr>
      <p:sp>
        <p:nvSpPr>
          <p:cNvPr id="29" name="Rectángulo: esquinas redondeadas 28">
            <a:extLst>
              <a:ext uri="{FF2B5EF4-FFF2-40B4-BE49-F238E27FC236}">
                <a16:creationId xmlns:a16="http://schemas.microsoft.com/office/drawing/2014/main" id="{DC1B4B33-4AE7-9181-4A69-2750F2AA1D04}"/>
              </a:ext>
            </a:extLst>
          </p:cNvPr>
          <p:cNvSpPr/>
          <p:nvPr/>
        </p:nvSpPr>
        <p:spPr>
          <a:xfrm>
            <a:off x="1364776" y="757451"/>
            <a:ext cx="6516806" cy="3745031"/>
          </a:xfrm>
          <a:prstGeom prst="roundRect">
            <a:avLst>
              <a:gd name="adj" fmla="val 4176"/>
            </a:avLst>
          </a:prstGeom>
          <a:solidFill>
            <a:schemeClr val="bg1"/>
          </a:solidFill>
          <a:ln w="9525" cap="rnd"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5" name="Imagen 4" descr="Dibujo de una persona&#10;&#10;El contenido generado por IA puede ser incorrecto.">
            <a:extLst>
              <a:ext uri="{FF2B5EF4-FFF2-40B4-BE49-F238E27FC236}">
                <a16:creationId xmlns:a16="http://schemas.microsoft.com/office/drawing/2014/main" id="{124DFB62-CAAC-A4CF-580E-0DA4B4CD1429}"/>
              </a:ext>
            </a:extLst>
          </p:cNvPr>
          <p:cNvPicPr>
            <a:picLocks noChangeAspect="1"/>
          </p:cNvPicPr>
          <p:nvPr/>
        </p:nvPicPr>
        <p:blipFill>
          <a:blip r:embed="rId3"/>
          <a:stretch>
            <a:fillRect/>
          </a:stretch>
        </p:blipFill>
        <p:spPr>
          <a:xfrm>
            <a:off x="8661417" y="109943"/>
            <a:ext cx="466952" cy="466952"/>
          </a:xfrm>
          <a:prstGeom prst="rect">
            <a:avLst/>
          </a:prstGeom>
        </p:spPr>
      </p:pic>
      <p:pic>
        <p:nvPicPr>
          <p:cNvPr id="4" name="Elementos multimedia en línea 3" title="How to do Gemba Walk - A Step by Step Guide">
            <a:hlinkClick r:id="" action="ppaction://media"/>
            <a:extLst>
              <a:ext uri="{FF2B5EF4-FFF2-40B4-BE49-F238E27FC236}">
                <a16:creationId xmlns:a16="http://schemas.microsoft.com/office/drawing/2014/main" id="{10D4547F-1ED2-4844-66D1-72A3E14F3561}"/>
              </a:ext>
            </a:extLst>
          </p:cNvPr>
          <p:cNvPicPr>
            <a:picLocks noRot="1" noChangeAspect="1"/>
          </p:cNvPicPr>
          <p:nvPr>
            <a:videoFile r:link="rId1"/>
          </p:nvPr>
        </p:nvPicPr>
        <p:blipFill>
          <a:blip r:embed="rId4"/>
          <a:stretch>
            <a:fillRect/>
          </a:stretch>
        </p:blipFill>
        <p:spPr>
          <a:xfrm>
            <a:off x="1441188" y="848533"/>
            <a:ext cx="6338036" cy="3580686"/>
          </a:xfrm>
          <a:prstGeom prst="rect">
            <a:avLst/>
          </a:prstGeom>
        </p:spPr>
      </p:pic>
    </p:spTree>
    <p:extLst>
      <p:ext uri="{BB962C8B-B14F-4D97-AF65-F5344CB8AC3E}">
        <p14:creationId xmlns:p14="http://schemas.microsoft.com/office/powerpoint/2010/main" val="1911858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AE451-13A2-21C6-DC93-125621483CF3}"/>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7ABEA707-AE44-1B87-5273-93D490CD28D5}"/>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41ECEE84-40B7-5F83-D873-17154D02E85F}"/>
              </a:ext>
            </a:extLst>
          </p:cNvPr>
          <p:cNvSpPr/>
          <p:nvPr/>
        </p:nvSpPr>
        <p:spPr>
          <a:xfrm>
            <a:off x="3623397" y="1591464"/>
            <a:ext cx="1879473" cy="1834121"/>
          </a:xfrm>
          <a:prstGeom prst="roundRect">
            <a:avLst>
              <a:gd name="adj" fmla="val 4761"/>
            </a:avLst>
          </a:prstGeom>
          <a:solidFill>
            <a:srgbClr val="324151"/>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9734EA5E-9A71-D9A6-7DF8-73D73A8F5C59}"/>
              </a:ext>
            </a:extLst>
          </p:cNvPr>
          <p:cNvSpPr/>
          <p:nvPr/>
        </p:nvSpPr>
        <p:spPr>
          <a:xfrm>
            <a:off x="2380019" y="3777355"/>
            <a:ext cx="4383961" cy="105272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DC191382-6671-87AF-8C47-7611B7A95D36}"/>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FBBD88AE-3F4E-6E52-CB42-8A9105AE4FD4}"/>
              </a:ext>
            </a:extLst>
          </p:cNvPr>
          <p:cNvSpPr>
            <a:spLocks noGrp="1"/>
          </p:cNvSpPr>
          <p:nvPr>
            <p:ph type="title"/>
          </p:nvPr>
        </p:nvSpPr>
        <p:spPr>
          <a:xfrm>
            <a:off x="330993" y="313420"/>
            <a:ext cx="8482014" cy="307777"/>
          </a:xfrm>
        </p:spPr>
        <p:txBody>
          <a:bodyPr/>
          <a:lstStyle/>
          <a:p>
            <a:pPr algn="ctr"/>
            <a:r>
              <a:rPr lang="es-MX" noProof="0" dirty="0"/>
              <a:t>Activity 2</a:t>
            </a:r>
          </a:p>
        </p:txBody>
      </p:sp>
      <p:sp>
        <p:nvSpPr>
          <p:cNvPr id="3" name="CuadroTexto 7">
            <a:extLst>
              <a:ext uri="{FF2B5EF4-FFF2-40B4-BE49-F238E27FC236}">
                <a16:creationId xmlns:a16="http://schemas.microsoft.com/office/drawing/2014/main" id="{0B9E03B8-4D7F-9A63-8099-F57F13FEA92F}"/>
              </a:ext>
            </a:extLst>
          </p:cNvPr>
          <p:cNvSpPr txBox="1"/>
          <p:nvPr/>
        </p:nvSpPr>
        <p:spPr>
          <a:xfrm>
            <a:off x="2950775" y="596705"/>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Hunting for Problems</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8" name="Title 1">
            <a:extLst>
              <a:ext uri="{FF2B5EF4-FFF2-40B4-BE49-F238E27FC236}">
                <a16:creationId xmlns:a16="http://schemas.microsoft.com/office/drawing/2014/main" id="{4FF0FC81-41D6-D125-2375-E4DD34128F3B}"/>
              </a:ext>
            </a:extLst>
          </p:cNvPr>
          <p:cNvSpPr txBox="1">
            <a:spLocks/>
          </p:cNvSpPr>
          <p:nvPr/>
        </p:nvSpPr>
        <p:spPr>
          <a:xfrm>
            <a:off x="1392461" y="2802821"/>
            <a:ext cx="96860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Pair Activity</a:t>
            </a:r>
            <a:endParaRPr lang="es-MX" sz="1400" b="0" noProof="0">
              <a:solidFill>
                <a:schemeClr val="bg1"/>
              </a:solidFill>
            </a:endParaRPr>
          </a:p>
        </p:txBody>
      </p:sp>
      <p:sp>
        <p:nvSpPr>
          <p:cNvPr id="19" name="Title 1">
            <a:extLst>
              <a:ext uri="{FF2B5EF4-FFF2-40B4-BE49-F238E27FC236}">
                <a16:creationId xmlns:a16="http://schemas.microsoft.com/office/drawing/2014/main" id="{C716E719-80F5-F891-20A1-E6B63EB45EC9}"/>
              </a:ext>
            </a:extLst>
          </p:cNvPr>
          <p:cNvSpPr txBox="1">
            <a:spLocks/>
          </p:cNvSpPr>
          <p:nvPr/>
        </p:nvSpPr>
        <p:spPr>
          <a:xfrm>
            <a:off x="6587276" y="3010982"/>
            <a:ext cx="136515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Guide Form</a:t>
            </a:r>
            <a:endParaRPr lang="es-MX" sz="1400" b="0" noProof="0">
              <a:solidFill>
                <a:schemeClr val="bg1"/>
              </a:solidFill>
            </a:endParaRPr>
          </a:p>
        </p:txBody>
      </p:sp>
      <p:pic>
        <p:nvPicPr>
          <p:cNvPr id="5" name="Imagen 4" descr="Dibujo de una persona&#10;&#10;El contenido generado por IA puede ser incorrecto.">
            <a:extLst>
              <a:ext uri="{FF2B5EF4-FFF2-40B4-BE49-F238E27FC236}">
                <a16:creationId xmlns:a16="http://schemas.microsoft.com/office/drawing/2014/main" id="{998F5ACF-5ECD-AC89-F789-1F971DA175C0}"/>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2432CFD7-45C7-69FB-5039-9B6E54245170}"/>
              </a:ext>
            </a:extLst>
          </p:cNvPr>
          <p:cNvSpPr txBox="1">
            <a:spLocks/>
          </p:cNvSpPr>
          <p:nvPr/>
        </p:nvSpPr>
        <p:spPr>
          <a:xfrm>
            <a:off x="3640472" y="3018264"/>
            <a:ext cx="196102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GEMBA</a:t>
            </a:r>
          </a:p>
        </p:txBody>
      </p:sp>
      <p:pic>
        <p:nvPicPr>
          <p:cNvPr id="8" name="Gráfico 7" descr="Huellas de zapatos con relleno sólido">
            <a:extLst>
              <a:ext uri="{FF2B5EF4-FFF2-40B4-BE49-F238E27FC236}">
                <a16:creationId xmlns:a16="http://schemas.microsoft.com/office/drawing/2014/main" id="{AE533421-54EF-1165-636D-61F55EBC8B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68719" y="1683079"/>
            <a:ext cx="1236289" cy="1236289"/>
          </a:xfrm>
          <a:prstGeom prst="rect">
            <a:avLst/>
          </a:prstGeom>
        </p:spPr>
      </p:pic>
      <p:pic>
        <p:nvPicPr>
          <p:cNvPr id="12" name="Gráfico 11" descr="Perfil de hombre con relleno sólido">
            <a:extLst>
              <a:ext uri="{FF2B5EF4-FFF2-40B4-BE49-F238E27FC236}">
                <a16:creationId xmlns:a16="http://schemas.microsoft.com/office/drawing/2014/main" id="{3AF191F9-2EF5-A4B1-7B5D-57A5E21B77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436" y="1665521"/>
            <a:ext cx="1102058" cy="1102058"/>
          </a:xfrm>
          <a:prstGeom prst="rect">
            <a:avLst/>
          </a:prstGeom>
        </p:spPr>
      </p:pic>
      <p:sp>
        <p:nvSpPr>
          <p:cNvPr id="25" name="CuadroTexto 7">
            <a:extLst>
              <a:ext uri="{FF2B5EF4-FFF2-40B4-BE49-F238E27FC236}">
                <a16:creationId xmlns:a16="http://schemas.microsoft.com/office/drawing/2014/main" id="{55B77517-B1E1-01FA-3CAE-F176EEF0962B}"/>
              </a:ext>
            </a:extLst>
          </p:cNvPr>
          <p:cNvSpPr txBox="1"/>
          <p:nvPr/>
        </p:nvSpPr>
        <p:spPr>
          <a:xfrm>
            <a:off x="2435799" y="3852419"/>
            <a:ext cx="4244510"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Entregable:</a:t>
            </a:r>
          </a:p>
          <a:p>
            <a:pPr algn="ctr"/>
            <a:r>
              <a:rPr lang="es-MX" sz="1100" noProof="0">
                <a:solidFill>
                  <a:schemeClr val="bg1"/>
                </a:solidFill>
              </a:rPr>
              <a:t>Present your observations in the next session using your preferred format (PowerPoint, Word, image, etc.). The problem collected will be the first step of the final project.</a:t>
            </a:r>
          </a:p>
        </p:txBody>
      </p:sp>
      <p:pic>
        <p:nvPicPr>
          <p:cNvPr id="27" name="Gráfico 26" descr="Perfil de hombre con relleno sólido">
            <a:extLst>
              <a:ext uri="{FF2B5EF4-FFF2-40B4-BE49-F238E27FC236}">
                <a16:creationId xmlns:a16="http://schemas.microsoft.com/office/drawing/2014/main" id="{A05ED4AC-05F3-97DD-93DC-9F58D891A0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8877" y="1665521"/>
            <a:ext cx="1102058" cy="1102058"/>
          </a:xfrm>
          <a:prstGeom prst="rect">
            <a:avLst/>
          </a:prstGeom>
        </p:spPr>
      </p:pic>
      <p:pic>
        <p:nvPicPr>
          <p:cNvPr id="7" name="Gráfico 6" descr="Documento con relleno sólido">
            <a:extLst>
              <a:ext uri="{FF2B5EF4-FFF2-40B4-BE49-F238E27FC236}">
                <a16:creationId xmlns:a16="http://schemas.microsoft.com/office/drawing/2014/main" id="{D9A34C50-12E6-5943-5FF6-A08390E1C6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9964" y="1795866"/>
            <a:ext cx="1139777" cy="1139777"/>
          </a:xfrm>
          <a:prstGeom prst="rect">
            <a:avLst/>
          </a:prstGeom>
        </p:spPr>
      </p:pic>
      <p:sp>
        <p:nvSpPr>
          <p:cNvPr id="9" name="CuadroTexto 8">
            <a:extLst>
              <a:ext uri="{FF2B5EF4-FFF2-40B4-BE49-F238E27FC236}">
                <a16:creationId xmlns:a16="http://schemas.microsoft.com/office/drawing/2014/main" id="{4B27A9EB-AC1A-3EDE-B360-CDA5CF8626EA}"/>
              </a:ext>
            </a:extLst>
          </p:cNvPr>
          <p:cNvSpPr txBox="1"/>
          <p:nvPr/>
        </p:nvSpPr>
        <p:spPr>
          <a:xfrm>
            <a:off x="330993" y="4136147"/>
            <a:ext cx="1622313" cy="30008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6">
                  <a:extLst>
                    <a:ext uri="{A12FA001-AC4F-418D-AE19-62706E023703}">
                      <ahyp:hlinkClr xmlns:ahyp="http://schemas.microsoft.com/office/drawing/2018/hyperlinkcolor" val="tx"/>
                    </a:ext>
                  </a:extLst>
                </a:hlinkClick>
              </a:rPr>
              <a:t>Formulario </a:t>
            </a:r>
            <a:r>
              <a:rPr lang="es-MX" noProof="0" err="1">
                <a:solidFill>
                  <a:schemeClr val="accent6"/>
                </a:solidFill>
                <a:hlinkClick r:id="rId6">
                  <a:extLst>
                    <a:ext uri="{A12FA001-AC4F-418D-AE19-62706E023703}">
                      <ahyp:hlinkClr xmlns:ahyp="http://schemas.microsoft.com/office/drawing/2018/hyperlinkcolor" val="tx"/>
                    </a:ext>
                  </a:extLst>
                </a:hlinkClick>
              </a:rPr>
              <a:t>Genba</a:t>
            </a:r>
            <a:r>
              <a:rPr lang="es-MX" noProof="0">
                <a:solidFill>
                  <a:schemeClr val="accent6"/>
                </a:solidFill>
                <a:hlinkClick r:id="rId6">
                  <a:extLst>
                    <a:ext uri="{A12FA001-AC4F-418D-AE19-62706E023703}">
                      <ahyp:hlinkClr xmlns:ahyp="http://schemas.microsoft.com/office/drawing/2018/hyperlinkcolor" val="tx"/>
                    </a:ext>
                  </a:extLst>
                </a:hlinkClick>
              </a:rPr>
              <a:t>.</a:t>
            </a:r>
            <a:endParaRPr lang="es-MX" noProof="0">
              <a:solidFill>
                <a:schemeClr val="accent6"/>
              </a:solidFill>
            </a:endParaRPr>
          </a:p>
        </p:txBody>
      </p:sp>
      <p:pic>
        <p:nvPicPr>
          <p:cNvPr id="13" name="Gráfico 12" descr="Cursor con relleno sólido">
            <a:extLst>
              <a:ext uri="{FF2B5EF4-FFF2-40B4-BE49-F238E27FC236}">
                <a16:creationId xmlns:a16="http://schemas.microsoft.com/office/drawing/2014/main" id="{EDD8EA69-D687-4605-74BB-E5E88AC22E1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34764" y="4364163"/>
            <a:ext cx="515394" cy="515394"/>
          </a:xfrm>
          <a:prstGeom prst="rect">
            <a:avLst/>
          </a:prstGeom>
        </p:spPr>
      </p:pic>
    </p:spTree>
    <p:extLst>
      <p:ext uri="{BB962C8B-B14F-4D97-AF65-F5344CB8AC3E}">
        <p14:creationId xmlns:p14="http://schemas.microsoft.com/office/powerpoint/2010/main" val="4060681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E52F3-4138-20BF-E668-D6D83BAC5BD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7DB91DA-F797-41D2-1780-D896BC93C92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D7DB91DA-F797-41D2-1780-D896BC93C92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113A0DF-54D3-CE8C-747D-EC5446235408}"/>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86DA764D-9BCE-A7C0-E7FD-28B185D78295}"/>
              </a:ext>
            </a:extLst>
          </p:cNvPr>
          <p:cNvSpPr>
            <a:spLocks noGrp="1"/>
          </p:cNvSpPr>
          <p:nvPr>
            <p:ph type="subTitle" idx="1"/>
          </p:nvPr>
        </p:nvSpPr>
        <p:spPr>
          <a:xfrm>
            <a:off x="4500665" y="2369320"/>
            <a:ext cx="4174902" cy="292931"/>
          </a:xfrm>
        </p:spPr>
        <p:txBody>
          <a:bodyPr/>
          <a:lstStyle/>
          <a:p>
            <a:pPr>
              <a:buNone/>
            </a:pPr>
            <a:r>
              <a:rPr lang="es-MX" noProof="0" err="1"/>
              <a:t>Problem Solving System (PORT™)
Week 2: Pinpoint the Problem</a:t>
            </a:r>
          </a:p>
          <a:p>
            <a:pPr>
              <a:buNone/>
            </a:pPr>
            <a:endParaRPr lang="es-MX" i="1" noProof="0">
              <a:solidFill>
                <a:schemeClr val="accent6"/>
              </a:solidFill>
            </a:endParaRPr>
          </a:p>
          <a:p>
            <a:pPr>
              <a:buNone/>
            </a:pP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0B62D8CF-B4A8-B80E-6AD7-C34F9CD93ACB}"/>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5946271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5C463-CC83-23F4-15D3-21F6539C1005}"/>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9D62F72B-FB3F-7829-08CB-FE02CC3FC8B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9D62F72B-FB3F-7829-08CB-FE02CC3FC8B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274488ED-41C8-20E6-2FDE-59A116E77CE7}"/>
              </a:ext>
            </a:extLst>
          </p:cNvPr>
          <p:cNvSpPr>
            <a:spLocks noGrp="1"/>
          </p:cNvSpPr>
          <p:nvPr>
            <p:ph type="title"/>
          </p:nvPr>
        </p:nvSpPr>
        <p:spPr>
          <a:xfrm>
            <a:off x="135922" y="242102"/>
            <a:ext cx="8789937" cy="307777"/>
          </a:xfrm>
        </p:spPr>
        <p:txBody>
          <a:bodyPr vert="horz"/>
          <a:lstStyle/>
          <a:p>
            <a:pPr algn="ctr"/>
            <a:r>
              <a:rPr lang="es-MX" noProof="0"/>
              <a:t>Training</a:t>
            </a:r>
          </a:p>
        </p:txBody>
      </p:sp>
      <p:sp>
        <p:nvSpPr>
          <p:cNvPr id="5" name="TextBox 4">
            <a:extLst>
              <a:ext uri="{FF2B5EF4-FFF2-40B4-BE49-F238E27FC236}">
                <a16:creationId xmlns:a16="http://schemas.microsoft.com/office/drawing/2014/main" id="{66A2A5E0-2F7C-3D6F-D8FE-9581094E5420}"/>
              </a:ext>
            </a:extLst>
          </p:cNvPr>
          <p:cNvSpPr txBox="1"/>
          <p:nvPr/>
        </p:nvSpPr>
        <p:spPr>
          <a:xfrm>
            <a:off x="212093" y="869405"/>
            <a:ext cx="3501929" cy="4206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2: Pinpoint the Problem.</a:t>
            </a:r>
          </a:p>
          <a:p>
            <a:pPr>
              <a:spcBef>
                <a:spcPts val="225"/>
              </a:spcBef>
              <a:spcAft>
                <a:spcPts val="225"/>
              </a:spcAft>
              <a:buClr>
                <a:srgbClr val="000000"/>
              </a:buClr>
              <a:defRPr/>
            </a:pPr>
            <a:endPar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35" name="TextBox 4">
            <a:extLst>
              <a:ext uri="{FF2B5EF4-FFF2-40B4-BE49-F238E27FC236}">
                <a16:creationId xmlns:a16="http://schemas.microsoft.com/office/drawing/2014/main" id="{C8748139-4D78-602A-2518-19F938FEEA31}"/>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6" name="Straight Connector 79">
            <a:extLst>
              <a:ext uri="{FF2B5EF4-FFF2-40B4-BE49-F238E27FC236}">
                <a16:creationId xmlns:a16="http://schemas.microsoft.com/office/drawing/2014/main" id="{344F7455-99C9-7156-BAB4-D7BDABA3E76A}"/>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4">
            <a:extLst>
              <a:ext uri="{FF2B5EF4-FFF2-40B4-BE49-F238E27FC236}">
                <a16:creationId xmlns:a16="http://schemas.microsoft.com/office/drawing/2014/main" id="{3D131821-ABF4-40B1-04D3-7D9F950FDF83}"/>
              </a:ext>
            </a:extLst>
          </p:cNvPr>
          <p:cNvSpPr txBox="1"/>
          <p:nvPr/>
        </p:nvSpPr>
        <p:spPr>
          <a:xfrm>
            <a:off x="212093" y="1191938"/>
            <a:ext cx="3895986" cy="486030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Activity 2 Presentation: Hunting for Problems</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Importance of Defining a Problem Correctly</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What Is a Problem?</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Symptoms, Problems, and Causes</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Tree Diagram</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Activity 3: Symptoms or Causes?</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Articulate the Problem Statement</a:t>
            </a:r>
          </a:p>
          <a:p>
            <a:pPr>
              <a:lnSpc>
                <a:spcPct val="250000"/>
              </a:lnSpc>
              <a:spcBef>
                <a:spcPts val="225"/>
              </a:spcBef>
              <a:spcAft>
                <a:spcPts val="225"/>
              </a:spcAft>
              <a:buClr>
                <a:schemeClr val="bg2"/>
              </a:buClr>
              <a:buNone/>
              <a:defRPr/>
            </a:pPr>
            <a:endPar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D4007628-B794-AFDB-E7EA-552F646B88EF}"/>
              </a:ext>
            </a:extLst>
          </p:cNvPr>
          <p:cNvPicPr>
            <a:picLocks noChangeAspect="1"/>
          </p:cNvPicPr>
          <p:nvPr/>
        </p:nvPicPr>
        <p:blipFill>
          <a:blip r:embed="rId6"/>
          <a:stretch>
            <a:fillRect/>
          </a:stretch>
        </p:blipFill>
        <p:spPr>
          <a:xfrm>
            <a:off x="8738529" y="130779"/>
            <a:ext cx="297258" cy="419100"/>
          </a:xfrm>
          <a:prstGeom prst="rect">
            <a:avLst/>
          </a:prstGeom>
        </p:spPr>
      </p:pic>
      <p:sp>
        <p:nvSpPr>
          <p:cNvPr id="2" name="TextBox 4">
            <a:extLst>
              <a:ext uri="{FF2B5EF4-FFF2-40B4-BE49-F238E27FC236}">
                <a16:creationId xmlns:a16="http://schemas.microsoft.com/office/drawing/2014/main" id="{442C3FDE-F97E-1A81-8968-947CADD60909}"/>
              </a:ext>
            </a:extLst>
          </p:cNvPr>
          <p:cNvSpPr txBox="1"/>
          <p:nvPr/>
        </p:nvSpPr>
        <p:spPr>
          <a:xfrm>
            <a:off x="4299678" y="1191938"/>
            <a:ext cx="3895986" cy="248786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8. Activity 4: Before Solving, Learn to Define…</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9. Form the Teams</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10. Activity 5: Problem-Solving Team</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Tree>
    <p:extLst>
      <p:ext uri="{BB962C8B-B14F-4D97-AF65-F5344CB8AC3E}">
        <p14:creationId xmlns:p14="http://schemas.microsoft.com/office/powerpoint/2010/main" val="3369425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CCC08-B48E-5F9C-677A-57FE2028C6A7}"/>
            </a:ext>
          </a:extLst>
        </p:cNvPr>
        <p:cNvGrpSpPr/>
        <p:nvPr/>
      </p:nvGrpSpPr>
      <p:grpSpPr>
        <a:xfrm>
          <a:off x="0" y="0"/>
          <a:ext cx="0" cy="0"/>
          <a:chOff x="0" y="0"/>
          <a:chExt cx="0" cy="0"/>
        </a:xfrm>
      </p:grpSpPr>
      <p:sp>
        <p:nvSpPr>
          <p:cNvPr id="14" name="Rectángulo: esquinas redondeadas 13">
            <a:extLst>
              <a:ext uri="{FF2B5EF4-FFF2-40B4-BE49-F238E27FC236}">
                <a16:creationId xmlns:a16="http://schemas.microsoft.com/office/drawing/2014/main" id="{034F49EC-D720-2FEA-F469-6A38C92EDB80}"/>
              </a:ext>
            </a:extLst>
          </p:cNvPr>
          <p:cNvSpPr/>
          <p:nvPr/>
        </p:nvSpPr>
        <p:spPr>
          <a:xfrm>
            <a:off x="1965278" y="1482657"/>
            <a:ext cx="5349921" cy="2359188"/>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13D06FC2-1922-D4A6-29A5-20F7EC473044}"/>
              </a:ext>
            </a:extLst>
          </p:cNvPr>
          <p:cNvSpPr>
            <a:spLocks noGrp="1"/>
          </p:cNvSpPr>
          <p:nvPr>
            <p:ph type="title"/>
          </p:nvPr>
        </p:nvSpPr>
        <p:spPr>
          <a:xfrm>
            <a:off x="330993" y="313420"/>
            <a:ext cx="8482014" cy="307777"/>
          </a:xfrm>
        </p:spPr>
        <p:txBody>
          <a:bodyPr/>
          <a:lstStyle/>
          <a:p>
            <a:pPr algn="ctr"/>
            <a:r>
              <a:rPr lang="es-MX" noProof="0" dirty="0"/>
              <a:t>Activity 2 Presentation</a:t>
            </a:r>
          </a:p>
        </p:txBody>
      </p:sp>
      <p:sp>
        <p:nvSpPr>
          <p:cNvPr id="3" name="CuadroTexto 7">
            <a:extLst>
              <a:ext uri="{FF2B5EF4-FFF2-40B4-BE49-F238E27FC236}">
                <a16:creationId xmlns:a16="http://schemas.microsoft.com/office/drawing/2014/main" id="{973D57F7-08C5-6ED4-3C93-FDAB41DAEC94}"/>
              </a:ext>
            </a:extLst>
          </p:cNvPr>
          <p:cNvSpPr txBox="1"/>
          <p:nvPr/>
        </p:nvSpPr>
        <p:spPr>
          <a:xfrm>
            <a:off x="2950775" y="596705"/>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dirty="0">
                <a:solidFill>
                  <a:schemeClr val="accent6"/>
                </a:solidFill>
              </a:rPr>
              <a:t>Hunting for Problems</a:t>
            </a:r>
            <a:endParaRPr lang="es-MX" sz="1100" b="1" noProof="0" dirty="0">
              <a:solidFill>
                <a:schemeClr val="accent6"/>
              </a:solidFill>
            </a:endParaRP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385E9791-EA5F-7AEA-6628-A975865C6381}"/>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B70F9D6B-1AB0-5CAA-07E6-037DD65C97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72066" y="1750185"/>
            <a:ext cx="1176076" cy="1176076"/>
          </a:xfrm>
          <a:prstGeom prst="rect">
            <a:avLst/>
          </a:prstGeom>
        </p:spPr>
      </p:pic>
      <p:sp>
        <p:nvSpPr>
          <p:cNvPr id="13" name="CuadroTexto 12">
            <a:extLst>
              <a:ext uri="{FF2B5EF4-FFF2-40B4-BE49-F238E27FC236}">
                <a16:creationId xmlns:a16="http://schemas.microsoft.com/office/drawing/2014/main" id="{5B859F85-B739-5F0F-1FEB-7FB6A5F2A03D}"/>
              </a:ext>
            </a:extLst>
          </p:cNvPr>
          <p:cNvSpPr txBox="1"/>
          <p:nvPr/>
        </p:nvSpPr>
        <p:spPr>
          <a:xfrm>
            <a:off x="2279073" y="1633674"/>
            <a:ext cx="4899649" cy="174900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dirty="0">
                <a:solidFill>
                  <a:schemeClr val="bg1"/>
                </a:solidFill>
              </a:rPr>
              <a:t>What process did you observe?
What is the current condition?
What is the ideal situation?
What did you learn from the people performing the activity?</a:t>
            </a:r>
          </a:p>
          <a:p>
            <a:pPr marL="171450" indent="-171450" algn="just">
              <a:lnSpc>
                <a:spcPct val="200000"/>
              </a:lnSpc>
              <a:buFont typeface="Wingdings" panose="05000000000000000000" pitchFamily="2" charset="2"/>
              <a:buChar char="Ø"/>
            </a:pPr>
            <a:endParaRPr lang="es-MX" sz="1400" noProof="0" dirty="0">
              <a:solidFill>
                <a:schemeClr val="bg1"/>
              </a:solidFill>
            </a:endParaRPr>
          </a:p>
          <a:p>
            <a:pPr marL="171450" indent="-171450" algn="just">
              <a:lnSpc>
                <a:spcPct val="200000"/>
              </a:lnSpc>
              <a:buFont typeface="Wingdings" panose="05000000000000000000" pitchFamily="2" charset="2"/>
              <a:buChar char="Ø"/>
            </a:pPr>
            <a:endParaRPr lang="es-MX" sz="1400" noProof="0" dirty="0">
              <a:solidFill>
                <a:schemeClr val="bg1"/>
              </a:solidFill>
            </a:endParaRPr>
          </a:p>
          <a:p>
            <a:pPr marL="171450" indent="-171450" algn="just">
              <a:lnSpc>
                <a:spcPct val="200000"/>
              </a:lnSpc>
              <a:buFont typeface="Wingdings" panose="05000000000000000000" pitchFamily="2" charset="2"/>
              <a:buChar char="Ø"/>
            </a:pPr>
            <a:endParaRPr lang="es-MX" sz="1400" noProof="0" dirty="0">
              <a:solidFill>
                <a:schemeClr val="bg1"/>
              </a:solidFill>
            </a:endParaRPr>
          </a:p>
        </p:txBody>
      </p:sp>
      <p:sp>
        <p:nvSpPr>
          <p:cNvPr id="17" name="Rectángulo: esquinas redondeadas 16">
            <a:extLst>
              <a:ext uri="{FF2B5EF4-FFF2-40B4-BE49-F238E27FC236}">
                <a16:creationId xmlns:a16="http://schemas.microsoft.com/office/drawing/2014/main" id="{4625B2B4-5265-9F3B-52EF-E617C0BC6F1F}"/>
              </a:ext>
            </a:extLst>
          </p:cNvPr>
          <p:cNvSpPr/>
          <p:nvPr/>
        </p:nvSpPr>
        <p:spPr>
          <a:xfrm>
            <a:off x="3356212" y="4109373"/>
            <a:ext cx="2431575" cy="80471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CuadroTexto 15">
            <a:extLst>
              <a:ext uri="{FF2B5EF4-FFF2-40B4-BE49-F238E27FC236}">
                <a16:creationId xmlns:a16="http://schemas.microsoft.com/office/drawing/2014/main" id="{3C17AF59-D56F-2C25-A6C9-2E24E8E75FD8}"/>
              </a:ext>
            </a:extLst>
          </p:cNvPr>
          <p:cNvSpPr txBox="1"/>
          <p:nvPr/>
        </p:nvSpPr>
        <p:spPr>
          <a:xfrm>
            <a:off x="2300864" y="4133546"/>
            <a:ext cx="4572000"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endParaRPr lang="es-MX" sz="1400" b="1" noProof="0">
              <a:solidFill>
                <a:schemeClr val="accent6"/>
              </a:solidFill>
            </a:endParaRPr>
          </a:p>
          <a:p>
            <a:pPr algn="ctr"/>
            <a:r>
              <a:rPr lang="es-MX" sz="1400" b="1" noProof="0">
                <a:solidFill>
                  <a:schemeClr val="accent6"/>
                </a:solidFill>
              </a:rPr>
              <a:t>5 minutes per team</a:t>
            </a:r>
          </a:p>
        </p:txBody>
      </p:sp>
    </p:spTree>
    <p:extLst>
      <p:ext uri="{BB962C8B-B14F-4D97-AF65-F5344CB8AC3E}">
        <p14:creationId xmlns:p14="http://schemas.microsoft.com/office/powerpoint/2010/main" val="2420104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C9D4-C5D3-A8C3-546B-7919A6C37B22}"/>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624E030-7E81-295C-ABCC-13DC51207AA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F624E030-7E81-295C-ABCC-13DC51207AA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EFE58CF7-1D1D-4830-D50D-5055D81CFBC8}"/>
              </a:ext>
            </a:extLst>
          </p:cNvPr>
          <p:cNvSpPr>
            <a:spLocks noGrp="1"/>
          </p:cNvSpPr>
          <p:nvPr>
            <p:ph type="title"/>
          </p:nvPr>
        </p:nvSpPr>
        <p:spPr>
          <a:xfrm>
            <a:off x="139916" y="225347"/>
            <a:ext cx="8789937" cy="307777"/>
          </a:xfrm>
        </p:spPr>
        <p:txBody>
          <a:bodyPr vert="horz"/>
          <a:lstStyle/>
          <a:p>
            <a:pPr algn="ctr"/>
            <a:r>
              <a:rPr lang="es-MX" noProof="0"/>
              <a:t>Pinpoint the Problem</a:t>
            </a:r>
          </a:p>
        </p:txBody>
      </p:sp>
      <p:sp>
        <p:nvSpPr>
          <p:cNvPr id="35" name="TextBox 4">
            <a:extLst>
              <a:ext uri="{FF2B5EF4-FFF2-40B4-BE49-F238E27FC236}">
                <a16:creationId xmlns:a16="http://schemas.microsoft.com/office/drawing/2014/main" id="{676FBCC0-56AF-E993-6F43-5F9C2F1D9AA2}"/>
              </a:ext>
            </a:extLst>
          </p:cNvPr>
          <p:cNvSpPr txBox="1"/>
          <p:nvPr/>
        </p:nvSpPr>
        <p:spPr>
          <a:xfrm>
            <a:off x="875174" y="2079442"/>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6B2972BA-6FF3-2A31-C6BD-6BF03A3DE5BF}"/>
              </a:ext>
            </a:extLst>
          </p:cNvPr>
          <p:cNvPicPr>
            <a:picLocks noChangeAspect="1"/>
          </p:cNvPicPr>
          <p:nvPr/>
        </p:nvPicPr>
        <p:blipFill>
          <a:blip r:embed="rId6"/>
          <a:stretch>
            <a:fillRect/>
          </a:stretch>
        </p:blipFill>
        <p:spPr>
          <a:xfrm>
            <a:off x="8738529" y="130779"/>
            <a:ext cx="297258" cy="419100"/>
          </a:xfrm>
          <a:prstGeom prst="rect">
            <a:avLst/>
          </a:prstGeom>
        </p:spPr>
      </p:pic>
      <p:sp>
        <p:nvSpPr>
          <p:cNvPr id="4" name="Rectángulo: esquinas redondeadas 3">
            <a:extLst>
              <a:ext uri="{FF2B5EF4-FFF2-40B4-BE49-F238E27FC236}">
                <a16:creationId xmlns:a16="http://schemas.microsoft.com/office/drawing/2014/main" id="{CB6E0795-760A-8D9F-A333-B14F734C393D}"/>
              </a:ext>
            </a:extLst>
          </p:cNvPr>
          <p:cNvSpPr/>
          <p:nvPr/>
        </p:nvSpPr>
        <p:spPr>
          <a:xfrm>
            <a:off x="1136464" y="838040"/>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Gráfico 7" descr="Diana con relleno sólido">
            <a:extLst>
              <a:ext uri="{FF2B5EF4-FFF2-40B4-BE49-F238E27FC236}">
                <a16:creationId xmlns:a16="http://schemas.microsoft.com/office/drawing/2014/main" id="{F4476A0A-AD5C-F257-EBE0-E37C99A2F9D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59934" y="925076"/>
            <a:ext cx="697957" cy="697957"/>
          </a:xfrm>
          <a:prstGeom prst="rect">
            <a:avLst/>
          </a:prstGeom>
        </p:spPr>
      </p:pic>
      <p:sp>
        <p:nvSpPr>
          <p:cNvPr id="19" name="Rectangle 3">
            <a:extLst>
              <a:ext uri="{FF2B5EF4-FFF2-40B4-BE49-F238E27FC236}">
                <a16:creationId xmlns:a16="http://schemas.microsoft.com/office/drawing/2014/main" id="{52B1CA33-3A58-5974-64F2-3A9E5A8D6560}"/>
              </a:ext>
            </a:extLst>
          </p:cNvPr>
          <p:cNvSpPr>
            <a:spLocks/>
          </p:cNvSpPr>
          <p:nvPr/>
        </p:nvSpPr>
        <p:spPr bwMode="gray">
          <a:xfrm>
            <a:off x="1292796" y="1644704"/>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Avoid Incorrect Solutions</a:t>
            </a:r>
          </a:p>
        </p:txBody>
      </p:sp>
      <p:sp>
        <p:nvSpPr>
          <p:cNvPr id="22" name="Rectángulo: esquinas redondeadas 21">
            <a:extLst>
              <a:ext uri="{FF2B5EF4-FFF2-40B4-BE49-F238E27FC236}">
                <a16:creationId xmlns:a16="http://schemas.microsoft.com/office/drawing/2014/main" id="{3A423DD6-319B-8BF9-C40F-192AE894D754}"/>
              </a:ext>
            </a:extLst>
          </p:cNvPr>
          <p:cNvSpPr/>
          <p:nvPr/>
        </p:nvSpPr>
        <p:spPr>
          <a:xfrm>
            <a:off x="3657600" y="1281545"/>
            <a:ext cx="4849091" cy="258387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Rectángulo: esquinas redondeadas 1">
            <a:extLst>
              <a:ext uri="{FF2B5EF4-FFF2-40B4-BE49-F238E27FC236}">
                <a16:creationId xmlns:a16="http://schemas.microsoft.com/office/drawing/2014/main" id="{C07B0EE1-90AC-1081-9442-37CEAD004668}"/>
              </a:ext>
            </a:extLst>
          </p:cNvPr>
          <p:cNvSpPr/>
          <p:nvPr/>
        </p:nvSpPr>
        <p:spPr>
          <a:xfrm>
            <a:off x="1136464" y="2181126"/>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4" name="Rectángulo: esquinas redondeadas 23">
            <a:extLst>
              <a:ext uri="{FF2B5EF4-FFF2-40B4-BE49-F238E27FC236}">
                <a16:creationId xmlns:a16="http://schemas.microsoft.com/office/drawing/2014/main" id="{F2DF3FC4-6236-EC0C-0D76-86067F4386FC}"/>
              </a:ext>
            </a:extLst>
          </p:cNvPr>
          <p:cNvSpPr/>
          <p:nvPr/>
        </p:nvSpPr>
        <p:spPr>
          <a:xfrm>
            <a:off x="1136464" y="3545768"/>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0" name="Gráfico 9" descr="Dinero con relleno sólido">
            <a:extLst>
              <a:ext uri="{FF2B5EF4-FFF2-40B4-BE49-F238E27FC236}">
                <a16:creationId xmlns:a16="http://schemas.microsoft.com/office/drawing/2014/main" id="{C2B11841-15D7-8CF9-A212-97B58A14CAD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05057" y="2389380"/>
            <a:ext cx="684934" cy="684934"/>
          </a:xfrm>
          <a:prstGeom prst="rect">
            <a:avLst/>
          </a:prstGeom>
        </p:spPr>
      </p:pic>
      <p:pic>
        <p:nvPicPr>
          <p:cNvPr id="14" name="Gráfico 13" descr="Cronómetro 33% con relleno sólido">
            <a:extLst>
              <a:ext uri="{FF2B5EF4-FFF2-40B4-BE49-F238E27FC236}">
                <a16:creationId xmlns:a16="http://schemas.microsoft.com/office/drawing/2014/main" id="{17253AB5-F883-06E5-7B55-C94D7B619BE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06816" y="2286400"/>
            <a:ext cx="664674" cy="664674"/>
          </a:xfrm>
          <a:prstGeom prst="rect">
            <a:avLst/>
          </a:prstGeom>
        </p:spPr>
      </p:pic>
      <p:sp>
        <p:nvSpPr>
          <p:cNvPr id="20" name="Rectangle 3">
            <a:extLst>
              <a:ext uri="{FF2B5EF4-FFF2-40B4-BE49-F238E27FC236}">
                <a16:creationId xmlns:a16="http://schemas.microsoft.com/office/drawing/2014/main" id="{53ED231B-CC3C-99B9-A0F4-7ED64F5F6E85}"/>
              </a:ext>
            </a:extLst>
          </p:cNvPr>
          <p:cNvSpPr>
            <a:spLocks/>
          </p:cNvSpPr>
          <p:nvPr/>
        </p:nvSpPr>
        <p:spPr bwMode="gray">
          <a:xfrm>
            <a:off x="1342380" y="3021912"/>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Save Time and Resources</a:t>
            </a:r>
          </a:p>
        </p:txBody>
      </p:sp>
      <p:pic>
        <p:nvPicPr>
          <p:cNvPr id="17" name="Gráfico 16" descr="Planta con raíces con relleno sólido">
            <a:extLst>
              <a:ext uri="{FF2B5EF4-FFF2-40B4-BE49-F238E27FC236}">
                <a16:creationId xmlns:a16="http://schemas.microsoft.com/office/drawing/2014/main" id="{CF11B8C5-2369-D9BB-D90B-1ECF9C27644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10305" y="3584988"/>
            <a:ext cx="797212" cy="797212"/>
          </a:xfrm>
          <a:prstGeom prst="rect">
            <a:avLst/>
          </a:prstGeom>
        </p:spPr>
      </p:pic>
      <p:sp>
        <p:nvSpPr>
          <p:cNvPr id="21" name="Rectangle 3">
            <a:extLst>
              <a:ext uri="{FF2B5EF4-FFF2-40B4-BE49-F238E27FC236}">
                <a16:creationId xmlns:a16="http://schemas.microsoft.com/office/drawing/2014/main" id="{EE73C18C-EF88-73A9-FD7E-AC7816C675FC}"/>
              </a:ext>
            </a:extLst>
          </p:cNvPr>
          <p:cNvSpPr>
            <a:spLocks/>
          </p:cNvSpPr>
          <p:nvPr/>
        </p:nvSpPr>
        <p:spPr bwMode="gray">
          <a:xfrm>
            <a:off x="1292796" y="4382200"/>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Makes It Easier to Find the Cause</a:t>
            </a:r>
          </a:p>
        </p:txBody>
      </p:sp>
      <p:pic>
        <p:nvPicPr>
          <p:cNvPr id="25" name="Picture 4">
            <a:extLst>
              <a:ext uri="{FF2B5EF4-FFF2-40B4-BE49-F238E27FC236}">
                <a16:creationId xmlns:a16="http://schemas.microsoft.com/office/drawing/2014/main" id="{D5F1E49E-F4B3-1271-1123-C3DF1480764D}"/>
              </a:ext>
            </a:extLst>
          </p:cNvPr>
          <p:cNvPicPr>
            <a:picLocks noChangeAspect="1"/>
          </p:cNvPicPr>
          <p:nvPr/>
        </p:nvPicPr>
        <p:blipFill>
          <a:blip r:embed="rId11">
            <a:duotone>
              <a:prstClr val="black"/>
              <a:schemeClr val="accent1">
                <a:tint val="45000"/>
                <a:satMod val="400000"/>
              </a:schemeClr>
            </a:duotone>
          </a:blip>
          <a:stretch>
            <a:fillRect/>
          </a:stretch>
        </p:blipFill>
        <p:spPr>
          <a:xfrm>
            <a:off x="3794794" y="1389604"/>
            <a:ext cx="4556951" cy="2364292"/>
          </a:xfrm>
          <a:prstGeom prst="rect">
            <a:avLst/>
          </a:prstGeom>
        </p:spPr>
      </p:pic>
      <p:sp>
        <p:nvSpPr>
          <p:cNvPr id="26" name="TextBox 8">
            <a:extLst>
              <a:ext uri="{FF2B5EF4-FFF2-40B4-BE49-F238E27FC236}">
                <a16:creationId xmlns:a16="http://schemas.microsoft.com/office/drawing/2014/main" id="{2E085E0B-0A53-8FA5-BC9E-7CDFE2B11C4A}"/>
              </a:ext>
            </a:extLst>
          </p:cNvPr>
          <p:cNvSpPr txBox="1"/>
          <p:nvPr/>
        </p:nvSpPr>
        <p:spPr>
          <a:xfrm>
            <a:off x="5808041" y="1856990"/>
            <a:ext cx="2460785" cy="1523494"/>
          </a:xfrm>
          <a:prstGeom prst="rect">
            <a:avLst/>
          </a:prstGeom>
          <a:noFill/>
        </p:spPr>
        <p:txBody>
          <a:bodyPr wrap="square" rtlCol="0">
            <a:spAutoFit/>
          </a:bodyPr>
          <a:lstStyle/>
          <a:p>
            <a:pPr>
              <a:defRPr/>
            </a:pPr>
            <a:r>
              <a:rPr lang="es-MX" sz="1100" b="1" i="1" noProof="0">
                <a:solidFill>
                  <a:schemeClr val="bg1"/>
                </a:solidFill>
                <a:latin typeface="Verdana" panose="020B0604030504040204" pitchFamily="34" charset="0"/>
                <a:ea typeface="Verdana" panose="020B0604030504040204" pitchFamily="34" charset="0"/>
                <a:cs typeface="Verdana" panose="020B0604030504040204" pitchFamily="34" charset="0"/>
              </a:rPr>
              <a:t>It is said that Einstein remarked that if he had one hour to save the world, he would spend fifty-five minutes defining the problem and only five minutes finding the solution.</a:t>
            </a:r>
          </a:p>
        </p:txBody>
      </p:sp>
      <p:sp>
        <p:nvSpPr>
          <p:cNvPr id="27" name="Rectángulo: esquinas redondeadas 26">
            <a:extLst>
              <a:ext uri="{FF2B5EF4-FFF2-40B4-BE49-F238E27FC236}">
                <a16:creationId xmlns:a16="http://schemas.microsoft.com/office/drawing/2014/main" id="{54D4810C-A862-7F0A-653A-2229FE805583}"/>
              </a:ext>
            </a:extLst>
          </p:cNvPr>
          <p:cNvSpPr/>
          <p:nvPr/>
        </p:nvSpPr>
        <p:spPr>
          <a:xfrm>
            <a:off x="3657600" y="3974649"/>
            <a:ext cx="4849091" cy="63919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angle 3">
            <a:extLst>
              <a:ext uri="{FF2B5EF4-FFF2-40B4-BE49-F238E27FC236}">
                <a16:creationId xmlns:a16="http://schemas.microsoft.com/office/drawing/2014/main" id="{8981D831-3E95-D14D-8B92-570621A5F3C9}"/>
              </a:ext>
            </a:extLst>
          </p:cNvPr>
          <p:cNvSpPr>
            <a:spLocks/>
          </p:cNvSpPr>
          <p:nvPr/>
        </p:nvSpPr>
        <p:spPr bwMode="gray">
          <a:xfrm>
            <a:off x="4011408" y="4109578"/>
            <a:ext cx="4196892"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Spending more time defining the problem = less time correcting mistakes later</a:t>
            </a:r>
          </a:p>
        </p:txBody>
      </p:sp>
    </p:spTree>
    <p:extLst>
      <p:ext uri="{BB962C8B-B14F-4D97-AF65-F5344CB8AC3E}">
        <p14:creationId xmlns:p14="http://schemas.microsoft.com/office/powerpoint/2010/main" val="1060642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F4946-CD06-78F5-6C39-35800E7F3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D60B7-A690-D284-495B-C165287122D1}"/>
              </a:ext>
            </a:extLst>
          </p:cNvPr>
          <p:cNvSpPr>
            <a:spLocks noGrp="1"/>
          </p:cNvSpPr>
          <p:nvPr>
            <p:ph type="title"/>
          </p:nvPr>
        </p:nvSpPr>
        <p:spPr>
          <a:xfrm>
            <a:off x="330993" y="313420"/>
            <a:ext cx="8482014" cy="307777"/>
          </a:xfrm>
        </p:spPr>
        <p:txBody>
          <a:bodyPr/>
          <a:lstStyle/>
          <a:p>
            <a:pPr algn="ctr"/>
            <a:r>
              <a:rPr lang="es-MX" noProof="0"/>
              <a:t>What Is a Problem?</a:t>
            </a:r>
          </a:p>
        </p:txBody>
      </p:sp>
      <p:pic>
        <p:nvPicPr>
          <p:cNvPr id="5" name="Imagen 4" descr="Dibujo de una persona&#10;&#10;El contenido generado por IA puede ser incorrecto.">
            <a:extLst>
              <a:ext uri="{FF2B5EF4-FFF2-40B4-BE49-F238E27FC236}">
                <a16:creationId xmlns:a16="http://schemas.microsoft.com/office/drawing/2014/main" id="{3ADAB5E8-7E4D-3A93-C307-2C7BAFD6D1D0}"/>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Rectángulo: esquinas redondeadas 5">
            <a:extLst>
              <a:ext uri="{FF2B5EF4-FFF2-40B4-BE49-F238E27FC236}">
                <a16:creationId xmlns:a16="http://schemas.microsoft.com/office/drawing/2014/main" id="{82AB7A7B-6C25-1B15-F134-2A646D8312C2}"/>
              </a:ext>
            </a:extLst>
          </p:cNvPr>
          <p:cNvSpPr/>
          <p:nvPr/>
        </p:nvSpPr>
        <p:spPr>
          <a:xfrm>
            <a:off x="1456575" y="2537291"/>
            <a:ext cx="2307859" cy="96470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9" name="Gráfico 8" descr="Advertencia con relleno sólido">
            <a:extLst>
              <a:ext uri="{FF2B5EF4-FFF2-40B4-BE49-F238E27FC236}">
                <a16:creationId xmlns:a16="http://schemas.microsoft.com/office/drawing/2014/main" id="{80886781-8844-548B-1482-E08914618D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9039" y="1141814"/>
            <a:ext cx="964700" cy="964700"/>
          </a:xfrm>
          <a:prstGeom prst="rect">
            <a:avLst/>
          </a:prstGeom>
        </p:spPr>
      </p:pic>
      <p:sp>
        <p:nvSpPr>
          <p:cNvPr id="11" name="Rectángulo: esquinas redondeadas 10">
            <a:extLst>
              <a:ext uri="{FF2B5EF4-FFF2-40B4-BE49-F238E27FC236}">
                <a16:creationId xmlns:a16="http://schemas.microsoft.com/office/drawing/2014/main" id="{0384C9A6-A585-A70B-BA1A-E30075992FBC}"/>
              </a:ext>
            </a:extLst>
          </p:cNvPr>
          <p:cNvSpPr/>
          <p:nvPr/>
        </p:nvSpPr>
        <p:spPr>
          <a:xfrm>
            <a:off x="5134956" y="2562441"/>
            <a:ext cx="2307859" cy="96470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2" name="Gráfico 11" descr="Flecha arriba con relleno sólido">
            <a:extLst>
              <a:ext uri="{FF2B5EF4-FFF2-40B4-BE49-F238E27FC236}">
                <a16:creationId xmlns:a16="http://schemas.microsoft.com/office/drawing/2014/main" id="{6CEFA866-60C5-5ACB-C846-04B242BEAE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3992495" y="2601440"/>
            <a:ext cx="914400" cy="836403"/>
          </a:xfrm>
          <a:prstGeom prst="rect">
            <a:avLst/>
          </a:prstGeom>
        </p:spPr>
      </p:pic>
      <p:sp>
        <p:nvSpPr>
          <p:cNvPr id="13" name="CuadroTexto 12">
            <a:extLst>
              <a:ext uri="{FF2B5EF4-FFF2-40B4-BE49-F238E27FC236}">
                <a16:creationId xmlns:a16="http://schemas.microsoft.com/office/drawing/2014/main" id="{D358A8B4-5DFC-5AEE-7C7D-204F948C20F8}"/>
              </a:ext>
            </a:extLst>
          </p:cNvPr>
          <p:cNvSpPr txBox="1"/>
          <p:nvPr/>
        </p:nvSpPr>
        <p:spPr>
          <a:xfrm>
            <a:off x="1456575" y="2627131"/>
            <a:ext cx="2238519"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endParaRPr lang="es-MX" sz="1400" b="1" noProof="0">
              <a:solidFill>
                <a:schemeClr val="accent6"/>
              </a:solidFill>
            </a:endParaRPr>
          </a:p>
          <a:p>
            <a:pPr algn="ctr"/>
            <a:r>
              <a:rPr lang="es-MX" sz="1400" b="1" noProof="0">
                <a:solidFill>
                  <a:schemeClr val="bg1"/>
                </a:solidFill>
              </a:rPr>
              <a:t>Current Situation</a:t>
            </a:r>
          </a:p>
        </p:txBody>
      </p:sp>
      <p:sp>
        <p:nvSpPr>
          <p:cNvPr id="14" name="CuadroTexto 13">
            <a:extLst>
              <a:ext uri="{FF2B5EF4-FFF2-40B4-BE49-F238E27FC236}">
                <a16:creationId xmlns:a16="http://schemas.microsoft.com/office/drawing/2014/main" id="{3087975B-69D6-8263-03E4-75C2918360EA}"/>
              </a:ext>
            </a:extLst>
          </p:cNvPr>
          <p:cNvSpPr txBox="1"/>
          <p:nvPr/>
        </p:nvSpPr>
        <p:spPr>
          <a:xfrm>
            <a:off x="5252787" y="2637336"/>
            <a:ext cx="2238519"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endParaRPr lang="es-MX" sz="1400" b="1" noProof="0">
              <a:solidFill>
                <a:schemeClr val="accent6"/>
              </a:solidFill>
            </a:endParaRPr>
          </a:p>
          <a:p>
            <a:pPr algn="ctr"/>
            <a:r>
              <a:rPr lang="es-MX" sz="1400" b="1" noProof="0">
                <a:solidFill>
                  <a:schemeClr val="bg1"/>
                </a:solidFill>
              </a:rPr>
              <a:t>Desired Situation</a:t>
            </a:r>
          </a:p>
        </p:txBody>
      </p:sp>
      <p:sp>
        <p:nvSpPr>
          <p:cNvPr id="15" name="Title 1">
            <a:extLst>
              <a:ext uri="{FF2B5EF4-FFF2-40B4-BE49-F238E27FC236}">
                <a16:creationId xmlns:a16="http://schemas.microsoft.com/office/drawing/2014/main" id="{7073CEF3-F10B-E7AD-B324-C6471ABC7EAE}"/>
              </a:ext>
            </a:extLst>
          </p:cNvPr>
          <p:cNvSpPr txBox="1">
            <a:spLocks/>
          </p:cNvSpPr>
          <p:nvPr/>
        </p:nvSpPr>
        <p:spPr>
          <a:xfrm>
            <a:off x="2055110" y="1664785"/>
            <a:ext cx="5625573" cy="2769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800" b="0" noProof="0"/>
              <a:t>A problem is a gap between what is and what should be.</a:t>
            </a:r>
          </a:p>
        </p:txBody>
      </p:sp>
      <p:pic>
        <p:nvPicPr>
          <p:cNvPr id="19" name="Gráfico 18" descr="Cono de tráfico con relleno sólido">
            <a:extLst>
              <a:ext uri="{FF2B5EF4-FFF2-40B4-BE49-F238E27FC236}">
                <a16:creationId xmlns:a16="http://schemas.microsoft.com/office/drawing/2014/main" id="{C4276CE1-0900-1634-2104-23DC014843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95094" y="4097498"/>
            <a:ext cx="914400" cy="914400"/>
          </a:xfrm>
          <a:prstGeom prst="rect">
            <a:avLst/>
          </a:prstGeom>
        </p:spPr>
      </p:pic>
      <p:pic>
        <p:nvPicPr>
          <p:cNvPr id="20" name="Gráfico 19" descr="Cono de tráfico con relleno sólido">
            <a:extLst>
              <a:ext uri="{FF2B5EF4-FFF2-40B4-BE49-F238E27FC236}">
                <a16:creationId xmlns:a16="http://schemas.microsoft.com/office/drawing/2014/main" id="{94F05D1C-5726-5094-2EC6-5229F296E4E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17531" y="3540586"/>
            <a:ext cx="914400" cy="914400"/>
          </a:xfrm>
          <a:prstGeom prst="rect">
            <a:avLst/>
          </a:prstGeom>
        </p:spPr>
      </p:pic>
      <p:cxnSp>
        <p:nvCxnSpPr>
          <p:cNvPr id="24" name="Conector recto 23">
            <a:extLst>
              <a:ext uri="{FF2B5EF4-FFF2-40B4-BE49-F238E27FC236}">
                <a16:creationId xmlns:a16="http://schemas.microsoft.com/office/drawing/2014/main" id="{E469522E-1378-1CE2-BFFF-6D600281B3CA}"/>
              </a:ext>
            </a:extLst>
          </p:cNvPr>
          <p:cNvCxnSpPr>
            <a:cxnSpLocks/>
          </p:cNvCxnSpPr>
          <p:nvPr/>
        </p:nvCxnSpPr>
        <p:spPr>
          <a:xfrm>
            <a:off x="2455179" y="4593385"/>
            <a:ext cx="1309255" cy="0"/>
          </a:xfrm>
          <a:prstGeom prst="line">
            <a:avLst/>
          </a:prstGeom>
          <a:ln w="571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F566C196-022C-2DEE-8548-D746F882AF78}"/>
              </a:ext>
            </a:extLst>
          </p:cNvPr>
          <p:cNvCxnSpPr>
            <a:cxnSpLocks/>
          </p:cNvCxnSpPr>
          <p:nvPr/>
        </p:nvCxnSpPr>
        <p:spPr>
          <a:xfrm flipV="1">
            <a:off x="3764434" y="4075793"/>
            <a:ext cx="0" cy="517592"/>
          </a:xfrm>
          <a:prstGeom prst="line">
            <a:avLst/>
          </a:prstGeom>
          <a:ln w="571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F34F76F5-79AB-CE97-B616-20973A25C92C}"/>
              </a:ext>
            </a:extLst>
          </p:cNvPr>
          <p:cNvCxnSpPr>
            <a:cxnSpLocks/>
          </p:cNvCxnSpPr>
          <p:nvPr/>
        </p:nvCxnSpPr>
        <p:spPr>
          <a:xfrm>
            <a:off x="3764434" y="4070081"/>
            <a:ext cx="753097" cy="2268"/>
          </a:xfrm>
          <a:prstGeom prst="line">
            <a:avLst/>
          </a:prstGeom>
          <a:ln w="571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3450E1A0-C8B8-9B3A-D4B6-0CDE07F75A35}"/>
              </a:ext>
            </a:extLst>
          </p:cNvPr>
          <p:cNvCxnSpPr>
            <a:cxnSpLocks/>
          </p:cNvCxnSpPr>
          <p:nvPr/>
        </p:nvCxnSpPr>
        <p:spPr>
          <a:xfrm>
            <a:off x="4519008" y="4082194"/>
            <a:ext cx="0" cy="436945"/>
          </a:xfrm>
          <a:prstGeom prst="line">
            <a:avLst/>
          </a:prstGeom>
          <a:ln w="571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675BD394-5533-A8FF-35D2-E642D2B118F6}"/>
              </a:ext>
            </a:extLst>
          </p:cNvPr>
          <p:cNvCxnSpPr/>
          <p:nvPr/>
        </p:nvCxnSpPr>
        <p:spPr>
          <a:xfrm>
            <a:off x="4517531" y="4519139"/>
            <a:ext cx="1131121" cy="0"/>
          </a:xfrm>
          <a:prstGeom prst="straightConnector1">
            <a:avLst/>
          </a:prstGeom>
          <a:ln w="5715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9564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B7B17-B25F-F41D-6890-AEA4FC717621}"/>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54EF419A-DA63-85D3-DC5F-B7DEBB7B34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54EF419A-DA63-85D3-DC5F-B7DEBB7B34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DCF54AC1-CC90-E675-9930-3E2D21124622}"/>
              </a:ext>
            </a:extLst>
          </p:cNvPr>
          <p:cNvSpPr>
            <a:spLocks noGrp="1"/>
          </p:cNvSpPr>
          <p:nvPr>
            <p:ph type="title"/>
          </p:nvPr>
        </p:nvSpPr>
        <p:spPr/>
        <p:txBody>
          <a:bodyPr vert="horz"/>
          <a:lstStyle/>
          <a:p>
            <a:pPr algn="ctr"/>
            <a:r>
              <a:rPr lang="es-MX" noProof="0" err="1"/>
              <a:t>Symptoms, Problems, and Causes</a:t>
            </a:r>
          </a:p>
        </p:txBody>
      </p:sp>
      <p:pic>
        <p:nvPicPr>
          <p:cNvPr id="4" name="Imagen 3" descr="Imagen que contiene Icono&#10;&#10;El contenido generado por IA puede ser incorrecto.">
            <a:extLst>
              <a:ext uri="{FF2B5EF4-FFF2-40B4-BE49-F238E27FC236}">
                <a16:creationId xmlns:a16="http://schemas.microsoft.com/office/drawing/2014/main" id="{2EB1A766-7438-3D72-B350-63EBCC95D9A4}"/>
              </a:ext>
            </a:extLst>
          </p:cNvPr>
          <p:cNvPicPr>
            <a:picLocks noChangeAspect="1"/>
          </p:cNvPicPr>
          <p:nvPr/>
        </p:nvPicPr>
        <p:blipFill>
          <a:blip r:embed="rId6"/>
          <a:stretch>
            <a:fillRect/>
          </a:stretch>
        </p:blipFill>
        <p:spPr>
          <a:xfrm>
            <a:off x="8738529" y="130779"/>
            <a:ext cx="297258" cy="419100"/>
          </a:xfrm>
          <a:prstGeom prst="rect">
            <a:avLst/>
          </a:prstGeom>
        </p:spPr>
      </p:pic>
      <p:pic>
        <p:nvPicPr>
          <p:cNvPr id="6" name="Imagen 5" descr="Árbol de problemas">
            <a:extLst>
              <a:ext uri="{FF2B5EF4-FFF2-40B4-BE49-F238E27FC236}">
                <a16:creationId xmlns:a16="http://schemas.microsoft.com/office/drawing/2014/main" id="{29BD3E7E-2CC4-CB44-2F01-A5BCC0A5142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6173398" y="812774"/>
            <a:ext cx="2233267" cy="281528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Gráfico 7" descr="Planta con raíces con relleno sólido">
            <a:extLst>
              <a:ext uri="{FF2B5EF4-FFF2-40B4-BE49-F238E27FC236}">
                <a16:creationId xmlns:a16="http://schemas.microsoft.com/office/drawing/2014/main" id="{844E9EC8-44F7-3741-DF5B-C55A94B8B9A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6925" y="1008805"/>
            <a:ext cx="600410" cy="600410"/>
          </a:xfrm>
          <a:prstGeom prst="rect">
            <a:avLst/>
          </a:prstGeom>
        </p:spPr>
      </p:pic>
      <p:sp>
        <p:nvSpPr>
          <p:cNvPr id="9" name="CuadroTexto 7">
            <a:extLst>
              <a:ext uri="{FF2B5EF4-FFF2-40B4-BE49-F238E27FC236}">
                <a16:creationId xmlns:a16="http://schemas.microsoft.com/office/drawing/2014/main" id="{88F14FB9-259F-8E1E-0847-9DA3565BE6A1}"/>
              </a:ext>
            </a:extLst>
          </p:cNvPr>
          <p:cNvSpPr txBox="1"/>
          <p:nvPr/>
        </p:nvSpPr>
        <p:spPr>
          <a:xfrm>
            <a:off x="737335" y="1085995"/>
            <a:ext cx="3042729"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400" noProof="0">
                <a:solidFill>
                  <a:schemeClr val="bg1"/>
                </a:solidFill>
              </a:rPr>
              <a:t>Think of a problem as a seed:</a:t>
            </a:r>
            <a:endParaRPr lang="es-MX" sz="1400" noProof="0">
              <a:solidFill>
                <a:schemeClr val="tx1"/>
              </a:solidFill>
            </a:endParaRPr>
          </a:p>
        </p:txBody>
      </p:sp>
      <p:sp>
        <p:nvSpPr>
          <p:cNvPr id="10" name="CuadroTexto 7">
            <a:extLst>
              <a:ext uri="{FF2B5EF4-FFF2-40B4-BE49-F238E27FC236}">
                <a16:creationId xmlns:a16="http://schemas.microsoft.com/office/drawing/2014/main" id="{9FD82BD7-D196-E3D5-ACCD-9E04BBC98ACB}"/>
              </a:ext>
            </a:extLst>
          </p:cNvPr>
          <p:cNvSpPr txBox="1"/>
          <p:nvPr/>
        </p:nvSpPr>
        <p:spPr>
          <a:xfrm>
            <a:off x="136925" y="2060808"/>
            <a:ext cx="5383407" cy="102188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285750" indent="-285750" algn="just">
              <a:lnSpc>
                <a:spcPct val="150000"/>
              </a:lnSpc>
              <a:buFont typeface="Arial" panose="020B0604020202020204" pitchFamily="34" charset="0"/>
              <a:buChar char="•"/>
            </a:pPr>
            <a:r>
              <a:rPr lang="es-MX" sz="1400" noProof="0">
                <a:solidFill>
                  <a:schemeClr val="bg1"/>
                </a:solidFill>
              </a:rPr>
              <a:t>Leaves = Symptoms (the result of the problem; visible)
Stem = Problem
Root = Cause (what creates the problem; not immediately visible)</a:t>
            </a:r>
          </a:p>
          <a:p>
            <a:pPr marL="285750" indent="-285750" algn="just">
              <a:lnSpc>
                <a:spcPct val="150000"/>
              </a:lnSpc>
              <a:buFont typeface="Arial" panose="020B0604020202020204" pitchFamily="34" charset="0"/>
              <a:buChar char="•"/>
            </a:pPr>
            <a:endParaRPr lang="es-MX" sz="1400" noProof="0">
              <a:solidFill>
                <a:schemeClr val="bg1"/>
              </a:solidFill>
            </a:endParaRPr>
          </a:p>
          <a:p>
            <a:pPr marL="285750" indent="-285750" algn="just">
              <a:lnSpc>
                <a:spcPct val="150000"/>
              </a:lnSpc>
              <a:buFont typeface="Arial" panose="020B0604020202020204" pitchFamily="34" charset="0"/>
              <a:buChar char="•"/>
            </a:pPr>
            <a:endParaRPr lang="es-MX" sz="1400" noProof="0">
              <a:solidFill>
                <a:schemeClr val="tx1"/>
              </a:solidFill>
            </a:endParaRPr>
          </a:p>
        </p:txBody>
      </p:sp>
      <p:cxnSp>
        <p:nvCxnSpPr>
          <p:cNvPr id="11" name="Conector recto de flecha 10">
            <a:extLst>
              <a:ext uri="{FF2B5EF4-FFF2-40B4-BE49-F238E27FC236}">
                <a16:creationId xmlns:a16="http://schemas.microsoft.com/office/drawing/2014/main" id="{51BCBE4E-3D3F-3CBD-F42E-DB3EC6A4C7EF}"/>
              </a:ext>
            </a:extLst>
          </p:cNvPr>
          <p:cNvCxnSpPr>
            <a:cxnSpLocks/>
          </p:cNvCxnSpPr>
          <p:nvPr/>
        </p:nvCxnSpPr>
        <p:spPr>
          <a:xfrm flipV="1">
            <a:off x="5845013" y="2112920"/>
            <a:ext cx="0" cy="1090373"/>
          </a:xfrm>
          <a:prstGeom prst="straightConnector1">
            <a:avLst/>
          </a:prstGeom>
          <a:ln w="57150" cap="rnd" cmpd="sng" algn="ctr">
            <a:solidFill>
              <a:schemeClr val="accent6"/>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Rectángulo: esquinas redondeadas 12">
            <a:extLst>
              <a:ext uri="{FF2B5EF4-FFF2-40B4-BE49-F238E27FC236}">
                <a16:creationId xmlns:a16="http://schemas.microsoft.com/office/drawing/2014/main" id="{A8FA6F18-114A-9BD8-70CA-658EE657F1B8}"/>
              </a:ext>
            </a:extLst>
          </p:cNvPr>
          <p:cNvSpPr/>
          <p:nvPr/>
        </p:nvSpPr>
        <p:spPr>
          <a:xfrm>
            <a:off x="737335" y="3908732"/>
            <a:ext cx="1842579"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noProof="0">
                <a:solidFill>
                  <a:srgbClr val="FFFFFF"/>
                </a:solidFill>
              </a:rPr>
              <a:t>Causes</a:t>
            </a:r>
          </a:p>
        </p:txBody>
      </p:sp>
      <p:sp>
        <p:nvSpPr>
          <p:cNvPr id="14" name="Rectángulo: esquinas redondeadas 13">
            <a:extLst>
              <a:ext uri="{FF2B5EF4-FFF2-40B4-BE49-F238E27FC236}">
                <a16:creationId xmlns:a16="http://schemas.microsoft.com/office/drawing/2014/main" id="{F9F3FB12-0E46-9532-F6F6-4E413E1B5895}"/>
              </a:ext>
            </a:extLst>
          </p:cNvPr>
          <p:cNvSpPr/>
          <p:nvPr/>
        </p:nvSpPr>
        <p:spPr>
          <a:xfrm>
            <a:off x="3113781" y="3908732"/>
            <a:ext cx="1842579" cy="768692"/>
          </a:xfrm>
          <a:prstGeom prst="roundRect">
            <a:avLst/>
          </a:prstGeom>
          <a:solidFill>
            <a:schemeClr val="accent1">
              <a:lumMod val="90000"/>
              <a:lumOff val="10000"/>
            </a:schemeClr>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noProof="0">
                <a:solidFill>
                  <a:srgbClr val="FFFFFF"/>
                </a:solidFill>
              </a:rPr>
              <a:t>Problem</a:t>
            </a:r>
          </a:p>
        </p:txBody>
      </p:sp>
      <p:sp>
        <p:nvSpPr>
          <p:cNvPr id="15" name="Rectángulo: esquinas redondeadas 14">
            <a:extLst>
              <a:ext uri="{FF2B5EF4-FFF2-40B4-BE49-F238E27FC236}">
                <a16:creationId xmlns:a16="http://schemas.microsoft.com/office/drawing/2014/main" id="{44296FD2-253F-74C6-0A5D-8BE07BAF704F}"/>
              </a:ext>
            </a:extLst>
          </p:cNvPr>
          <p:cNvSpPr/>
          <p:nvPr/>
        </p:nvSpPr>
        <p:spPr>
          <a:xfrm>
            <a:off x="5520333" y="3908732"/>
            <a:ext cx="1842579" cy="768692"/>
          </a:xfrm>
          <a:prstGeom prst="roundRect">
            <a:avLst/>
          </a:prstGeom>
          <a:solidFill>
            <a:schemeClr val="accent5">
              <a:lumMod val="60000"/>
              <a:lumOff val="40000"/>
            </a:schemeClr>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noProof="0">
                <a:solidFill>
                  <a:srgbClr val="FFFFFF"/>
                </a:solidFill>
              </a:rPr>
              <a:t>Symptoms</a:t>
            </a:r>
          </a:p>
        </p:txBody>
      </p:sp>
      <p:cxnSp>
        <p:nvCxnSpPr>
          <p:cNvPr id="17" name="Conector recto de flecha 16">
            <a:extLst>
              <a:ext uri="{FF2B5EF4-FFF2-40B4-BE49-F238E27FC236}">
                <a16:creationId xmlns:a16="http://schemas.microsoft.com/office/drawing/2014/main" id="{410C9380-C5B7-19DD-6DD6-380012555F0E}"/>
              </a:ext>
            </a:extLst>
          </p:cNvPr>
          <p:cNvCxnSpPr>
            <a:cxnSpLocks/>
          </p:cNvCxnSpPr>
          <p:nvPr/>
        </p:nvCxnSpPr>
        <p:spPr>
          <a:xfrm>
            <a:off x="2562141" y="4305142"/>
            <a:ext cx="483138" cy="0"/>
          </a:xfrm>
          <a:prstGeom prst="straightConnector1">
            <a:avLst/>
          </a:prstGeom>
          <a:ln w="57150" cap="rnd" cmpd="sng" algn="ctr">
            <a:solidFill>
              <a:schemeClr val="accent1"/>
            </a:solidFill>
            <a:prstDash val="solid"/>
            <a:round/>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5C26CAD1-F369-933D-A7A6-81BFD19808DA}"/>
              </a:ext>
            </a:extLst>
          </p:cNvPr>
          <p:cNvCxnSpPr>
            <a:cxnSpLocks/>
          </p:cNvCxnSpPr>
          <p:nvPr/>
        </p:nvCxnSpPr>
        <p:spPr>
          <a:xfrm>
            <a:off x="4956360" y="4305142"/>
            <a:ext cx="483138" cy="0"/>
          </a:xfrm>
          <a:prstGeom prst="straightConnector1">
            <a:avLst/>
          </a:prstGeom>
          <a:ln w="57150" cap="rnd" cmpd="sng" algn="ctr">
            <a:solidFill>
              <a:schemeClr val="accent5"/>
            </a:solidFill>
            <a:prstDash val="solid"/>
            <a:round/>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1918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50445-F0D8-0714-71C8-C48EBA62984A}"/>
            </a:ext>
          </a:extLst>
        </p:cNvPr>
        <p:cNvGrpSpPr/>
        <p:nvPr/>
      </p:nvGrpSpPr>
      <p:grpSpPr>
        <a:xfrm>
          <a:off x="0" y="0"/>
          <a:ext cx="0" cy="0"/>
          <a:chOff x="0" y="0"/>
          <a:chExt cx="0" cy="0"/>
        </a:xfrm>
      </p:grpSpPr>
      <p:sp>
        <p:nvSpPr>
          <p:cNvPr id="42" name="Rectángulo: esquinas redondeadas 41">
            <a:extLst>
              <a:ext uri="{FF2B5EF4-FFF2-40B4-BE49-F238E27FC236}">
                <a16:creationId xmlns:a16="http://schemas.microsoft.com/office/drawing/2014/main" id="{B46D89CB-C703-2B87-8F0F-EC4C5AE3BDD6}"/>
              </a:ext>
            </a:extLst>
          </p:cNvPr>
          <p:cNvSpPr/>
          <p:nvPr/>
        </p:nvSpPr>
        <p:spPr>
          <a:xfrm>
            <a:off x="6970734" y="3563327"/>
            <a:ext cx="1915666"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sp>
        <p:nvSpPr>
          <p:cNvPr id="41" name="Rectángulo: esquinas redondeadas 40">
            <a:extLst>
              <a:ext uri="{FF2B5EF4-FFF2-40B4-BE49-F238E27FC236}">
                <a16:creationId xmlns:a16="http://schemas.microsoft.com/office/drawing/2014/main" id="{2ECDB357-5FB9-87BB-FEFE-61BBA8D216C0}"/>
              </a:ext>
            </a:extLst>
          </p:cNvPr>
          <p:cNvSpPr/>
          <p:nvPr/>
        </p:nvSpPr>
        <p:spPr>
          <a:xfrm>
            <a:off x="6970735" y="2464787"/>
            <a:ext cx="1915666"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sp>
        <p:nvSpPr>
          <p:cNvPr id="40" name="Rectángulo: esquinas redondeadas 39">
            <a:extLst>
              <a:ext uri="{FF2B5EF4-FFF2-40B4-BE49-F238E27FC236}">
                <a16:creationId xmlns:a16="http://schemas.microsoft.com/office/drawing/2014/main" id="{ACB76F37-E0F3-C0E4-6E5F-E2781B295299}"/>
              </a:ext>
            </a:extLst>
          </p:cNvPr>
          <p:cNvSpPr/>
          <p:nvPr/>
        </p:nvSpPr>
        <p:spPr>
          <a:xfrm>
            <a:off x="6970734" y="1444257"/>
            <a:ext cx="1924159"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cxnSp>
        <p:nvCxnSpPr>
          <p:cNvPr id="21" name="Conector recto 20">
            <a:extLst>
              <a:ext uri="{FF2B5EF4-FFF2-40B4-BE49-F238E27FC236}">
                <a16:creationId xmlns:a16="http://schemas.microsoft.com/office/drawing/2014/main" id="{2A229EC4-9B5D-BA79-F2B2-C9EFCE0F83CB}"/>
              </a:ext>
            </a:extLst>
          </p:cNvPr>
          <p:cNvCxnSpPr>
            <a:cxnSpLocks/>
          </p:cNvCxnSpPr>
          <p:nvPr/>
        </p:nvCxnSpPr>
        <p:spPr>
          <a:xfrm>
            <a:off x="2181613" y="3163405"/>
            <a:ext cx="4347203" cy="0"/>
          </a:xfrm>
          <a:prstGeom prst="line">
            <a:avLst/>
          </a:prstGeom>
          <a:ln w="28575" cap="rnd" cmpd="sng" algn="ctr">
            <a:solidFill>
              <a:srgbClr val="00B05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C3A1A95-7B18-B890-B672-78CF0F135961}"/>
              </a:ext>
            </a:extLst>
          </p:cNvPr>
          <p:cNvSpPr>
            <a:spLocks noGrp="1"/>
          </p:cNvSpPr>
          <p:nvPr>
            <p:ph type="title"/>
          </p:nvPr>
        </p:nvSpPr>
        <p:spPr>
          <a:xfrm>
            <a:off x="330993" y="313420"/>
            <a:ext cx="8482014" cy="307777"/>
          </a:xfrm>
        </p:spPr>
        <p:txBody>
          <a:bodyPr/>
          <a:lstStyle/>
          <a:p>
            <a:pPr algn="ctr"/>
            <a:r>
              <a:rPr lang="es-MX" noProof="0"/>
              <a:t>Tree Diagram</a:t>
            </a:r>
          </a:p>
        </p:txBody>
      </p:sp>
      <p:sp>
        <p:nvSpPr>
          <p:cNvPr id="3" name="CuadroTexto 7">
            <a:extLst>
              <a:ext uri="{FF2B5EF4-FFF2-40B4-BE49-F238E27FC236}">
                <a16:creationId xmlns:a16="http://schemas.microsoft.com/office/drawing/2014/main" id="{34E7ABF3-A174-BEF2-DA69-8016BA06CBFA}"/>
              </a:ext>
            </a:extLst>
          </p:cNvPr>
          <p:cNvSpPr txBox="1"/>
          <p:nvPr/>
        </p:nvSpPr>
        <p:spPr>
          <a:xfrm>
            <a:off x="2950775" y="596705"/>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A tool for defining a problem</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135EE903-A58A-DA69-FC5F-54C2AA12153B}"/>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4" name="Imagen 3" descr="Árbol de problemas">
            <a:extLst>
              <a:ext uri="{FF2B5EF4-FFF2-40B4-BE49-F238E27FC236}">
                <a16:creationId xmlns:a16="http://schemas.microsoft.com/office/drawing/2014/main" id="{AC0743D1-28A6-4C28-A855-90625DF2AC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2950775" y="981425"/>
            <a:ext cx="3137527" cy="395520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Rectángulo: esquinas redondeadas 5">
            <a:extLst>
              <a:ext uri="{FF2B5EF4-FFF2-40B4-BE49-F238E27FC236}">
                <a16:creationId xmlns:a16="http://schemas.microsoft.com/office/drawing/2014/main" id="{065D2362-9740-424D-1920-923A9D1458AA}"/>
              </a:ext>
            </a:extLst>
          </p:cNvPr>
          <p:cNvSpPr/>
          <p:nvPr/>
        </p:nvSpPr>
        <p:spPr>
          <a:xfrm>
            <a:off x="4065603" y="1506518"/>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Symptoms</a:t>
            </a:r>
          </a:p>
        </p:txBody>
      </p:sp>
      <p:sp>
        <p:nvSpPr>
          <p:cNvPr id="10" name="Rectángulo: esquinas redondeadas 9">
            <a:extLst>
              <a:ext uri="{FF2B5EF4-FFF2-40B4-BE49-F238E27FC236}">
                <a16:creationId xmlns:a16="http://schemas.microsoft.com/office/drawing/2014/main" id="{EB0B350F-5B97-0F38-C98B-BFB2236F5933}"/>
              </a:ext>
            </a:extLst>
          </p:cNvPr>
          <p:cNvSpPr/>
          <p:nvPr/>
        </p:nvSpPr>
        <p:spPr>
          <a:xfrm>
            <a:off x="4065603" y="2675430"/>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Problem</a:t>
            </a:r>
          </a:p>
        </p:txBody>
      </p:sp>
      <p:sp>
        <p:nvSpPr>
          <p:cNvPr id="11" name="Rectángulo: esquinas redondeadas 10">
            <a:extLst>
              <a:ext uri="{FF2B5EF4-FFF2-40B4-BE49-F238E27FC236}">
                <a16:creationId xmlns:a16="http://schemas.microsoft.com/office/drawing/2014/main" id="{5EA5261C-F893-D502-555E-EFDB1BBE2F41}"/>
              </a:ext>
            </a:extLst>
          </p:cNvPr>
          <p:cNvSpPr/>
          <p:nvPr/>
        </p:nvSpPr>
        <p:spPr>
          <a:xfrm>
            <a:off x="4065605" y="3806031"/>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Causes</a:t>
            </a:r>
          </a:p>
        </p:txBody>
      </p:sp>
      <p:pic>
        <p:nvPicPr>
          <p:cNvPr id="15" name="Gráfico 14" descr="Flecha abajo con relleno sólido">
            <a:extLst>
              <a:ext uri="{FF2B5EF4-FFF2-40B4-BE49-F238E27FC236}">
                <a16:creationId xmlns:a16="http://schemas.microsoft.com/office/drawing/2014/main" id="{9538076B-0684-1549-CC97-5DE6F41917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1178887" y="1086919"/>
            <a:ext cx="923993" cy="1871796"/>
          </a:xfrm>
          <a:prstGeom prst="rect">
            <a:avLst/>
          </a:prstGeom>
          <a:effectLst>
            <a:outerShdw blurRad="50800" dist="38100" dir="2700000" algn="tl" rotWithShape="0">
              <a:prstClr val="black">
                <a:alpha val="40000"/>
              </a:prstClr>
            </a:outerShdw>
          </a:effectLst>
        </p:spPr>
      </p:pic>
      <p:pic>
        <p:nvPicPr>
          <p:cNvPr id="16" name="Gráfico 15" descr="Flecha abajo con relleno sólido">
            <a:extLst>
              <a:ext uri="{FF2B5EF4-FFF2-40B4-BE49-F238E27FC236}">
                <a16:creationId xmlns:a16="http://schemas.microsoft.com/office/drawing/2014/main" id="{CC2E51EF-18CE-7659-4B8B-D8F4689661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8889" y="2675430"/>
            <a:ext cx="923993" cy="1993115"/>
          </a:xfrm>
          <a:prstGeom prst="rect">
            <a:avLst/>
          </a:prstGeom>
          <a:effectLst>
            <a:outerShdw blurRad="50800" dist="38100" dir="2700000" algn="tl" rotWithShape="0">
              <a:prstClr val="black">
                <a:alpha val="40000"/>
              </a:prstClr>
            </a:outerShdw>
          </a:effectLst>
        </p:spPr>
      </p:pic>
      <p:sp>
        <p:nvSpPr>
          <p:cNvPr id="27" name="Arc 1">
            <a:extLst>
              <a:ext uri="{FF2B5EF4-FFF2-40B4-BE49-F238E27FC236}">
                <a16:creationId xmlns:a16="http://schemas.microsoft.com/office/drawing/2014/main" id="{EEC83966-CC30-39E7-5B8C-8236DBF2E8F2}"/>
              </a:ext>
            </a:extLst>
          </p:cNvPr>
          <p:cNvSpPr>
            <a:spLocks/>
          </p:cNvSpPr>
          <p:nvPr/>
        </p:nvSpPr>
        <p:spPr bwMode="auto">
          <a:xfrm rot="10800000" flipV="1">
            <a:off x="2327428" y="3347522"/>
            <a:ext cx="1030288" cy="1463675"/>
          </a:xfrm>
          <a:custGeom>
            <a:avLst/>
            <a:gdLst>
              <a:gd name="T0" fmla="*/ 515144 w 1030288"/>
              <a:gd name="T1" fmla="*/ 0 h 1463675"/>
              <a:gd name="T2" fmla="*/ 1030288 w 1030288"/>
              <a:gd name="T3" fmla="*/ 731838 h 1463675"/>
              <a:gd name="T4" fmla="*/ 0 60000 65536"/>
              <a:gd name="T5" fmla="*/ 0 60000 65536"/>
            </a:gdLst>
            <a:ahLst/>
            <a:cxnLst>
              <a:cxn ang="T4">
                <a:pos x="T0" y="T1"/>
              </a:cxn>
              <a:cxn ang="T5">
                <a:pos x="T2" y="T3"/>
              </a:cxn>
            </a:cxnLst>
            <a:rect l="0" t="0" r="r" b="b"/>
            <a:pathLst>
              <a:path w="1030288" h="1463675" stroke="0">
                <a:moveTo>
                  <a:pt x="515144" y="0"/>
                </a:moveTo>
                <a:cubicBezTo>
                  <a:pt x="799650" y="0"/>
                  <a:pt x="1030288" y="327655"/>
                  <a:pt x="1030288" y="731838"/>
                </a:cubicBezTo>
                <a:lnTo>
                  <a:pt x="515144" y="731838"/>
                </a:lnTo>
                <a:lnTo>
                  <a:pt x="515144" y="0"/>
                </a:lnTo>
                <a:close/>
              </a:path>
              <a:path w="1030288" h="1463675" fill="none">
                <a:moveTo>
                  <a:pt x="515144" y="0"/>
                </a:moveTo>
                <a:cubicBezTo>
                  <a:pt x="799650" y="0"/>
                  <a:pt x="1030288" y="327655"/>
                  <a:pt x="1030288" y="731838"/>
                </a:cubicBezTo>
              </a:path>
            </a:pathLst>
          </a:custGeom>
          <a:noFill/>
          <a:ln w="50800" cap="flat" cmpd="sng">
            <a:solidFill>
              <a:schemeClr val="tx2"/>
            </a:solidFill>
            <a:prstDash val="solid"/>
            <a:round/>
            <a:headEnd/>
            <a:tailEnd type="triangle" w="med" len="med"/>
          </a:ln>
          <a:effectLst>
            <a:outerShdw blurRad="40000" dist="20000" dir="5400000" rotWithShape="0">
              <a:srgbClr val="000000">
                <a:alpha val="37999"/>
              </a:srgbClr>
            </a:outerShdw>
          </a:effectLst>
          <a:extLst>
            <a:ext uri="{909E8E84-426E-40dd-AFC4-6F175D3DCCD1}">
              <a14:hiddenFill xmlns:a14="http://schemas.microsoft.com/office/drawing/2010/main" xmlns="">
                <a:solidFill>
                  <a:srgbClr val="FFFFFF"/>
                </a:solidFill>
              </a14:hiddenFill>
            </a:ext>
          </a:extLst>
        </p:spPr>
        <p:txBody>
          <a:bodyPr lIns="91384" tIns="45692" rIns="91384" bIns="45692" anchor="ctr"/>
          <a:lstStyle/>
          <a:p>
            <a:pPr eaLnBrk="1" hangingPunct="1">
              <a:defRPr/>
            </a:pPr>
            <a:endParaRPr lang="es-MX" noProof="0">
              <a:ea typeface="ＭＳ Ｐゴシック" pitchFamily="34" charset="-128"/>
            </a:endParaRPr>
          </a:p>
        </p:txBody>
      </p:sp>
      <p:sp>
        <p:nvSpPr>
          <p:cNvPr id="28" name="Arc 1">
            <a:extLst>
              <a:ext uri="{FF2B5EF4-FFF2-40B4-BE49-F238E27FC236}">
                <a16:creationId xmlns:a16="http://schemas.microsoft.com/office/drawing/2014/main" id="{D0A42508-D365-8C95-CFB7-754FFC540574}"/>
              </a:ext>
            </a:extLst>
          </p:cNvPr>
          <p:cNvSpPr>
            <a:spLocks/>
          </p:cNvSpPr>
          <p:nvPr/>
        </p:nvSpPr>
        <p:spPr bwMode="auto">
          <a:xfrm rot="10800000">
            <a:off x="2300980" y="1491580"/>
            <a:ext cx="1030288" cy="1463675"/>
          </a:xfrm>
          <a:custGeom>
            <a:avLst/>
            <a:gdLst>
              <a:gd name="T0" fmla="*/ 515144 w 1030288"/>
              <a:gd name="T1" fmla="*/ 0 h 1463675"/>
              <a:gd name="T2" fmla="*/ 1030288 w 1030288"/>
              <a:gd name="T3" fmla="*/ 731838 h 1463675"/>
              <a:gd name="T4" fmla="*/ 0 60000 65536"/>
              <a:gd name="T5" fmla="*/ 0 60000 65536"/>
            </a:gdLst>
            <a:ahLst/>
            <a:cxnLst>
              <a:cxn ang="T4">
                <a:pos x="T0" y="T1"/>
              </a:cxn>
              <a:cxn ang="T5">
                <a:pos x="T2" y="T3"/>
              </a:cxn>
            </a:cxnLst>
            <a:rect l="0" t="0" r="r" b="b"/>
            <a:pathLst>
              <a:path w="1030288" h="1463675" stroke="0">
                <a:moveTo>
                  <a:pt x="515144" y="0"/>
                </a:moveTo>
                <a:cubicBezTo>
                  <a:pt x="799650" y="0"/>
                  <a:pt x="1030288" y="327655"/>
                  <a:pt x="1030288" y="731838"/>
                </a:cubicBezTo>
                <a:lnTo>
                  <a:pt x="515144" y="731838"/>
                </a:lnTo>
                <a:lnTo>
                  <a:pt x="515144" y="0"/>
                </a:lnTo>
                <a:close/>
              </a:path>
              <a:path w="1030288" h="1463675" fill="none">
                <a:moveTo>
                  <a:pt x="515144" y="0"/>
                </a:moveTo>
                <a:cubicBezTo>
                  <a:pt x="799650" y="0"/>
                  <a:pt x="1030288" y="327655"/>
                  <a:pt x="1030288" y="731838"/>
                </a:cubicBezTo>
              </a:path>
            </a:pathLst>
          </a:custGeom>
          <a:noFill/>
          <a:ln w="50800" cap="flat" cmpd="sng">
            <a:solidFill>
              <a:schemeClr val="tx2"/>
            </a:solidFill>
            <a:prstDash val="solid"/>
            <a:round/>
            <a:headEnd/>
            <a:tailEnd type="triangle" w="med" len="med"/>
          </a:ln>
          <a:effectLst>
            <a:outerShdw blurRad="40000" dist="20000" dir="5400000" rotWithShape="0">
              <a:srgbClr val="000000">
                <a:alpha val="37999"/>
              </a:srgbClr>
            </a:outerShdw>
          </a:effectLst>
          <a:extLst>
            <a:ext uri="{909E8E84-426E-40dd-AFC4-6F175D3DCCD1}">
              <a14:hiddenFill xmlns:a14="http://schemas.microsoft.com/office/drawing/2010/main" xmlns="">
                <a:solidFill>
                  <a:srgbClr val="FFFFFF"/>
                </a:solidFill>
              </a14:hiddenFill>
            </a:ext>
          </a:extLst>
        </p:spPr>
        <p:txBody>
          <a:bodyPr lIns="91384" tIns="45692" rIns="91384" bIns="45692" anchor="ctr"/>
          <a:lstStyle/>
          <a:p>
            <a:pPr eaLnBrk="1" hangingPunct="1">
              <a:defRPr/>
            </a:pPr>
            <a:endParaRPr lang="es-MX" noProof="0">
              <a:ea typeface="ＭＳ Ｐゴシック" pitchFamily="34" charset="-128"/>
            </a:endParaRPr>
          </a:p>
        </p:txBody>
      </p:sp>
      <p:sp>
        <p:nvSpPr>
          <p:cNvPr id="30" name="Title 1">
            <a:extLst>
              <a:ext uri="{FF2B5EF4-FFF2-40B4-BE49-F238E27FC236}">
                <a16:creationId xmlns:a16="http://schemas.microsoft.com/office/drawing/2014/main" id="{ABF8D33D-A4C9-A998-E10C-3E8E6EEBF52D}"/>
              </a:ext>
            </a:extLst>
          </p:cNvPr>
          <p:cNvSpPr txBox="1">
            <a:spLocks/>
          </p:cNvSpPr>
          <p:nvPr/>
        </p:nvSpPr>
        <p:spPr>
          <a:xfrm rot="16200000">
            <a:off x="8158" y="2816757"/>
            <a:ext cx="2678084" cy="2769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800" noProof="0"/>
              <a:t>Time</a:t>
            </a:r>
          </a:p>
        </p:txBody>
      </p:sp>
      <p:sp>
        <p:nvSpPr>
          <p:cNvPr id="31" name="Title 1">
            <a:extLst>
              <a:ext uri="{FF2B5EF4-FFF2-40B4-BE49-F238E27FC236}">
                <a16:creationId xmlns:a16="http://schemas.microsoft.com/office/drawing/2014/main" id="{9CEC6197-158A-D364-54B0-0F4E670CA00E}"/>
              </a:ext>
            </a:extLst>
          </p:cNvPr>
          <p:cNvSpPr txBox="1">
            <a:spLocks/>
          </p:cNvSpPr>
          <p:nvPr/>
        </p:nvSpPr>
        <p:spPr>
          <a:xfrm>
            <a:off x="1973966" y="1726374"/>
            <a:ext cx="1111793"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b="0" noProof="0"/>
              <a:t>As a result…</a:t>
            </a:r>
          </a:p>
        </p:txBody>
      </p:sp>
      <p:sp>
        <p:nvSpPr>
          <p:cNvPr id="32" name="Title 1">
            <a:extLst>
              <a:ext uri="{FF2B5EF4-FFF2-40B4-BE49-F238E27FC236}">
                <a16:creationId xmlns:a16="http://schemas.microsoft.com/office/drawing/2014/main" id="{DCD1F6BA-2967-E8BB-3CB1-A8AFBF2CC342}"/>
              </a:ext>
            </a:extLst>
          </p:cNvPr>
          <p:cNvSpPr txBox="1">
            <a:spLocks/>
          </p:cNvSpPr>
          <p:nvPr/>
        </p:nvSpPr>
        <p:spPr>
          <a:xfrm>
            <a:off x="1717071" y="4144192"/>
            <a:ext cx="1479511"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b="0" noProof="0"/>
              <a:t>Because…</a:t>
            </a:r>
          </a:p>
        </p:txBody>
      </p:sp>
      <p:sp>
        <p:nvSpPr>
          <p:cNvPr id="33" name="Abrir llave 32">
            <a:extLst>
              <a:ext uri="{FF2B5EF4-FFF2-40B4-BE49-F238E27FC236}">
                <a16:creationId xmlns:a16="http://schemas.microsoft.com/office/drawing/2014/main" id="{3B738766-0B43-B423-3012-03950386DCD2}"/>
              </a:ext>
            </a:extLst>
          </p:cNvPr>
          <p:cNvSpPr/>
          <p:nvPr/>
        </p:nvSpPr>
        <p:spPr>
          <a:xfrm flipH="1">
            <a:off x="6606458" y="1153483"/>
            <a:ext cx="309284" cy="1272640"/>
          </a:xfrm>
          <a:prstGeom prst="leftBrace">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4" name="Abrir llave 33">
            <a:extLst>
              <a:ext uri="{FF2B5EF4-FFF2-40B4-BE49-F238E27FC236}">
                <a16:creationId xmlns:a16="http://schemas.microsoft.com/office/drawing/2014/main" id="{A65A463F-3226-7EDC-A4B5-7845B95A3B94}"/>
              </a:ext>
            </a:extLst>
          </p:cNvPr>
          <p:cNvSpPr/>
          <p:nvPr/>
        </p:nvSpPr>
        <p:spPr>
          <a:xfrm flipH="1">
            <a:off x="6606458" y="2495467"/>
            <a:ext cx="223799" cy="660538"/>
          </a:xfrm>
          <a:prstGeom prst="leftBrace">
            <a:avLst>
              <a:gd name="adj1" fmla="val 8333"/>
              <a:gd name="adj2" fmla="val 48616"/>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5" name="Abrir llave 34">
            <a:extLst>
              <a:ext uri="{FF2B5EF4-FFF2-40B4-BE49-F238E27FC236}">
                <a16:creationId xmlns:a16="http://schemas.microsoft.com/office/drawing/2014/main" id="{1C731DCC-DE3D-CB72-E11F-0E0777109F6B}"/>
              </a:ext>
            </a:extLst>
          </p:cNvPr>
          <p:cNvSpPr/>
          <p:nvPr/>
        </p:nvSpPr>
        <p:spPr>
          <a:xfrm flipH="1">
            <a:off x="6599750" y="3275968"/>
            <a:ext cx="223799" cy="1343410"/>
          </a:xfrm>
          <a:prstGeom prst="leftBrace">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7" name="Title 1">
            <a:extLst>
              <a:ext uri="{FF2B5EF4-FFF2-40B4-BE49-F238E27FC236}">
                <a16:creationId xmlns:a16="http://schemas.microsoft.com/office/drawing/2014/main" id="{BDBBC11C-577E-130F-04B7-76AAAE59180D}"/>
              </a:ext>
            </a:extLst>
          </p:cNvPr>
          <p:cNvSpPr txBox="1">
            <a:spLocks/>
          </p:cNvSpPr>
          <p:nvPr/>
        </p:nvSpPr>
        <p:spPr>
          <a:xfrm>
            <a:off x="7027647" y="1551604"/>
            <a:ext cx="1800230"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b="0" noProof="0">
                <a:solidFill>
                  <a:schemeClr val="bg1"/>
                </a:solidFill>
              </a:rPr>
              <a:t>An obvious result of the problem that indicates something is wrong</a:t>
            </a:r>
          </a:p>
        </p:txBody>
      </p:sp>
      <p:sp>
        <p:nvSpPr>
          <p:cNvPr id="38" name="Title 1">
            <a:extLst>
              <a:ext uri="{FF2B5EF4-FFF2-40B4-BE49-F238E27FC236}">
                <a16:creationId xmlns:a16="http://schemas.microsoft.com/office/drawing/2014/main" id="{6A981150-3D91-630D-9D8A-1750B16A28B0}"/>
              </a:ext>
            </a:extLst>
          </p:cNvPr>
          <p:cNvSpPr txBox="1">
            <a:spLocks/>
          </p:cNvSpPr>
          <p:nvPr/>
        </p:nvSpPr>
        <p:spPr>
          <a:xfrm>
            <a:off x="7035185" y="2675430"/>
            <a:ext cx="1800230"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b="0" noProof="0">
                <a:solidFill>
                  <a:schemeClr val="bg1"/>
                </a:solidFill>
              </a:rPr>
              <a:t>Gap against the target or standard</a:t>
            </a:r>
          </a:p>
        </p:txBody>
      </p:sp>
      <p:sp>
        <p:nvSpPr>
          <p:cNvPr id="39" name="Title 1">
            <a:extLst>
              <a:ext uri="{FF2B5EF4-FFF2-40B4-BE49-F238E27FC236}">
                <a16:creationId xmlns:a16="http://schemas.microsoft.com/office/drawing/2014/main" id="{D21F1723-340A-BD96-11B2-21605CABEBE4}"/>
              </a:ext>
            </a:extLst>
          </p:cNvPr>
          <p:cNvSpPr txBox="1">
            <a:spLocks/>
          </p:cNvSpPr>
          <p:nvPr/>
        </p:nvSpPr>
        <p:spPr>
          <a:xfrm>
            <a:off x="7035185" y="3774860"/>
            <a:ext cx="1800230"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b="0" noProof="0">
                <a:solidFill>
                  <a:schemeClr val="bg1"/>
                </a:solidFill>
              </a:rPr>
              <a:t>Causes the problem (not visible)</a:t>
            </a:r>
          </a:p>
        </p:txBody>
      </p:sp>
    </p:spTree>
    <p:extLst>
      <p:ext uri="{BB962C8B-B14F-4D97-AF65-F5344CB8AC3E}">
        <p14:creationId xmlns:p14="http://schemas.microsoft.com/office/powerpoint/2010/main" val="2019437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6A405-7196-625B-679B-C9DFB145A8D8}"/>
            </a:ext>
          </a:extLst>
        </p:cNvPr>
        <p:cNvGrpSpPr/>
        <p:nvPr/>
      </p:nvGrpSpPr>
      <p:grpSpPr>
        <a:xfrm>
          <a:off x="0" y="0"/>
          <a:ext cx="0" cy="0"/>
          <a:chOff x="0" y="0"/>
          <a:chExt cx="0" cy="0"/>
        </a:xfrm>
      </p:grpSpPr>
      <p:sp>
        <p:nvSpPr>
          <p:cNvPr id="42" name="Rectángulo: esquinas redondeadas 41">
            <a:extLst>
              <a:ext uri="{FF2B5EF4-FFF2-40B4-BE49-F238E27FC236}">
                <a16:creationId xmlns:a16="http://schemas.microsoft.com/office/drawing/2014/main" id="{FF03D8F9-4436-CFAE-BA8F-ACF4538CDCA1}"/>
              </a:ext>
            </a:extLst>
          </p:cNvPr>
          <p:cNvSpPr/>
          <p:nvPr/>
        </p:nvSpPr>
        <p:spPr>
          <a:xfrm>
            <a:off x="3770334" y="3599903"/>
            <a:ext cx="2657896"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sp>
        <p:nvSpPr>
          <p:cNvPr id="41" name="Rectángulo: esquinas redondeadas 40">
            <a:extLst>
              <a:ext uri="{FF2B5EF4-FFF2-40B4-BE49-F238E27FC236}">
                <a16:creationId xmlns:a16="http://schemas.microsoft.com/office/drawing/2014/main" id="{B0C1D3FB-C965-7B4F-74D8-0C051589E4E7}"/>
              </a:ext>
            </a:extLst>
          </p:cNvPr>
          <p:cNvSpPr/>
          <p:nvPr/>
        </p:nvSpPr>
        <p:spPr>
          <a:xfrm>
            <a:off x="3770333" y="2501363"/>
            <a:ext cx="2880091"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sp>
        <p:nvSpPr>
          <p:cNvPr id="40" name="Rectángulo: esquinas redondeadas 39">
            <a:extLst>
              <a:ext uri="{FF2B5EF4-FFF2-40B4-BE49-F238E27FC236}">
                <a16:creationId xmlns:a16="http://schemas.microsoft.com/office/drawing/2014/main" id="{6682B355-86D4-8D0C-25D9-54A1F03267E5}"/>
              </a:ext>
            </a:extLst>
          </p:cNvPr>
          <p:cNvSpPr/>
          <p:nvPr/>
        </p:nvSpPr>
        <p:spPr>
          <a:xfrm>
            <a:off x="3770334" y="1480833"/>
            <a:ext cx="2657897"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sp>
        <p:nvSpPr>
          <p:cNvPr id="2" name="Title 1">
            <a:extLst>
              <a:ext uri="{FF2B5EF4-FFF2-40B4-BE49-F238E27FC236}">
                <a16:creationId xmlns:a16="http://schemas.microsoft.com/office/drawing/2014/main" id="{0A80955A-EFDF-7AFF-22DD-E96033215033}"/>
              </a:ext>
            </a:extLst>
          </p:cNvPr>
          <p:cNvSpPr>
            <a:spLocks noGrp="1"/>
          </p:cNvSpPr>
          <p:nvPr>
            <p:ph type="title"/>
          </p:nvPr>
        </p:nvSpPr>
        <p:spPr>
          <a:xfrm>
            <a:off x="330993" y="313420"/>
            <a:ext cx="8482014" cy="307777"/>
          </a:xfrm>
        </p:spPr>
        <p:txBody>
          <a:bodyPr/>
          <a:lstStyle/>
          <a:p>
            <a:pPr algn="ctr"/>
            <a:r>
              <a:rPr lang="es-MX" noProof="0"/>
              <a:t>Tree Diagram</a:t>
            </a:r>
          </a:p>
        </p:txBody>
      </p:sp>
      <p:sp>
        <p:nvSpPr>
          <p:cNvPr id="3" name="CuadroTexto 7">
            <a:extLst>
              <a:ext uri="{FF2B5EF4-FFF2-40B4-BE49-F238E27FC236}">
                <a16:creationId xmlns:a16="http://schemas.microsoft.com/office/drawing/2014/main" id="{D1F61B87-B05B-AD46-EC1F-D257A64E9F0B}"/>
              </a:ext>
            </a:extLst>
          </p:cNvPr>
          <p:cNvSpPr txBox="1"/>
          <p:nvPr/>
        </p:nvSpPr>
        <p:spPr>
          <a:xfrm>
            <a:off x="2950775" y="596705"/>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A tool for defining a problem</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6C1E4D65-58C0-0704-32AA-5C3B7C1A0510}"/>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4" name="Imagen 3" descr="Árbol de problemas">
            <a:extLst>
              <a:ext uri="{FF2B5EF4-FFF2-40B4-BE49-F238E27FC236}">
                <a16:creationId xmlns:a16="http://schemas.microsoft.com/office/drawing/2014/main" id="{6D5B4361-743F-626B-BB3D-92FE8A0CD4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16135" y="1027145"/>
            <a:ext cx="3137527" cy="395520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Rectángulo: esquinas redondeadas 5">
            <a:extLst>
              <a:ext uri="{FF2B5EF4-FFF2-40B4-BE49-F238E27FC236}">
                <a16:creationId xmlns:a16="http://schemas.microsoft.com/office/drawing/2014/main" id="{6948EE87-A721-0602-9916-FAA672DB113A}"/>
              </a:ext>
            </a:extLst>
          </p:cNvPr>
          <p:cNvSpPr/>
          <p:nvPr/>
        </p:nvSpPr>
        <p:spPr>
          <a:xfrm>
            <a:off x="1230963" y="1552238"/>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Symptoms</a:t>
            </a:r>
          </a:p>
        </p:txBody>
      </p:sp>
      <p:sp>
        <p:nvSpPr>
          <p:cNvPr id="10" name="Rectángulo: esquinas redondeadas 9">
            <a:extLst>
              <a:ext uri="{FF2B5EF4-FFF2-40B4-BE49-F238E27FC236}">
                <a16:creationId xmlns:a16="http://schemas.microsoft.com/office/drawing/2014/main" id="{355C21E1-4C47-02E5-A6AA-46D4F0241D5F}"/>
              </a:ext>
            </a:extLst>
          </p:cNvPr>
          <p:cNvSpPr/>
          <p:nvPr/>
        </p:nvSpPr>
        <p:spPr>
          <a:xfrm>
            <a:off x="1230963" y="2721150"/>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Problem</a:t>
            </a:r>
          </a:p>
        </p:txBody>
      </p:sp>
      <p:sp>
        <p:nvSpPr>
          <p:cNvPr id="11" name="Rectángulo: esquinas redondeadas 10">
            <a:extLst>
              <a:ext uri="{FF2B5EF4-FFF2-40B4-BE49-F238E27FC236}">
                <a16:creationId xmlns:a16="http://schemas.microsoft.com/office/drawing/2014/main" id="{80484C60-137B-9FE8-98FC-8BBA583E0DB1}"/>
              </a:ext>
            </a:extLst>
          </p:cNvPr>
          <p:cNvSpPr/>
          <p:nvPr/>
        </p:nvSpPr>
        <p:spPr>
          <a:xfrm>
            <a:off x="1230965" y="3851751"/>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Causes</a:t>
            </a:r>
          </a:p>
        </p:txBody>
      </p:sp>
      <p:sp>
        <p:nvSpPr>
          <p:cNvPr id="33" name="Abrir llave 32">
            <a:extLst>
              <a:ext uri="{FF2B5EF4-FFF2-40B4-BE49-F238E27FC236}">
                <a16:creationId xmlns:a16="http://schemas.microsoft.com/office/drawing/2014/main" id="{B79D8F59-285E-9CC6-5166-3951D7AA7256}"/>
              </a:ext>
            </a:extLst>
          </p:cNvPr>
          <p:cNvSpPr/>
          <p:nvPr/>
        </p:nvSpPr>
        <p:spPr>
          <a:xfrm flipH="1">
            <a:off x="3406058" y="1190059"/>
            <a:ext cx="309284" cy="1272640"/>
          </a:xfrm>
          <a:prstGeom prst="leftBrace">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4" name="Abrir llave 33">
            <a:extLst>
              <a:ext uri="{FF2B5EF4-FFF2-40B4-BE49-F238E27FC236}">
                <a16:creationId xmlns:a16="http://schemas.microsoft.com/office/drawing/2014/main" id="{EA1A6B3C-FEF4-0869-5F0B-7F261C4FAC2F}"/>
              </a:ext>
            </a:extLst>
          </p:cNvPr>
          <p:cNvSpPr/>
          <p:nvPr/>
        </p:nvSpPr>
        <p:spPr>
          <a:xfrm flipH="1">
            <a:off x="3406058" y="2532043"/>
            <a:ext cx="223799" cy="660538"/>
          </a:xfrm>
          <a:prstGeom prst="leftBrace">
            <a:avLst>
              <a:gd name="adj1" fmla="val 8333"/>
              <a:gd name="adj2" fmla="val 48616"/>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5" name="Abrir llave 34">
            <a:extLst>
              <a:ext uri="{FF2B5EF4-FFF2-40B4-BE49-F238E27FC236}">
                <a16:creationId xmlns:a16="http://schemas.microsoft.com/office/drawing/2014/main" id="{5E4ACC44-874A-D363-5A77-9BF50F7DD12C}"/>
              </a:ext>
            </a:extLst>
          </p:cNvPr>
          <p:cNvSpPr/>
          <p:nvPr/>
        </p:nvSpPr>
        <p:spPr>
          <a:xfrm flipH="1">
            <a:off x="3399350" y="3312544"/>
            <a:ext cx="223799" cy="1343410"/>
          </a:xfrm>
          <a:prstGeom prst="leftBrace">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7" name="Title 1">
            <a:extLst>
              <a:ext uri="{FF2B5EF4-FFF2-40B4-BE49-F238E27FC236}">
                <a16:creationId xmlns:a16="http://schemas.microsoft.com/office/drawing/2014/main" id="{4196F18C-FB9F-7C9B-D5BE-E671DBBA38FA}"/>
              </a:ext>
            </a:extLst>
          </p:cNvPr>
          <p:cNvSpPr txBox="1">
            <a:spLocks/>
          </p:cNvSpPr>
          <p:nvPr/>
        </p:nvSpPr>
        <p:spPr>
          <a:xfrm>
            <a:off x="4027389" y="1564600"/>
            <a:ext cx="2143785"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171450" indent="-171450">
              <a:buFont typeface="Arial" panose="020B0604020202020204" pitchFamily="34" charset="0"/>
              <a:buChar char="•"/>
            </a:pPr>
            <a:r>
              <a:rPr lang="es-MX" sz="1200" b="0" noProof="0">
                <a:solidFill>
                  <a:schemeClr val="bg1"/>
                </a:solidFill>
              </a:rPr>
              <a:t>Shipping line complaint
Additional gangs
Vessels waiting to berth</a:t>
            </a:r>
          </a:p>
          <a:p>
            <a:pPr marL="171450" indent="-171450">
              <a:buFont typeface="Arial" panose="020B0604020202020204" pitchFamily="34" charset="0"/>
              <a:buChar char="•"/>
            </a:pPr>
            <a:endParaRPr lang="es-MX" sz="1200" b="0" noProof="0">
              <a:solidFill>
                <a:schemeClr val="bg1"/>
              </a:solidFill>
            </a:endParaRPr>
          </a:p>
          <a:p>
            <a:pPr marL="171450" indent="-171450">
              <a:buFont typeface="Arial" panose="020B0604020202020204" pitchFamily="34" charset="0"/>
              <a:buChar char="•"/>
            </a:pPr>
            <a:endParaRPr lang="es-MX" sz="1200" b="0" noProof="0">
              <a:solidFill>
                <a:schemeClr val="bg1"/>
              </a:solidFill>
            </a:endParaRPr>
          </a:p>
        </p:txBody>
      </p:sp>
      <p:sp>
        <p:nvSpPr>
          <p:cNvPr id="38" name="Title 1">
            <a:extLst>
              <a:ext uri="{FF2B5EF4-FFF2-40B4-BE49-F238E27FC236}">
                <a16:creationId xmlns:a16="http://schemas.microsoft.com/office/drawing/2014/main" id="{CFC304D3-A3C4-D10E-1255-C4ADB3AC4664}"/>
              </a:ext>
            </a:extLst>
          </p:cNvPr>
          <p:cNvSpPr txBox="1">
            <a:spLocks/>
          </p:cNvSpPr>
          <p:nvPr/>
        </p:nvSpPr>
        <p:spPr>
          <a:xfrm>
            <a:off x="3881430" y="2605195"/>
            <a:ext cx="2657895"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b="0" noProof="0">
                <a:solidFill>
                  <a:schemeClr val="bg1"/>
                </a:solidFill>
              </a:rPr>
              <a:t>From June through August, GMPH has remained at 12 moves, while the established target is 15 moves.</a:t>
            </a:r>
          </a:p>
        </p:txBody>
      </p:sp>
      <p:sp>
        <p:nvSpPr>
          <p:cNvPr id="39" name="Title 1">
            <a:extLst>
              <a:ext uri="{FF2B5EF4-FFF2-40B4-BE49-F238E27FC236}">
                <a16:creationId xmlns:a16="http://schemas.microsoft.com/office/drawing/2014/main" id="{CA758AD3-6525-EF90-236A-A99378024621}"/>
              </a:ext>
            </a:extLst>
          </p:cNvPr>
          <p:cNvSpPr txBox="1">
            <a:spLocks/>
          </p:cNvSpPr>
          <p:nvPr/>
        </p:nvSpPr>
        <p:spPr>
          <a:xfrm>
            <a:off x="3992530" y="3707250"/>
            <a:ext cx="2657895"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171450" indent="-171450" algn="just">
              <a:buFont typeface="Arial" panose="020B0604020202020204" pitchFamily="34" charset="0"/>
              <a:buChar char="•"/>
            </a:pPr>
            <a:r>
              <a:rPr lang="es-MX" sz="1200" b="0" noProof="0" dirty="0">
                <a:solidFill>
                  <a:schemeClr val="bg1"/>
                </a:solidFill>
              </a:rPr>
              <a:t>Spreader failures
Inefficient yard planning
Poor visibility of container stacks</a:t>
            </a:r>
          </a:p>
          <a:p>
            <a:pPr marL="171450" indent="-171450" algn="just">
              <a:buFont typeface="Arial" panose="020B0604020202020204" pitchFamily="34" charset="0"/>
              <a:buChar char="•"/>
            </a:pPr>
            <a:endParaRPr lang="es-MX" sz="1200" b="0" noProof="0" dirty="0">
              <a:solidFill>
                <a:schemeClr val="bg1"/>
              </a:solidFill>
            </a:endParaRPr>
          </a:p>
          <a:p>
            <a:pPr marL="171450" indent="-171450" algn="just">
              <a:buFont typeface="Arial" panose="020B0604020202020204" pitchFamily="34" charset="0"/>
              <a:buChar char="•"/>
            </a:pPr>
            <a:endParaRPr lang="es-MX" sz="1200" b="0" noProof="0" dirty="0">
              <a:solidFill>
                <a:schemeClr val="bg1"/>
              </a:solidFill>
            </a:endParaRPr>
          </a:p>
        </p:txBody>
      </p:sp>
      <p:sp>
        <p:nvSpPr>
          <p:cNvPr id="8" name="Rectángulo: esquinas redondeadas 7">
            <a:extLst>
              <a:ext uri="{FF2B5EF4-FFF2-40B4-BE49-F238E27FC236}">
                <a16:creationId xmlns:a16="http://schemas.microsoft.com/office/drawing/2014/main" id="{8FD34BC0-9D0B-608E-8AE5-910AD97EDBC8}"/>
              </a:ext>
            </a:extLst>
          </p:cNvPr>
          <p:cNvSpPr/>
          <p:nvPr/>
        </p:nvSpPr>
        <p:spPr>
          <a:xfrm>
            <a:off x="7263530" y="760195"/>
            <a:ext cx="1199786" cy="466952"/>
          </a:xfrm>
          <a:prstGeom prst="roundRect">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rgbClr val="FFFFFF"/>
                </a:solidFill>
              </a:rPr>
              <a:t>Example</a:t>
            </a:r>
          </a:p>
        </p:txBody>
      </p:sp>
      <p:pic>
        <p:nvPicPr>
          <p:cNvPr id="14" name="Imagen 13">
            <a:extLst>
              <a:ext uri="{FF2B5EF4-FFF2-40B4-BE49-F238E27FC236}">
                <a16:creationId xmlns:a16="http://schemas.microsoft.com/office/drawing/2014/main" id="{3FDAD3F7-C69E-AA10-F370-B43FBACAD3F4}"/>
              </a:ext>
            </a:extLst>
          </p:cNvPr>
          <p:cNvPicPr>
            <a:picLocks noChangeAspect="1"/>
          </p:cNvPicPr>
          <p:nvPr/>
        </p:nvPicPr>
        <p:blipFill>
          <a:blip r:embed="rId4"/>
          <a:stretch>
            <a:fillRect/>
          </a:stretch>
        </p:blipFill>
        <p:spPr>
          <a:xfrm>
            <a:off x="6837642" y="1717815"/>
            <a:ext cx="2051561" cy="205156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04548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0255-2A48-FFFF-5CF5-24326B47EBF8}"/>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514B7684-57A7-E118-3546-A2F6F81A0AB8}"/>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10DA2AF2-F881-A9CF-E2EF-88BD0655D6CF}"/>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7095B88A-5866-165D-E207-13EAA2AFA721}"/>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CAE963A3-42E2-4301-D791-D035E1A3CC0D}"/>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096720CE-A5C1-DD56-C214-9786654C6888}"/>
              </a:ext>
            </a:extLst>
          </p:cNvPr>
          <p:cNvSpPr>
            <a:spLocks noGrp="1"/>
          </p:cNvSpPr>
          <p:nvPr>
            <p:ph type="title"/>
          </p:nvPr>
        </p:nvSpPr>
        <p:spPr>
          <a:xfrm>
            <a:off x="330993" y="313420"/>
            <a:ext cx="8482014" cy="307777"/>
          </a:xfrm>
        </p:spPr>
        <p:txBody>
          <a:bodyPr/>
          <a:lstStyle/>
          <a:p>
            <a:pPr algn="ctr"/>
            <a:r>
              <a:rPr lang="es-MX" noProof="0" dirty="0"/>
              <a:t>Actividad 3</a:t>
            </a:r>
          </a:p>
        </p:txBody>
      </p:sp>
      <p:sp>
        <p:nvSpPr>
          <p:cNvPr id="3" name="CuadroTexto 7">
            <a:extLst>
              <a:ext uri="{FF2B5EF4-FFF2-40B4-BE49-F238E27FC236}">
                <a16:creationId xmlns:a16="http://schemas.microsoft.com/office/drawing/2014/main" id="{3BDE19DD-E17A-EC95-BC91-7E4103CF29B0}"/>
              </a:ext>
            </a:extLst>
          </p:cNvPr>
          <p:cNvSpPr txBox="1"/>
          <p:nvPr/>
        </p:nvSpPr>
        <p:spPr>
          <a:xfrm>
            <a:off x="2927044" y="584959"/>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a:solidFill>
                  <a:schemeClr val="accent6"/>
                </a:solidFill>
              </a:rPr>
              <a:t>Symptoms or Causes?</a:t>
            </a: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sp>
        <p:nvSpPr>
          <p:cNvPr id="18" name="Title 1">
            <a:extLst>
              <a:ext uri="{FF2B5EF4-FFF2-40B4-BE49-F238E27FC236}">
                <a16:creationId xmlns:a16="http://schemas.microsoft.com/office/drawing/2014/main" id="{11646186-309C-E3B8-F314-B6F74C39A7EB}"/>
              </a:ext>
            </a:extLst>
          </p:cNvPr>
          <p:cNvSpPr txBox="1">
            <a:spLocks/>
          </p:cNvSpPr>
          <p:nvPr/>
        </p:nvSpPr>
        <p:spPr>
          <a:xfrm>
            <a:off x="1012299" y="3045010"/>
            <a:ext cx="1689362"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dirty="0">
                <a:solidFill>
                  <a:schemeClr val="bg1"/>
                </a:solidFill>
              </a:rPr>
              <a:t>3 teams</a:t>
            </a:r>
            <a:endParaRPr lang="es-MX" sz="1400" b="0" noProof="0" dirty="0">
              <a:solidFill>
                <a:schemeClr val="bg1"/>
              </a:solidFill>
            </a:endParaRPr>
          </a:p>
        </p:txBody>
      </p:sp>
      <p:sp>
        <p:nvSpPr>
          <p:cNvPr id="19" name="Title 1">
            <a:extLst>
              <a:ext uri="{FF2B5EF4-FFF2-40B4-BE49-F238E27FC236}">
                <a16:creationId xmlns:a16="http://schemas.microsoft.com/office/drawing/2014/main" id="{B2CAAE3E-EDDF-60DD-133D-75B9C70ED4CE}"/>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Team reflection</a:t>
            </a:r>
          </a:p>
        </p:txBody>
      </p:sp>
      <p:pic>
        <p:nvPicPr>
          <p:cNvPr id="5" name="Imagen 4" descr="Dibujo de una persona&#10;&#10;El contenido generado por IA puede ser incorrecto.">
            <a:extLst>
              <a:ext uri="{FF2B5EF4-FFF2-40B4-BE49-F238E27FC236}">
                <a16:creationId xmlns:a16="http://schemas.microsoft.com/office/drawing/2014/main" id="{1B2EC800-EE55-8FC5-F55A-8CC2F6AFE589}"/>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03ECDFDE-D5CD-AA37-8627-D99E0DFD9369}"/>
              </a:ext>
            </a:extLst>
          </p:cNvPr>
          <p:cNvSpPr txBox="1">
            <a:spLocks/>
          </p:cNvSpPr>
          <p:nvPr/>
        </p:nvSpPr>
        <p:spPr>
          <a:xfrm>
            <a:off x="3582621" y="2933619"/>
            <a:ext cx="196102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Cards, tape, and flip chart or whiteboard</a:t>
            </a:r>
          </a:p>
        </p:txBody>
      </p:sp>
      <p:sp>
        <p:nvSpPr>
          <p:cNvPr id="25" name="CuadroTexto 7">
            <a:extLst>
              <a:ext uri="{FF2B5EF4-FFF2-40B4-BE49-F238E27FC236}">
                <a16:creationId xmlns:a16="http://schemas.microsoft.com/office/drawing/2014/main" id="{716C69AE-1CFA-600C-6D12-BAE9C5FD1FE9}"/>
              </a:ext>
            </a:extLst>
          </p:cNvPr>
          <p:cNvSpPr txBox="1"/>
          <p:nvPr/>
        </p:nvSpPr>
        <p:spPr>
          <a:xfrm>
            <a:off x="2498729" y="3947303"/>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Deliverable:
Cards sorted into the appropriate categories on the flip chart/whiteboard</a:t>
            </a:r>
          </a:p>
          <a:p>
            <a:pPr algn="ctr"/>
            <a:endParaRPr lang="es-MX" sz="1100" b="1" noProof="0">
              <a:solidFill>
                <a:schemeClr val="accent6"/>
              </a:solidFill>
            </a:endParaRPr>
          </a:p>
        </p:txBody>
      </p:sp>
      <p:pic>
        <p:nvPicPr>
          <p:cNvPr id="10" name="Gráfico 9" descr="Perfil de hombre con relleno sólido">
            <a:extLst>
              <a:ext uri="{FF2B5EF4-FFF2-40B4-BE49-F238E27FC236}">
                <a16:creationId xmlns:a16="http://schemas.microsoft.com/office/drawing/2014/main" id="{2B0832DE-8F30-5C7E-EA65-D221A140EF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2299" y="1718095"/>
            <a:ext cx="480203" cy="480203"/>
          </a:xfrm>
          <a:prstGeom prst="rect">
            <a:avLst/>
          </a:prstGeom>
        </p:spPr>
      </p:pic>
      <p:sp>
        <p:nvSpPr>
          <p:cNvPr id="11" name="Rectángulo 10">
            <a:extLst>
              <a:ext uri="{FF2B5EF4-FFF2-40B4-BE49-F238E27FC236}">
                <a16:creationId xmlns:a16="http://schemas.microsoft.com/office/drawing/2014/main" id="{3BA47CFA-ED9E-B12A-0E53-0FAA3224ADD6}"/>
              </a:ext>
            </a:extLst>
          </p:cNvPr>
          <p:cNvSpPr/>
          <p:nvPr/>
        </p:nvSpPr>
        <p:spPr>
          <a:xfrm rot="20480612">
            <a:off x="3874967" y="1827195"/>
            <a:ext cx="274320" cy="43088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12">
            <a:extLst>
              <a:ext uri="{FF2B5EF4-FFF2-40B4-BE49-F238E27FC236}">
                <a16:creationId xmlns:a16="http://schemas.microsoft.com/office/drawing/2014/main" id="{29023C35-413F-908B-44F7-75F6B5144590}"/>
              </a:ext>
            </a:extLst>
          </p:cNvPr>
          <p:cNvSpPr/>
          <p:nvPr/>
        </p:nvSpPr>
        <p:spPr>
          <a:xfrm rot="21090428">
            <a:off x="4042440" y="1763653"/>
            <a:ext cx="274320" cy="43088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Rectángulo 13">
            <a:extLst>
              <a:ext uri="{FF2B5EF4-FFF2-40B4-BE49-F238E27FC236}">
                <a16:creationId xmlns:a16="http://schemas.microsoft.com/office/drawing/2014/main" id="{AC40EF53-62ED-B529-1835-3B973BAEEA3B}"/>
              </a:ext>
            </a:extLst>
          </p:cNvPr>
          <p:cNvSpPr/>
          <p:nvPr/>
        </p:nvSpPr>
        <p:spPr>
          <a:xfrm rot="378520">
            <a:off x="4250371" y="1753643"/>
            <a:ext cx="274320" cy="43088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22" name="Imagen 21">
            <a:extLst>
              <a:ext uri="{FF2B5EF4-FFF2-40B4-BE49-F238E27FC236}">
                <a16:creationId xmlns:a16="http://schemas.microsoft.com/office/drawing/2014/main" id="{B836DCE1-7DBD-DD66-6E66-1E6095EF97B3}"/>
              </a:ext>
            </a:extLst>
          </p:cNvPr>
          <p:cNvPicPr>
            <a:picLocks noChangeAspect="1"/>
          </p:cNvPicPr>
          <p:nvPr/>
        </p:nvPicPr>
        <p:blipFill>
          <a:blip r:embed="rId4"/>
          <a:stretch>
            <a:fillRect/>
          </a:stretch>
        </p:blipFill>
        <p:spPr>
          <a:xfrm>
            <a:off x="4772502" y="1771839"/>
            <a:ext cx="544863" cy="544863"/>
          </a:xfrm>
          <a:prstGeom prst="rect">
            <a:avLst/>
          </a:prstGeom>
        </p:spPr>
      </p:pic>
      <p:pic>
        <p:nvPicPr>
          <p:cNvPr id="26" name="Gráfico 25" descr="Maestro con relleno sólido">
            <a:extLst>
              <a:ext uri="{FF2B5EF4-FFF2-40B4-BE49-F238E27FC236}">
                <a16:creationId xmlns:a16="http://schemas.microsoft.com/office/drawing/2014/main" id="{C555C8E0-7449-56C9-C3BD-1F0B94076B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37529" y="2267321"/>
            <a:ext cx="695474" cy="695474"/>
          </a:xfrm>
          <a:prstGeom prst="rect">
            <a:avLst/>
          </a:prstGeom>
        </p:spPr>
      </p:pic>
      <p:pic>
        <p:nvPicPr>
          <p:cNvPr id="30" name="Gráfico 29" descr="Lluvia de ideas de grupo con relleno sólido">
            <a:extLst>
              <a:ext uri="{FF2B5EF4-FFF2-40B4-BE49-F238E27FC236}">
                <a16:creationId xmlns:a16="http://schemas.microsoft.com/office/drawing/2014/main" id="{BE6E496E-A9F6-09BD-6A2B-4FDF1C5682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43239" y="1747596"/>
            <a:ext cx="1112454" cy="1112454"/>
          </a:xfrm>
          <a:prstGeom prst="rect">
            <a:avLst/>
          </a:prstGeom>
        </p:spPr>
      </p:pic>
      <p:sp>
        <p:nvSpPr>
          <p:cNvPr id="15" name="CuadroTexto 14">
            <a:extLst>
              <a:ext uri="{FF2B5EF4-FFF2-40B4-BE49-F238E27FC236}">
                <a16:creationId xmlns:a16="http://schemas.microsoft.com/office/drawing/2014/main" id="{B99A217C-FCE5-2970-4459-4571F351086E}"/>
              </a:ext>
            </a:extLst>
          </p:cNvPr>
          <p:cNvSpPr txBox="1"/>
          <p:nvPr/>
        </p:nvSpPr>
        <p:spPr>
          <a:xfrm>
            <a:off x="315569" y="3903468"/>
            <a:ext cx="2127380"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7">
                  <a:extLst>
                    <a:ext uri="{A12FA001-AC4F-418D-AE19-62706E023703}">
                      <ahyp:hlinkClr xmlns:ahyp="http://schemas.microsoft.com/office/drawing/2018/hyperlinkcolor" val="tx"/>
                    </a:ext>
                  </a:extLst>
                </a:hlinkClick>
              </a:rPr>
              <a:t>Symptom/cause cards.</a:t>
            </a:r>
            <a:endParaRPr lang="es-MX" noProof="0">
              <a:solidFill>
                <a:schemeClr val="accent6"/>
              </a:solidFill>
            </a:endParaRPr>
          </a:p>
        </p:txBody>
      </p:sp>
      <p:pic>
        <p:nvPicPr>
          <p:cNvPr id="16" name="Gráfico 15" descr="Cursor con relleno sólido">
            <a:extLst>
              <a:ext uri="{FF2B5EF4-FFF2-40B4-BE49-F238E27FC236}">
                <a16:creationId xmlns:a16="http://schemas.microsoft.com/office/drawing/2014/main" id="{E2F53D1B-7A1B-EBBA-7632-938E5499AD3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34764" y="4364163"/>
            <a:ext cx="515394" cy="515394"/>
          </a:xfrm>
          <a:prstGeom prst="rect">
            <a:avLst/>
          </a:prstGeom>
        </p:spPr>
      </p:pic>
      <p:pic>
        <p:nvPicPr>
          <p:cNvPr id="17" name="Gráfico 16" descr="Perfil de hombre con relleno sólido">
            <a:extLst>
              <a:ext uri="{FF2B5EF4-FFF2-40B4-BE49-F238E27FC236}">
                <a16:creationId xmlns:a16="http://schemas.microsoft.com/office/drawing/2014/main" id="{61B8BE9A-30E6-CC94-7D9D-32952F4C1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1028" y="1703426"/>
            <a:ext cx="480203" cy="480203"/>
          </a:xfrm>
          <a:prstGeom prst="rect">
            <a:avLst/>
          </a:prstGeom>
        </p:spPr>
      </p:pic>
      <p:pic>
        <p:nvPicPr>
          <p:cNvPr id="20" name="Gráfico 19" descr="Perfil de hombre con relleno sólido">
            <a:extLst>
              <a:ext uri="{FF2B5EF4-FFF2-40B4-BE49-F238E27FC236}">
                <a16:creationId xmlns:a16="http://schemas.microsoft.com/office/drawing/2014/main" id="{EA1B4420-9250-F817-D50B-D0CEE7F2F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9757" y="1699026"/>
            <a:ext cx="480203" cy="480203"/>
          </a:xfrm>
          <a:prstGeom prst="rect">
            <a:avLst/>
          </a:prstGeom>
        </p:spPr>
      </p:pic>
      <p:pic>
        <p:nvPicPr>
          <p:cNvPr id="21" name="Gráfico 20" descr="Perfil de hombre con relleno sólido">
            <a:extLst>
              <a:ext uri="{FF2B5EF4-FFF2-40B4-BE49-F238E27FC236}">
                <a16:creationId xmlns:a16="http://schemas.microsoft.com/office/drawing/2014/main" id="{FB367E61-289B-1090-EBC8-E96DCB4220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5599" y="1693054"/>
            <a:ext cx="480203" cy="480203"/>
          </a:xfrm>
          <a:prstGeom prst="rect">
            <a:avLst/>
          </a:prstGeom>
        </p:spPr>
      </p:pic>
      <p:pic>
        <p:nvPicPr>
          <p:cNvPr id="23" name="Gráfico 22" descr="Perfil de hombre con relleno sólido">
            <a:extLst>
              <a:ext uri="{FF2B5EF4-FFF2-40B4-BE49-F238E27FC236}">
                <a16:creationId xmlns:a16="http://schemas.microsoft.com/office/drawing/2014/main" id="{A4DAD623-DB99-407C-3736-4B6A043B75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2299" y="2125892"/>
            <a:ext cx="480203" cy="480203"/>
          </a:xfrm>
          <a:prstGeom prst="rect">
            <a:avLst/>
          </a:prstGeom>
        </p:spPr>
      </p:pic>
      <p:pic>
        <p:nvPicPr>
          <p:cNvPr id="24" name="Gráfico 23" descr="Perfil de hombre con relleno sólido">
            <a:extLst>
              <a:ext uri="{FF2B5EF4-FFF2-40B4-BE49-F238E27FC236}">
                <a16:creationId xmlns:a16="http://schemas.microsoft.com/office/drawing/2014/main" id="{2543DB30-37F0-07D1-12AA-F12977C7E3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1028" y="2111223"/>
            <a:ext cx="480203" cy="480203"/>
          </a:xfrm>
          <a:prstGeom prst="rect">
            <a:avLst/>
          </a:prstGeom>
        </p:spPr>
      </p:pic>
      <p:pic>
        <p:nvPicPr>
          <p:cNvPr id="27" name="Gráfico 26" descr="Perfil de hombre con relleno sólido">
            <a:extLst>
              <a:ext uri="{FF2B5EF4-FFF2-40B4-BE49-F238E27FC236}">
                <a16:creationId xmlns:a16="http://schemas.microsoft.com/office/drawing/2014/main" id="{DCE80CD2-B0BE-377C-7A6F-D3113359BC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9757" y="2106823"/>
            <a:ext cx="480203" cy="480203"/>
          </a:xfrm>
          <a:prstGeom prst="rect">
            <a:avLst/>
          </a:prstGeom>
        </p:spPr>
      </p:pic>
      <p:pic>
        <p:nvPicPr>
          <p:cNvPr id="29" name="Gráfico 28" descr="Perfil de hombre con relleno sólido">
            <a:extLst>
              <a:ext uri="{FF2B5EF4-FFF2-40B4-BE49-F238E27FC236}">
                <a16:creationId xmlns:a16="http://schemas.microsoft.com/office/drawing/2014/main" id="{90916C11-8B0D-3F01-5CC0-30AEDAED26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5599" y="2100851"/>
            <a:ext cx="480203" cy="480203"/>
          </a:xfrm>
          <a:prstGeom prst="rect">
            <a:avLst/>
          </a:prstGeom>
        </p:spPr>
      </p:pic>
      <p:pic>
        <p:nvPicPr>
          <p:cNvPr id="34" name="Gráfico 33" descr="Perfil de hombre con relleno sólido">
            <a:extLst>
              <a:ext uri="{FF2B5EF4-FFF2-40B4-BE49-F238E27FC236}">
                <a16:creationId xmlns:a16="http://schemas.microsoft.com/office/drawing/2014/main" id="{7FD2B866-7088-BBFC-A442-20F0029AFD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2741" y="2541000"/>
            <a:ext cx="480203" cy="480203"/>
          </a:xfrm>
          <a:prstGeom prst="rect">
            <a:avLst/>
          </a:prstGeom>
        </p:spPr>
      </p:pic>
      <p:pic>
        <p:nvPicPr>
          <p:cNvPr id="35" name="Gráfico 34" descr="Perfil de hombre con relleno sólido">
            <a:extLst>
              <a:ext uri="{FF2B5EF4-FFF2-40B4-BE49-F238E27FC236}">
                <a16:creationId xmlns:a16="http://schemas.microsoft.com/office/drawing/2014/main" id="{E25BB4DA-1265-A3F9-B54C-6693F056AD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1470" y="2526331"/>
            <a:ext cx="480203" cy="480203"/>
          </a:xfrm>
          <a:prstGeom prst="rect">
            <a:avLst/>
          </a:prstGeom>
        </p:spPr>
      </p:pic>
      <p:pic>
        <p:nvPicPr>
          <p:cNvPr id="36" name="Gráfico 35" descr="Perfil de hombre con relleno sólido">
            <a:extLst>
              <a:ext uri="{FF2B5EF4-FFF2-40B4-BE49-F238E27FC236}">
                <a16:creationId xmlns:a16="http://schemas.microsoft.com/office/drawing/2014/main" id="{B18DF4E7-5C74-CEF6-5D05-F341E84993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70199" y="2521931"/>
            <a:ext cx="480203" cy="480203"/>
          </a:xfrm>
          <a:prstGeom prst="rect">
            <a:avLst/>
          </a:prstGeom>
        </p:spPr>
      </p:pic>
      <p:pic>
        <p:nvPicPr>
          <p:cNvPr id="37" name="Gráfico 36" descr="Perfil de hombre con relleno sólido">
            <a:extLst>
              <a:ext uri="{FF2B5EF4-FFF2-40B4-BE49-F238E27FC236}">
                <a16:creationId xmlns:a16="http://schemas.microsoft.com/office/drawing/2014/main" id="{4442C48C-8AEE-E4EB-CBB9-54E0DE8DFB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76041" y="2515959"/>
            <a:ext cx="480203" cy="480203"/>
          </a:xfrm>
          <a:prstGeom prst="rect">
            <a:avLst/>
          </a:prstGeom>
        </p:spPr>
      </p:pic>
      <p:sp>
        <p:nvSpPr>
          <p:cNvPr id="4" name="Rectángulo: esquinas redondeadas 3">
            <a:extLst>
              <a:ext uri="{FF2B5EF4-FFF2-40B4-BE49-F238E27FC236}">
                <a16:creationId xmlns:a16="http://schemas.microsoft.com/office/drawing/2014/main" id="{1D84D509-2688-4D21-5E63-D04AC53660EA}"/>
              </a:ext>
            </a:extLst>
          </p:cNvPr>
          <p:cNvSpPr/>
          <p:nvPr/>
        </p:nvSpPr>
        <p:spPr>
          <a:xfrm>
            <a:off x="6931479" y="844975"/>
            <a:ext cx="1075076" cy="40235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dirty="0">
                <a:solidFill>
                  <a:schemeClr val="accent6"/>
                </a:solidFill>
              </a:rPr>
              <a:t>45</a:t>
            </a:r>
            <a:r>
              <a:rPr lang="es-MX" sz="1200" b="1" noProof="0" dirty="0">
                <a:solidFill>
                  <a:schemeClr val="accent6"/>
                </a:solidFill>
              </a:rPr>
              <a:t> min</a:t>
            </a:r>
          </a:p>
        </p:txBody>
      </p:sp>
    </p:spTree>
    <p:extLst>
      <p:ext uri="{BB962C8B-B14F-4D97-AF65-F5344CB8AC3E}">
        <p14:creationId xmlns:p14="http://schemas.microsoft.com/office/powerpoint/2010/main" val="3165385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E48CB-68DE-FEBA-486A-7C3E19751327}"/>
            </a:ext>
          </a:extLst>
        </p:cNvPr>
        <p:cNvGrpSpPr/>
        <p:nvPr/>
      </p:nvGrpSpPr>
      <p:grpSpPr>
        <a:xfrm>
          <a:off x="0" y="0"/>
          <a:ext cx="0" cy="0"/>
          <a:chOff x="0" y="0"/>
          <a:chExt cx="0" cy="0"/>
        </a:xfrm>
      </p:grpSpPr>
      <p:sp>
        <p:nvSpPr>
          <p:cNvPr id="39" name="Rectángulo: esquinas redondeadas 38">
            <a:extLst>
              <a:ext uri="{FF2B5EF4-FFF2-40B4-BE49-F238E27FC236}">
                <a16:creationId xmlns:a16="http://schemas.microsoft.com/office/drawing/2014/main" id="{E21E161A-0D93-5A56-1AD9-E999300255FE}"/>
              </a:ext>
            </a:extLst>
          </p:cNvPr>
          <p:cNvSpPr/>
          <p:nvPr/>
        </p:nvSpPr>
        <p:spPr>
          <a:xfrm>
            <a:off x="7127748" y="2511183"/>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8" name="Rectángulo: esquinas redondeadas 37">
            <a:extLst>
              <a:ext uri="{FF2B5EF4-FFF2-40B4-BE49-F238E27FC236}">
                <a16:creationId xmlns:a16="http://schemas.microsoft.com/office/drawing/2014/main" id="{4D8710DC-3E7F-AC9D-47CE-7452A556600F}"/>
              </a:ext>
            </a:extLst>
          </p:cNvPr>
          <p:cNvSpPr/>
          <p:nvPr/>
        </p:nvSpPr>
        <p:spPr>
          <a:xfrm>
            <a:off x="6271285" y="1141306"/>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4" name="Rectángulo: esquinas redondeadas 33">
            <a:extLst>
              <a:ext uri="{FF2B5EF4-FFF2-40B4-BE49-F238E27FC236}">
                <a16:creationId xmlns:a16="http://schemas.microsoft.com/office/drawing/2014/main" id="{6C489E51-DB54-EDCE-AD67-C25A4DB6ACF2}"/>
              </a:ext>
            </a:extLst>
          </p:cNvPr>
          <p:cNvSpPr/>
          <p:nvPr/>
        </p:nvSpPr>
        <p:spPr>
          <a:xfrm>
            <a:off x="2380715" y="3906677"/>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1" name="Rectángulo: esquinas redondeadas 30">
            <a:extLst>
              <a:ext uri="{FF2B5EF4-FFF2-40B4-BE49-F238E27FC236}">
                <a16:creationId xmlns:a16="http://schemas.microsoft.com/office/drawing/2014/main" id="{B6BF6D63-8288-01C1-247D-B5C8237B6179}"/>
              </a:ext>
            </a:extLst>
          </p:cNvPr>
          <p:cNvSpPr/>
          <p:nvPr/>
        </p:nvSpPr>
        <p:spPr>
          <a:xfrm>
            <a:off x="1343422" y="2462455"/>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5" name="Rectángulo: esquinas redondeadas 14">
            <a:extLst>
              <a:ext uri="{FF2B5EF4-FFF2-40B4-BE49-F238E27FC236}">
                <a16:creationId xmlns:a16="http://schemas.microsoft.com/office/drawing/2014/main" id="{B3D29722-A8E5-1B19-F4B7-7FC73FA23D59}"/>
              </a:ext>
            </a:extLst>
          </p:cNvPr>
          <p:cNvSpPr/>
          <p:nvPr/>
        </p:nvSpPr>
        <p:spPr>
          <a:xfrm>
            <a:off x="2468233" y="1169455"/>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graphicFrame>
        <p:nvGraphicFramePr>
          <p:cNvPr id="18" name="think-cell data - do not delete" hidden="1">
            <a:extLst>
              <a:ext uri="{FF2B5EF4-FFF2-40B4-BE49-F238E27FC236}">
                <a16:creationId xmlns:a16="http://schemas.microsoft.com/office/drawing/2014/main" id="{8D9F0CC9-8FDC-FC08-B588-7FA14C616DB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8D9F0CC9-8FDC-FC08-B588-7FA14C616DB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04AB8427-D626-2798-D555-3608952F9752}"/>
              </a:ext>
            </a:extLst>
          </p:cNvPr>
          <p:cNvSpPr>
            <a:spLocks noGrp="1"/>
          </p:cNvSpPr>
          <p:nvPr>
            <p:ph type="title"/>
          </p:nvPr>
        </p:nvSpPr>
        <p:spPr>
          <a:xfrm>
            <a:off x="1600200" y="242102"/>
            <a:ext cx="6172200" cy="307777"/>
          </a:xfrm>
        </p:spPr>
        <p:txBody>
          <a:bodyPr vert="horz"/>
          <a:lstStyle/>
          <a:p>
            <a:pPr algn="ctr"/>
            <a:r>
              <a:rPr lang="es-MX" noProof="0"/>
              <a:t>Articulate the Problem Statement</a:t>
            </a:r>
          </a:p>
        </p:txBody>
      </p:sp>
      <p:pic>
        <p:nvPicPr>
          <p:cNvPr id="4" name="Imagen 3" descr="Imagen que contiene Icono&#10;&#10;El contenido generado por IA puede ser incorrecto.">
            <a:extLst>
              <a:ext uri="{FF2B5EF4-FFF2-40B4-BE49-F238E27FC236}">
                <a16:creationId xmlns:a16="http://schemas.microsoft.com/office/drawing/2014/main" id="{7C3F1971-5A14-0B79-FE5C-EFB4837862C7}"/>
              </a:ext>
            </a:extLst>
          </p:cNvPr>
          <p:cNvPicPr>
            <a:picLocks noChangeAspect="1"/>
          </p:cNvPicPr>
          <p:nvPr/>
        </p:nvPicPr>
        <p:blipFill>
          <a:blip r:embed="rId6"/>
          <a:stretch>
            <a:fillRect/>
          </a:stretch>
        </p:blipFill>
        <p:spPr>
          <a:xfrm>
            <a:off x="8738529" y="130779"/>
            <a:ext cx="297258" cy="419100"/>
          </a:xfrm>
          <a:prstGeom prst="rect">
            <a:avLst/>
          </a:prstGeom>
        </p:spPr>
      </p:pic>
      <p:sp>
        <p:nvSpPr>
          <p:cNvPr id="5" name="Title 1">
            <a:extLst>
              <a:ext uri="{FF2B5EF4-FFF2-40B4-BE49-F238E27FC236}">
                <a16:creationId xmlns:a16="http://schemas.microsoft.com/office/drawing/2014/main" id="{9C9C4866-F157-7B28-D840-7E3BBD675B11}"/>
              </a:ext>
            </a:extLst>
          </p:cNvPr>
          <p:cNvSpPr txBox="1">
            <a:spLocks/>
          </p:cNvSpPr>
          <p:nvPr/>
        </p:nvSpPr>
        <p:spPr>
          <a:xfrm>
            <a:off x="2138313" y="1905288"/>
            <a:ext cx="1358756" cy="58477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Trend
Behavior over time</a:t>
            </a:r>
          </a:p>
          <a:p>
            <a:pPr algn="ctr"/>
            <a:endParaRPr lang="es-MX" sz="1400" noProof="0">
              <a:solidFill>
                <a:schemeClr val="accent6"/>
              </a:solidFill>
            </a:endParaRPr>
          </a:p>
        </p:txBody>
      </p:sp>
      <p:sp>
        <p:nvSpPr>
          <p:cNvPr id="6" name="Title 1">
            <a:extLst>
              <a:ext uri="{FF2B5EF4-FFF2-40B4-BE49-F238E27FC236}">
                <a16:creationId xmlns:a16="http://schemas.microsoft.com/office/drawing/2014/main" id="{12C3447F-897E-7599-0728-4E99A90C5300}"/>
              </a:ext>
            </a:extLst>
          </p:cNvPr>
          <p:cNvSpPr txBox="1">
            <a:spLocks/>
          </p:cNvSpPr>
          <p:nvPr/>
        </p:nvSpPr>
        <p:spPr>
          <a:xfrm>
            <a:off x="2039112" y="627429"/>
            <a:ext cx="5431536" cy="400110"/>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400" noProof="0">
                <a:solidFill>
                  <a:schemeClr val="bg1"/>
                </a:solidFill>
              </a:rPr>
              <a:t>A problem statement includes six essential elements</a:t>
            </a:r>
          </a:p>
          <a:p>
            <a:endParaRPr lang="es-MX" sz="1200" b="0" noProof="0">
              <a:solidFill>
                <a:schemeClr val="bg1"/>
              </a:solidFill>
            </a:endParaRPr>
          </a:p>
        </p:txBody>
      </p:sp>
      <p:sp>
        <p:nvSpPr>
          <p:cNvPr id="11" name="Flecha: curvada hacia la derecha 10">
            <a:extLst>
              <a:ext uri="{FF2B5EF4-FFF2-40B4-BE49-F238E27FC236}">
                <a16:creationId xmlns:a16="http://schemas.microsoft.com/office/drawing/2014/main" id="{2FE7A78F-73A0-F35A-72C9-536D2C750EE3}"/>
              </a:ext>
            </a:extLst>
          </p:cNvPr>
          <p:cNvSpPr/>
          <p:nvPr/>
        </p:nvSpPr>
        <p:spPr>
          <a:xfrm rot="16200000">
            <a:off x="4182471" y="2344141"/>
            <a:ext cx="1352473" cy="2605662"/>
          </a:xfrm>
          <a:prstGeom prst="curvedRightArrow">
            <a:avLst/>
          </a:prstGeom>
          <a:solidFill>
            <a:schemeClr val="accent6"/>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4" name="Gráfico 13" descr="Gráfico de barras con tendencia bajista con relleno sólido">
            <a:extLst>
              <a:ext uri="{FF2B5EF4-FFF2-40B4-BE49-F238E27FC236}">
                <a16:creationId xmlns:a16="http://schemas.microsoft.com/office/drawing/2014/main" id="{D59AC644-2B35-16EC-924A-502EC0AADA9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67961" y="1151007"/>
            <a:ext cx="686072" cy="686072"/>
          </a:xfrm>
          <a:prstGeom prst="rect">
            <a:avLst/>
          </a:prstGeom>
        </p:spPr>
      </p:pic>
      <p:pic>
        <p:nvPicPr>
          <p:cNvPr id="19" name="Gráfico 18" descr="Objetivo con relleno sólido">
            <a:extLst>
              <a:ext uri="{FF2B5EF4-FFF2-40B4-BE49-F238E27FC236}">
                <a16:creationId xmlns:a16="http://schemas.microsoft.com/office/drawing/2014/main" id="{78D07F4A-E11A-F50C-2456-93590C3939E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02133" y="1158174"/>
            <a:ext cx="624103" cy="624103"/>
          </a:xfrm>
          <a:prstGeom prst="rect">
            <a:avLst/>
          </a:prstGeom>
        </p:spPr>
      </p:pic>
      <p:sp>
        <p:nvSpPr>
          <p:cNvPr id="21" name="Title 1">
            <a:extLst>
              <a:ext uri="{FF2B5EF4-FFF2-40B4-BE49-F238E27FC236}">
                <a16:creationId xmlns:a16="http://schemas.microsoft.com/office/drawing/2014/main" id="{B94BB259-FE05-0A85-C072-FB6A82F86BED}"/>
              </a:ext>
            </a:extLst>
          </p:cNvPr>
          <p:cNvSpPr txBox="1">
            <a:spLocks/>
          </p:cNvSpPr>
          <p:nvPr/>
        </p:nvSpPr>
        <p:spPr>
          <a:xfrm>
            <a:off x="5869088" y="1855310"/>
            <a:ext cx="1557200" cy="58477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Desired Situation
Where we want to be</a:t>
            </a:r>
          </a:p>
          <a:p>
            <a:pPr algn="ctr"/>
            <a:endParaRPr lang="es-MX" sz="1400" noProof="0">
              <a:solidFill>
                <a:schemeClr val="accent6"/>
              </a:solidFill>
            </a:endParaRPr>
          </a:p>
        </p:txBody>
      </p:sp>
      <p:pic>
        <p:nvPicPr>
          <p:cNvPr id="23" name="Gráfico 22" descr="Marcador con relleno sólido">
            <a:extLst>
              <a:ext uri="{FF2B5EF4-FFF2-40B4-BE49-F238E27FC236}">
                <a16:creationId xmlns:a16="http://schemas.microsoft.com/office/drawing/2014/main" id="{661D453C-1565-2A12-FD0D-56D09AA22C2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14980" y="2410771"/>
            <a:ext cx="739700" cy="739700"/>
          </a:xfrm>
          <a:prstGeom prst="rect">
            <a:avLst/>
          </a:prstGeom>
        </p:spPr>
      </p:pic>
      <p:sp>
        <p:nvSpPr>
          <p:cNvPr id="25" name="Title 1">
            <a:extLst>
              <a:ext uri="{FF2B5EF4-FFF2-40B4-BE49-F238E27FC236}">
                <a16:creationId xmlns:a16="http://schemas.microsoft.com/office/drawing/2014/main" id="{92A654A1-530D-1C32-99EF-2BDFD75338E7}"/>
              </a:ext>
            </a:extLst>
          </p:cNvPr>
          <p:cNvSpPr txBox="1">
            <a:spLocks/>
          </p:cNvSpPr>
          <p:nvPr/>
        </p:nvSpPr>
        <p:spPr>
          <a:xfrm>
            <a:off x="1036185" y="3174850"/>
            <a:ext cx="1358756" cy="58477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Current Situation
Where we are now</a:t>
            </a:r>
          </a:p>
          <a:p>
            <a:pPr algn="ctr"/>
            <a:endParaRPr lang="es-MX" sz="1400" noProof="0">
              <a:solidFill>
                <a:schemeClr val="accent6"/>
              </a:solidFill>
            </a:endParaRPr>
          </a:p>
        </p:txBody>
      </p:sp>
      <p:cxnSp>
        <p:nvCxnSpPr>
          <p:cNvPr id="28" name="Conector recto 27">
            <a:extLst>
              <a:ext uri="{FF2B5EF4-FFF2-40B4-BE49-F238E27FC236}">
                <a16:creationId xmlns:a16="http://schemas.microsoft.com/office/drawing/2014/main" id="{B3B01E8E-EAB4-A8CA-FEF1-EC51AAD005B7}"/>
              </a:ext>
            </a:extLst>
          </p:cNvPr>
          <p:cNvCxnSpPr>
            <a:cxnSpLocks/>
          </p:cNvCxnSpPr>
          <p:nvPr/>
        </p:nvCxnSpPr>
        <p:spPr>
          <a:xfrm>
            <a:off x="7269534" y="2829349"/>
            <a:ext cx="433197" cy="0"/>
          </a:xfrm>
          <a:prstGeom prst="line">
            <a:avLst/>
          </a:prstGeom>
          <a:ln w="571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Title 1">
            <a:extLst>
              <a:ext uri="{FF2B5EF4-FFF2-40B4-BE49-F238E27FC236}">
                <a16:creationId xmlns:a16="http://schemas.microsoft.com/office/drawing/2014/main" id="{CFEA5A1A-B12E-E8F5-3A3F-8C4A97C1D25E}"/>
              </a:ext>
            </a:extLst>
          </p:cNvPr>
          <p:cNvSpPr txBox="1">
            <a:spLocks/>
          </p:cNvSpPr>
          <p:nvPr/>
        </p:nvSpPr>
        <p:spPr>
          <a:xfrm>
            <a:off x="6418122" y="3218613"/>
            <a:ext cx="2105052" cy="58477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Gap</a:t>
            </a:r>
          </a:p>
          <a:p>
            <a:pPr algn="ctr"/>
            <a:r>
              <a:rPr lang="es-MX" sz="1200" b="0" noProof="0">
                <a:solidFill>
                  <a:schemeClr val="bg1"/>
                </a:solidFill>
              </a:rPr>
              <a:t>Difference Between the Current and Desired Situations</a:t>
            </a:r>
          </a:p>
        </p:txBody>
      </p:sp>
      <p:sp>
        <p:nvSpPr>
          <p:cNvPr id="30" name="Flecha: curvada hacia la derecha 29">
            <a:extLst>
              <a:ext uri="{FF2B5EF4-FFF2-40B4-BE49-F238E27FC236}">
                <a16:creationId xmlns:a16="http://schemas.microsoft.com/office/drawing/2014/main" id="{6CE9F733-CD69-2102-081E-BD98EBFCE292}"/>
              </a:ext>
            </a:extLst>
          </p:cNvPr>
          <p:cNvSpPr/>
          <p:nvPr/>
        </p:nvSpPr>
        <p:spPr>
          <a:xfrm rot="5400000">
            <a:off x="4006842" y="894844"/>
            <a:ext cx="1352473" cy="2605661"/>
          </a:xfrm>
          <a:prstGeom prst="curvedRightArrow">
            <a:avLst/>
          </a:prstGeom>
          <a:solidFill>
            <a:schemeClr val="accent6"/>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33" name="Gráfico 32" descr="Flujo de trabajo con relleno sólido">
            <a:extLst>
              <a:ext uri="{FF2B5EF4-FFF2-40B4-BE49-F238E27FC236}">
                <a16:creationId xmlns:a16="http://schemas.microsoft.com/office/drawing/2014/main" id="{939CC56C-75DB-41AA-04E7-18A63238FA7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338894" y="3823794"/>
            <a:ext cx="769442" cy="769442"/>
          </a:xfrm>
          <a:prstGeom prst="rect">
            <a:avLst/>
          </a:prstGeom>
        </p:spPr>
      </p:pic>
      <p:sp>
        <p:nvSpPr>
          <p:cNvPr id="35" name="Title 1">
            <a:extLst>
              <a:ext uri="{FF2B5EF4-FFF2-40B4-BE49-F238E27FC236}">
                <a16:creationId xmlns:a16="http://schemas.microsoft.com/office/drawing/2014/main" id="{162705F1-F41A-9699-F3E3-6D6698C1E5E8}"/>
              </a:ext>
            </a:extLst>
          </p:cNvPr>
          <p:cNvSpPr txBox="1">
            <a:spLocks/>
          </p:cNvSpPr>
          <p:nvPr/>
        </p:nvSpPr>
        <p:spPr>
          <a:xfrm>
            <a:off x="1779393" y="4593236"/>
            <a:ext cx="2063207" cy="400110"/>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chemeClr val="accent6"/>
                </a:solidFill>
              </a:rPr>
              <a:t>Process</a:t>
            </a:r>
          </a:p>
          <a:p>
            <a:pPr algn="ctr"/>
            <a:r>
              <a:rPr lang="es-MX" sz="1200" b="0" noProof="0" dirty="0" err="1">
                <a:solidFill>
                  <a:schemeClr val="bg1"/>
                </a:solidFill>
              </a:rPr>
              <a:t>Where</a:t>
            </a:r>
            <a:r>
              <a:rPr lang="es-MX" sz="1200" b="0" noProof="0" dirty="0">
                <a:solidFill>
                  <a:schemeClr val="bg1"/>
                </a:solidFill>
              </a:rPr>
              <a:t> the </a:t>
            </a:r>
            <a:r>
              <a:rPr lang="es-MX" sz="1200" b="0" noProof="0" dirty="0" err="1">
                <a:solidFill>
                  <a:schemeClr val="bg1"/>
                </a:solidFill>
              </a:rPr>
              <a:t>Problem</a:t>
            </a:r>
            <a:r>
              <a:rPr lang="es-MX" sz="1200" b="0" noProof="0" dirty="0">
                <a:solidFill>
                  <a:schemeClr val="bg1"/>
                </a:solidFill>
              </a:rPr>
              <a:t> </a:t>
            </a:r>
            <a:r>
              <a:rPr lang="es-MX" sz="1200" b="0" noProof="0" dirty="0" err="1">
                <a:solidFill>
                  <a:schemeClr val="bg1"/>
                </a:solidFill>
              </a:rPr>
              <a:t>Occurs</a:t>
            </a:r>
            <a:endParaRPr lang="es-MX" sz="1200" b="0" noProof="0" dirty="0">
              <a:solidFill>
                <a:schemeClr val="bg1"/>
              </a:solidFill>
            </a:endParaRPr>
          </a:p>
        </p:txBody>
      </p:sp>
      <p:sp>
        <p:nvSpPr>
          <p:cNvPr id="41" name="Rectángulo: esquinas redondeadas 40">
            <a:extLst>
              <a:ext uri="{FF2B5EF4-FFF2-40B4-BE49-F238E27FC236}">
                <a16:creationId xmlns:a16="http://schemas.microsoft.com/office/drawing/2014/main" id="{81479EBF-2656-B6C3-83E2-4CB05E3C21B4}"/>
              </a:ext>
            </a:extLst>
          </p:cNvPr>
          <p:cNvSpPr/>
          <p:nvPr/>
        </p:nvSpPr>
        <p:spPr>
          <a:xfrm>
            <a:off x="6271285" y="3906677"/>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37" name="Gráfico 36" descr="Fiebre con relleno sólido">
            <a:extLst>
              <a:ext uri="{FF2B5EF4-FFF2-40B4-BE49-F238E27FC236}">
                <a16:creationId xmlns:a16="http://schemas.microsoft.com/office/drawing/2014/main" id="{5C8F75A9-73B2-EDD1-DBC1-00C1D3837E4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329522" y="3945584"/>
            <a:ext cx="636332" cy="636332"/>
          </a:xfrm>
          <a:prstGeom prst="rect">
            <a:avLst/>
          </a:prstGeom>
        </p:spPr>
      </p:pic>
      <p:sp>
        <p:nvSpPr>
          <p:cNvPr id="42" name="Title 1">
            <a:extLst>
              <a:ext uri="{FF2B5EF4-FFF2-40B4-BE49-F238E27FC236}">
                <a16:creationId xmlns:a16="http://schemas.microsoft.com/office/drawing/2014/main" id="{076EC934-911A-48ED-EC48-3B9D18A8706D}"/>
              </a:ext>
            </a:extLst>
          </p:cNvPr>
          <p:cNvSpPr txBox="1">
            <a:spLocks/>
          </p:cNvSpPr>
          <p:nvPr/>
        </p:nvSpPr>
        <p:spPr>
          <a:xfrm>
            <a:off x="5738569" y="4593236"/>
            <a:ext cx="1818238" cy="400110"/>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Symptoms</a:t>
            </a:r>
          </a:p>
          <a:p>
            <a:pPr algn="ctr"/>
            <a:r>
              <a:rPr lang="es-MX" sz="1200" b="0" noProof="0">
                <a:solidFill>
                  <a:schemeClr val="bg1"/>
                </a:solidFill>
              </a:rPr>
              <a:t>Result of the Problem</a:t>
            </a:r>
          </a:p>
        </p:txBody>
      </p:sp>
    </p:spTree>
    <p:extLst>
      <p:ext uri="{BB962C8B-B14F-4D97-AF65-F5344CB8AC3E}">
        <p14:creationId xmlns:p14="http://schemas.microsoft.com/office/powerpoint/2010/main" val="230235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19A52-C1DA-DE2C-FE6A-37BF0B1B3471}"/>
            </a:ext>
          </a:extLst>
        </p:cNvPr>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53A5C285-48F0-B4E5-056F-A89740ABF46B}"/>
              </a:ext>
            </a:extLst>
          </p:cNvPr>
          <p:cNvSpPr/>
          <p:nvPr/>
        </p:nvSpPr>
        <p:spPr>
          <a:xfrm>
            <a:off x="235579" y="1432690"/>
            <a:ext cx="8672841" cy="1771650"/>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6540804A-DB00-1ACC-D862-F2EBC916DEE3}"/>
              </a:ext>
            </a:extLst>
          </p:cNvPr>
          <p:cNvSpPr>
            <a:spLocks noGrp="1"/>
          </p:cNvSpPr>
          <p:nvPr>
            <p:ph type="title"/>
          </p:nvPr>
        </p:nvSpPr>
        <p:spPr>
          <a:xfrm>
            <a:off x="330993" y="313420"/>
            <a:ext cx="8482014" cy="307777"/>
          </a:xfrm>
        </p:spPr>
        <p:txBody>
          <a:bodyPr/>
          <a:lstStyle/>
          <a:p>
            <a:pPr algn="ctr"/>
            <a:r>
              <a:rPr lang="es-MX" noProof="0"/>
              <a:t>Articulate the Problem Statement</a:t>
            </a:r>
          </a:p>
        </p:txBody>
      </p:sp>
      <p:pic>
        <p:nvPicPr>
          <p:cNvPr id="5" name="Imagen 4" descr="Dibujo de una persona&#10;&#10;El contenido generado por IA puede ser incorrecto.">
            <a:extLst>
              <a:ext uri="{FF2B5EF4-FFF2-40B4-BE49-F238E27FC236}">
                <a16:creationId xmlns:a16="http://schemas.microsoft.com/office/drawing/2014/main" id="{B1EC839C-3BDD-C46E-A4A6-653086547AF9}"/>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Title 1">
            <a:extLst>
              <a:ext uri="{FF2B5EF4-FFF2-40B4-BE49-F238E27FC236}">
                <a16:creationId xmlns:a16="http://schemas.microsoft.com/office/drawing/2014/main" id="{A19B03CE-7E6F-873F-C97D-D2C1206E2621}"/>
              </a:ext>
            </a:extLst>
          </p:cNvPr>
          <p:cNvSpPr txBox="1">
            <a:spLocks/>
          </p:cNvSpPr>
          <p:nvPr/>
        </p:nvSpPr>
        <p:spPr>
          <a:xfrm>
            <a:off x="544237" y="1697468"/>
            <a:ext cx="8132323" cy="138499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800" b="0" noProof="0" dirty="0">
                <a:solidFill>
                  <a:schemeClr val="accent6"/>
                </a:solidFill>
              </a:rPr>
              <a:t>From June through August, container-loading </a:t>
            </a:r>
            <a:r>
              <a:rPr lang="es-MX" sz="1800" b="0" noProof="0" dirty="0">
                <a:solidFill>
                  <a:schemeClr val="bg1"/>
                </a:solidFill>
              </a:rPr>
              <a:t>GMPH has remained at</a:t>
            </a:r>
            <a:r>
              <a:rPr lang="es-MX" sz="1800" b="0" noProof="0" dirty="0">
                <a:solidFill>
                  <a:schemeClr val="accent6"/>
                </a:solidFill>
              </a:rPr>
              <a:t> 12 moves, </a:t>
            </a:r>
            <a:r>
              <a:rPr lang="es-MX" sz="1800" b="0" noProof="0" dirty="0">
                <a:solidFill>
                  <a:schemeClr val="bg1"/>
                </a:solidFill>
              </a:rPr>
              <a:t>while the established target is</a:t>
            </a:r>
            <a:r>
              <a:rPr lang="es-MX" sz="1800" b="0" noProof="0" dirty="0">
                <a:solidFill>
                  <a:schemeClr val="accent6"/>
                </a:solidFill>
              </a:rPr>
              <a:t> 15 moves. </a:t>
            </a:r>
            <a:r>
              <a:rPr lang="es-MX" sz="1800" b="0" noProof="0" dirty="0">
                <a:solidFill>
                  <a:schemeClr val="bg1"/>
                </a:solidFill>
              </a:rPr>
              <a:t>This gap of</a:t>
            </a:r>
            <a:r>
              <a:rPr lang="es-MX" sz="1800" b="0" noProof="0" dirty="0">
                <a:solidFill>
                  <a:schemeClr val="accent6"/>
                </a:solidFill>
              </a:rPr>
              <a:t> three moves </a:t>
            </a:r>
            <a:r>
              <a:rPr lang="es-MX" sz="1800" b="0" noProof="0" dirty="0">
                <a:solidFill>
                  <a:schemeClr val="bg1"/>
                </a:solidFill>
              </a:rPr>
              <a:t>per hour has resulted</a:t>
            </a:r>
            <a:r>
              <a:rPr lang="es-MX" sz="1800" b="0" noProof="0" dirty="0">
                <a:solidFill>
                  <a:schemeClr val="accent6"/>
                </a:solidFill>
              </a:rPr>
              <a:t> in shipping line complaints, additional gang costs, and vessels waiting to berth.</a:t>
            </a:r>
          </a:p>
          <a:p>
            <a:pPr algn="just"/>
            <a:endParaRPr lang="es-MX" sz="1800" b="0" noProof="0" dirty="0">
              <a:solidFill>
                <a:schemeClr val="accent6"/>
              </a:solidFill>
            </a:endParaRPr>
          </a:p>
        </p:txBody>
      </p:sp>
      <p:sp>
        <p:nvSpPr>
          <p:cNvPr id="3" name="Rectángulo: esquinas redondeadas 2">
            <a:extLst>
              <a:ext uri="{FF2B5EF4-FFF2-40B4-BE49-F238E27FC236}">
                <a16:creationId xmlns:a16="http://schemas.microsoft.com/office/drawing/2014/main" id="{E960F356-8A6C-1323-FB4B-655715331E93}"/>
              </a:ext>
            </a:extLst>
          </p:cNvPr>
          <p:cNvSpPr/>
          <p:nvPr/>
        </p:nvSpPr>
        <p:spPr>
          <a:xfrm>
            <a:off x="7263530" y="850000"/>
            <a:ext cx="1199786" cy="466952"/>
          </a:xfrm>
          <a:prstGeom prst="roundRect">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rgbClr val="FFFFFF"/>
                </a:solidFill>
              </a:rPr>
              <a:t>Example</a:t>
            </a:r>
          </a:p>
        </p:txBody>
      </p:sp>
      <p:sp>
        <p:nvSpPr>
          <p:cNvPr id="7" name="Rectángulo: esquinas redondeadas 6">
            <a:extLst>
              <a:ext uri="{FF2B5EF4-FFF2-40B4-BE49-F238E27FC236}">
                <a16:creationId xmlns:a16="http://schemas.microsoft.com/office/drawing/2014/main" id="{D8ACE822-FA0A-7DD7-32C1-3716F36F389F}"/>
              </a:ext>
            </a:extLst>
          </p:cNvPr>
          <p:cNvSpPr/>
          <p:nvPr/>
        </p:nvSpPr>
        <p:spPr>
          <a:xfrm>
            <a:off x="1300739" y="3595430"/>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8" name="Title 1">
            <a:extLst>
              <a:ext uri="{FF2B5EF4-FFF2-40B4-BE49-F238E27FC236}">
                <a16:creationId xmlns:a16="http://schemas.microsoft.com/office/drawing/2014/main" id="{3A0032F1-BAAF-FD37-2EBB-259A55CE056B}"/>
              </a:ext>
            </a:extLst>
          </p:cNvPr>
          <p:cNvSpPr txBox="1">
            <a:spLocks/>
          </p:cNvSpPr>
          <p:nvPr/>
        </p:nvSpPr>
        <p:spPr>
          <a:xfrm>
            <a:off x="970819" y="4331263"/>
            <a:ext cx="1358756"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Trend</a:t>
            </a:r>
          </a:p>
        </p:txBody>
      </p:sp>
      <p:pic>
        <p:nvPicPr>
          <p:cNvPr id="17" name="Gráfico 16" descr="Gráfico de barras con tendencia bajista con relleno sólido">
            <a:extLst>
              <a:ext uri="{FF2B5EF4-FFF2-40B4-BE49-F238E27FC236}">
                <a16:creationId xmlns:a16="http://schemas.microsoft.com/office/drawing/2014/main" id="{E052AE35-9683-F193-0043-491163C11D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7161" y="3570560"/>
            <a:ext cx="686072" cy="686072"/>
          </a:xfrm>
          <a:prstGeom prst="rect">
            <a:avLst/>
          </a:prstGeom>
        </p:spPr>
      </p:pic>
      <p:sp>
        <p:nvSpPr>
          <p:cNvPr id="18" name="Rectángulo: esquinas redondeadas 17">
            <a:extLst>
              <a:ext uri="{FF2B5EF4-FFF2-40B4-BE49-F238E27FC236}">
                <a16:creationId xmlns:a16="http://schemas.microsoft.com/office/drawing/2014/main" id="{E16A3EEF-BBFA-E6C0-56C6-AC44DABF5C11}"/>
              </a:ext>
            </a:extLst>
          </p:cNvPr>
          <p:cNvSpPr/>
          <p:nvPr/>
        </p:nvSpPr>
        <p:spPr>
          <a:xfrm>
            <a:off x="2437864" y="3620300"/>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1" name="Gráfico 20" descr="Flujo de trabajo con relleno sólido">
            <a:extLst>
              <a:ext uri="{FF2B5EF4-FFF2-40B4-BE49-F238E27FC236}">
                <a16:creationId xmlns:a16="http://schemas.microsoft.com/office/drawing/2014/main" id="{4883C430-756D-E546-9881-5C91351E4B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96043" y="3537417"/>
            <a:ext cx="769442" cy="769442"/>
          </a:xfrm>
          <a:prstGeom prst="rect">
            <a:avLst/>
          </a:prstGeom>
        </p:spPr>
      </p:pic>
      <p:sp>
        <p:nvSpPr>
          <p:cNvPr id="22" name="Title 1">
            <a:extLst>
              <a:ext uri="{FF2B5EF4-FFF2-40B4-BE49-F238E27FC236}">
                <a16:creationId xmlns:a16="http://schemas.microsoft.com/office/drawing/2014/main" id="{849D49CD-FE1C-CD29-51BE-61495DF6E50D}"/>
              </a:ext>
            </a:extLst>
          </p:cNvPr>
          <p:cNvSpPr txBox="1">
            <a:spLocks/>
          </p:cNvSpPr>
          <p:nvPr/>
        </p:nvSpPr>
        <p:spPr>
          <a:xfrm>
            <a:off x="1871645" y="4339515"/>
            <a:ext cx="1818238"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chemeClr val="accent6"/>
                </a:solidFill>
              </a:rPr>
              <a:t>Process</a:t>
            </a:r>
          </a:p>
        </p:txBody>
      </p:sp>
      <p:sp>
        <p:nvSpPr>
          <p:cNvPr id="23" name="Rectángulo: esquinas redondeadas 22">
            <a:extLst>
              <a:ext uri="{FF2B5EF4-FFF2-40B4-BE49-F238E27FC236}">
                <a16:creationId xmlns:a16="http://schemas.microsoft.com/office/drawing/2014/main" id="{229C11FD-5BAA-F96D-9908-D746FA9CCF41}"/>
              </a:ext>
            </a:extLst>
          </p:cNvPr>
          <p:cNvSpPr/>
          <p:nvPr/>
        </p:nvSpPr>
        <p:spPr>
          <a:xfrm>
            <a:off x="3518431" y="3620300"/>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5" name="Gráfico 24" descr="Marcador con relleno sólido">
            <a:extLst>
              <a:ext uri="{FF2B5EF4-FFF2-40B4-BE49-F238E27FC236}">
                <a16:creationId xmlns:a16="http://schemas.microsoft.com/office/drawing/2014/main" id="{2DF1E3C3-6C35-9BB9-4D96-08DB0005655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9989" y="3595430"/>
            <a:ext cx="739700" cy="739700"/>
          </a:xfrm>
          <a:prstGeom prst="rect">
            <a:avLst/>
          </a:prstGeom>
        </p:spPr>
      </p:pic>
      <p:sp>
        <p:nvSpPr>
          <p:cNvPr id="27" name="Title 1">
            <a:extLst>
              <a:ext uri="{FF2B5EF4-FFF2-40B4-BE49-F238E27FC236}">
                <a16:creationId xmlns:a16="http://schemas.microsoft.com/office/drawing/2014/main" id="{8C8C6C4C-4138-12B3-1B20-F1AC7992C32F}"/>
              </a:ext>
            </a:extLst>
          </p:cNvPr>
          <p:cNvSpPr txBox="1">
            <a:spLocks/>
          </p:cNvSpPr>
          <p:nvPr/>
        </p:nvSpPr>
        <p:spPr>
          <a:xfrm>
            <a:off x="3270029" y="4331263"/>
            <a:ext cx="1208063"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chemeClr val="accent6"/>
                </a:solidFill>
              </a:rPr>
              <a:t>Current Situation</a:t>
            </a:r>
          </a:p>
        </p:txBody>
      </p:sp>
      <p:sp>
        <p:nvSpPr>
          <p:cNvPr id="28" name="Rectángulo: esquinas redondeadas 27">
            <a:extLst>
              <a:ext uri="{FF2B5EF4-FFF2-40B4-BE49-F238E27FC236}">
                <a16:creationId xmlns:a16="http://schemas.microsoft.com/office/drawing/2014/main" id="{751F97D6-EF31-725B-4E29-0B313E4D4FCD}"/>
              </a:ext>
            </a:extLst>
          </p:cNvPr>
          <p:cNvSpPr/>
          <p:nvPr/>
        </p:nvSpPr>
        <p:spPr>
          <a:xfrm>
            <a:off x="4610874" y="3612136"/>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30" name="Gráfico 29" descr="Objetivo con relleno sólido">
            <a:extLst>
              <a:ext uri="{FF2B5EF4-FFF2-40B4-BE49-F238E27FC236}">
                <a16:creationId xmlns:a16="http://schemas.microsoft.com/office/drawing/2014/main" id="{1401243A-2B7F-02BA-84AE-49E6E38D514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1722" y="3629004"/>
            <a:ext cx="624103" cy="624103"/>
          </a:xfrm>
          <a:prstGeom prst="rect">
            <a:avLst/>
          </a:prstGeom>
        </p:spPr>
      </p:pic>
      <p:sp>
        <p:nvSpPr>
          <p:cNvPr id="32" name="Title 1">
            <a:extLst>
              <a:ext uri="{FF2B5EF4-FFF2-40B4-BE49-F238E27FC236}">
                <a16:creationId xmlns:a16="http://schemas.microsoft.com/office/drawing/2014/main" id="{C11C9EE3-EFF2-8BB0-4D79-7171542EA22A}"/>
              </a:ext>
            </a:extLst>
          </p:cNvPr>
          <p:cNvSpPr txBox="1">
            <a:spLocks/>
          </p:cNvSpPr>
          <p:nvPr/>
        </p:nvSpPr>
        <p:spPr>
          <a:xfrm>
            <a:off x="4287840" y="4331263"/>
            <a:ext cx="1331866" cy="61555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chemeClr val="accent6"/>
                </a:solidFill>
              </a:rPr>
              <a:t>Desired Situation</a:t>
            </a:r>
          </a:p>
          <a:p>
            <a:pPr algn="ctr"/>
            <a:r>
              <a:rPr lang="es-MX" sz="1200" b="0" noProof="0" dirty="0">
                <a:solidFill>
                  <a:schemeClr val="accent6"/>
                </a:solidFill>
              </a:rPr>
              <a:t>A</a:t>
            </a:r>
          </a:p>
        </p:txBody>
      </p:sp>
      <p:sp>
        <p:nvSpPr>
          <p:cNvPr id="33" name="Rectángulo: esquinas redondeadas 32">
            <a:extLst>
              <a:ext uri="{FF2B5EF4-FFF2-40B4-BE49-F238E27FC236}">
                <a16:creationId xmlns:a16="http://schemas.microsoft.com/office/drawing/2014/main" id="{900E4428-DC7E-24FA-19E3-DAE9BCAEE80F}"/>
              </a:ext>
            </a:extLst>
          </p:cNvPr>
          <p:cNvSpPr/>
          <p:nvPr/>
        </p:nvSpPr>
        <p:spPr>
          <a:xfrm>
            <a:off x="5674506" y="3637168"/>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cxnSp>
        <p:nvCxnSpPr>
          <p:cNvPr id="34" name="Conector recto 33">
            <a:extLst>
              <a:ext uri="{FF2B5EF4-FFF2-40B4-BE49-F238E27FC236}">
                <a16:creationId xmlns:a16="http://schemas.microsoft.com/office/drawing/2014/main" id="{28DCEEC6-09D8-93BB-000D-18216264EC7D}"/>
              </a:ext>
            </a:extLst>
          </p:cNvPr>
          <p:cNvCxnSpPr>
            <a:cxnSpLocks/>
          </p:cNvCxnSpPr>
          <p:nvPr/>
        </p:nvCxnSpPr>
        <p:spPr>
          <a:xfrm>
            <a:off x="5816292" y="3955334"/>
            <a:ext cx="433197" cy="0"/>
          </a:xfrm>
          <a:prstGeom prst="line">
            <a:avLst/>
          </a:prstGeom>
          <a:ln w="571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Title 1">
            <a:extLst>
              <a:ext uri="{FF2B5EF4-FFF2-40B4-BE49-F238E27FC236}">
                <a16:creationId xmlns:a16="http://schemas.microsoft.com/office/drawing/2014/main" id="{78A05491-4F1A-6B85-4C78-A6B29F7BA86C}"/>
              </a:ext>
            </a:extLst>
          </p:cNvPr>
          <p:cNvSpPr txBox="1">
            <a:spLocks/>
          </p:cNvSpPr>
          <p:nvPr/>
        </p:nvSpPr>
        <p:spPr>
          <a:xfrm>
            <a:off x="4984109" y="4370404"/>
            <a:ext cx="2105052"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chemeClr val="accent6"/>
                </a:solidFill>
              </a:rPr>
              <a:t>Gap</a:t>
            </a:r>
          </a:p>
        </p:txBody>
      </p:sp>
      <p:sp>
        <p:nvSpPr>
          <p:cNvPr id="37" name="Rectángulo: esquinas redondeadas 36">
            <a:extLst>
              <a:ext uri="{FF2B5EF4-FFF2-40B4-BE49-F238E27FC236}">
                <a16:creationId xmlns:a16="http://schemas.microsoft.com/office/drawing/2014/main" id="{329C8E3D-33FD-7362-91E0-B8E24E060D38}"/>
              </a:ext>
            </a:extLst>
          </p:cNvPr>
          <p:cNvSpPr/>
          <p:nvPr/>
        </p:nvSpPr>
        <p:spPr>
          <a:xfrm>
            <a:off x="6753252" y="3621461"/>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38" name="Gráfico 37" descr="Fiebre con relleno sólido">
            <a:extLst>
              <a:ext uri="{FF2B5EF4-FFF2-40B4-BE49-F238E27FC236}">
                <a16:creationId xmlns:a16="http://schemas.microsoft.com/office/drawing/2014/main" id="{C0FB43EC-C506-FDA9-5F63-2122432E0D6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11489" y="3660368"/>
            <a:ext cx="636332" cy="636332"/>
          </a:xfrm>
          <a:prstGeom prst="rect">
            <a:avLst/>
          </a:prstGeom>
        </p:spPr>
      </p:pic>
      <p:sp>
        <p:nvSpPr>
          <p:cNvPr id="39" name="Title 1">
            <a:extLst>
              <a:ext uri="{FF2B5EF4-FFF2-40B4-BE49-F238E27FC236}">
                <a16:creationId xmlns:a16="http://schemas.microsoft.com/office/drawing/2014/main" id="{651E8627-C538-D360-10B9-9EA6EC23DA74}"/>
              </a:ext>
            </a:extLst>
          </p:cNvPr>
          <p:cNvSpPr txBox="1">
            <a:spLocks/>
          </p:cNvSpPr>
          <p:nvPr/>
        </p:nvSpPr>
        <p:spPr>
          <a:xfrm>
            <a:off x="6193171" y="4339515"/>
            <a:ext cx="1818238"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err="1">
                <a:solidFill>
                  <a:schemeClr val="accent6"/>
                </a:solidFill>
              </a:rPr>
              <a:t>Symptoms</a:t>
            </a:r>
            <a:endParaRPr lang="es-MX" sz="1400" noProof="0" dirty="0">
              <a:solidFill>
                <a:schemeClr val="accent6"/>
              </a:solidFill>
            </a:endParaRPr>
          </a:p>
        </p:txBody>
      </p:sp>
    </p:spTree>
    <p:extLst>
      <p:ext uri="{BB962C8B-B14F-4D97-AF65-F5344CB8AC3E}">
        <p14:creationId xmlns:p14="http://schemas.microsoft.com/office/powerpoint/2010/main" val="1349113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1AA9B-1EE4-CD0B-905E-BEB532A1E814}"/>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F8A3181E-C4BE-8AE5-6420-BF245F78AD46}"/>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ABC4B033-CA03-E7A9-82F9-88F158EB07E8}"/>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58D386FD-AD5F-D115-0BD8-ADB57E5AD3AE}"/>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9256A2CC-0B3F-0B13-AD7C-4154A222A576}"/>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A5801F0F-6FB8-2B59-90A7-5F5D1C4FAA9D}"/>
              </a:ext>
            </a:extLst>
          </p:cNvPr>
          <p:cNvSpPr>
            <a:spLocks noGrp="1"/>
          </p:cNvSpPr>
          <p:nvPr>
            <p:ph type="title"/>
          </p:nvPr>
        </p:nvSpPr>
        <p:spPr>
          <a:xfrm>
            <a:off x="330993" y="313420"/>
            <a:ext cx="8482014" cy="307777"/>
          </a:xfrm>
        </p:spPr>
        <p:txBody>
          <a:bodyPr/>
          <a:lstStyle/>
          <a:p>
            <a:pPr algn="ctr"/>
            <a:r>
              <a:rPr lang="es-MX" noProof="0" dirty="0"/>
              <a:t>Activity 4</a:t>
            </a:r>
          </a:p>
        </p:txBody>
      </p:sp>
      <p:sp>
        <p:nvSpPr>
          <p:cNvPr id="3" name="CuadroTexto 7">
            <a:extLst>
              <a:ext uri="{FF2B5EF4-FFF2-40B4-BE49-F238E27FC236}">
                <a16:creationId xmlns:a16="http://schemas.microsoft.com/office/drawing/2014/main" id="{4F8685F9-B74E-1F5B-B244-0B14B474EFB6}"/>
              </a:ext>
            </a:extLst>
          </p:cNvPr>
          <p:cNvSpPr txBox="1"/>
          <p:nvPr/>
        </p:nvSpPr>
        <p:spPr>
          <a:xfrm>
            <a:off x="2927044" y="584959"/>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Before Solving, Learn to Define…</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9" name="Title 1">
            <a:extLst>
              <a:ext uri="{FF2B5EF4-FFF2-40B4-BE49-F238E27FC236}">
                <a16:creationId xmlns:a16="http://schemas.microsoft.com/office/drawing/2014/main" id="{DEAF1BB1-5F4F-F703-2847-911F06104B2B}"/>
              </a:ext>
            </a:extLst>
          </p:cNvPr>
          <p:cNvSpPr txBox="1">
            <a:spLocks/>
          </p:cNvSpPr>
          <p:nvPr/>
        </p:nvSpPr>
        <p:spPr>
          <a:xfrm>
            <a:off x="6259774" y="3083397"/>
            <a:ext cx="207938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Group Assessment</a:t>
            </a:r>
          </a:p>
        </p:txBody>
      </p:sp>
      <p:pic>
        <p:nvPicPr>
          <p:cNvPr id="5" name="Imagen 4" descr="Dibujo de una persona&#10;&#10;El contenido generado por IA puede ser incorrecto.">
            <a:extLst>
              <a:ext uri="{FF2B5EF4-FFF2-40B4-BE49-F238E27FC236}">
                <a16:creationId xmlns:a16="http://schemas.microsoft.com/office/drawing/2014/main" id="{8B7EAFF0-26C5-CFEF-1FAF-3163DBCEFC47}"/>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DFD9F3C2-3087-02A2-B559-D053561D815E}"/>
              </a:ext>
            </a:extLst>
          </p:cNvPr>
          <p:cNvSpPr txBox="1">
            <a:spLocks/>
          </p:cNvSpPr>
          <p:nvPr/>
        </p:nvSpPr>
        <p:spPr>
          <a:xfrm>
            <a:off x="3582621" y="3080580"/>
            <a:ext cx="196102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Plantilla</a:t>
            </a:r>
          </a:p>
        </p:txBody>
      </p:sp>
      <p:sp>
        <p:nvSpPr>
          <p:cNvPr id="25" name="CuadroTexto 7">
            <a:extLst>
              <a:ext uri="{FF2B5EF4-FFF2-40B4-BE49-F238E27FC236}">
                <a16:creationId xmlns:a16="http://schemas.microsoft.com/office/drawing/2014/main" id="{5C002105-44EE-3B8B-8D8E-8A696724A18F}"/>
              </a:ext>
            </a:extLst>
          </p:cNvPr>
          <p:cNvSpPr txBox="1"/>
          <p:nvPr/>
        </p:nvSpPr>
        <p:spPr>
          <a:xfrm>
            <a:off x="2498729" y="3947303"/>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Entregable:</a:t>
            </a:r>
          </a:p>
          <a:p>
            <a:pPr algn="ctr"/>
            <a:r>
              <a:rPr lang="es-MX" sz="1100" noProof="0">
                <a:solidFill>
                  <a:schemeClr val="bg1"/>
                </a:solidFill>
              </a:rPr>
              <a:t>Clear definition of the problem collected in Activity 1, including all essential elements</a:t>
            </a:r>
          </a:p>
        </p:txBody>
      </p:sp>
      <p:sp>
        <p:nvSpPr>
          <p:cNvPr id="11" name="Rectángulo 10">
            <a:extLst>
              <a:ext uri="{FF2B5EF4-FFF2-40B4-BE49-F238E27FC236}">
                <a16:creationId xmlns:a16="http://schemas.microsoft.com/office/drawing/2014/main" id="{7A3817C5-A48C-3F40-2C38-A902DD9EAD9B}"/>
              </a:ext>
            </a:extLst>
          </p:cNvPr>
          <p:cNvSpPr/>
          <p:nvPr/>
        </p:nvSpPr>
        <p:spPr>
          <a:xfrm rot="16200000">
            <a:off x="4213045" y="1839737"/>
            <a:ext cx="648467" cy="1189619"/>
          </a:xfrm>
          <a:prstGeom prst="rect">
            <a:avLst/>
          </a:prstGeom>
          <a:solidFill>
            <a:schemeClr val="bg1"/>
          </a:solidFill>
          <a:ln w="9525" cap="rnd"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5" name="Gráfico 14" descr="Lápiz con relleno sólido">
            <a:extLst>
              <a:ext uri="{FF2B5EF4-FFF2-40B4-BE49-F238E27FC236}">
                <a16:creationId xmlns:a16="http://schemas.microsoft.com/office/drawing/2014/main" id="{9B20510B-B04E-C80F-1F1E-6C20BE664C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6847" y="1847003"/>
            <a:ext cx="724747" cy="724747"/>
          </a:xfrm>
          <a:prstGeom prst="rect">
            <a:avLst/>
          </a:prstGeom>
        </p:spPr>
      </p:pic>
      <p:pic>
        <p:nvPicPr>
          <p:cNvPr id="17" name="Gráfico 16" descr="Marca de verificación con relleno sólido">
            <a:extLst>
              <a:ext uri="{FF2B5EF4-FFF2-40B4-BE49-F238E27FC236}">
                <a16:creationId xmlns:a16="http://schemas.microsoft.com/office/drawing/2014/main" id="{499F277B-8674-7FF6-7E3F-0D41742E42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97205" y="2253095"/>
            <a:ext cx="172716" cy="172716"/>
          </a:xfrm>
          <a:prstGeom prst="rect">
            <a:avLst/>
          </a:prstGeom>
        </p:spPr>
      </p:pic>
      <p:pic>
        <p:nvPicPr>
          <p:cNvPr id="21" name="Gráfico 20" descr="Brindis con relleno sólido">
            <a:extLst>
              <a:ext uri="{FF2B5EF4-FFF2-40B4-BE49-F238E27FC236}">
                <a16:creationId xmlns:a16="http://schemas.microsoft.com/office/drawing/2014/main" id="{594D1ED0-2400-C370-8EA3-860ECFB798B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50918" y="1778998"/>
            <a:ext cx="1206064" cy="1206064"/>
          </a:xfrm>
          <a:prstGeom prst="rect">
            <a:avLst/>
          </a:prstGeom>
        </p:spPr>
      </p:pic>
      <p:sp>
        <p:nvSpPr>
          <p:cNvPr id="23" name="Title 1">
            <a:extLst>
              <a:ext uri="{FF2B5EF4-FFF2-40B4-BE49-F238E27FC236}">
                <a16:creationId xmlns:a16="http://schemas.microsoft.com/office/drawing/2014/main" id="{631514CD-8F96-BBCA-A8A5-DF36B88D89AB}"/>
              </a:ext>
            </a:extLst>
          </p:cNvPr>
          <p:cNvSpPr txBox="1">
            <a:spLocks/>
          </p:cNvSpPr>
          <p:nvPr/>
        </p:nvSpPr>
        <p:spPr>
          <a:xfrm>
            <a:off x="1392461" y="2802821"/>
            <a:ext cx="96860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Pair Activity</a:t>
            </a:r>
            <a:endParaRPr lang="es-MX" sz="1400" b="0" noProof="0">
              <a:solidFill>
                <a:schemeClr val="bg1"/>
              </a:solidFill>
            </a:endParaRPr>
          </a:p>
        </p:txBody>
      </p:sp>
      <p:pic>
        <p:nvPicPr>
          <p:cNvPr id="24" name="Gráfico 23" descr="Perfil de hombre con relleno sólido">
            <a:extLst>
              <a:ext uri="{FF2B5EF4-FFF2-40B4-BE49-F238E27FC236}">
                <a16:creationId xmlns:a16="http://schemas.microsoft.com/office/drawing/2014/main" id="{7BEC6369-389C-1275-3FA0-17B8BF064F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9436" y="1665521"/>
            <a:ext cx="1102058" cy="1102058"/>
          </a:xfrm>
          <a:prstGeom prst="rect">
            <a:avLst/>
          </a:prstGeom>
        </p:spPr>
      </p:pic>
      <p:pic>
        <p:nvPicPr>
          <p:cNvPr id="27" name="Gráfico 26" descr="Perfil de hombre con relleno sólido">
            <a:extLst>
              <a:ext uri="{FF2B5EF4-FFF2-40B4-BE49-F238E27FC236}">
                <a16:creationId xmlns:a16="http://schemas.microsoft.com/office/drawing/2014/main" id="{CBBAB12F-2BB0-BED3-3B4C-468220BBA8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68877" y="1665521"/>
            <a:ext cx="1102058" cy="1102058"/>
          </a:xfrm>
          <a:prstGeom prst="rect">
            <a:avLst/>
          </a:prstGeom>
        </p:spPr>
      </p:pic>
      <p:pic>
        <p:nvPicPr>
          <p:cNvPr id="4" name="Gráfico 3" descr="Cursor con relleno sólido">
            <a:extLst>
              <a:ext uri="{FF2B5EF4-FFF2-40B4-BE49-F238E27FC236}">
                <a16:creationId xmlns:a16="http://schemas.microsoft.com/office/drawing/2014/main" id="{E64F74D0-CB2F-BDCA-B0DD-7DA190BA1B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34764" y="4364163"/>
            <a:ext cx="515394" cy="515394"/>
          </a:xfrm>
          <a:prstGeom prst="rect">
            <a:avLst/>
          </a:prstGeom>
        </p:spPr>
      </p:pic>
      <p:sp>
        <p:nvSpPr>
          <p:cNvPr id="10" name="CuadroTexto 9">
            <a:extLst>
              <a:ext uri="{FF2B5EF4-FFF2-40B4-BE49-F238E27FC236}">
                <a16:creationId xmlns:a16="http://schemas.microsoft.com/office/drawing/2014/main" id="{9575DA48-DC9F-3DB5-594A-65E882638CDB}"/>
              </a:ext>
            </a:extLst>
          </p:cNvPr>
          <p:cNvSpPr txBox="1"/>
          <p:nvPr/>
        </p:nvSpPr>
        <p:spPr>
          <a:xfrm>
            <a:off x="232355" y="3967832"/>
            <a:ext cx="2320211"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8">
                  <a:extLst>
                    <a:ext uri="{A12FA001-AC4F-418D-AE19-62706E023703}">
                      <ahyp:hlinkClr xmlns:ahyp="http://schemas.microsoft.com/office/drawing/2018/hyperlinkcolor" val="tx"/>
                    </a:ext>
                  </a:extLst>
                </a:hlinkClick>
              </a:rPr>
              <a:t>Problem Definition Template</a:t>
            </a:r>
            <a:endParaRPr lang="es-MX" noProof="0">
              <a:solidFill>
                <a:schemeClr val="accent6"/>
              </a:solidFill>
            </a:endParaRPr>
          </a:p>
        </p:txBody>
      </p:sp>
      <p:sp>
        <p:nvSpPr>
          <p:cNvPr id="7" name="Rectángulo: esquinas redondeadas 6">
            <a:extLst>
              <a:ext uri="{FF2B5EF4-FFF2-40B4-BE49-F238E27FC236}">
                <a16:creationId xmlns:a16="http://schemas.microsoft.com/office/drawing/2014/main" id="{B09491F0-25EC-00B4-6BA9-1DFBEA7818F5}"/>
              </a:ext>
            </a:extLst>
          </p:cNvPr>
          <p:cNvSpPr/>
          <p:nvPr/>
        </p:nvSpPr>
        <p:spPr>
          <a:xfrm>
            <a:off x="6931479" y="844975"/>
            <a:ext cx="1075076" cy="40235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dirty="0">
                <a:solidFill>
                  <a:schemeClr val="accent6"/>
                </a:solidFill>
              </a:rPr>
              <a:t>45</a:t>
            </a:r>
            <a:r>
              <a:rPr lang="es-MX" sz="1200" b="1" noProof="0" dirty="0">
                <a:solidFill>
                  <a:schemeClr val="accent6"/>
                </a:solidFill>
              </a:rPr>
              <a:t> min</a:t>
            </a:r>
          </a:p>
        </p:txBody>
      </p:sp>
    </p:spTree>
    <p:extLst>
      <p:ext uri="{BB962C8B-B14F-4D97-AF65-F5344CB8AC3E}">
        <p14:creationId xmlns:p14="http://schemas.microsoft.com/office/powerpoint/2010/main" val="1250456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81D07-5788-4E95-14D6-57DFF4285912}"/>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B60E1D2F-1D8E-060D-E07E-05047E30989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B60E1D2F-1D8E-060D-E07E-05047E3098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8A6CAFEC-833C-0142-1574-4508971CE79B}"/>
              </a:ext>
            </a:extLst>
          </p:cNvPr>
          <p:cNvSpPr>
            <a:spLocks noGrp="1"/>
          </p:cNvSpPr>
          <p:nvPr>
            <p:ph type="title"/>
          </p:nvPr>
        </p:nvSpPr>
        <p:spPr>
          <a:xfrm>
            <a:off x="3937397" y="242102"/>
            <a:ext cx="1708118" cy="307777"/>
          </a:xfrm>
        </p:spPr>
        <p:txBody>
          <a:bodyPr vert="horz"/>
          <a:lstStyle/>
          <a:p>
            <a:r>
              <a:rPr lang="es-MX" noProof="0"/>
              <a:t>Reflection</a:t>
            </a:r>
          </a:p>
        </p:txBody>
      </p:sp>
      <p:pic>
        <p:nvPicPr>
          <p:cNvPr id="4" name="Imagen 3" descr="Imagen que contiene Icono&#10;&#10;El contenido generado por IA puede ser incorrecto.">
            <a:extLst>
              <a:ext uri="{FF2B5EF4-FFF2-40B4-BE49-F238E27FC236}">
                <a16:creationId xmlns:a16="http://schemas.microsoft.com/office/drawing/2014/main" id="{1691EAAE-18E3-06C0-C8D5-E872D568D127}"/>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DB198D39-85EC-F8C5-85B1-F95BEA338D7B}"/>
              </a:ext>
            </a:extLst>
          </p:cNvPr>
          <p:cNvSpPr/>
          <p:nvPr/>
        </p:nvSpPr>
        <p:spPr>
          <a:xfrm>
            <a:off x="836676" y="1417517"/>
            <a:ext cx="7470648" cy="252036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600" b="1" noProof="0">
                <a:solidFill>
                  <a:srgbClr val="FFFFFF"/>
                </a:solidFill>
              </a:rPr>
              <a:t>Why is it important to understand the difference between symptoms and causes?</a:t>
            </a:r>
          </a:p>
          <a:p>
            <a:pPr algn="ctr">
              <a:lnSpc>
                <a:spcPct val="250000"/>
              </a:lnSpc>
            </a:pPr>
            <a:r>
              <a:rPr lang="es-MX" sz="1600" b="1" noProof="0">
                <a:solidFill>
                  <a:srgbClr val="FFFFFF"/>
                </a:solidFill>
              </a:rPr>
              <a:t>How does clearly defining the problem benefit us?</a:t>
            </a:r>
          </a:p>
          <a:p>
            <a:pPr algn="ctr">
              <a:lnSpc>
                <a:spcPct val="250000"/>
              </a:lnSpc>
            </a:pPr>
            <a:r>
              <a:rPr lang="es-MX" sz="1600" b="1" noProof="0">
                <a:solidFill>
                  <a:srgbClr val="FFFFFF"/>
                </a:solidFill>
              </a:rPr>
              <a:t>What are the consequences of not doing it correctly?</a:t>
            </a:r>
          </a:p>
        </p:txBody>
      </p:sp>
    </p:spTree>
    <p:extLst>
      <p:ext uri="{BB962C8B-B14F-4D97-AF65-F5344CB8AC3E}">
        <p14:creationId xmlns:p14="http://schemas.microsoft.com/office/powerpoint/2010/main" val="1460557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7F6FE-0F47-DD88-A74A-E15C8BAB8E4A}"/>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37A3B78C-A001-892D-5D02-9DDEF3DD29B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37A3B78C-A001-892D-5D02-9DDEF3DD29B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96E6107D-B6C4-9868-DC32-3A7ED8FAEBD8}"/>
              </a:ext>
            </a:extLst>
          </p:cNvPr>
          <p:cNvSpPr>
            <a:spLocks noGrp="1"/>
          </p:cNvSpPr>
          <p:nvPr>
            <p:ph type="title"/>
          </p:nvPr>
        </p:nvSpPr>
        <p:spPr>
          <a:xfrm>
            <a:off x="1134836" y="186411"/>
            <a:ext cx="7082429" cy="307777"/>
          </a:xfrm>
        </p:spPr>
        <p:txBody>
          <a:bodyPr vert="horz"/>
          <a:lstStyle/>
          <a:p>
            <a:r>
              <a:rPr lang="es-MX" noProof="0"/>
              <a:t>Pinpoint the Problem: Common Mistakes</a:t>
            </a:r>
          </a:p>
        </p:txBody>
      </p:sp>
      <p:pic>
        <p:nvPicPr>
          <p:cNvPr id="4" name="Imagen 3" descr="Imagen que contiene Icono&#10;&#10;El contenido generado por IA puede ser incorrecto.">
            <a:extLst>
              <a:ext uri="{FF2B5EF4-FFF2-40B4-BE49-F238E27FC236}">
                <a16:creationId xmlns:a16="http://schemas.microsoft.com/office/drawing/2014/main" id="{B9B0151D-0336-A1DE-4CA9-8862E0237FE3}"/>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755440F0-1A11-3465-0DD5-CE2043D69E39}"/>
              </a:ext>
            </a:extLst>
          </p:cNvPr>
          <p:cNvSpPr/>
          <p:nvPr/>
        </p:nvSpPr>
        <p:spPr>
          <a:xfrm>
            <a:off x="403969" y="935167"/>
            <a:ext cx="8334560" cy="37021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 name="Gráfico 1" descr="Advertencia con relleno sólido">
            <a:extLst>
              <a:ext uri="{FF2B5EF4-FFF2-40B4-BE49-F238E27FC236}">
                <a16:creationId xmlns:a16="http://schemas.microsoft.com/office/drawing/2014/main" id="{B9FC0945-ED1E-1620-27E1-034B9202EF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85021" y="1155309"/>
            <a:ext cx="964700" cy="964700"/>
          </a:xfrm>
          <a:prstGeom prst="rect">
            <a:avLst/>
          </a:prstGeom>
          <a:effectLst>
            <a:outerShdw blurRad="50800" dist="38100" dir="2700000" algn="tl" rotWithShape="0">
              <a:prstClr val="black">
                <a:alpha val="40000"/>
              </a:prstClr>
            </a:outerShdw>
          </a:effectLst>
        </p:spPr>
      </p:pic>
      <p:sp>
        <p:nvSpPr>
          <p:cNvPr id="5" name="Title 1">
            <a:extLst>
              <a:ext uri="{FF2B5EF4-FFF2-40B4-BE49-F238E27FC236}">
                <a16:creationId xmlns:a16="http://schemas.microsoft.com/office/drawing/2014/main" id="{74A7AD5D-D1D8-394D-6AE2-BA69E691F198}"/>
              </a:ext>
            </a:extLst>
          </p:cNvPr>
          <p:cNvSpPr txBox="1">
            <a:spLocks/>
          </p:cNvSpPr>
          <p:nvPr/>
        </p:nvSpPr>
        <p:spPr>
          <a:xfrm>
            <a:off x="2130775" y="1360660"/>
            <a:ext cx="8132323" cy="2769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800" noProof="0">
                <a:solidFill>
                  <a:schemeClr val="bg1"/>
                </a:solidFill>
              </a:rPr>
              <a:t>Some common mistakes when defining the problem:</a:t>
            </a:r>
          </a:p>
        </p:txBody>
      </p:sp>
      <p:sp>
        <p:nvSpPr>
          <p:cNvPr id="6" name="Title 1">
            <a:extLst>
              <a:ext uri="{FF2B5EF4-FFF2-40B4-BE49-F238E27FC236}">
                <a16:creationId xmlns:a16="http://schemas.microsoft.com/office/drawing/2014/main" id="{4103D1B6-2487-9C76-8307-05B4F06F001E}"/>
              </a:ext>
            </a:extLst>
          </p:cNvPr>
          <p:cNvSpPr txBox="1">
            <a:spLocks/>
          </p:cNvSpPr>
          <p:nvPr/>
        </p:nvSpPr>
        <p:spPr>
          <a:xfrm>
            <a:off x="2130774" y="1843160"/>
            <a:ext cx="8132323" cy="244169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800" b="0" noProof="0">
                <a:solidFill>
                  <a:schemeClr val="bg1"/>
                </a:solidFill>
              </a:rPr>
              <a:t>Addressing more than one problem</a:t>
            </a:r>
          </a:p>
          <a:p>
            <a:pPr marL="285750" indent="-285750" algn="just">
              <a:lnSpc>
                <a:spcPct val="150000"/>
              </a:lnSpc>
              <a:buFont typeface="Arial" panose="020B0604020202020204" pitchFamily="34" charset="0"/>
              <a:buChar char="•"/>
            </a:pPr>
            <a:r>
              <a:rPr lang="es-MX" sz="1800" b="0" noProof="0">
                <a:solidFill>
                  <a:schemeClr val="bg1"/>
                </a:solidFill>
              </a:rPr>
              <a:t>Mentioning causes</a:t>
            </a:r>
          </a:p>
          <a:p>
            <a:pPr marL="285750" indent="-285750" algn="just">
              <a:lnSpc>
                <a:spcPct val="150000"/>
              </a:lnSpc>
              <a:buFont typeface="Arial" panose="020B0604020202020204" pitchFamily="34" charset="0"/>
              <a:buChar char="•"/>
            </a:pPr>
            <a:r>
              <a:rPr lang="es-MX" sz="1800" b="0" noProof="0">
                <a:solidFill>
                  <a:schemeClr val="bg1"/>
                </a:solidFill>
              </a:rPr>
              <a:t>Blaming people</a:t>
            </a:r>
          </a:p>
          <a:p>
            <a:pPr marL="285750" indent="-285750" algn="just">
              <a:lnSpc>
                <a:spcPct val="150000"/>
              </a:lnSpc>
              <a:buFont typeface="Arial" panose="020B0604020202020204" pitchFamily="34" charset="0"/>
              <a:buChar char="•"/>
            </a:pPr>
            <a:r>
              <a:rPr lang="es-MX" sz="1800" b="0" noProof="0">
                <a:solidFill>
                  <a:schemeClr val="bg1"/>
                </a:solidFill>
              </a:rPr>
              <a:t>Mentioning solutions</a:t>
            </a:r>
          </a:p>
          <a:p>
            <a:pPr marL="285750" indent="-285750" algn="just">
              <a:lnSpc>
                <a:spcPct val="150000"/>
              </a:lnSpc>
              <a:buFont typeface="Arial" panose="020B0604020202020204" pitchFamily="34" charset="0"/>
              <a:buChar char="•"/>
            </a:pPr>
            <a:r>
              <a:rPr lang="es-MX" sz="1800" b="0" noProof="0">
                <a:solidFill>
                  <a:schemeClr val="bg1"/>
                </a:solidFill>
              </a:rPr>
              <a:t>Basarse en suposiciones</a:t>
            </a:r>
          </a:p>
          <a:p>
            <a:pPr marL="285750" indent="-285750" algn="just">
              <a:lnSpc>
                <a:spcPct val="150000"/>
              </a:lnSpc>
              <a:buFont typeface="Arial" panose="020B0604020202020204" pitchFamily="34" charset="0"/>
              <a:buChar char="•"/>
            </a:pPr>
            <a:r>
              <a:rPr lang="es-MX" sz="1800" b="0" noProof="0">
                <a:solidFill>
                  <a:schemeClr val="bg1"/>
                </a:solidFill>
              </a:rPr>
              <a:t>No considerar los 6 elementos esenciales </a:t>
            </a:r>
          </a:p>
        </p:txBody>
      </p:sp>
    </p:spTree>
    <p:extLst>
      <p:ext uri="{BB962C8B-B14F-4D97-AF65-F5344CB8AC3E}">
        <p14:creationId xmlns:p14="http://schemas.microsoft.com/office/powerpoint/2010/main" val="555348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BAC16-005A-81D9-7A9A-695959DD124B}"/>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7D0A6CD-78A3-2A5B-A3D8-57F6A6EC5A4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F7D0A6CD-78A3-2A5B-A3D8-57F6A6EC5A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9AA3D58F-3D48-2057-1F38-2EA55E66837B}"/>
              </a:ext>
            </a:extLst>
          </p:cNvPr>
          <p:cNvSpPr>
            <a:spLocks noGrp="1"/>
          </p:cNvSpPr>
          <p:nvPr>
            <p:ph type="title"/>
          </p:nvPr>
        </p:nvSpPr>
        <p:spPr>
          <a:xfrm>
            <a:off x="1176121" y="252375"/>
            <a:ext cx="7082429" cy="469359"/>
          </a:xfrm>
        </p:spPr>
        <p:txBody>
          <a:bodyPr vert="horz"/>
          <a:lstStyle/>
          <a:p>
            <a:pPr algn="ctr"/>
            <a:r>
              <a:rPr lang="es-MX" noProof="0" err="1"/>
              <a:t>Tips for Leaders_x000B_Phase: Pinpoint the Problem</a:t>
            </a:r>
            <a:br>
              <a:rPr lang="es-MX" noProof="0"/>
            </a:br>
            <a:endParaRPr lang="es-MX" noProof="0">
              <a:solidFill>
                <a:schemeClr val="bg1"/>
              </a:solidFill>
            </a:endParaRPr>
          </a:p>
        </p:txBody>
      </p:sp>
      <p:pic>
        <p:nvPicPr>
          <p:cNvPr id="4" name="Imagen 3" descr="Imagen que contiene Icono&#10;&#10;El contenido generado por IA puede ser incorrecto.">
            <a:extLst>
              <a:ext uri="{FF2B5EF4-FFF2-40B4-BE49-F238E27FC236}">
                <a16:creationId xmlns:a16="http://schemas.microsoft.com/office/drawing/2014/main" id="{4EE7E6A1-F8F6-E054-7A7F-F7260AB96AF5}"/>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ECA09863-DD97-D6AA-E3B1-66CE66CFF6E0}"/>
              </a:ext>
            </a:extLst>
          </p:cNvPr>
          <p:cNvSpPr/>
          <p:nvPr/>
        </p:nvSpPr>
        <p:spPr>
          <a:xfrm>
            <a:off x="403969" y="935167"/>
            <a:ext cx="8334560" cy="37021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9" name="Elipse 8">
            <a:extLst>
              <a:ext uri="{FF2B5EF4-FFF2-40B4-BE49-F238E27FC236}">
                <a16:creationId xmlns:a16="http://schemas.microsoft.com/office/drawing/2014/main" id="{2FDC5824-CC55-0A85-D6E4-C9C4A8EFFED2}"/>
              </a:ext>
            </a:extLst>
          </p:cNvPr>
          <p:cNvSpPr/>
          <p:nvPr/>
        </p:nvSpPr>
        <p:spPr>
          <a:xfrm>
            <a:off x="7730706" y="1055132"/>
            <a:ext cx="713515" cy="702030"/>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Forma&#10;&#10;El contenido generado por IA puede ser incorrecto.">
            <a:extLst>
              <a:ext uri="{FF2B5EF4-FFF2-40B4-BE49-F238E27FC236}">
                <a16:creationId xmlns:a16="http://schemas.microsoft.com/office/drawing/2014/main" id="{29B04FFD-1D47-7120-CCFB-43FC2D04492D}"/>
              </a:ext>
            </a:extLst>
          </p:cNvPr>
          <p:cNvPicPr>
            <a:picLocks noChangeAspect="1"/>
          </p:cNvPicPr>
          <p:nvPr/>
        </p:nvPicPr>
        <p:blipFill>
          <a:blip r:embed="rId7">
            <a:lum bright="70000" contrast="-70000"/>
          </a:blip>
          <a:stretch>
            <a:fillRect/>
          </a:stretch>
        </p:blipFill>
        <p:spPr>
          <a:xfrm>
            <a:off x="7813920" y="1132604"/>
            <a:ext cx="547085" cy="547085"/>
          </a:xfrm>
          <a:prstGeom prst="rect">
            <a:avLst/>
          </a:prstGeom>
        </p:spPr>
      </p:pic>
      <p:sp>
        <p:nvSpPr>
          <p:cNvPr id="10" name="Title 1">
            <a:extLst>
              <a:ext uri="{FF2B5EF4-FFF2-40B4-BE49-F238E27FC236}">
                <a16:creationId xmlns:a16="http://schemas.microsoft.com/office/drawing/2014/main" id="{B67CA604-DC92-2360-CD54-8BE3575B0276}"/>
              </a:ext>
            </a:extLst>
          </p:cNvPr>
          <p:cNvSpPr txBox="1">
            <a:spLocks/>
          </p:cNvSpPr>
          <p:nvPr/>
        </p:nvSpPr>
        <p:spPr>
          <a:xfrm>
            <a:off x="1259337" y="1224045"/>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Do…</a:t>
            </a:r>
          </a:p>
        </p:txBody>
      </p:sp>
      <p:pic>
        <p:nvPicPr>
          <p:cNvPr id="12" name="Gráfico 11" descr="Señal de pulgar hacia arriba  con relleno sólido">
            <a:extLst>
              <a:ext uri="{FF2B5EF4-FFF2-40B4-BE49-F238E27FC236}">
                <a16:creationId xmlns:a16="http://schemas.microsoft.com/office/drawing/2014/main" id="{D41DCFCD-6CA7-FD91-40D4-2E0A19EA90D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2095" y="1132604"/>
            <a:ext cx="464026" cy="464026"/>
          </a:xfrm>
          <a:prstGeom prst="rect">
            <a:avLst/>
          </a:prstGeom>
          <a:effectLst>
            <a:outerShdw blurRad="50800" dist="38100" dir="2700000" algn="tl" rotWithShape="0">
              <a:prstClr val="black">
                <a:alpha val="40000"/>
              </a:prstClr>
            </a:outerShdw>
          </a:effectLst>
        </p:spPr>
      </p:pic>
      <p:sp>
        <p:nvSpPr>
          <p:cNvPr id="13" name="Title 1">
            <a:extLst>
              <a:ext uri="{FF2B5EF4-FFF2-40B4-BE49-F238E27FC236}">
                <a16:creationId xmlns:a16="http://schemas.microsoft.com/office/drawing/2014/main" id="{5EDD35A6-9F34-A7D2-A0B2-9947562EB9A4}"/>
              </a:ext>
            </a:extLst>
          </p:cNvPr>
          <p:cNvSpPr txBox="1">
            <a:spLocks/>
          </p:cNvSpPr>
          <p:nvPr/>
        </p:nvSpPr>
        <p:spPr>
          <a:xfrm>
            <a:off x="1259337" y="3021000"/>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No…</a:t>
            </a:r>
          </a:p>
        </p:txBody>
      </p:sp>
      <p:pic>
        <p:nvPicPr>
          <p:cNvPr id="14" name="Gráfico 13" descr="Señal de pulgar hacia arriba  con relleno sólido">
            <a:extLst>
              <a:ext uri="{FF2B5EF4-FFF2-40B4-BE49-F238E27FC236}">
                <a16:creationId xmlns:a16="http://schemas.microsoft.com/office/drawing/2014/main" id="{58E20DBE-8333-C059-03A3-CD47544C282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V="1">
            <a:off x="712095" y="3073447"/>
            <a:ext cx="464026" cy="413555"/>
          </a:xfrm>
          <a:prstGeom prst="rect">
            <a:avLst/>
          </a:prstGeom>
          <a:effectLst>
            <a:outerShdw blurRad="50800" dist="38100" dir="2700000" algn="tl" rotWithShape="0">
              <a:prstClr val="black">
                <a:alpha val="40000"/>
              </a:prstClr>
            </a:outerShdw>
          </a:effectLst>
        </p:spPr>
      </p:pic>
      <p:sp>
        <p:nvSpPr>
          <p:cNvPr id="15" name="Title 1">
            <a:extLst>
              <a:ext uri="{FF2B5EF4-FFF2-40B4-BE49-F238E27FC236}">
                <a16:creationId xmlns:a16="http://schemas.microsoft.com/office/drawing/2014/main" id="{2CA09370-4E06-E4DE-5C11-800A0DED1E90}"/>
              </a:ext>
            </a:extLst>
          </p:cNvPr>
          <p:cNvSpPr txBox="1">
            <a:spLocks/>
          </p:cNvSpPr>
          <p:nvPr/>
        </p:nvSpPr>
        <p:spPr>
          <a:xfrm>
            <a:off x="712095" y="1713783"/>
            <a:ext cx="7299141" cy="123822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100" b="0" noProof="0" dirty="0">
                <a:solidFill>
                  <a:schemeClr val="bg1"/>
                </a:solidFill>
              </a:rPr>
              <a:t>Coach, </a:t>
            </a:r>
            <a:r>
              <a:rPr lang="es-MX" sz="1100" b="0" noProof="0" dirty="0" err="1">
                <a:solidFill>
                  <a:schemeClr val="bg1"/>
                </a:solidFill>
              </a:rPr>
              <a:t>train</a:t>
            </a:r>
            <a:r>
              <a:rPr lang="es-MX" sz="1100" b="0" noProof="0" dirty="0">
                <a:solidFill>
                  <a:schemeClr val="bg1"/>
                </a:solidFill>
              </a:rPr>
              <a:t>, and </a:t>
            </a:r>
            <a:r>
              <a:rPr lang="es-MX" sz="1100" b="0" noProof="0" dirty="0" err="1">
                <a:solidFill>
                  <a:schemeClr val="bg1"/>
                </a:solidFill>
              </a:rPr>
              <a:t>take</a:t>
            </a:r>
            <a:r>
              <a:rPr lang="es-MX" sz="1100" b="0" noProof="0" dirty="0">
                <a:solidFill>
                  <a:schemeClr val="bg1"/>
                </a:solidFill>
              </a:rPr>
              <a:t> </a:t>
            </a:r>
            <a:r>
              <a:rPr lang="es-MX" sz="1100" b="0" noProof="0" dirty="0" err="1">
                <a:solidFill>
                  <a:schemeClr val="bg1"/>
                </a:solidFill>
              </a:rPr>
              <a:t>advantage</a:t>
            </a:r>
            <a:r>
              <a:rPr lang="es-MX" sz="1100" b="0" noProof="0" dirty="0">
                <a:solidFill>
                  <a:schemeClr val="bg1"/>
                </a:solidFill>
              </a:rPr>
              <a:t> </a:t>
            </a:r>
            <a:r>
              <a:rPr lang="es-MX" sz="1100" b="0" noProof="0" dirty="0" err="1">
                <a:solidFill>
                  <a:schemeClr val="bg1"/>
                </a:solidFill>
              </a:rPr>
              <a:t>of</a:t>
            </a:r>
            <a:r>
              <a:rPr lang="es-MX" sz="1100" b="0" noProof="0" dirty="0">
                <a:solidFill>
                  <a:schemeClr val="bg1"/>
                </a:solidFill>
              </a:rPr>
              <a:t> </a:t>
            </a:r>
            <a:r>
              <a:rPr lang="es-MX" sz="1100" b="0" noProof="0" dirty="0" err="1">
                <a:solidFill>
                  <a:schemeClr val="bg1"/>
                </a:solidFill>
              </a:rPr>
              <a:t>teachable</a:t>
            </a:r>
            <a:r>
              <a:rPr lang="es-MX" sz="1100" b="0" noProof="0" dirty="0">
                <a:solidFill>
                  <a:schemeClr val="bg1"/>
                </a:solidFill>
              </a:rPr>
              <a:t> </a:t>
            </a:r>
            <a:r>
              <a:rPr lang="es-MX" sz="1100" b="0" noProof="0" dirty="0" err="1">
                <a:solidFill>
                  <a:schemeClr val="bg1"/>
                </a:solidFill>
              </a:rPr>
              <a:t>moments</a:t>
            </a:r>
            <a:endParaRPr lang="es-MX" sz="1100" b="0" noProof="0" dirty="0">
              <a:solidFill>
                <a:schemeClr val="bg1"/>
              </a:solidFill>
            </a:endParaRPr>
          </a:p>
          <a:p>
            <a:pPr marL="285750" indent="-285750" algn="just">
              <a:lnSpc>
                <a:spcPct val="150000"/>
              </a:lnSpc>
              <a:buFont typeface="Arial" panose="020B0604020202020204" pitchFamily="34" charset="0"/>
              <a:buChar char="•"/>
            </a:pPr>
            <a:r>
              <a:rPr lang="es-MX" sz="1100" b="0" noProof="0" dirty="0">
                <a:solidFill>
                  <a:schemeClr val="bg1"/>
                </a:solidFill>
              </a:rPr>
              <a:t>Warn </a:t>
            </a:r>
            <a:r>
              <a:rPr lang="es-MX" sz="1100" b="0" noProof="0" dirty="0" err="1">
                <a:solidFill>
                  <a:schemeClr val="bg1"/>
                </a:solidFill>
              </a:rPr>
              <a:t>team</a:t>
            </a:r>
            <a:r>
              <a:rPr lang="es-MX" sz="1100" b="0" noProof="0" dirty="0">
                <a:solidFill>
                  <a:schemeClr val="bg1"/>
                </a:solidFill>
              </a:rPr>
              <a:t> </a:t>
            </a:r>
            <a:r>
              <a:rPr lang="es-MX" sz="1100" b="0" noProof="0" dirty="0" err="1">
                <a:solidFill>
                  <a:schemeClr val="bg1"/>
                </a:solidFill>
              </a:rPr>
              <a:t>members</a:t>
            </a:r>
            <a:r>
              <a:rPr lang="es-MX" sz="1100" b="0" noProof="0" dirty="0">
                <a:solidFill>
                  <a:schemeClr val="bg1"/>
                </a:solidFill>
              </a:rPr>
              <a:t> </a:t>
            </a:r>
            <a:r>
              <a:rPr lang="es-MX" sz="1100" b="0" noProof="0" dirty="0" err="1">
                <a:solidFill>
                  <a:schemeClr val="bg1"/>
                </a:solidFill>
              </a:rPr>
              <a:t>against</a:t>
            </a:r>
            <a:r>
              <a:rPr lang="es-MX" sz="1100" b="0" noProof="0" dirty="0">
                <a:solidFill>
                  <a:schemeClr val="bg1"/>
                </a:solidFill>
              </a:rPr>
              <a:t> </a:t>
            </a:r>
            <a:r>
              <a:rPr lang="es-MX" sz="1100" b="0" noProof="0" dirty="0" err="1">
                <a:solidFill>
                  <a:schemeClr val="bg1"/>
                </a:solidFill>
              </a:rPr>
              <a:t>rushing</a:t>
            </a:r>
            <a:r>
              <a:rPr lang="es-MX" sz="1100" b="0" noProof="0" dirty="0">
                <a:solidFill>
                  <a:schemeClr val="bg1"/>
                </a:solidFill>
              </a:rPr>
              <a:t> to prove </a:t>
            </a:r>
            <a:r>
              <a:rPr lang="es-MX" sz="1100" b="0" noProof="0" dirty="0" err="1">
                <a:solidFill>
                  <a:schemeClr val="bg1"/>
                </a:solidFill>
              </a:rPr>
              <a:t>that</a:t>
            </a:r>
            <a:r>
              <a:rPr lang="es-MX" sz="1100" b="0" noProof="0" dirty="0">
                <a:solidFill>
                  <a:schemeClr val="bg1"/>
                </a:solidFill>
              </a:rPr>
              <a:t> </a:t>
            </a:r>
            <a:r>
              <a:rPr lang="es-MX" sz="1100" b="0" noProof="0" dirty="0" err="1">
                <a:solidFill>
                  <a:schemeClr val="bg1"/>
                </a:solidFill>
              </a:rPr>
              <a:t>their</a:t>
            </a:r>
            <a:r>
              <a:rPr lang="es-MX" sz="1100" b="0" noProof="0" dirty="0">
                <a:solidFill>
                  <a:schemeClr val="bg1"/>
                </a:solidFill>
              </a:rPr>
              <a:t> </a:t>
            </a:r>
            <a:r>
              <a:rPr lang="es-MX" sz="1100" b="0" noProof="0" dirty="0" err="1">
                <a:solidFill>
                  <a:schemeClr val="bg1"/>
                </a:solidFill>
              </a:rPr>
              <a:t>proposed</a:t>
            </a:r>
            <a:r>
              <a:rPr lang="es-MX" sz="1100" b="0" noProof="0" dirty="0">
                <a:solidFill>
                  <a:schemeClr val="bg1"/>
                </a:solidFill>
              </a:rPr>
              <a:t> </a:t>
            </a:r>
            <a:r>
              <a:rPr lang="es-MX" sz="1100" b="0" noProof="0" dirty="0" err="1">
                <a:solidFill>
                  <a:schemeClr val="bg1"/>
                </a:solidFill>
              </a:rPr>
              <a:t>solution</a:t>
            </a:r>
            <a:r>
              <a:rPr lang="es-MX" sz="1100" b="0" noProof="0" dirty="0">
                <a:solidFill>
                  <a:schemeClr val="bg1"/>
                </a:solidFill>
              </a:rPr>
              <a:t> </a:t>
            </a:r>
            <a:r>
              <a:rPr lang="es-MX" sz="1100" b="0" noProof="0" dirty="0" err="1">
                <a:solidFill>
                  <a:schemeClr val="bg1"/>
                </a:solidFill>
              </a:rPr>
              <a:t>is</a:t>
            </a:r>
            <a:r>
              <a:rPr lang="es-MX" sz="1100" b="0" noProof="0" dirty="0">
                <a:solidFill>
                  <a:schemeClr val="bg1"/>
                </a:solidFill>
              </a:rPr>
              <a:t> “</a:t>
            </a:r>
            <a:r>
              <a:rPr lang="es-MX" sz="1100" b="0" noProof="0" dirty="0" err="1">
                <a:solidFill>
                  <a:schemeClr val="bg1"/>
                </a:solidFill>
              </a:rPr>
              <a:t>right</a:t>
            </a:r>
            <a:r>
              <a:rPr lang="es-MX" sz="1100" b="0" noProof="0" dirty="0">
                <a:solidFill>
                  <a:schemeClr val="bg1"/>
                </a:solidFill>
              </a:rPr>
              <a:t>” </a:t>
            </a:r>
            <a:r>
              <a:rPr lang="es-MX" sz="1100" b="0" noProof="0" dirty="0" err="1">
                <a:solidFill>
                  <a:schemeClr val="bg1"/>
                </a:solidFill>
              </a:rPr>
              <a:t>before</a:t>
            </a:r>
            <a:r>
              <a:rPr lang="es-MX" sz="1100" b="0" noProof="0" dirty="0">
                <a:solidFill>
                  <a:schemeClr val="bg1"/>
                </a:solidFill>
              </a:rPr>
              <a:t> </a:t>
            </a:r>
            <a:r>
              <a:rPr lang="es-MX" sz="1100" b="0" noProof="0" dirty="0" err="1">
                <a:solidFill>
                  <a:schemeClr val="bg1"/>
                </a:solidFill>
              </a:rPr>
              <a:t>properly</a:t>
            </a:r>
            <a:r>
              <a:rPr lang="es-MX" sz="1100" b="0" noProof="0" dirty="0">
                <a:solidFill>
                  <a:schemeClr val="bg1"/>
                </a:solidFill>
              </a:rPr>
              <a:t> </a:t>
            </a:r>
            <a:r>
              <a:rPr lang="es-MX" sz="1100" b="0" noProof="0" dirty="0" err="1">
                <a:solidFill>
                  <a:schemeClr val="bg1"/>
                </a:solidFill>
              </a:rPr>
              <a:t>defining</a:t>
            </a:r>
            <a:r>
              <a:rPr lang="es-MX" sz="1100" b="0" noProof="0" dirty="0">
                <a:solidFill>
                  <a:schemeClr val="bg1"/>
                </a:solidFill>
              </a:rPr>
              <a:t> the </a:t>
            </a:r>
            <a:r>
              <a:rPr lang="es-MX" sz="1100" b="0" noProof="0" dirty="0" err="1">
                <a:solidFill>
                  <a:schemeClr val="bg1"/>
                </a:solidFill>
              </a:rPr>
              <a:t>problem</a:t>
            </a:r>
            <a:r>
              <a:rPr lang="es-MX" sz="1100" b="0" noProof="0" dirty="0">
                <a:solidFill>
                  <a:schemeClr val="bg1"/>
                </a:solidFill>
              </a:rPr>
              <a:t>.</a:t>
            </a:r>
          </a:p>
          <a:p>
            <a:pPr marL="285750" indent="-285750" algn="just">
              <a:lnSpc>
                <a:spcPct val="150000"/>
              </a:lnSpc>
              <a:buFont typeface="Arial" panose="020B0604020202020204" pitchFamily="34" charset="0"/>
              <a:buChar char="•"/>
            </a:pPr>
            <a:r>
              <a:rPr lang="es-MX" sz="1100" b="0" noProof="0" dirty="0" err="1">
                <a:solidFill>
                  <a:schemeClr val="bg1"/>
                </a:solidFill>
              </a:rPr>
              <a:t>Allow</a:t>
            </a:r>
            <a:r>
              <a:rPr lang="es-MX" sz="1100" b="0" noProof="0" dirty="0">
                <a:solidFill>
                  <a:schemeClr val="bg1"/>
                </a:solidFill>
              </a:rPr>
              <a:t> </a:t>
            </a:r>
            <a:r>
              <a:rPr lang="es-MX" sz="1100" b="0" noProof="0" dirty="0" err="1">
                <a:solidFill>
                  <a:schemeClr val="bg1"/>
                </a:solidFill>
              </a:rPr>
              <a:t>team</a:t>
            </a:r>
            <a:r>
              <a:rPr lang="es-MX" sz="1100" b="0" noProof="0" dirty="0">
                <a:solidFill>
                  <a:schemeClr val="bg1"/>
                </a:solidFill>
              </a:rPr>
              <a:t> </a:t>
            </a:r>
            <a:r>
              <a:rPr lang="es-MX" sz="1100" b="0" noProof="0" dirty="0" err="1">
                <a:solidFill>
                  <a:schemeClr val="bg1"/>
                </a:solidFill>
              </a:rPr>
              <a:t>members</a:t>
            </a:r>
            <a:r>
              <a:rPr lang="es-MX" sz="1100" b="0" noProof="0" dirty="0">
                <a:solidFill>
                  <a:schemeClr val="bg1"/>
                </a:solidFill>
              </a:rPr>
              <a:t> to </a:t>
            </a:r>
            <a:r>
              <a:rPr lang="es-MX" sz="1100" b="0" noProof="0" dirty="0" err="1">
                <a:solidFill>
                  <a:schemeClr val="bg1"/>
                </a:solidFill>
              </a:rPr>
              <a:t>solve</a:t>
            </a:r>
            <a:r>
              <a:rPr lang="es-MX" sz="1100" b="0" noProof="0" dirty="0">
                <a:solidFill>
                  <a:schemeClr val="bg1"/>
                </a:solidFill>
              </a:rPr>
              <a:t> </a:t>
            </a:r>
            <a:r>
              <a:rPr lang="es-MX" sz="1100" b="0" noProof="0" dirty="0" err="1">
                <a:solidFill>
                  <a:schemeClr val="bg1"/>
                </a:solidFill>
              </a:rPr>
              <a:t>their</a:t>
            </a:r>
            <a:r>
              <a:rPr lang="es-MX" sz="1100" b="0" noProof="0" dirty="0">
                <a:solidFill>
                  <a:schemeClr val="bg1"/>
                </a:solidFill>
              </a:rPr>
              <a:t> </a:t>
            </a:r>
            <a:r>
              <a:rPr lang="es-MX" sz="1100" b="0" noProof="0" dirty="0" err="1">
                <a:solidFill>
                  <a:schemeClr val="bg1"/>
                </a:solidFill>
              </a:rPr>
              <a:t>own</a:t>
            </a:r>
            <a:r>
              <a:rPr lang="es-MX" sz="1100" b="0" noProof="0" dirty="0">
                <a:solidFill>
                  <a:schemeClr val="bg1"/>
                </a:solidFill>
              </a:rPr>
              <a:t> </a:t>
            </a:r>
            <a:r>
              <a:rPr lang="es-MX" sz="1100" b="0" noProof="0" dirty="0" err="1">
                <a:solidFill>
                  <a:schemeClr val="bg1"/>
                </a:solidFill>
              </a:rPr>
              <a:t>problems</a:t>
            </a:r>
            <a:endParaRPr lang="es-MX" sz="1100" b="0" noProof="0" dirty="0">
              <a:solidFill>
                <a:schemeClr val="bg1"/>
              </a:solidFill>
            </a:endParaRPr>
          </a:p>
          <a:p>
            <a:pPr marL="285750" indent="-285750" algn="just">
              <a:lnSpc>
                <a:spcPct val="150000"/>
              </a:lnSpc>
              <a:buFont typeface="Arial" panose="020B0604020202020204" pitchFamily="34" charset="0"/>
              <a:buChar char="•"/>
            </a:pPr>
            <a:r>
              <a:rPr lang="es-MX" sz="1100" b="0" noProof="0" dirty="0">
                <a:solidFill>
                  <a:schemeClr val="bg1"/>
                </a:solidFill>
              </a:rPr>
              <a:t>Foster </a:t>
            </a:r>
            <a:r>
              <a:rPr lang="es-MX" sz="1100" b="0" noProof="0" dirty="0" err="1">
                <a:solidFill>
                  <a:schemeClr val="bg1"/>
                </a:solidFill>
              </a:rPr>
              <a:t>an</a:t>
            </a:r>
            <a:r>
              <a:rPr lang="es-MX" sz="1100" b="0" noProof="0" dirty="0">
                <a:solidFill>
                  <a:schemeClr val="bg1"/>
                </a:solidFill>
              </a:rPr>
              <a:t> </a:t>
            </a:r>
            <a:r>
              <a:rPr lang="es-MX" sz="1100" b="0" noProof="0" dirty="0" err="1">
                <a:solidFill>
                  <a:schemeClr val="bg1"/>
                </a:solidFill>
              </a:rPr>
              <a:t>opeeeeemind</a:t>
            </a:r>
            <a:r>
              <a:rPr lang="es-MX" sz="1100" b="0" noProof="0" dirty="0">
                <a:solidFill>
                  <a:schemeClr val="bg1"/>
                </a:solidFill>
              </a:rPr>
              <a:t> and </a:t>
            </a:r>
            <a:r>
              <a:rPr lang="es-MX" sz="1100" b="0" noProof="0" dirty="0" err="1">
                <a:solidFill>
                  <a:schemeClr val="bg1"/>
                </a:solidFill>
              </a:rPr>
              <a:t>openness</a:t>
            </a:r>
            <a:r>
              <a:rPr lang="es-MX" sz="1100" b="0" noProof="0" dirty="0">
                <a:solidFill>
                  <a:schemeClr val="bg1"/>
                </a:solidFill>
              </a:rPr>
              <a:t> to </a:t>
            </a:r>
            <a:r>
              <a:rPr lang="es-MX" sz="1100" b="0" noProof="0" dirty="0" err="1">
                <a:solidFill>
                  <a:schemeClr val="bg1"/>
                </a:solidFill>
              </a:rPr>
              <a:t>many</a:t>
            </a:r>
            <a:r>
              <a:rPr lang="es-MX" sz="1100" b="0" noProof="0" dirty="0">
                <a:solidFill>
                  <a:schemeClr val="bg1"/>
                </a:solidFill>
              </a:rPr>
              <a:t> </a:t>
            </a:r>
            <a:r>
              <a:rPr lang="es-MX" sz="1100" b="0" noProof="0" dirty="0" err="1">
                <a:solidFill>
                  <a:schemeClr val="bg1"/>
                </a:solidFill>
              </a:rPr>
              <a:t>possibilities</a:t>
            </a:r>
            <a:endParaRPr lang="es-MX" sz="1100" b="0" noProof="0" dirty="0">
              <a:solidFill>
                <a:schemeClr val="bg1"/>
              </a:solidFill>
            </a:endParaRPr>
          </a:p>
        </p:txBody>
      </p:sp>
      <p:sp>
        <p:nvSpPr>
          <p:cNvPr id="17" name="Title 1">
            <a:extLst>
              <a:ext uri="{FF2B5EF4-FFF2-40B4-BE49-F238E27FC236}">
                <a16:creationId xmlns:a16="http://schemas.microsoft.com/office/drawing/2014/main" id="{ACD428F9-2178-0CBE-8708-E1196F18646E}"/>
              </a:ext>
            </a:extLst>
          </p:cNvPr>
          <p:cNvSpPr txBox="1">
            <a:spLocks/>
          </p:cNvSpPr>
          <p:nvPr/>
        </p:nvSpPr>
        <p:spPr>
          <a:xfrm>
            <a:off x="712095" y="3655236"/>
            <a:ext cx="7299141" cy="45480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dirty="0">
                <a:solidFill>
                  <a:schemeClr val="bg1"/>
                </a:solidFill>
              </a:rPr>
              <a:t>Allowing team members to assume they understand the situation without going to Gemba to gain accurate, first-hand knowledge.</a:t>
            </a:r>
          </a:p>
        </p:txBody>
      </p:sp>
      <p:sp>
        <p:nvSpPr>
          <p:cNvPr id="2" name="Rectángulo 1">
            <a:extLst>
              <a:ext uri="{FF2B5EF4-FFF2-40B4-BE49-F238E27FC236}">
                <a16:creationId xmlns:a16="http://schemas.microsoft.com/office/drawing/2014/main" id="{841EA221-B30F-FCEE-C6C8-D47345DE1140}"/>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Slide for Leaders</a:t>
            </a:r>
          </a:p>
        </p:txBody>
      </p:sp>
    </p:spTree>
    <p:extLst>
      <p:ext uri="{BB962C8B-B14F-4D97-AF65-F5344CB8AC3E}">
        <p14:creationId xmlns:p14="http://schemas.microsoft.com/office/powerpoint/2010/main" val="441287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23726-D4EC-FE49-A60A-761E55246D51}"/>
            </a:ext>
          </a:extLst>
        </p:cNvPr>
        <p:cNvGrpSpPr/>
        <p:nvPr/>
      </p:nvGrpSpPr>
      <p:grpSpPr>
        <a:xfrm>
          <a:off x="0" y="0"/>
          <a:ext cx="0" cy="0"/>
          <a:chOff x="0" y="0"/>
          <a:chExt cx="0" cy="0"/>
        </a:xfrm>
      </p:grpSpPr>
      <p:sp>
        <p:nvSpPr>
          <p:cNvPr id="29" name="Rectángulo: esquinas redondeadas 28">
            <a:extLst>
              <a:ext uri="{FF2B5EF4-FFF2-40B4-BE49-F238E27FC236}">
                <a16:creationId xmlns:a16="http://schemas.microsoft.com/office/drawing/2014/main" id="{C8958F6C-9CA6-151F-9FB7-1C46F6E0D1E1}"/>
              </a:ext>
            </a:extLst>
          </p:cNvPr>
          <p:cNvSpPr/>
          <p:nvPr/>
        </p:nvSpPr>
        <p:spPr>
          <a:xfrm>
            <a:off x="706073" y="1289125"/>
            <a:ext cx="1879473" cy="780678"/>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Ellipse 32">
            <a:extLst>
              <a:ext uri="{FF2B5EF4-FFF2-40B4-BE49-F238E27FC236}">
                <a16:creationId xmlns:a16="http://schemas.microsoft.com/office/drawing/2014/main" id="{1018C119-B399-021B-7034-62C129278258}"/>
              </a:ext>
            </a:extLst>
          </p:cNvPr>
          <p:cNvSpPr>
            <a:spLocks/>
          </p:cNvSpPr>
          <p:nvPr/>
        </p:nvSpPr>
        <p:spPr bwMode="gray">
          <a:xfrm flipH="1">
            <a:off x="1396126" y="2945327"/>
            <a:ext cx="922804" cy="894327"/>
          </a:xfrm>
          <a:prstGeom prst="ellipse">
            <a:avLst/>
          </a:prstGeom>
          <a:solidFill>
            <a:schemeClr val="accent5"/>
          </a:solidFill>
          <a:ln w="38100" cap="rnd">
            <a:solidFill>
              <a:schemeClr val="accent5"/>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sp>
        <p:nvSpPr>
          <p:cNvPr id="2" name="Title 1">
            <a:extLst>
              <a:ext uri="{FF2B5EF4-FFF2-40B4-BE49-F238E27FC236}">
                <a16:creationId xmlns:a16="http://schemas.microsoft.com/office/drawing/2014/main" id="{A36A9BFD-A1B6-E678-B7E7-F52B88126E97}"/>
              </a:ext>
            </a:extLst>
          </p:cNvPr>
          <p:cNvSpPr>
            <a:spLocks noGrp="1"/>
          </p:cNvSpPr>
          <p:nvPr>
            <p:ph type="title"/>
          </p:nvPr>
        </p:nvSpPr>
        <p:spPr>
          <a:xfrm>
            <a:off x="330993" y="313420"/>
            <a:ext cx="8482014" cy="307777"/>
          </a:xfrm>
        </p:spPr>
        <p:txBody>
          <a:bodyPr/>
          <a:lstStyle/>
          <a:p>
            <a:pPr algn="ctr"/>
            <a:r>
              <a:rPr lang="es-MX" noProof="0"/>
              <a:t>Form the Teams</a:t>
            </a:r>
          </a:p>
        </p:txBody>
      </p:sp>
      <p:sp>
        <p:nvSpPr>
          <p:cNvPr id="3" name="CuadroTexto 7">
            <a:extLst>
              <a:ext uri="{FF2B5EF4-FFF2-40B4-BE49-F238E27FC236}">
                <a16:creationId xmlns:a16="http://schemas.microsoft.com/office/drawing/2014/main" id="{C965502B-CD2B-9656-39C6-940001FED05F}"/>
              </a:ext>
            </a:extLst>
          </p:cNvPr>
          <p:cNvSpPr txBox="1"/>
          <p:nvPr/>
        </p:nvSpPr>
        <p:spPr>
          <a:xfrm>
            <a:off x="2888725" y="534406"/>
            <a:ext cx="384539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lnSpc>
                <a:spcPct val="150000"/>
              </a:lnSpc>
            </a:pPr>
            <a:r>
              <a:rPr lang="es-MX" sz="1100" b="1" noProof="0">
                <a:solidFill>
                  <a:schemeClr val="accent6"/>
                </a:solidFill>
              </a:rPr>
              <a:t>Effective Collaboration to Solve Problems</a:t>
            </a:r>
          </a:p>
          <a:p>
            <a:pPr marL="171450" indent="-171450" algn="just">
              <a:lnSpc>
                <a:spcPct val="150000"/>
              </a:lnSpc>
              <a:buFont typeface="Arial" panose="020B0604020202020204" pitchFamily="34" charset="0"/>
              <a:buChar char="•"/>
            </a:pPr>
            <a:endParaRPr lang="es-MX" sz="1100" noProof="0">
              <a:solidFill>
                <a:schemeClr val="accent6"/>
              </a:solidFill>
            </a:endParaRPr>
          </a:p>
          <a:p>
            <a:pPr algn="just"/>
            <a:endParaRPr lang="es-MX" sz="1100" noProof="0">
              <a:solidFill>
                <a:schemeClr val="tx1"/>
              </a:solidFill>
            </a:endParaRPr>
          </a:p>
        </p:txBody>
      </p:sp>
      <p:sp>
        <p:nvSpPr>
          <p:cNvPr id="15" name="Ellipse 32">
            <a:extLst>
              <a:ext uri="{FF2B5EF4-FFF2-40B4-BE49-F238E27FC236}">
                <a16:creationId xmlns:a16="http://schemas.microsoft.com/office/drawing/2014/main" id="{5415C7CC-C833-7F32-0F9F-21F79580CC5A}"/>
              </a:ext>
            </a:extLst>
          </p:cNvPr>
          <p:cNvSpPr>
            <a:spLocks/>
          </p:cNvSpPr>
          <p:nvPr/>
        </p:nvSpPr>
        <p:spPr bwMode="gray">
          <a:xfrm flipH="1">
            <a:off x="3958440" y="1190198"/>
            <a:ext cx="922804" cy="894327"/>
          </a:xfrm>
          <a:prstGeom prst="ellipse">
            <a:avLst/>
          </a:prstGeom>
          <a:solidFill>
            <a:srgbClr val="FF6600"/>
          </a:solidFill>
          <a:ln w="38100" cap="rnd">
            <a:solidFill>
              <a:schemeClr val="accent6"/>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pic>
        <p:nvPicPr>
          <p:cNvPr id="16" name="Gráfico 15" descr="Usuario con relleno sólido">
            <a:extLst>
              <a:ext uri="{FF2B5EF4-FFF2-40B4-BE49-F238E27FC236}">
                <a16:creationId xmlns:a16="http://schemas.microsoft.com/office/drawing/2014/main" id="{069D4F0E-4291-CD3E-190F-06E3FB9D52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40092" y="1233189"/>
            <a:ext cx="796726" cy="796726"/>
          </a:xfrm>
          <a:prstGeom prst="rect">
            <a:avLst/>
          </a:prstGeom>
        </p:spPr>
      </p:pic>
      <p:pic>
        <p:nvPicPr>
          <p:cNvPr id="17" name="Gráfico 16" descr="Excelente con relleno sólido">
            <a:extLst>
              <a:ext uri="{FF2B5EF4-FFF2-40B4-BE49-F238E27FC236}">
                <a16:creationId xmlns:a16="http://schemas.microsoft.com/office/drawing/2014/main" id="{AF6E5264-708B-AB9F-0EAC-2075B8291F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78994" y="1577519"/>
            <a:ext cx="341495" cy="341495"/>
          </a:xfrm>
          <a:prstGeom prst="rect">
            <a:avLst/>
          </a:prstGeom>
        </p:spPr>
      </p:pic>
      <p:sp>
        <p:nvSpPr>
          <p:cNvPr id="18" name="Title 1">
            <a:extLst>
              <a:ext uri="{FF2B5EF4-FFF2-40B4-BE49-F238E27FC236}">
                <a16:creationId xmlns:a16="http://schemas.microsoft.com/office/drawing/2014/main" id="{D8642FE2-AFAC-D93D-B4A0-B567DC710C67}"/>
              </a:ext>
            </a:extLst>
          </p:cNvPr>
          <p:cNvSpPr txBox="1">
            <a:spLocks/>
          </p:cNvSpPr>
          <p:nvPr/>
        </p:nvSpPr>
        <p:spPr>
          <a:xfrm>
            <a:off x="3434946" y="2198023"/>
            <a:ext cx="2088096"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noProof="0"/>
              <a:t>The process owner is the Problem Solving leader</a:t>
            </a:r>
          </a:p>
        </p:txBody>
      </p:sp>
      <p:sp>
        <p:nvSpPr>
          <p:cNvPr id="20" name="Ellipse 32">
            <a:extLst>
              <a:ext uri="{FF2B5EF4-FFF2-40B4-BE49-F238E27FC236}">
                <a16:creationId xmlns:a16="http://schemas.microsoft.com/office/drawing/2014/main" id="{5E32735C-A903-048D-E0D0-451951462834}"/>
              </a:ext>
            </a:extLst>
          </p:cNvPr>
          <p:cNvSpPr>
            <a:spLocks/>
          </p:cNvSpPr>
          <p:nvPr/>
        </p:nvSpPr>
        <p:spPr bwMode="gray">
          <a:xfrm flipH="1">
            <a:off x="6847857" y="1272391"/>
            <a:ext cx="650333" cy="646622"/>
          </a:xfrm>
          <a:prstGeom prst="ellipse">
            <a:avLst/>
          </a:prstGeom>
          <a:solidFill>
            <a:srgbClr val="FF6600"/>
          </a:solidFill>
          <a:ln w="38100" cap="rnd">
            <a:solidFill>
              <a:schemeClr val="accent6"/>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endParaRPr lang="es-MX" sz="1349" noProof="0">
              <a:solidFill>
                <a:schemeClr val="accent5"/>
              </a:solidFill>
            </a:endParaRPr>
          </a:p>
        </p:txBody>
      </p:sp>
      <p:sp>
        <p:nvSpPr>
          <p:cNvPr id="21" name="Title 1">
            <a:extLst>
              <a:ext uri="{FF2B5EF4-FFF2-40B4-BE49-F238E27FC236}">
                <a16:creationId xmlns:a16="http://schemas.microsoft.com/office/drawing/2014/main" id="{6E6A3AC0-75D4-E446-D6A0-DAB92A05B134}"/>
              </a:ext>
            </a:extLst>
          </p:cNvPr>
          <p:cNvSpPr txBox="1">
            <a:spLocks/>
          </p:cNvSpPr>
          <p:nvPr/>
        </p:nvSpPr>
        <p:spPr>
          <a:xfrm>
            <a:off x="6347284" y="1315607"/>
            <a:ext cx="1651478"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t>4</a:t>
            </a:r>
          </a:p>
        </p:txBody>
      </p:sp>
      <p:sp>
        <p:nvSpPr>
          <p:cNvPr id="22" name="Title 1">
            <a:extLst>
              <a:ext uri="{FF2B5EF4-FFF2-40B4-BE49-F238E27FC236}">
                <a16:creationId xmlns:a16="http://schemas.microsoft.com/office/drawing/2014/main" id="{4A22CEE0-56FD-6BD6-31D9-59BBFE5B7202}"/>
              </a:ext>
            </a:extLst>
          </p:cNvPr>
          <p:cNvSpPr txBox="1">
            <a:spLocks/>
          </p:cNvSpPr>
          <p:nvPr/>
        </p:nvSpPr>
        <p:spPr>
          <a:xfrm>
            <a:off x="7724335" y="1377163"/>
            <a:ext cx="1651478"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400" noProof="0"/>
              <a:t>Maximum of
4 members</a:t>
            </a:r>
            <a:endParaRPr lang="es-MX" sz="1400" b="0" noProof="0"/>
          </a:p>
          <a:p>
            <a:endParaRPr lang="es-MX" sz="1400" b="0" noProof="0"/>
          </a:p>
        </p:txBody>
      </p:sp>
      <p:pic>
        <p:nvPicPr>
          <p:cNvPr id="5" name="Imagen 4" descr="Dibujo de una persona&#10;&#10;El contenido generado por IA puede ser incorrecto.">
            <a:extLst>
              <a:ext uri="{FF2B5EF4-FFF2-40B4-BE49-F238E27FC236}">
                <a16:creationId xmlns:a16="http://schemas.microsoft.com/office/drawing/2014/main" id="{7A22BFC9-6FA5-AC88-F26E-60FC1B7694BF}"/>
              </a:ext>
            </a:extLst>
          </p:cNvPr>
          <p:cNvPicPr>
            <a:picLocks noChangeAspect="1"/>
          </p:cNvPicPr>
          <p:nvPr/>
        </p:nvPicPr>
        <p:blipFill>
          <a:blip r:embed="rId4"/>
          <a:stretch>
            <a:fillRect/>
          </a:stretch>
        </p:blipFill>
        <p:spPr>
          <a:xfrm>
            <a:off x="8661417" y="109943"/>
            <a:ext cx="466952" cy="466952"/>
          </a:xfrm>
          <a:prstGeom prst="rect">
            <a:avLst/>
          </a:prstGeom>
        </p:spPr>
      </p:pic>
      <p:pic>
        <p:nvPicPr>
          <p:cNvPr id="6" name="Gráfico 5" descr="Usuario con relleno sólido">
            <a:extLst>
              <a:ext uri="{FF2B5EF4-FFF2-40B4-BE49-F238E27FC236}">
                <a16:creationId xmlns:a16="http://schemas.microsoft.com/office/drawing/2014/main" id="{90D792BB-130C-7A22-74E5-F6E53AC7C9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76916" y="2973277"/>
            <a:ext cx="796726" cy="796726"/>
          </a:xfrm>
          <a:prstGeom prst="rect">
            <a:avLst/>
          </a:prstGeom>
        </p:spPr>
      </p:pic>
      <p:sp>
        <p:nvSpPr>
          <p:cNvPr id="12" name="Ellipse 32">
            <a:extLst>
              <a:ext uri="{FF2B5EF4-FFF2-40B4-BE49-F238E27FC236}">
                <a16:creationId xmlns:a16="http://schemas.microsoft.com/office/drawing/2014/main" id="{82586AAA-10FF-58A5-EA43-C009CF152CFC}"/>
              </a:ext>
            </a:extLst>
          </p:cNvPr>
          <p:cNvSpPr>
            <a:spLocks/>
          </p:cNvSpPr>
          <p:nvPr/>
        </p:nvSpPr>
        <p:spPr bwMode="gray">
          <a:xfrm flipH="1">
            <a:off x="3977053" y="2945327"/>
            <a:ext cx="922804" cy="894327"/>
          </a:xfrm>
          <a:prstGeom prst="ellipse">
            <a:avLst/>
          </a:prstGeom>
          <a:solidFill>
            <a:schemeClr val="accent5"/>
          </a:solidFill>
          <a:ln w="38100" cap="rnd">
            <a:solidFill>
              <a:schemeClr val="accent5"/>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pic>
        <p:nvPicPr>
          <p:cNvPr id="13" name="Gráfico 12" descr="Usuario con relleno sólido">
            <a:extLst>
              <a:ext uri="{FF2B5EF4-FFF2-40B4-BE49-F238E27FC236}">
                <a16:creationId xmlns:a16="http://schemas.microsoft.com/office/drawing/2014/main" id="{56F7E58C-C9B7-4EFD-7391-424E042DD7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57843" y="2973277"/>
            <a:ext cx="796726" cy="796726"/>
          </a:xfrm>
          <a:prstGeom prst="rect">
            <a:avLst/>
          </a:prstGeom>
        </p:spPr>
      </p:pic>
      <p:sp>
        <p:nvSpPr>
          <p:cNvPr id="24" name="Ellipse 32">
            <a:extLst>
              <a:ext uri="{FF2B5EF4-FFF2-40B4-BE49-F238E27FC236}">
                <a16:creationId xmlns:a16="http://schemas.microsoft.com/office/drawing/2014/main" id="{24015706-ABFC-725E-F8AF-7519529A9BCF}"/>
              </a:ext>
            </a:extLst>
          </p:cNvPr>
          <p:cNvSpPr>
            <a:spLocks/>
          </p:cNvSpPr>
          <p:nvPr/>
        </p:nvSpPr>
        <p:spPr bwMode="gray">
          <a:xfrm flipH="1">
            <a:off x="6557980" y="2943011"/>
            <a:ext cx="922804" cy="894327"/>
          </a:xfrm>
          <a:prstGeom prst="ellipse">
            <a:avLst/>
          </a:prstGeom>
          <a:solidFill>
            <a:schemeClr val="accent5"/>
          </a:solidFill>
          <a:ln w="38100" cap="rnd">
            <a:solidFill>
              <a:schemeClr val="accent5"/>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pic>
        <p:nvPicPr>
          <p:cNvPr id="25" name="Gráfico 24" descr="Usuario con relleno sólido">
            <a:extLst>
              <a:ext uri="{FF2B5EF4-FFF2-40B4-BE49-F238E27FC236}">
                <a16:creationId xmlns:a16="http://schemas.microsoft.com/office/drawing/2014/main" id="{71297A10-8B3B-C6BA-6989-D8B3AF1BD88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38770" y="2970961"/>
            <a:ext cx="796726" cy="796726"/>
          </a:xfrm>
          <a:prstGeom prst="rect">
            <a:avLst/>
          </a:prstGeom>
        </p:spPr>
      </p:pic>
      <p:sp>
        <p:nvSpPr>
          <p:cNvPr id="26" name="Title 1">
            <a:extLst>
              <a:ext uri="{FF2B5EF4-FFF2-40B4-BE49-F238E27FC236}">
                <a16:creationId xmlns:a16="http://schemas.microsoft.com/office/drawing/2014/main" id="{637DA40D-FB78-B66A-05ED-9CF6ED320908}"/>
              </a:ext>
            </a:extLst>
          </p:cNvPr>
          <p:cNvSpPr txBox="1">
            <a:spLocks/>
          </p:cNvSpPr>
          <p:nvPr/>
        </p:nvSpPr>
        <p:spPr>
          <a:xfrm>
            <a:off x="1037222" y="3957106"/>
            <a:ext cx="164061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t>Frontline, Member 1</a:t>
            </a:r>
          </a:p>
        </p:txBody>
      </p:sp>
      <p:sp>
        <p:nvSpPr>
          <p:cNvPr id="28" name="Title 1">
            <a:extLst>
              <a:ext uri="{FF2B5EF4-FFF2-40B4-BE49-F238E27FC236}">
                <a16:creationId xmlns:a16="http://schemas.microsoft.com/office/drawing/2014/main" id="{D01E3A49-C8B4-9737-D8FC-5B3CF64FA3E6}"/>
              </a:ext>
            </a:extLst>
          </p:cNvPr>
          <p:cNvSpPr txBox="1">
            <a:spLocks/>
          </p:cNvSpPr>
          <p:nvPr/>
        </p:nvSpPr>
        <p:spPr>
          <a:xfrm>
            <a:off x="645189" y="1482199"/>
            <a:ext cx="2001240"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chemeClr val="bg1"/>
                </a:solidFill>
              </a:rPr>
              <a:t>Small </a:t>
            </a:r>
            <a:r>
              <a:rPr lang="es-MX" sz="1400" noProof="0" dirty="0" err="1">
                <a:solidFill>
                  <a:schemeClr val="bg1"/>
                </a:solidFill>
              </a:rPr>
              <a:t>Teams</a:t>
            </a:r>
            <a:r>
              <a:rPr lang="es-MX" sz="1400" noProof="0" dirty="0">
                <a:solidFill>
                  <a:schemeClr val="bg1"/>
                </a:solidFill>
              </a:rPr>
              <a:t>, Big </a:t>
            </a:r>
            <a:r>
              <a:rPr lang="es-MX" sz="1400" noProof="0" dirty="0" err="1">
                <a:solidFill>
                  <a:schemeClr val="bg1"/>
                </a:solidFill>
              </a:rPr>
              <a:t>Impact</a:t>
            </a:r>
            <a:endParaRPr lang="es-MX" sz="1400" b="0" noProof="0" dirty="0">
              <a:solidFill>
                <a:schemeClr val="accent6"/>
              </a:solidFill>
            </a:endParaRPr>
          </a:p>
        </p:txBody>
      </p:sp>
      <p:sp>
        <p:nvSpPr>
          <p:cNvPr id="4" name="Title 1">
            <a:extLst>
              <a:ext uri="{FF2B5EF4-FFF2-40B4-BE49-F238E27FC236}">
                <a16:creationId xmlns:a16="http://schemas.microsoft.com/office/drawing/2014/main" id="{F28B270C-F5BC-0A1F-C49B-EF337D032A95}"/>
              </a:ext>
            </a:extLst>
          </p:cNvPr>
          <p:cNvSpPr txBox="1">
            <a:spLocks/>
          </p:cNvSpPr>
          <p:nvPr/>
        </p:nvSpPr>
        <p:spPr>
          <a:xfrm>
            <a:off x="3635900" y="3957106"/>
            <a:ext cx="164061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t>Frontline, Member 2</a:t>
            </a:r>
          </a:p>
        </p:txBody>
      </p:sp>
      <p:sp>
        <p:nvSpPr>
          <p:cNvPr id="7" name="Title 1">
            <a:extLst>
              <a:ext uri="{FF2B5EF4-FFF2-40B4-BE49-F238E27FC236}">
                <a16:creationId xmlns:a16="http://schemas.microsoft.com/office/drawing/2014/main" id="{C4293AC5-D446-8897-695A-EC007417DC33}"/>
              </a:ext>
            </a:extLst>
          </p:cNvPr>
          <p:cNvSpPr txBox="1">
            <a:spLocks/>
          </p:cNvSpPr>
          <p:nvPr/>
        </p:nvSpPr>
        <p:spPr>
          <a:xfrm>
            <a:off x="6216827" y="3957106"/>
            <a:ext cx="164061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t>Frontline, Member 3</a:t>
            </a:r>
          </a:p>
        </p:txBody>
      </p:sp>
    </p:spTree>
    <p:extLst>
      <p:ext uri="{BB962C8B-B14F-4D97-AF65-F5344CB8AC3E}">
        <p14:creationId xmlns:p14="http://schemas.microsoft.com/office/powerpoint/2010/main" val="2529051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B4F42-3A1A-8B25-559D-8061B0A48D9A}"/>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B6DB3A6A-3086-C52D-2284-AE9011D6E4F5}"/>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806A655A-2504-C466-8A9D-D28CB8F8796E}"/>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6CFE50A1-75CA-9C23-49D4-E6F3E6AB2801}"/>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A6164A7A-11C9-E06F-96B7-30C2A23A083F}"/>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9CB40453-4C42-79B7-6AC4-0B7CF59BC7BD}"/>
              </a:ext>
            </a:extLst>
          </p:cNvPr>
          <p:cNvSpPr>
            <a:spLocks noGrp="1"/>
          </p:cNvSpPr>
          <p:nvPr>
            <p:ph type="title"/>
          </p:nvPr>
        </p:nvSpPr>
        <p:spPr>
          <a:xfrm>
            <a:off x="330993" y="313420"/>
            <a:ext cx="8482014" cy="307777"/>
          </a:xfrm>
        </p:spPr>
        <p:txBody>
          <a:bodyPr/>
          <a:lstStyle/>
          <a:p>
            <a:pPr algn="ctr"/>
            <a:r>
              <a:rPr lang="es-MX" noProof="0" dirty="0"/>
              <a:t>Activity 5</a:t>
            </a:r>
          </a:p>
        </p:txBody>
      </p:sp>
      <p:sp>
        <p:nvSpPr>
          <p:cNvPr id="3" name="CuadroTexto 7">
            <a:extLst>
              <a:ext uri="{FF2B5EF4-FFF2-40B4-BE49-F238E27FC236}">
                <a16:creationId xmlns:a16="http://schemas.microsoft.com/office/drawing/2014/main" id="{0FACDADF-1B50-8219-60BE-C834A4EEC201}"/>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Problem-Solving Team</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9" name="Title 1">
            <a:extLst>
              <a:ext uri="{FF2B5EF4-FFF2-40B4-BE49-F238E27FC236}">
                <a16:creationId xmlns:a16="http://schemas.microsoft.com/office/drawing/2014/main" id="{4F405EEF-267A-3F50-5028-EFDD02331E7D}"/>
              </a:ext>
            </a:extLst>
          </p:cNvPr>
          <p:cNvSpPr txBox="1">
            <a:spLocks/>
          </p:cNvSpPr>
          <p:nvPr/>
        </p:nvSpPr>
        <p:spPr>
          <a:xfrm>
            <a:off x="6440965" y="2802820"/>
            <a:ext cx="1657776"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Proposal Presentation</a:t>
            </a:r>
          </a:p>
        </p:txBody>
      </p:sp>
      <p:pic>
        <p:nvPicPr>
          <p:cNvPr id="5" name="Imagen 4" descr="Dibujo de una persona&#10;&#10;El contenido generado por IA puede ser incorrecto.">
            <a:extLst>
              <a:ext uri="{FF2B5EF4-FFF2-40B4-BE49-F238E27FC236}">
                <a16:creationId xmlns:a16="http://schemas.microsoft.com/office/drawing/2014/main" id="{61E40D93-EA10-3B26-7584-8D734BE964FE}"/>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FA80A672-20E2-8200-E102-1B9C671ED69F}"/>
              </a:ext>
            </a:extLst>
          </p:cNvPr>
          <p:cNvSpPr txBox="1">
            <a:spLocks/>
          </p:cNvSpPr>
          <p:nvPr/>
        </p:nvSpPr>
        <p:spPr>
          <a:xfrm>
            <a:off x="3861306" y="2802820"/>
            <a:ext cx="1519355"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Team Proposal</a:t>
            </a:r>
          </a:p>
        </p:txBody>
      </p:sp>
      <p:sp>
        <p:nvSpPr>
          <p:cNvPr id="25" name="CuadroTexto 7">
            <a:extLst>
              <a:ext uri="{FF2B5EF4-FFF2-40B4-BE49-F238E27FC236}">
                <a16:creationId xmlns:a16="http://schemas.microsoft.com/office/drawing/2014/main" id="{2811FE8E-CEBC-9CFC-FD45-CDE76460ACDC}"/>
              </a:ext>
            </a:extLst>
          </p:cNvPr>
          <p:cNvSpPr txBox="1"/>
          <p:nvPr/>
        </p:nvSpPr>
        <p:spPr>
          <a:xfrm>
            <a:off x="2512674" y="3872239"/>
            <a:ext cx="4244510"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Entregable:</a:t>
            </a:r>
          </a:p>
          <a:p>
            <a:pPr algn="ctr"/>
            <a:r>
              <a:rPr lang="es-MX" sz="1100" noProof="0">
                <a:solidFill>
                  <a:schemeClr val="bg1"/>
                </a:solidFill>
              </a:rPr>
              <a:t>Present the proposed team for the Problem Solving project at the next session, using your preferred format (PowerPoint, Word, image, etc.).</a:t>
            </a:r>
          </a:p>
        </p:txBody>
      </p:sp>
      <p:sp>
        <p:nvSpPr>
          <p:cNvPr id="8" name="Title 1">
            <a:extLst>
              <a:ext uri="{FF2B5EF4-FFF2-40B4-BE49-F238E27FC236}">
                <a16:creationId xmlns:a16="http://schemas.microsoft.com/office/drawing/2014/main" id="{06779C57-FBD1-5207-0D73-E850E6548A91}"/>
              </a:ext>
            </a:extLst>
          </p:cNvPr>
          <p:cNvSpPr txBox="1">
            <a:spLocks/>
          </p:cNvSpPr>
          <p:nvPr/>
        </p:nvSpPr>
        <p:spPr>
          <a:xfrm>
            <a:off x="1392461" y="2802821"/>
            <a:ext cx="96860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Pair Activity</a:t>
            </a:r>
            <a:endParaRPr lang="es-MX" sz="1400" b="0" noProof="0">
              <a:solidFill>
                <a:schemeClr val="bg1"/>
              </a:solidFill>
            </a:endParaRPr>
          </a:p>
        </p:txBody>
      </p:sp>
      <p:pic>
        <p:nvPicPr>
          <p:cNvPr id="9" name="Gráfico 8" descr="Perfil de hombre con relleno sólido">
            <a:extLst>
              <a:ext uri="{FF2B5EF4-FFF2-40B4-BE49-F238E27FC236}">
                <a16:creationId xmlns:a16="http://schemas.microsoft.com/office/drawing/2014/main" id="{4BB79EE4-2FBF-3088-4443-C8FEDFF9A6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6" y="1665521"/>
            <a:ext cx="1102058" cy="1102058"/>
          </a:xfrm>
          <a:prstGeom prst="rect">
            <a:avLst/>
          </a:prstGeom>
        </p:spPr>
      </p:pic>
      <p:pic>
        <p:nvPicPr>
          <p:cNvPr id="10" name="Gráfico 9" descr="Perfil de hombre con relleno sólido">
            <a:extLst>
              <a:ext uri="{FF2B5EF4-FFF2-40B4-BE49-F238E27FC236}">
                <a16:creationId xmlns:a16="http://schemas.microsoft.com/office/drawing/2014/main" id="{6F4D96C7-B86F-D8FA-1F73-7D12A5BCF4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8877" y="1665521"/>
            <a:ext cx="1102058" cy="1102058"/>
          </a:xfrm>
          <a:prstGeom prst="rect">
            <a:avLst/>
          </a:prstGeom>
        </p:spPr>
      </p:pic>
      <p:pic>
        <p:nvPicPr>
          <p:cNvPr id="12" name="Gráfico 11" descr="Pensamiento con relleno sólido">
            <a:extLst>
              <a:ext uri="{FF2B5EF4-FFF2-40B4-BE49-F238E27FC236}">
                <a16:creationId xmlns:a16="http://schemas.microsoft.com/office/drawing/2014/main" id="{B3700D8B-8A74-E297-2348-FD03EB6077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83170" y="1645384"/>
            <a:ext cx="1103517" cy="1103517"/>
          </a:xfrm>
          <a:prstGeom prst="rect">
            <a:avLst/>
          </a:prstGeom>
        </p:spPr>
      </p:pic>
      <p:pic>
        <p:nvPicPr>
          <p:cNvPr id="14" name="Gráfico 13" descr="Maestro con relleno sólido">
            <a:extLst>
              <a:ext uri="{FF2B5EF4-FFF2-40B4-BE49-F238E27FC236}">
                <a16:creationId xmlns:a16="http://schemas.microsoft.com/office/drawing/2014/main" id="{506637EA-DBD7-4EFF-E6BC-CFDC50EA1DD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81815" y="1544483"/>
            <a:ext cx="1176076" cy="1176076"/>
          </a:xfrm>
          <a:prstGeom prst="rect">
            <a:avLst/>
          </a:prstGeom>
        </p:spPr>
      </p:pic>
      <p:pic>
        <p:nvPicPr>
          <p:cNvPr id="4" name="Gráfico 3" descr="Cursor con relleno sólido">
            <a:extLst>
              <a:ext uri="{FF2B5EF4-FFF2-40B4-BE49-F238E27FC236}">
                <a16:creationId xmlns:a16="http://schemas.microsoft.com/office/drawing/2014/main" id="{E1AA3F77-8DBA-514C-45A2-9B450C785D0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4764" y="4364163"/>
            <a:ext cx="515394" cy="515394"/>
          </a:xfrm>
          <a:prstGeom prst="rect">
            <a:avLst/>
          </a:prstGeom>
        </p:spPr>
      </p:pic>
      <p:sp>
        <p:nvSpPr>
          <p:cNvPr id="7" name="CuadroTexto 6">
            <a:extLst>
              <a:ext uri="{FF2B5EF4-FFF2-40B4-BE49-F238E27FC236}">
                <a16:creationId xmlns:a16="http://schemas.microsoft.com/office/drawing/2014/main" id="{99B00DA1-8A1F-9D0C-324E-6A37025241D8}"/>
              </a:ext>
            </a:extLst>
          </p:cNvPr>
          <p:cNvSpPr txBox="1"/>
          <p:nvPr/>
        </p:nvSpPr>
        <p:spPr>
          <a:xfrm>
            <a:off x="531437" y="3918405"/>
            <a:ext cx="1736278"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7">
                  <a:extLst>
                    <a:ext uri="{A12FA001-AC4F-418D-AE19-62706E023703}">
                      <ahyp:hlinkClr xmlns:ahyp="http://schemas.microsoft.com/office/drawing/2018/hyperlinkcolor" val="tx"/>
                    </a:ext>
                  </a:extLst>
                </a:hlinkClick>
              </a:rPr>
              <a:t>Team Definition Template</a:t>
            </a:r>
            <a:endParaRPr lang="es-MX" noProof="0">
              <a:solidFill>
                <a:schemeClr val="accent6"/>
              </a:solidFill>
            </a:endParaRPr>
          </a:p>
        </p:txBody>
      </p:sp>
    </p:spTree>
    <p:extLst>
      <p:ext uri="{BB962C8B-B14F-4D97-AF65-F5344CB8AC3E}">
        <p14:creationId xmlns:p14="http://schemas.microsoft.com/office/powerpoint/2010/main" val="985015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D9CBD-4FB0-5EFF-79FB-6F72575F189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DD4F6D8-647C-4C9D-89C9-267DA5A234B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4DD4F6D8-647C-4C9D-89C9-267DA5A234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F39EFA7-E7DC-D268-265B-DA1AB9D55D2E}"/>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9BE91294-8949-0F95-D239-E463B7151A55}"/>
              </a:ext>
            </a:extLst>
          </p:cNvPr>
          <p:cNvSpPr>
            <a:spLocks noGrp="1"/>
          </p:cNvSpPr>
          <p:nvPr>
            <p:ph type="subTitle" idx="1"/>
          </p:nvPr>
        </p:nvSpPr>
        <p:spPr>
          <a:xfrm>
            <a:off x="4500665" y="2369320"/>
            <a:ext cx="4174902" cy="292931"/>
          </a:xfrm>
        </p:spPr>
        <p:txBody>
          <a:bodyPr/>
          <a:lstStyle/>
          <a:p>
            <a:pPr>
              <a:buNone/>
            </a:pPr>
            <a:r>
              <a:rPr lang="es-MX" noProof="0" err="1"/>
              <a:t>Problem Solving System (PORT™)
Week 3: Observe and Analyze, Part 1</a:t>
            </a:r>
          </a:p>
          <a:p>
            <a:pPr>
              <a:buNone/>
            </a:pPr>
            <a:endParaRPr lang="es-MX" i="1" noProof="0">
              <a:solidFill>
                <a:schemeClr val="accent6"/>
              </a:solidFill>
            </a:endParaRPr>
          </a:p>
          <a:p>
            <a:pPr>
              <a:buNone/>
            </a:pP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89AFD712-B1A2-FBD7-5A97-22B460D6B50B}"/>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23025074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84B66-5D76-518F-0710-787C9468D144}"/>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8C53B658-429C-9640-3C46-542F2DE4CA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8C53B658-429C-9640-3C46-542F2DE4CA1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0E03DAEC-C173-0923-7B3E-69C93A64F28C}"/>
              </a:ext>
            </a:extLst>
          </p:cNvPr>
          <p:cNvSpPr>
            <a:spLocks noGrp="1"/>
          </p:cNvSpPr>
          <p:nvPr>
            <p:ph type="title"/>
          </p:nvPr>
        </p:nvSpPr>
        <p:spPr>
          <a:xfrm>
            <a:off x="135922" y="242102"/>
            <a:ext cx="8789937" cy="307777"/>
          </a:xfrm>
        </p:spPr>
        <p:txBody>
          <a:bodyPr vert="horz"/>
          <a:lstStyle/>
          <a:p>
            <a:pPr algn="ctr"/>
            <a:r>
              <a:rPr lang="es-MX" noProof="0"/>
              <a:t>Training</a:t>
            </a:r>
          </a:p>
        </p:txBody>
      </p:sp>
      <p:sp>
        <p:nvSpPr>
          <p:cNvPr id="5" name="TextBox 4">
            <a:extLst>
              <a:ext uri="{FF2B5EF4-FFF2-40B4-BE49-F238E27FC236}">
                <a16:creationId xmlns:a16="http://schemas.microsoft.com/office/drawing/2014/main" id="{C1A21B90-09B7-4BF3-10D2-7680BDD32118}"/>
              </a:ext>
            </a:extLst>
          </p:cNvPr>
          <p:cNvSpPr txBox="1"/>
          <p:nvPr/>
        </p:nvSpPr>
        <p:spPr>
          <a:xfrm>
            <a:off x="212093" y="869405"/>
            <a:ext cx="3501929" cy="4206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3: Observe and Analyze, Part 1</a:t>
            </a:r>
          </a:p>
          <a:p>
            <a:pPr>
              <a:spcBef>
                <a:spcPts val="225"/>
              </a:spcBef>
              <a:spcAft>
                <a:spcPts val="225"/>
              </a:spcAft>
              <a:buClr>
                <a:srgbClr val="000000"/>
              </a:buClr>
              <a:defRPr/>
            </a:pPr>
            <a:endPar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35" name="TextBox 4">
            <a:extLst>
              <a:ext uri="{FF2B5EF4-FFF2-40B4-BE49-F238E27FC236}">
                <a16:creationId xmlns:a16="http://schemas.microsoft.com/office/drawing/2014/main" id="{0AB310A0-F00A-B522-8608-BA1CA68F0305}"/>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6" name="Straight Connector 79">
            <a:extLst>
              <a:ext uri="{FF2B5EF4-FFF2-40B4-BE49-F238E27FC236}">
                <a16:creationId xmlns:a16="http://schemas.microsoft.com/office/drawing/2014/main" id="{533DF466-1BC8-8146-C8E0-ED86E81000EF}"/>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Imagen 2" descr="Imagen que contiene Icono&#10;&#10;El contenido generado por IA puede ser incorrecto.">
            <a:extLst>
              <a:ext uri="{FF2B5EF4-FFF2-40B4-BE49-F238E27FC236}">
                <a16:creationId xmlns:a16="http://schemas.microsoft.com/office/drawing/2014/main" id="{33EE5A0F-DE32-E574-BE90-DAFC9BF7140E}"/>
              </a:ext>
            </a:extLst>
          </p:cNvPr>
          <p:cNvPicPr>
            <a:picLocks noChangeAspect="1"/>
          </p:cNvPicPr>
          <p:nvPr/>
        </p:nvPicPr>
        <p:blipFill>
          <a:blip r:embed="rId6"/>
          <a:stretch>
            <a:fillRect/>
          </a:stretch>
        </p:blipFill>
        <p:spPr>
          <a:xfrm>
            <a:off x="8738529" y="130779"/>
            <a:ext cx="297258" cy="419100"/>
          </a:xfrm>
          <a:prstGeom prst="rect">
            <a:avLst/>
          </a:prstGeom>
        </p:spPr>
      </p:pic>
      <p:sp>
        <p:nvSpPr>
          <p:cNvPr id="4" name="TextBox 4">
            <a:extLst>
              <a:ext uri="{FF2B5EF4-FFF2-40B4-BE49-F238E27FC236}">
                <a16:creationId xmlns:a16="http://schemas.microsoft.com/office/drawing/2014/main" id="{19A96254-2D08-2770-925C-64648BB67486}"/>
              </a:ext>
            </a:extLst>
          </p:cNvPr>
          <p:cNvSpPr txBox="1"/>
          <p:nvPr/>
        </p:nvSpPr>
        <p:spPr>
          <a:xfrm>
            <a:off x="289260" y="1238363"/>
            <a:ext cx="4282740" cy="249780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Activity 5 Presentation: Problem-Solving Team</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Identifying Causes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Diagrama de Ishikawa</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Actividad 6: Ninguna idea es mala </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Multivoting Matrix</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Activity 7: Moving Forward in the Search for the Root Cause</a:t>
            </a:r>
          </a:p>
        </p:txBody>
      </p:sp>
    </p:spTree>
    <p:extLst>
      <p:ext uri="{BB962C8B-B14F-4D97-AF65-F5344CB8AC3E}">
        <p14:creationId xmlns:p14="http://schemas.microsoft.com/office/powerpoint/2010/main" val="2922270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C2A8B-644A-E025-C1D1-FC4F5086C72C}"/>
            </a:ext>
          </a:extLst>
        </p:cNvPr>
        <p:cNvGrpSpPr/>
        <p:nvPr/>
      </p:nvGrpSpPr>
      <p:grpSpPr>
        <a:xfrm>
          <a:off x="0" y="0"/>
          <a:ext cx="0" cy="0"/>
          <a:chOff x="0" y="0"/>
          <a:chExt cx="0" cy="0"/>
        </a:xfrm>
      </p:grpSpPr>
      <p:sp>
        <p:nvSpPr>
          <p:cNvPr id="14" name="Rectángulo: esquinas redondeadas 13">
            <a:extLst>
              <a:ext uri="{FF2B5EF4-FFF2-40B4-BE49-F238E27FC236}">
                <a16:creationId xmlns:a16="http://schemas.microsoft.com/office/drawing/2014/main" id="{325C3FAF-68C1-F567-8C3C-DA20EBDDA1EA}"/>
              </a:ext>
            </a:extLst>
          </p:cNvPr>
          <p:cNvSpPr/>
          <p:nvPr/>
        </p:nvSpPr>
        <p:spPr>
          <a:xfrm>
            <a:off x="1965278" y="1482657"/>
            <a:ext cx="5349921" cy="2359188"/>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9650B875-3B90-6D7F-4987-E9D56A1E96C7}"/>
              </a:ext>
            </a:extLst>
          </p:cNvPr>
          <p:cNvSpPr>
            <a:spLocks noGrp="1"/>
          </p:cNvSpPr>
          <p:nvPr>
            <p:ph type="title"/>
          </p:nvPr>
        </p:nvSpPr>
        <p:spPr>
          <a:xfrm>
            <a:off x="330993" y="313420"/>
            <a:ext cx="8482014" cy="307777"/>
          </a:xfrm>
        </p:spPr>
        <p:txBody>
          <a:bodyPr/>
          <a:lstStyle/>
          <a:p>
            <a:pPr algn="ctr"/>
            <a:r>
              <a:rPr lang="es-MX" noProof="0" dirty="0"/>
              <a:t>Activity 5 Presentation</a:t>
            </a:r>
          </a:p>
        </p:txBody>
      </p:sp>
      <p:sp>
        <p:nvSpPr>
          <p:cNvPr id="3" name="CuadroTexto 7">
            <a:extLst>
              <a:ext uri="{FF2B5EF4-FFF2-40B4-BE49-F238E27FC236}">
                <a16:creationId xmlns:a16="http://schemas.microsoft.com/office/drawing/2014/main" id="{DAD6B9CB-2CC8-FE01-420A-5EFC98E615F2}"/>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Problem-Solving Team</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285A4F4D-21A6-3A5F-52D4-79CE3FB3AE39}"/>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0B894DC9-D021-BE26-85BA-4E12306392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32024" y="1738012"/>
            <a:ext cx="1176076" cy="1176076"/>
          </a:xfrm>
          <a:prstGeom prst="rect">
            <a:avLst/>
          </a:prstGeom>
        </p:spPr>
      </p:pic>
      <p:sp>
        <p:nvSpPr>
          <p:cNvPr id="13" name="CuadroTexto 12">
            <a:extLst>
              <a:ext uri="{FF2B5EF4-FFF2-40B4-BE49-F238E27FC236}">
                <a16:creationId xmlns:a16="http://schemas.microsoft.com/office/drawing/2014/main" id="{8A891E44-E244-FF0D-EC8E-8CBBD5DF9565}"/>
              </a:ext>
            </a:extLst>
          </p:cNvPr>
          <p:cNvSpPr txBox="1"/>
          <p:nvPr/>
        </p:nvSpPr>
        <p:spPr>
          <a:xfrm>
            <a:off x="2094104" y="1790162"/>
            <a:ext cx="4696310" cy="174900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dirty="0">
                <a:solidFill>
                  <a:schemeClr val="bg1"/>
                </a:solidFill>
              </a:rPr>
              <a:t>Who are the team members?</a:t>
            </a:r>
          </a:p>
          <a:p>
            <a:pPr marL="171450" indent="-171450" algn="just">
              <a:lnSpc>
                <a:spcPct val="200000"/>
              </a:lnSpc>
              <a:buFont typeface="Wingdings" panose="05000000000000000000" pitchFamily="2" charset="2"/>
              <a:buChar char="Ø"/>
            </a:pPr>
            <a:r>
              <a:rPr lang="es-MX" sz="1400" noProof="0" dirty="0">
                <a:solidFill>
                  <a:schemeClr val="bg1"/>
                </a:solidFill>
              </a:rPr>
              <a:t>What roles do they have in the organization?</a:t>
            </a:r>
          </a:p>
          <a:p>
            <a:pPr marL="171450" indent="-171450" algn="just">
              <a:lnSpc>
                <a:spcPct val="200000"/>
              </a:lnSpc>
              <a:buFont typeface="Wingdings" panose="05000000000000000000" pitchFamily="2" charset="2"/>
              <a:buChar char="Ø"/>
            </a:pPr>
            <a:r>
              <a:rPr lang="es-MX" sz="1400" noProof="0" dirty="0">
                <a:solidFill>
                  <a:schemeClr val="bg1"/>
                </a:solidFill>
              </a:rPr>
              <a:t>Why do you think these are the right people to participate in solving the problem?</a:t>
            </a:r>
          </a:p>
        </p:txBody>
      </p:sp>
      <p:sp>
        <p:nvSpPr>
          <p:cNvPr id="17" name="Rectángulo: esquinas redondeadas 16">
            <a:extLst>
              <a:ext uri="{FF2B5EF4-FFF2-40B4-BE49-F238E27FC236}">
                <a16:creationId xmlns:a16="http://schemas.microsoft.com/office/drawing/2014/main" id="{4F248893-64B5-A239-3C4D-37F81CAB6139}"/>
              </a:ext>
            </a:extLst>
          </p:cNvPr>
          <p:cNvSpPr/>
          <p:nvPr/>
        </p:nvSpPr>
        <p:spPr>
          <a:xfrm>
            <a:off x="3356212" y="4109373"/>
            <a:ext cx="2431575" cy="80471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CuadroTexto 15">
            <a:extLst>
              <a:ext uri="{FF2B5EF4-FFF2-40B4-BE49-F238E27FC236}">
                <a16:creationId xmlns:a16="http://schemas.microsoft.com/office/drawing/2014/main" id="{C2A828AC-C48D-F402-FCEC-E70DECBCF43F}"/>
              </a:ext>
            </a:extLst>
          </p:cNvPr>
          <p:cNvSpPr txBox="1"/>
          <p:nvPr/>
        </p:nvSpPr>
        <p:spPr>
          <a:xfrm>
            <a:off x="2300864" y="4133546"/>
            <a:ext cx="4572000"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endParaRPr lang="es-MX" sz="1400" b="1" noProof="0">
              <a:solidFill>
                <a:schemeClr val="accent6"/>
              </a:solidFill>
            </a:endParaRPr>
          </a:p>
          <a:p>
            <a:pPr algn="ctr"/>
            <a:r>
              <a:rPr lang="es-MX" sz="1400" b="1" noProof="0">
                <a:solidFill>
                  <a:schemeClr val="accent6"/>
                </a:solidFill>
              </a:rPr>
              <a:t>5 minutes per team</a:t>
            </a:r>
          </a:p>
        </p:txBody>
      </p:sp>
    </p:spTree>
    <p:extLst>
      <p:ext uri="{BB962C8B-B14F-4D97-AF65-F5344CB8AC3E}">
        <p14:creationId xmlns:p14="http://schemas.microsoft.com/office/powerpoint/2010/main" val="3014919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5159E-71BE-2DB2-25AA-38AF5106E0C0}"/>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D33C54F7-DD69-6FC1-27B6-394096E0BB2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D33C54F7-DD69-6FC1-27B6-394096E0BB2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870C52F8-C6A6-EC64-44F5-F30DDF7AC7FA}"/>
              </a:ext>
            </a:extLst>
          </p:cNvPr>
          <p:cNvSpPr>
            <a:spLocks noGrp="1"/>
          </p:cNvSpPr>
          <p:nvPr>
            <p:ph type="title"/>
          </p:nvPr>
        </p:nvSpPr>
        <p:spPr>
          <a:xfrm>
            <a:off x="139916" y="225347"/>
            <a:ext cx="8789937" cy="307777"/>
          </a:xfrm>
        </p:spPr>
        <p:txBody>
          <a:bodyPr vert="horz"/>
          <a:lstStyle/>
          <a:p>
            <a:pPr algn="ctr"/>
            <a:r>
              <a:rPr lang="es-MX" noProof="0"/>
              <a:t>Observe and Analyze</a:t>
            </a:r>
          </a:p>
        </p:txBody>
      </p:sp>
      <p:sp>
        <p:nvSpPr>
          <p:cNvPr id="35" name="TextBox 4">
            <a:extLst>
              <a:ext uri="{FF2B5EF4-FFF2-40B4-BE49-F238E27FC236}">
                <a16:creationId xmlns:a16="http://schemas.microsoft.com/office/drawing/2014/main" id="{BEDF0DAB-F687-B4E3-B2DF-621D7EE87B5F}"/>
              </a:ext>
            </a:extLst>
          </p:cNvPr>
          <p:cNvSpPr txBox="1"/>
          <p:nvPr/>
        </p:nvSpPr>
        <p:spPr>
          <a:xfrm>
            <a:off x="875174" y="2079442"/>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C98A68C1-4531-88DE-16FF-1AD6AF35CE71}"/>
              </a:ext>
            </a:extLst>
          </p:cNvPr>
          <p:cNvPicPr>
            <a:picLocks noChangeAspect="1"/>
          </p:cNvPicPr>
          <p:nvPr/>
        </p:nvPicPr>
        <p:blipFill>
          <a:blip r:embed="rId6"/>
          <a:stretch>
            <a:fillRect/>
          </a:stretch>
        </p:blipFill>
        <p:spPr>
          <a:xfrm>
            <a:off x="8738529" y="130779"/>
            <a:ext cx="297258" cy="419100"/>
          </a:xfrm>
          <a:prstGeom prst="rect">
            <a:avLst/>
          </a:prstGeom>
        </p:spPr>
      </p:pic>
      <p:sp>
        <p:nvSpPr>
          <p:cNvPr id="4" name="Rectángulo: esquinas redondeadas 3">
            <a:extLst>
              <a:ext uri="{FF2B5EF4-FFF2-40B4-BE49-F238E27FC236}">
                <a16:creationId xmlns:a16="http://schemas.microsoft.com/office/drawing/2014/main" id="{40E67C27-FB45-8307-D85D-F1C6229BBFFF}"/>
              </a:ext>
            </a:extLst>
          </p:cNvPr>
          <p:cNvSpPr/>
          <p:nvPr/>
        </p:nvSpPr>
        <p:spPr>
          <a:xfrm>
            <a:off x="139916" y="1393801"/>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9" name="Rectangle 3">
            <a:extLst>
              <a:ext uri="{FF2B5EF4-FFF2-40B4-BE49-F238E27FC236}">
                <a16:creationId xmlns:a16="http://schemas.microsoft.com/office/drawing/2014/main" id="{774362EA-962F-D9C3-8991-342026368E02}"/>
              </a:ext>
            </a:extLst>
          </p:cNvPr>
          <p:cNvSpPr>
            <a:spLocks/>
          </p:cNvSpPr>
          <p:nvPr/>
        </p:nvSpPr>
        <p:spPr bwMode="gray">
          <a:xfrm>
            <a:off x="296248" y="2200465"/>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Identify patterns</a:t>
            </a:r>
          </a:p>
        </p:txBody>
      </p:sp>
      <p:sp>
        <p:nvSpPr>
          <p:cNvPr id="22" name="Rectángulo: esquinas redondeadas 21">
            <a:extLst>
              <a:ext uri="{FF2B5EF4-FFF2-40B4-BE49-F238E27FC236}">
                <a16:creationId xmlns:a16="http://schemas.microsoft.com/office/drawing/2014/main" id="{D183B132-BE00-2584-B90C-9ED6C3B1DFA4}"/>
              </a:ext>
            </a:extLst>
          </p:cNvPr>
          <p:cNvSpPr/>
          <p:nvPr/>
        </p:nvSpPr>
        <p:spPr>
          <a:xfrm>
            <a:off x="3657600" y="1281545"/>
            <a:ext cx="4849091" cy="258387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Rectángulo: esquinas redondeadas 1">
            <a:extLst>
              <a:ext uri="{FF2B5EF4-FFF2-40B4-BE49-F238E27FC236}">
                <a16:creationId xmlns:a16="http://schemas.microsoft.com/office/drawing/2014/main" id="{2A2EB8F9-5EFB-495B-AF1D-35C743D04691}"/>
              </a:ext>
            </a:extLst>
          </p:cNvPr>
          <p:cNvSpPr/>
          <p:nvPr/>
        </p:nvSpPr>
        <p:spPr>
          <a:xfrm>
            <a:off x="1918563" y="1397321"/>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4" name="Rectángulo: esquinas redondeadas 23">
            <a:extLst>
              <a:ext uri="{FF2B5EF4-FFF2-40B4-BE49-F238E27FC236}">
                <a16:creationId xmlns:a16="http://schemas.microsoft.com/office/drawing/2014/main" id="{3A139818-01CB-1CB6-A75E-3B679B5A4521}"/>
              </a:ext>
            </a:extLst>
          </p:cNvPr>
          <p:cNvSpPr/>
          <p:nvPr/>
        </p:nvSpPr>
        <p:spPr>
          <a:xfrm>
            <a:off x="987474" y="2807679"/>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Rectangle 3">
            <a:extLst>
              <a:ext uri="{FF2B5EF4-FFF2-40B4-BE49-F238E27FC236}">
                <a16:creationId xmlns:a16="http://schemas.microsoft.com/office/drawing/2014/main" id="{41D337B5-2024-3038-F2C8-D4E3B2C26ADD}"/>
              </a:ext>
            </a:extLst>
          </p:cNvPr>
          <p:cNvSpPr>
            <a:spLocks/>
          </p:cNvSpPr>
          <p:nvPr/>
        </p:nvSpPr>
        <p:spPr bwMode="gray">
          <a:xfrm>
            <a:off x="2124479" y="2238107"/>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Validate facts, not opinions</a:t>
            </a:r>
          </a:p>
        </p:txBody>
      </p:sp>
      <p:sp>
        <p:nvSpPr>
          <p:cNvPr id="21" name="Rectangle 3">
            <a:extLst>
              <a:ext uri="{FF2B5EF4-FFF2-40B4-BE49-F238E27FC236}">
                <a16:creationId xmlns:a16="http://schemas.microsoft.com/office/drawing/2014/main" id="{54C76240-121E-D831-A71A-FEB28E43FB30}"/>
              </a:ext>
            </a:extLst>
          </p:cNvPr>
          <p:cNvSpPr>
            <a:spLocks/>
          </p:cNvSpPr>
          <p:nvPr/>
        </p:nvSpPr>
        <p:spPr bwMode="gray">
          <a:xfrm>
            <a:off x="1143806" y="3644111"/>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Use analysis tools</a:t>
            </a:r>
          </a:p>
        </p:txBody>
      </p:sp>
      <p:sp>
        <p:nvSpPr>
          <p:cNvPr id="27" name="Rectángulo: esquinas redondeadas 26">
            <a:extLst>
              <a:ext uri="{FF2B5EF4-FFF2-40B4-BE49-F238E27FC236}">
                <a16:creationId xmlns:a16="http://schemas.microsoft.com/office/drawing/2014/main" id="{3F60C7D0-D734-3263-0E6B-1A30DBE19BB2}"/>
              </a:ext>
            </a:extLst>
          </p:cNvPr>
          <p:cNvSpPr/>
          <p:nvPr/>
        </p:nvSpPr>
        <p:spPr>
          <a:xfrm>
            <a:off x="3657600" y="3974649"/>
            <a:ext cx="4849091" cy="63919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Before proposing solutions, observe and analyze the causes to understand reality and avoid assumptions.</a:t>
            </a:r>
          </a:p>
        </p:txBody>
      </p:sp>
      <p:pic>
        <p:nvPicPr>
          <p:cNvPr id="6" name="Gráfico 5" descr="Lupa con relleno sólido">
            <a:extLst>
              <a:ext uri="{FF2B5EF4-FFF2-40B4-BE49-F238E27FC236}">
                <a16:creationId xmlns:a16="http://schemas.microsoft.com/office/drawing/2014/main" id="{6E3F22D2-0AAA-4672-2AA9-B185C8ECD02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0297" y="1397321"/>
            <a:ext cx="791294" cy="791294"/>
          </a:xfrm>
          <a:prstGeom prst="rect">
            <a:avLst/>
          </a:prstGeom>
        </p:spPr>
      </p:pic>
      <p:pic>
        <p:nvPicPr>
          <p:cNvPr id="9" name="Gráfico 8" descr="Documento con relleno sólido">
            <a:extLst>
              <a:ext uri="{FF2B5EF4-FFF2-40B4-BE49-F238E27FC236}">
                <a16:creationId xmlns:a16="http://schemas.microsoft.com/office/drawing/2014/main" id="{00DE3049-3277-7D2B-D6A4-520ACCE68BF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17450" y="1445044"/>
            <a:ext cx="781773" cy="781773"/>
          </a:xfrm>
          <a:prstGeom prst="rect">
            <a:avLst/>
          </a:prstGeom>
        </p:spPr>
      </p:pic>
      <p:sp>
        <p:nvSpPr>
          <p:cNvPr id="15" name="Rectángulo 14">
            <a:extLst>
              <a:ext uri="{FF2B5EF4-FFF2-40B4-BE49-F238E27FC236}">
                <a16:creationId xmlns:a16="http://schemas.microsoft.com/office/drawing/2014/main" id="{254EF575-9BFE-8C99-9E61-DF1C1AB1DC6D}"/>
              </a:ext>
            </a:extLst>
          </p:cNvPr>
          <p:cNvSpPr/>
          <p:nvPr/>
        </p:nvSpPr>
        <p:spPr>
          <a:xfrm flipV="1">
            <a:off x="1419174" y="2878386"/>
            <a:ext cx="611220" cy="115117"/>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3" name="Rectángulo 22">
            <a:extLst>
              <a:ext uri="{FF2B5EF4-FFF2-40B4-BE49-F238E27FC236}">
                <a16:creationId xmlns:a16="http://schemas.microsoft.com/office/drawing/2014/main" id="{E950A9D9-1FAC-C755-6172-2F44467B337D}"/>
              </a:ext>
            </a:extLst>
          </p:cNvPr>
          <p:cNvSpPr/>
          <p:nvPr/>
        </p:nvSpPr>
        <p:spPr>
          <a:xfrm flipV="1">
            <a:off x="1421690" y="3034975"/>
            <a:ext cx="611220" cy="115117"/>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9" name="Rectángulo 28">
            <a:extLst>
              <a:ext uri="{FF2B5EF4-FFF2-40B4-BE49-F238E27FC236}">
                <a16:creationId xmlns:a16="http://schemas.microsoft.com/office/drawing/2014/main" id="{ACEFA241-F0DD-94F1-B707-23FD5747A493}"/>
              </a:ext>
            </a:extLst>
          </p:cNvPr>
          <p:cNvSpPr/>
          <p:nvPr/>
        </p:nvSpPr>
        <p:spPr>
          <a:xfrm flipV="1">
            <a:off x="1421689" y="3194859"/>
            <a:ext cx="611220" cy="115117"/>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30" name="Rectángulo 29">
            <a:extLst>
              <a:ext uri="{FF2B5EF4-FFF2-40B4-BE49-F238E27FC236}">
                <a16:creationId xmlns:a16="http://schemas.microsoft.com/office/drawing/2014/main" id="{3C8A6B66-35DA-B387-7127-9E143956476A}"/>
              </a:ext>
            </a:extLst>
          </p:cNvPr>
          <p:cNvSpPr/>
          <p:nvPr/>
        </p:nvSpPr>
        <p:spPr>
          <a:xfrm flipV="1">
            <a:off x="1421688" y="3348521"/>
            <a:ext cx="611220" cy="115117"/>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31" name="Rectángulo 30">
            <a:extLst>
              <a:ext uri="{FF2B5EF4-FFF2-40B4-BE49-F238E27FC236}">
                <a16:creationId xmlns:a16="http://schemas.microsoft.com/office/drawing/2014/main" id="{8D7BC58A-A494-B67C-0BDC-18E30C9E7895}"/>
              </a:ext>
            </a:extLst>
          </p:cNvPr>
          <p:cNvSpPr/>
          <p:nvPr/>
        </p:nvSpPr>
        <p:spPr>
          <a:xfrm flipV="1">
            <a:off x="1421688" y="3505372"/>
            <a:ext cx="611220" cy="115117"/>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32" name="Gráfico 31" descr="Flecha lineal: curva con sentido de las agujas del reloj con relleno sólido">
            <a:extLst>
              <a:ext uri="{FF2B5EF4-FFF2-40B4-BE49-F238E27FC236}">
                <a16:creationId xmlns:a16="http://schemas.microsoft.com/office/drawing/2014/main" id="{7B39B037-8055-91ED-F802-7840AC04B8B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8954590" flipH="1">
            <a:off x="1299416" y="2912079"/>
            <a:ext cx="183350" cy="161424"/>
          </a:xfrm>
          <a:prstGeom prst="rect">
            <a:avLst/>
          </a:prstGeom>
          <a:effectLst>
            <a:outerShdw blurRad="50800" dist="38100" dir="2700000" algn="tl" rotWithShape="0">
              <a:prstClr val="black">
                <a:alpha val="40000"/>
              </a:prstClr>
            </a:outerShdw>
          </a:effectLst>
        </p:spPr>
      </p:pic>
      <p:pic>
        <p:nvPicPr>
          <p:cNvPr id="33" name="Gráfico 32" descr="Flecha lineal: curva con sentido de las agujas del reloj con relleno sólido">
            <a:extLst>
              <a:ext uri="{FF2B5EF4-FFF2-40B4-BE49-F238E27FC236}">
                <a16:creationId xmlns:a16="http://schemas.microsoft.com/office/drawing/2014/main" id="{4BF43DA1-0745-35B5-8DD9-83856EACA7B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656065" flipH="1">
            <a:off x="1962755" y="2900258"/>
            <a:ext cx="186332" cy="164049"/>
          </a:xfrm>
          <a:prstGeom prst="rect">
            <a:avLst/>
          </a:prstGeom>
          <a:effectLst>
            <a:outerShdw blurRad="50800" dist="38100" dir="2700000" algn="tl" rotWithShape="0">
              <a:prstClr val="black">
                <a:alpha val="40000"/>
              </a:prstClr>
            </a:outerShdw>
          </a:effectLst>
        </p:spPr>
      </p:pic>
      <p:pic>
        <p:nvPicPr>
          <p:cNvPr id="36" name="Gráfico 35" descr="Flecha lineal: curva con sentido de las agujas del reloj con relleno sólido">
            <a:extLst>
              <a:ext uri="{FF2B5EF4-FFF2-40B4-BE49-F238E27FC236}">
                <a16:creationId xmlns:a16="http://schemas.microsoft.com/office/drawing/2014/main" id="{15DFE635-77A6-DAC7-C4D0-86229867FF4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8954590" flipH="1">
            <a:off x="1296762" y="3084357"/>
            <a:ext cx="183350" cy="161424"/>
          </a:xfrm>
          <a:prstGeom prst="rect">
            <a:avLst/>
          </a:prstGeom>
          <a:effectLst>
            <a:outerShdw blurRad="50800" dist="38100" dir="2700000" algn="tl" rotWithShape="0">
              <a:prstClr val="black">
                <a:alpha val="40000"/>
              </a:prstClr>
            </a:outerShdw>
          </a:effectLst>
        </p:spPr>
      </p:pic>
      <p:pic>
        <p:nvPicPr>
          <p:cNvPr id="37" name="Gráfico 36" descr="Flecha lineal: curva con sentido de las agujas del reloj con relleno sólido">
            <a:extLst>
              <a:ext uri="{FF2B5EF4-FFF2-40B4-BE49-F238E27FC236}">
                <a16:creationId xmlns:a16="http://schemas.microsoft.com/office/drawing/2014/main" id="{363C6E54-5235-FD11-7266-3BB567C8048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8954590" flipH="1">
            <a:off x="1298080" y="3244709"/>
            <a:ext cx="183350" cy="161424"/>
          </a:xfrm>
          <a:prstGeom prst="rect">
            <a:avLst/>
          </a:prstGeom>
          <a:effectLst>
            <a:outerShdw blurRad="50800" dist="38100" dir="2700000" algn="tl" rotWithShape="0">
              <a:prstClr val="black">
                <a:alpha val="40000"/>
              </a:prstClr>
            </a:outerShdw>
          </a:effectLst>
        </p:spPr>
      </p:pic>
      <p:pic>
        <p:nvPicPr>
          <p:cNvPr id="38" name="Gráfico 37" descr="Flecha lineal: curva con sentido de las agujas del reloj con relleno sólido">
            <a:extLst>
              <a:ext uri="{FF2B5EF4-FFF2-40B4-BE49-F238E27FC236}">
                <a16:creationId xmlns:a16="http://schemas.microsoft.com/office/drawing/2014/main" id="{8CA49FFA-B3E2-745B-99F3-D72D2177D95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8954590" flipH="1">
            <a:off x="1299398" y="3409037"/>
            <a:ext cx="183350" cy="161424"/>
          </a:xfrm>
          <a:prstGeom prst="rect">
            <a:avLst/>
          </a:prstGeom>
          <a:effectLst>
            <a:outerShdw blurRad="50800" dist="38100" dir="2700000" algn="tl" rotWithShape="0">
              <a:prstClr val="black">
                <a:alpha val="40000"/>
              </a:prstClr>
            </a:outerShdw>
          </a:effectLst>
        </p:spPr>
      </p:pic>
      <p:pic>
        <p:nvPicPr>
          <p:cNvPr id="39" name="Gráfico 38" descr="Flecha lineal: curva con sentido de las agujas del reloj con relleno sólido">
            <a:extLst>
              <a:ext uri="{FF2B5EF4-FFF2-40B4-BE49-F238E27FC236}">
                <a16:creationId xmlns:a16="http://schemas.microsoft.com/office/drawing/2014/main" id="{6220A9D7-B566-166C-12B8-9D2F4EF891F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656065" flipH="1">
            <a:off x="1968048" y="3072538"/>
            <a:ext cx="186332" cy="164049"/>
          </a:xfrm>
          <a:prstGeom prst="rect">
            <a:avLst/>
          </a:prstGeom>
          <a:effectLst>
            <a:outerShdw blurRad="50800" dist="38100" dir="2700000" algn="tl" rotWithShape="0">
              <a:prstClr val="black">
                <a:alpha val="40000"/>
              </a:prstClr>
            </a:outerShdw>
          </a:effectLst>
        </p:spPr>
      </p:pic>
      <p:pic>
        <p:nvPicPr>
          <p:cNvPr id="40" name="Gráfico 39" descr="Flecha lineal: curva con sentido de las agujas del reloj con relleno sólido">
            <a:extLst>
              <a:ext uri="{FF2B5EF4-FFF2-40B4-BE49-F238E27FC236}">
                <a16:creationId xmlns:a16="http://schemas.microsoft.com/office/drawing/2014/main" id="{6CBD72B4-EB40-F8B1-AE9B-7DAB4AA48E8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656065" flipH="1">
            <a:off x="1969366" y="3248794"/>
            <a:ext cx="186332" cy="164049"/>
          </a:xfrm>
          <a:prstGeom prst="rect">
            <a:avLst/>
          </a:prstGeom>
          <a:effectLst>
            <a:outerShdw blurRad="50800" dist="38100" dir="2700000" algn="tl" rotWithShape="0">
              <a:prstClr val="black">
                <a:alpha val="40000"/>
              </a:prstClr>
            </a:outerShdw>
          </a:effectLst>
        </p:spPr>
      </p:pic>
      <p:pic>
        <p:nvPicPr>
          <p:cNvPr id="41" name="Gráfico 40" descr="Flecha lineal: curva con sentido de las agujas del reloj con relleno sólido">
            <a:extLst>
              <a:ext uri="{FF2B5EF4-FFF2-40B4-BE49-F238E27FC236}">
                <a16:creationId xmlns:a16="http://schemas.microsoft.com/office/drawing/2014/main" id="{186BA418-FFDF-C4C9-8471-22CF4D454B3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656065" flipH="1">
            <a:off x="1970685" y="3425050"/>
            <a:ext cx="186332" cy="164049"/>
          </a:xfrm>
          <a:prstGeom prst="rect">
            <a:avLst/>
          </a:prstGeom>
          <a:effectLst>
            <a:outerShdw blurRad="50800" dist="38100" dir="2700000" algn="tl" rotWithShape="0">
              <a:prstClr val="black">
                <a:alpha val="40000"/>
              </a:prstClr>
            </a:outerShdw>
          </a:effectLst>
        </p:spPr>
      </p:pic>
      <p:sp>
        <p:nvSpPr>
          <p:cNvPr id="42" name="Rectángulo 41">
            <a:extLst>
              <a:ext uri="{FF2B5EF4-FFF2-40B4-BE49-F238E27FC236}">
                <a16:creationId xmlns:a16="http://schemas.microsoft.com/office/drawing/2014/main" id="{12F080DA-595F-8B02-B6DA-D3967FA0A938}"/>
              </a:ext>
            </a:extLst>
          </p:cNvPr>
          <p:cNvSpPr/>
          <p:nvPr/>
        </p:nvSpPr>
        <p:spPr>
          <a:xfrm>
            <a:off x="3814642" y="1393801"/>
            <a:ext cx="4561537" cy="2354660"/>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43" name="Imagen 42" descr="Imagen en blanco y negro de un hombre con traje y sombrero&#10;&#10;El contenido generado por IA puede ser incorrecto.">
            <a:extLst>
              <a:ext uri="{FF2B5EF4-FFF2-40B4-BE49-F238E27FC236}">
                <a16:creationId xmlns:a16="http://schemas.microsoft.com/office/drawing/2014/main" id="{F4885AFD-0C79-4E45-316F-B01F68EE6ABD}"/>
              </a:ext>
            </a:extLst>
          </p:cNvPr>
          <p:cNvPicPr>
            <a:picLocks noChangeAspect="1"/>
          </p:cNvPicPr>
          <p:nvPr/>
        </p:nvPicPr>
        <p:blipFill>
          <a:blip r:embed="rId10">
            <a:duotone>
              <a:schemeClr val="accent5">
                <a:shade val="45000"/>
                <a:satMod val="135000"/>
              </a:schemeClr>
              <a:prstClr val="white"/>
            </a:duotone>
          </a:blip>
          <a:srcRect t="1" r="1120" b="6768"/>
          <a:stretch>
            <a:fillRect/>
          </a:stretch>
        </p:blipFill>
        <p:spPr>
          <a:xfrm>
            <a:off x="6833758" y="1563319"/>
            <a:ext cx="1550481" cy="2192893"/>
          </a:xfrm>
          <a:prstGeom prst="rect">
            <a:avLst/>
          </a:prstGeom>
        </p:spPr>
      </p:pic>
      <p:sp>
        <p:nvSpPr>
          <p:cNvPr id="44" name="TextBox 8">
            <a:extLst>
              <a:ext uri="{FF2B5EF4-FFF2-40B4-BE49-F238E27FC236}">
                <a16:creationId xmlns:a16="http://schemas.microsoft.com/office/drawing/2014/main" id="{28D91DF0-7852-DF95-0F6C-58EB911678A2}"/>
              </a:ext>
            </a:extLst>
          </p:cNvPr>
          <p:cNvSpPr txBox="1"/>
          <p:nvPr/>
        </p:nvSpPr>
        <p:spPr>
          <a:xfrm>
            <a:off x="4103292" y="1644085"/>
            <a:ext cx="2460785" cy="1431161"/>
          </a:xfrm>
          <a:prstGeom prst="rect">
            <a:avLst/>
          </a:prstGeom>
          <a:noFill/>
        </p:spPr>
        <p:txBody>
          <a:bodyPr wrap="square" rtlCol="0">
            <a:spAutoFit/>
          </a:bodyPr>
          <a:lstStyle/>
          <a:p>
            <a:pPr>
              <a:defRPr/>
            </a:pPr>
            <a:r>
              <a:rPr lang="es-MX" sz="1200" b="1" noProof="0">
                <a:solidFill>
                  <a:schemeClr val="accent5"/>
                </a:solidFill>
              </a:rPr>
              <a:t>“Asking ‘why’ five times will bring you closer to the truth than accepting the first answer.”
— Taiichi Ohno</a:t>
            </a: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573431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7FFE2-58D9-DCE7-2988-09FC53021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9CA2C-1FA7-B719-1760-F44CD7E4B620}"/>
              </a:ext>
            </a:extLst>
          </p:cNvPr>
          <p:cNvSpPr>
            <a:spLocks noGrp="1"/>
          </p:cNvSpPr>
          <p:nvPr>
            <p:ph type="title"/>
          </p:nvPr>
        </p:nvSpPr>
        <p:spPr>
          <a:xfrm>
            <a:off x="330993" y="313420"/>
            <a:ext cx="8482014" cy="307777"/>
          </a:xfrm>
        </p:spPr>
        <p:txBody>
          <a:bodyPr/>
          <a:lstStyle/>
          <a:p>
            <a:pPr algn="ctr"/>
            <a:r>
              <a:rPr lang="es-MX" noProof="0"/>
              <a:t>Identifying the Causes</a:t>
            </a:r>
          </a:p>
        </p:txBody>
      </p:sp>
      <p:pic>
        <p:nvPicPr>
          <p:cNvPr id="5" name="Imagen 4" descr="Dibujo de una persona&#10;&#10;El contenido generado por IA puede ser incorrecto.">
            <a:extLst>
              <a:ext uri="{FF2B5EF4-FFF2-40B4-BE49-F238E27FC236}">
                <a16:creationId xmlns:a16="http://schemas.microsoft.com/office/drawing/2014/main" id="{49E24A0A-A5FC-0FC7-5053-5AF292BB5349}"/>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9698A687-9000-0B30-896C-65E9C487E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87531" y="1769818"/>
            <a:ext cx="1176076" cy="1176076"/>
          </a:xfrm>
          <a:prstGeom prst="rect">
            <a:avLst/>
          </a:prstGeom>
        </p:spPr>
      </p:pic>
      <p:sp>
        <p:nvSpPr>
          <p:cNvPr id="13" name="CuadroTexto 12">
            <a:extLst>
              <a:ext uri="{FF2B5EF4-FFF2-40B4-BE49-F238E27FC236}">
                <a16:creationId xmlns:a16="http://schemas.microsoft.com/office/drawing/2014/main" id="{4F4F2799-C58D-A42E-2593-0C4FD703C19F}"/>
              </a:ext>
            </a:extLst>
          </p:cNvPr>
          <p:cNvSpPr txBox="1"/>
          <p:nvPr/>
        </p:nvSpPr>
        <p:spPr>
          <a:xfrm>
            <a:off x="1932918" y="1750406"/>
            <a:ext cx="5084618" cy="174900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a:solidFill>
                  <a:schemeClr val="bg1"/>
                </a:solidFill>
              </a:rPr>
              <a:t>Who are the team members? What roles do they have in the organization?</a:t>
            </a:r>
          </a:p>
          <a:p>
            <a:pPr marL="171450" indent="-171450" algn="just">
              <a:lnSpc>
                <a:spcPct val="200000"/>
              </a:lnSpc>
              <a:buFont typeface="Wingdings" panose="05000000000000000000" pitchFamily="2" charset="2"/>
              <a:buChar char="Ø"/>
            </a:pPr>
            <a:r>
              <a:rPr lang="es-MX" sz="1400" noProof="0">
                <a:solidFill>
                  <a:schemeClr val="bg1"/>
                </a:solidFill>
              </a:rPr>
              <a:t>Why do you think these are the right people to participate in solving the problem?</a:t>
            </a:r>
          </a:p>
        </p:txBody>
      </p:sp>
      <p:pic>
        <p:nvPicPr>
          <p:cNvPr id="6" name="Imagen 5" descr="Árbol de problemas">
            <a:extLst>
              <a:ext uri="{FF2B5EF4-FFF2-40B4-BE49-F238E27FC236}">
                <a16:creationId xmlns:a16="http://schemas.microsoft.com/office/drawing/2014/main" id="{3F24669A-D6FD-235A-EEB5-30C17BBC24B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3003236" y="968290"/>
            <a:ext cx="3137527" cy="395520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Rectángulo: esquinas redondeadas 7">
            <a:extLst>
              <a:ext uri="{FF2B5EF4-FFF2-40B4-BE49-F238E27FC236}">
                <a16:creationId xmlns:a16="http://schemas.microsoft.com/office/drawing/2014/main" id="{D91E1827-E24F-E5F7-295F-7082D69BB27B}"/>
              </a:ext>
            </a:extLst>
          </p:cNvPr>
          <p:cNvSpPr/>
          <p:nvPr/>
        </p:nvSpPr>
        <p:spPr>
          <a:xfrm>
            <a:off x="4118064" y="1493383"/>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Symptoms</a:t>
            </a:r>
          </a:p>
        </p:txBody>
      </p:sp>
      <p:sp>
        <p:nvSpPr>
          <p:cNvPr id="9" name="Rectángulo: esquinas redondeadas 8">
            <a:extLst>
              <a:ext uri="{FF2B5EF4-FFF2-40B4-BE49-F238E27FC236}">
                <a16:creationId xmlns:a16="http://schemas.microsoft.com/office/drawing/2014/main" id="{2801E758-25DE-CD16-440F-5F17D86DE031}"/>
              </a:ext>
            </a:extLst>
          </p:cNvPr>
          <p:cNvSpPr/>
          <p:nvPr/>
        </p:nvSpPr>
        <p:spPr>
          <a:xfrm>
            <a:off x="4118064" y="2662295"/>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Problem</a:t>
            </a:r>
          </a:p>
        </p:txBody>
      </p:sp>
      <p:sp>
        <p:nvSpPr>
          <p:cNvPr id="10" name="Rectángulo: esquinas redondeadas 9">
            <a:extLst>
              <a:ext uri="{FF2B5EF4-FFF2-40B4-BE49-F238E27FC236}">
                <a16:creationId xmlns:a16="http://schemas.microsoft.com/office/drawing/2014/main" id="{F672B1E6-1673-1AB8-1308-451E1DDEF100}"/>
              </a:ext>
            </a:extLst>
          </p:cNvPr>
          <p:cNvSpPr/>
          <p:nvPr/>
        </p:nvSpPr>
        <p:spPr>
          <a:xfrm>
            <a:off x="4118066" y="3792896"/>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Causes</a:t>
            </a:r>
          </a:p>
        </p:txBody>
      </p:sp>
      <p:pic>
        <p:nvPicPr>
          <p:cNvPr id="29" name="Gráfico 28" descr="Flecha lineal: curva con sentido de las agujas del reloj con relleno sólido">
            <a:extLst>
              <a:ext uri="{FF2B5EF4-FFF2-40B4-BE49-F238E27FC236}">
                <a16:creationId xmlns:a16="http://schemas.microsoft.com/office/drawing/2014/main" id="{130967DD-2F25-F8F7-3464-47E10C4EF9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213858">
            <a:off x="5092784" y="2420110"/>
            <a:ext cx="1422312" cy="2013573"/>
          </a:xfrm>
          <a:prstGeom prst="rect">
            <a:avLst/>
          </a:prstGeom>
        </p:spPr>
      </p:pic>
      <p:pic>
        <p:nvPicPr>
          <p:cNvPr id="31" name="Gráfico 30" descr="Ayuda con relleno sólido">
            <a:extLst>
              <a:ext uri="{FF2B5EF4-FFF2-40B4-BE49-F238E27FC236}">
                <a16:creationId xmlns:a16="http://schemas.microsoft.com/office/drawing/2014/main" id="{AD6592EE-4C8A-0EF6-77FE-EED42D617F5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87073" y="2731754"/>
            <a:ext cx="914400" cy="914400"/>
          </a:xfrm>
          <a:prstGeom prst="rect">
            <a:avLst/>
          </a:prstGeom>
          <a:effectLst>
            <a:outerShdw blurRad="50800" dist="38100" dir="2700000" algn="tl" rotWithShape="0">
              <a:prstClr val="black">
                <a:alpha val="40000"/>
              </a:prstClr>
            </a:outerShdw>
          </a:effectLst>
        </p:spPr>
      </p:pic>
      <p:pic>
        <p:nvPicPr>
          <p:cNvPr id="33" name="Gráfico 32" descr="bolas de harvey 100% con relleno sólido">
            <a:extLst>
              <a:ext uri="{FF2B5EF4-FFF2-40B4-BE49-F238E27FC236}">
                <a16:creationId xmlns:a16="http://schemas.microsoft.com/office/drawing/2014/main" id="{D823FE36-C224-446E-62F1-B9EEEB99702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72003" y="1177299"/>
            <a:ext cx="622303" cy="622303"/>
          </a:xfrm>
          <a:prstGeom prst="rect">
            <a:avLst/>
          </a:prstGeom>
          <a:effectLst>
            <a:outerShdw blurRad="50800" dist="38100" dir="2700000" algn="tl" rotWithShape="0">
              <a:prstClr val="black">
                <a:alpha val="40000"/>
              </a:prstClr>
            </a:outerShdw>
          </a:effectLst>
        </p:spPr>
      </p:pic>
      <p:pic>
        <p:nvPicPr>
          <p:cNvPr id="21" name="Gráfico 20" descr="Marca de verificación con relleno sólido">
            <a:extLst>
              <a:ext uri="{FF2B5EF4-FFF2-40B4-BE49-F238E27FC236}">
                <a16:creationId xmlns:a16="http://schemas.microsoft.com/office/drawing/2014/main" id="{8ECC402E-9217-7D2D-BA81-6B41B1E9C06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94104" y="1314714"/>
            <a:ext cx="378103" cy="378103"/>
          </a:xfrm>
          <a:prstGeom prst="rect">
            <a:avLst/>
          </a:prstGeom>
        </p:spPr>
      </p:pic>
      <p:pic>
        <p:nvPicPr>
          <p:cNvPr id="35" name="Gráfico 34" descr="bolas de harvey 100% con relleno sólido">
            <a:extLst>
              <a:ext uri="{FF2B5EF4-FFF2-40B4-BE49-F238E27FC236}">
                <a16:creationId xmlns:a16="http://schemas.microsoft.com/office/drawing/2014/main" id="{C1235030-D3B0-67DC-05B8-77E89036064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95382" y="2441029"/>
            <a:ext cx="622303" cy="622303"/>
          </a:xfrm>
          <a:prstGeom prst="rect">
            <a:avLst/>
          </a:prstGeom>
          <a:effectLst>
            <a:outerShdw blurRad="50800" dist="38100" dir="2700000" algn="tl" rotWithShape="0">
              <a:prstClr val="black">
                <a:alpha val="40000"/>
              </a:prstClr>
            </a:outerShdw>
          </a:effectLst>
        </p:spPr>
      </p:pic>
      <p:pic>
        <p:nvPicPr>
          <p:cNvPr id="36" name="Gráfico 35" descr="Marca de verificación con relleno sólido">
            <a:extLst>
              <a:ext uri="{FF2B5EF4-FFF2-40B4-BE49-F238E27FC236}">
                <a16:creationId xmlns:a16="http://schemas.microsoft.com/office/drawing/2014/main" id="{9E4D1186-830F-2C0A-310F-8C15E8357D9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17483" y="2578444"/>
            <a:ext cx="378103" cy="378103"/>
          </a:xfrm>
          <a:prstGeom prst="rect">
            <a:avLst/>
          </a:prstGeom>
        </p:spPr>
      </p:pic>
    </p:spTree>
    <p:extLst>
      <p:ext uri="{BB962C8B-B14F-4D97-AF65-F5344CB8AC3E}">
        <p14:creationId xmlns:p14="http://schemas.microsoft.com/office/powerpoint/2010/main" val="3181342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496D9-D363-7FD3-CED1-F1B8CC3C0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62E4D-574A-6AF0-01C2-EFE03AC42C99}"/>
              </a:ext>
            </a:extLst>
          </p:cNvPr>
          <p:cNvSpPr>
            <a:spLocks noGrp="1"/>
          </p:cNvSpPr>
          <p:nvPr>
            <p:ph type="title"/>
          </p:nvPr>
        </p:nvSpPr>
        <p:spPr>
          <a:xfrm>
            <a:off x="330993" y="313420"/>
            <a:ext cx="8482014" cy="307777"/>
          </a:xfrm>
        </p:spPr>
        <p:txBody>
          <a:bodyPr/>
          <a:lstStyle/>
          <a:p>
            <a:pPr algn="ctr"/>
            <a:r>
              <a:rPr lang="es-MX" noProof="0"/>
              <a:t>Ishikawa Diagram (Cause and Effect)</a:t>
            </a:r>
          </a:p>
        </p:txBody>
      </p:sp>
      <p:sp>
        <p:nvSpPr>
          <p:cNvPr id="3" name="CuadroTexto 7">
            <a:extLst>
              <a:ext uri="{FF2B5EF4-FFF2-40B4-BE49-F238E27FC236}">
                <a16:creationId xmlns:a16="http://schemas.microsoft.com/office/drawing/2014/main" id="{9654136E-B5E6-71C4-9F17-7A774EF1E553}"/>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Relationship to the Tree Diagram</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84BC0632-E928-DD71-9A37-4728BD0A22F6}"/>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5E879E1F-E2F6-8924-4307-FD315EF9CD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87531" y="1769818"/>
            <a:ext cx="1176076" cy="1176076"/>
          </a:xfrm>
          <a:prstGeom prst="rect">
            <a:avLst/>
          </a:prstGeom>
        </p:spPr>
      </p:pic>
      <p:sp>
        <p:nvSpPr>
          <p:cNvPr id="13" name="CuadroTexto 12">
            <a:extLst>
              <a:ext uri="{FF2B5EF4-FFF2-40B4-BE49-F238E27FC236}">
                <a16:creationId xmlns:a16="http://schemas.microsoft.com/office/drawing/2014/main" id="{D6BBCF40-0814-1640-0FAC-CE8CF5DC97F4}"/>
              </a:ext>
            </a:extLst>
          </p:cNvPr>
          <p:cNvSpPr txBox="1"/>
          <p:nvPr/>
        </p:nvSpPr>
        <p:spPr>
          <a:xfrm>
            <a:off x="1932918" y="1750406"/>
            <a:ext cx="5084618" cy="174900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a:solidFill>
                  <a:schemeClr val="bg1"/>
                </a:solidFill>
              </a:rPr>
              <a:t>Who are the team members? What roles do they have in the organization?</a:t>
            </a:r>
          </a:p>
          <a:p>
            <a:pPr marL="171450" indent="-171450" algn="just">
              <a:lnSpc>
                <a:spcPct val="200000"/>
              </a:lnSpc>
              <a:buFont typeface="Wingdings" panose="05000000000000000000" pitchFamily="2" charset="2"/>
              <a:buChar char="Ø"/>
            </a:pPr>
            <a:r>
              <a:rPr lang="es-MX" sz="1400" noProof="0">
                <a:solidFill>
                  <a:schemeClr val="bg1"/>
                </a:solidFill>
              </a:rPr>
              <a:t>Why do you think these are the right people to participate in solving the problem?</a:t>
            </a:r>
          </a:p>
        </p:txBody>
      </p:sp>
      <p:pic>
        <p:nvPicPr>
          <p:cNvPr id="6" name="Imagen 5" descr="Árbol de problemas">
            <a:extLst>
              <a:ext uri="{FF2B5EF4-FFF2-40B4-BE49-F238E27FC236}">
                <a16:creationId xmlns:a16="http://schemas.microsoft.com/office/drawing/2014/main" id="{11393A44-3314-8823-F445-F330F7154D3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648562" y="968290"/>
            <a:ext cx="3137527" cy="395520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Rectángulo: esquinas redondeadas 7">
            <a:extLst>
              <a:ext uri="{FF2B5EF4-FFF2-40B4-BE49-F238E27FC236}">
                <a16:creationId xmlns:a16="http://schemas.microsoft.com/office/drawing/2014/main" id="{B95AF594-4B05-8AB6-19D1-4E5BF0AD6433}"/>
              </a:ext>
            </a:extLst>
          </p:cNvPr>
          <p:cNvSpPr/>
          <p:nvPr/>
        </p:nvSpPr>
        <p:spPr>
          <a:xfrm>
            <a:off x="1763390" y="1493383"/>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Symptoms</a:t>
            </a:r>
          </a:p>
        </p:txBody>
      </p:sp>
      <p:sp>
        <p:nvSpPr>
          <p:cNvPr id="9" name="Rectángulo: esquinas redondeadas 8">
            <a:extLst>
              <a:ext uri="{FF2B5EF4-FFF2-40B4-BE49-F238E27FC236}">
                <a16:creationId xmlns:a16="http://schemas.microsoft.com/office/drawing/2014/main" id="{ACDA8D18-62A3-3F3D-0B7E-1F044432F00C}"/>
              </a:ext>
            </a:extLst>
          </p:cNvPr>
          <p:cNvSpPr/>
          <p:nvPr/>
        </p:nvSpPr>
        <p:spPr>
          <a:xfrm>
            <a:off x="1763390" y="2662295"/>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Problem</a:t>
            </a:r>
          </a:p>
        </p:txBody>
      </p:sp>
      <p:sp>
        <p:nvSpPr>
          <p:cNvPr id="10" name="Rectángulo: esquinas redondeadas 9">
            <a:extLst>
              <a:ext uri="{FF2B5EF4-FFF2-40B4-BE49-F238E27FC236}">
                <a16:creationId xmlns:a16="http://schemas.microsoft.com/office/drawing/2014/main" id="{DC323741-3551-9B45-1D11-C577F27AC266}"/>
              </a:ext>
            </a:extLst>
          </p:cNvPr>
          <p:cNvSpPr/>
          <p:nvPr/>
        </p:nvSpPr>
        <p:spPr>
          <a:xfrm>
            <a:off x="1763392" y="3792896"/>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Causes</a:t>
            </a:r>
          </a:p>
        </p:txBody>
      </p:sp>
      <p:sp>
        <p:nvSpPr>
          <p:cNvPr id="18" name="Rectángulo: esquinas redondeadas 17">
            <a:extLst>
              <a:ext uri="{FF2B5EF4-FFF2-40B4-BE49-F238E27FC236}">
                <a16:creationId xmlns:a16="http://schemas.microsoft.com/office/drawing/2014/main" id="{F9A0967B-96D3-2FB7-4F10-0846B9C7F121}"/>
              </a:ext>
            </a:extLst>
          </p:cNvPr>
          <p:cNvSpPr/>
          <p:nvPr/>
        </p:nvSpPr>
        <p:spPr>
          <a:xfrm>
            <a:off x="4380937" y="1564578"/>
            <a:ext cx="4280480" cy="271498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19" name="Picture 2" descr="Qué es el Diagrama de Ishikawa o Diagrama de Espina de Pescado">
            <a:extLst>
              <a:ext uri="{FF2B5EF4-FFF2-40B4-BE49-F238E27FC236}">
                <a16:creationId xmlns:a16="http://schemas.microsoft.com/office/drawing/2014/main" id="{282AA949-B1B3-E015-DF8C-D9E577EB3C8D}"/>
              </a:ext>
            </a:extLst>
          </p:cNvPr>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4576770" y="1674013"/>
            <a:ext cx="3888813" cy="2304776"/>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Flecha lineal: curva con sentido de las agujas del reloj con relleno sólido">
            <a:extLst>
              <a:ext uri="{FF2B5EF4-FFF2-40B4-BE49-F238E27FC236}">
                <a16:creationId xmlns:a16="http://schemas.microsoft.com/office/drawing/2014/main" id="{4D8871EA-C1A8-78E9-3281-7D37F9863A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5213858">
            <a:off x="2765234" y="2286201"/>
            <a:ext cx="1422312" cy="2013573"/>
          </a:xfrm>
          <a:prstGeom prst="rect">
            <a:avLst/>
          </a:prstGeom>
        </p:spPr>
      </p:pic>
    </p:spTree>
    <p:extLst>
      <p:ext uri="{BB962C8B-B14F-4D97-AF65-F5344CB8AC3E}">
        <p14:creationId xmlns:p14="http://schemas.microsoft.com/office/powerpoint/2010/main" val="3847177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9FA7A-C5B3-FB54-032B-03BDA2EB3D6F}"/>
            </a:ext>
          </a:extLst>
        </p:cNvPr>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3D6351D6-4DD9-667D-EE00-BE221A1EE151}"/>
              </a:ext>
            </a:extLst>
          </p:cNvPr>
          <p:cNvSpPr/>
          <p:nvPr/>
        </p:nvSpPr>
        <p:spPr>
          <a:xfrm>
            <a:off x="476671" y="969689"/>
            <a:ext cx="2974195" cy="370591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51144BCB-E96C-CB6E-0ED2-A63949723F16}"/>
              </a:ext>
            </a:extLst>
          </p:cNvPr>
          <p:cNvSpPr>
            <a:spLocks noGrp="1"/>
          </p:cNvSpPr>
          <p:nvPr>
            <p:ph type="title"/>
          </p:nvPr>
        </p:nvSpPr>
        <p:spPr>
          <a:xfrm>
            <a:off x="330993" y="313420"/>
            <a:ext cx="8482014" cy="307777"/>
          </a:xfrm>
        </p:spPr>
        <p:txBody>
          <a:bodyPr/>
          <a:lstStyle/>
          <a:p>
            <a:pPr algn="ctr"/>
            <a:r>
              <a:rPr lang="es-MX" noProof="0"/>
              <a:t>Ishikawa Diagram (Cause and Effect)</a:t>
            </a:r>
          </a:p>
        </p:txBody>
      </p:sp>
      <p:pic>
        <p:nvPicPr>
          <p:cNvPr id="5" name="Imagen 4" descr="Dibujo de una persona&#10;&#10;El contenido generado por IA puede ser incorrecto.">
            <a:extLst>
              <a:ext uri="{FF2B5EF4-FFF2-40B4-BE49-F238E27FC236}">
                <a16:creationId xmlns:a16="http://schemas.microsoft.com/office/drawing/2014/main" id="{66812CED-5938-1C54-1B85-376B3DAEB0FD}"/>
              </a:ext>
            </a:extLst>
          </p:cNvPr>
          <p:cNvPicPr>
            <a:picLocks noChangeAspect="1"/>
          </p:cNvPicPr>
          <p:nvPr/>
        </p:nvPicPr>
        <p:blipFill>
          <a:blip r:embed="rId2"/>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C38D6076-FBCA-038A-97F5-AC07834CD26E}"/>
              </a:ext>
            </a:extLst>
          </p:cNvPr>
          <p:cNvSpPr/>
          <p:nvPr/>
        </p:nvSpPr>
        <p:spPr>
          <a:xfrm>
            <a:off x="3919993" y="1654157"/>
            <a:ext cx="4682816" cy="302144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12" name="Picture 2" descr="Qué es el Diagrama de Ishikawa o Diagrama de Espina de Pescado">
            <a:extLst>
              <a:ext uri="{FF2B5EF4-FFF2-40B4-BE49-F238E27FC236}">
                <a16:creationId xmlns:a16="http://schemas.microsoft.com/office/drawing/2014/main" id="{AF8F5CF6-4FB8-067E-CA76-9A134C413717}"/>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4063253" y="1862105"/>
            <a:ext cx="4396296" cy="2605545"/>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esquinas redondeadas 13">
            <a:extLst>
              <a:ext uri="{FF2B5EF4-FFF2-40B4-BE49-F238E27FC236}">
                <a16:creationId xmlns:a16="http://schemas.microsoft.com/office/drawing/2014/main" id="{26744D63-768B-4CBB-6D87-141BC84C256B}"/>
              </a:ext>
            </a:extLst>
          </p:cNvPr>
          <p:cNvSpPr/>
          <p:nvPr/>
        </p:nvSpPr>
        <p:spPr>
          <a:xfrm>
            <a:off x="3919993" y="969689"/>
            <a:ext cx="4643562" cy="62024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dirty="0">
                <a:solidFill>
                  <a:schemeClr val="bg1"/>
                </a:solidFill>
              </a:rPr>
              <a:t>A brainstorming tool that helps identify potential causes grouped into categories.</a:t>
            </a:r>
          </a:p>
        </p:txBody>
      </p:sp>
      <p:pic>
        <p:nvPicPr>
          <p:cNvPr id="2050" name="Picture 2" descr="Ishikawa Diagram: How to Use It in Root Cause Analysis">
            <a:extLst>
              <a:ext uri="{FF2B5EF4-FFF2-40B4-BE49-F238E27FC236}">
                <a16:creationId xmlns:a16="http://schemas.microsoft.com/office/drawing/2014/main" id="{085F4DED-BEDD-7D56-B604-0B86A7A3EDA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698"/>
          <a:stretch>
            <a:fillRect/>
          </a:stretch>
        </p:blipFill>
        <p:spPr bwMode="auto">
          <a:xfrm>
            <a:off x="1077177" y="1279813"/>
            <a:ext cx="1630213" cy="1788995"/>
          </a:xfrm>
          <a:prstGeom prst="rect">
            <a:avLst/>
          </a:prstGeom>
          <a:noFill/>
          <a:extLst>
            <a:ext uri="{909E8E84-426E-40DD-AFC4-6F175D3DCCD1}">
              <a14:hiddenFill xmlns:a14="http://schemas.microsoft.com/office/drawing/2010/main">
                <a:solidFill>
                  <a:srgbClr val="FFFFFF"/>
                </a:solidFill>
              </a14:hiddenFill>
            </a:ext>
          </a:extLst>
        </p:spPr>
      </p:pic>
      <p:sp>
        <p:nvSpPr>
          <p:cNvPr id="17" name="Title 1">
            <a:extLst>
              <a:ext uri="{FF2B5EF4-FFF2-40B4-BE49-F238E27FC236}">
                <a16:creationId xmlns:a16="http://schemas.microsoft.com/office/drawing/2014/main" id="{16316CCB-A338-734B-B7A7-ADC2D73614D3}"/>
              </a:ext>
            </a:extLst>
          </p:cNvPr>
          <p:cNvSpPr txBox="1">
            <a:spLocks/>
          </p:cNvSpPr>
          <p:nvPr/>
        </p:nvSpPr>
        <p:spPr>
          <a:xfrm>
            <a:off x="710214" y="3435147"/>
            <a:ext cx="2507107" cy="73866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a:solidFill>
                  <a:schemeClr val="bg1"/>
                </a:solidFill>
              </a:rPr>
              <a:t>It was developed by Kaoru Ishikawa in the 1960s and is widely used in quality management and continuous improvement.</a:t>
            </a:r>
          </a:p>
        </p:txBody>
      </p:sp>
    </p:spTree>
    <p:extLst>
      <p:ext uri="{BB962C8B-B14F-4D97-AF65-F5344CB8AC3E}">
        <p14:creationId xmlns:p14="http://schemas.microsoft.com/office/powerpoint/2010/main" val="3835749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E79B2-F88B-37F0-0B07-9421B6371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A2CCC-EB9C-B575-AF5B-325D3345695F}"/>
              </a:ext>
            </a:extLst>
          </p:cNvPr>
          <p:cNvSpPr>
            <a:spLocks noGrp="1"/>
          </p:cNvSpPr>
          <p:nvPr>
            <p:ph type="title"/>
          </p:nvPr>
        </p:nvSpPr>
        <p:spPr>
          <a:xfrm>
            <a:off x="330993" y="313420"/>
            <a:ext cx="8482014" cy="307777"/>
          </a:xfrm>
        </p:spPr>
        <p:txBody>
          <a:bodyPr/>
          <a:lstStyle/>
          <a:p>
            <a:pPr algn="ctr"/>
            <a:r>
              <a:rPr lang="es-MX" noProof="0"/>
              <a:t>Ishikawa Diagram (Cause and Effect)</a:t>
            </a:r>
          </a:p>
        </p:txBody>
      </p:sp>
      <p:sp>
        <p:nvSpPr>
          <p:cNvPr id="3" name="CuadroTexto 7">
            <a:extLst>
              <a:ext uri="{FF2B5EF4-FFF2-40B4-BE49-F238E27FC236}">
                <a16:creationId xmlns:a16="http://schemas.microsoft.com/office/drawing/2014/main" id="{A61375BF-15A1-3C87-1954-FBDD352FDE86}"/>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Diagram Elements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DF6823C5-6E17-E6BD-1FCE-C6EC08495A6A}"/>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F329361B-16AB-1E01-6420-467E6CC5C9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74996" y="1459717"/>
            <a:ext cx="1176076" cy="1176076"/>
          </a:xfrm>
          <a:prstGeom prst="rect">
            <a:avLst/>
          </a:prstGeom>
        </p:spPr>
      </p:pic>
      <p:sp>
        <p:nvSpPr>
          <p:cNvPr id="13" name="CuadroTexto 12">
            <a:extLst>
              <a:ext uri="{FF2B5EF4-FFF2-40B4-BE49-F238E27FC236}">
                <a16:creationId xmlns:a16="http://schemas.microsoft.com/office/drawing/2014/main" id="{D56B5ED0-E2CE-9877-BC2E-922ED3780422}"/>
              </a:ext>
            </a:extLst>
          </p:cNvPr>
          <p:cNvSpPr txBox="1"/>
          <p:nvPr/>
        </p:nvSpPr>
        <p:spPr>
          <a:xfrm>
            <a:off x="2020383" y="1440305"/>
            <a:ext cx="5084618" cy="174900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a:solidFill>
                  <a:schemeClr val="bg1"/>
                </a:solidFill>
              </a:rPr>
              <a:t>Who are the team members? What roles do they have in the organization?</a:t>
            </a:r>
          </a:p>
          <a:p>
            <a:pPr marL="171450" indent="-171450" algn="just">
              <a:lnSpc>
                <a:spcPct val="200000"/>
              </a:lnSpc>
              <a:buFont typeface="Wingdings" panose="05000000000000000000" pitchFamily="2" charset="2"/>
              <a:buChar char="Ø"/>
            </a:pPr>
            <a:r>
              <a:rPr lang="es-MX" sz="1400" noProof="0">
                <a:solidFill>
                  <a:schemeClr val="bg1"/>
                </a:solidFill>
              </a:rPr>
              <a:t>Why do you think these are the right people to participate in solving the problem?</a:t>
            </a:r>
          </a:p>
        </p:txBody>
      </p:sp>
      <p:sp>
        <p:nvSpPr>
          <p:cNvPr id="18" name="Rectángulo: esquinas redondeadas 17">
            <a:extLst>
              <a:ext uri="{FF2B5EF4-FFF2-40B4-BE49-F238E27FC236}">
                <a16:creationId xmlns:a16="http://schemas.microsoft.com/office/drawing/2014/main" id="{AA129A67-43B5-DF2A-EFC3-04DE596929E9}"/>
              </a:ext>
            </a:extLst>
          </p:cNvPr>
          <p:cNvSpPr/>
          <p:nvPr/>
        </p:nvSpPr>
        <p:spPr>
          <a:xfrm>
            <a:off x="2722066" y="1459717"/>
            <a:ext cx="3420213" cy="2095827"/>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11" name="Picture 2" descr="Qué es el Diagrama de Ishikawa o Diagrama de Espina de Pescado">
            <a:extLst>
              <a:ext uri="{FF2B5EF4-FFF2-40B4-BE49-F238E27FC236}">
                <a16:creationId xmlns:a16="http://schemas.microsoft.com/office/drawing/2014/main" id="{8CA3B350-1877-6704-8275-53BC65ED844E}"/>
              </a:ext>
            </a:extLst>
          </p:cNvPr>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2808923" y="1519843"/>
            <a:ext cx="3333356" cy="1975574"/>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esquinas redondeadas 11">
            <a:extLst>
              <a:ext uri="{FF2B5EF4-FFF2-40B4-BE49-F238E27FC236}">
                <a16:creationId xmlns:a16="http://schemas.microsoft.com/office/drawing/2014/main" id="{5092E0FA-29DD-E127-7FC7-57223C4842CF}"/>
              </a:ext>
            </a:extLst>
          </p:cNvPr>
          <p:cNvSpPr/>
          <p:nvPr/>
        </p:nvSpPr>
        <p:spPr>
          <a:xfrm>
            <a:off x="7058575" y="1197336"/>
            <a:ext cx="1534978" cy="140393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b="1" noProof="0">
                <a:solidFill>
                  <a:schemeClr val="bg1"/>
                </a:solidFill>
              </a:rPr>
              <a:t>Fish head: The problem to be analyzed (use the problem statement from the previous phase).</a:t>
            </a:r>
          </a:p>
        </p:txBody>
      </p:sp>
      <p:pic>
        <p:nvPicPr>
          <p:cNvPr id="14" name="Gráfico 13" descr="Flecha lineal: curva con sentido de las agujas del reloj con relleno sólido">
            <a:extLst>
              <a:ext uri="{FF2B5EF4-FFF2-40B4-BE49-F238E27FC236}">
                <a16:creationId xmlns:a16="http://schemas.microsoft.com/office/drawing/2014/main" id="{D06F1637-D9C0-73C0-ADD9-DA66CBD1A3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373982" flipH="1" flipV="1">
            <a:off x="5762826" y="1288262"/>
            <a:ext cx="1137453" cy="1386447"/>
          </a:xfrm>
          <a:prstGeom prst="rect">
            <a:avLst/>
          </a:prstGeom>
        </p:spPr>
      </p:pic>
      <p:sp>
        <p:nvSpPr>
          <p:cNvPr id="16" name="Rectángulo: esquinas redondeadas 15">
            <a:extLst>
              <a:ext uri="{FF2B5EF4-FFF2-40B4-BE49-F238E27FC236}">
                <a16:creationId xmlns:a16="http://schemas.microsoft.com/office/drawing/2014/main" id="{875FDD33-D4C7-73C0-2233-30AFF0089FCB}"/>
              </a:ext>
            </a:extLst>
          </p:cNvPr>
          <p:cNvSpPr/>
          <p:nvPr/>
        </p:nvSpPr>
        <p:spPr>
          <a:xfrm>
            <a:off x="6424369" y="2907379"/>
            <a:ext cx="1534978" cy="117607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b="1" noProof="0">
                <a:solidFill>
                  <a:schemeClr val="bg1"/>
                </a:solidFill>
              </a:rPr>
              <a:t>Main spine: Connects the problem to the main causes.</a:t>
            </a:r>
          </a:p>
        </p:txBody>
      </p:sp>
      <p:pic>
        <p:nvPicPr>
          <p:cNvPr id="17" name="Gráfico 16" descr="Flecha lineal: curva con sentido de las agujas del reloj con relleno sólido">
            <a:extLst>
              <a:ext uri="{FF2B5EF4-FFF2-40B4-BE49-F238E27FC236}">
                <a16:creationId xmlns:a16="http://schemas.microsoft.com/office/drawing/2014/main" id="{B95DB2F9-AFF4-E690-F030-DF2B2D1EB5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373982" flipV="1">
            <a:off x="5107314" y="2238981"/>
            <a:ext cx="1006263" cy="1624445"/>
          </a:xfrm>
          <a:prstGeom prst="rect">
            <a:avLst/>
          </a:prstGeom>
        </p:spPr>
      </p:pic>
      <p:sp>
        <p:nvSpPr>
          <p:cNvPr id="20" name="Rectángulo: esquinas redondeadas 19">
            <a:extLst>
              <a:ext uri="{FF2B5EF4-FFF2-40B4-BE49-F238E27FC236}">
                <a16:creationId xmlns:a16="http://schemas.microsoft.com/office/drawing/2014/main" id="{3074BAC9-A0D9-50CE-2CF2-F669B3170BB8}"/>
              </a:ext>
            </a:extLst>
          </p:cNvPr>
          <p:cNvSpPr/>
          <p:nvPr/>
        </p:nvSpPr>
        <p:spPr>
          <a:xfrm>
            <a:off x="448666" y="1785375"/>
            <a:ext cx="1534978" cy="117607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b="1" noProof="0">
                <a:solidFill>
                  <a:schemeClr val="bg1"/>
                </a:solidFill>
              </a:rPr>
              <a:t>Bones: Categories of the main causes (usually those shown in the image).</a:t>
            </a:r>
          </a:p>
        </p:txBody>
      </p:sp>
      <p:pic>
        <p:nvPicPr>
          <p:cNvPr id="21" name="Gráfico 20" descr="Flecha lineal: curva con sentido de las agujas del reloj con relleno sólido">
            <a:extLst>
              <a:ext uri="{FF2B5EF4-FFF2-40B4-BE49-F238E27FC236}">
                <a16:creationId xmlns:a16="http://schemas.microsoft.com/office/drawing/2014/main" id="{26C55671-00F3-4D12-502E-4C7CE90AD6E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4436290" flipH="1">
            <a:off x="2025963" y="1344310"/>
            <a:ext cx="1139830" cy="1232154"/>
          </a:xfrm>
          <a:prstGeom prst="rect">
            <a:avLst/>
          </a:prstGeom>
        </p:spPr>
      </p:pic>
      <p:sp>
        <p:nvSpPr>
          <p:cNvPr id="22" name="Rectángulo: esquinas redondeadas 21">
            <a:extLst>
              <a:ext uri="{FF2B5EF4-FFF2-40B4-BE49-F238E27FC236}">
                <a16:creationId xmlns:a16="http://schemas.microsoft.com/office/drawing/2014/main" id="{7896C8F1-CCC0-7057-AEC9-05B1E45406B7}"/>
              </a:ext>
            </a:extLst>
          </p:cNvPr>
          <p:cNvSpPr/>
          <p:nvPr/>
        </p:nvSpPr>
        <p:spPr>
          <a:xfrm>
            <a:off x="1060900" y="3516433"/>
            <a:ext cx="1534978" cy="117607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b="1" noProof="0">
                <a:solidFill>
                  <a:schemeClr val="bg1"/>
                </a:solidFill>
              </a:rPr>
              <a:t>Smaller bones: Specific factors that contribute to the problem.</a:t>
            </a:r>
          </a:p>
        </p:txBody>
      </p:sp>
      <p:pic>
        <p:nvPicPr>
          <p:cNvPr id="23" name="Gráfico 22" descr="Flecha lineal: curva con sentido de las agujas del reloj con relleno sólido">
            <a:extLst>
              <a:ext uri="{FF2B5EF4-FFF2-40B4-BE49-F238E27FC236}">
                <a16:creationId xmlns:a16="http://schemas.microsoft.com/office/drawing/2014/main" id="{C5134808-88DD-854E-1421-FA8FC800A0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4436290">
            <a:off x="2715912" y="2948875"/>
            <a:ext cx="966023" cy="1490005"/>
          </a:xfrm>
          <a:prstGeom prst="rect">
            <a:avLst/>
          </a:prstGeom>
        </p:spPr>
      </p:pic>
    </p:spTree>
    <p:extLst>
      <p:ext uri="{BB962C8B-B14F-4D97-AF65-F5344CB8AC3E}">
        <p14:creationId xmlns:p14="http://schemas.microsoft.com/office/powerpoint/2010/main" val="3776442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97D1D-C806-A9DB-C0CD-D3F6430C552F}"/>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D1EC577D-2730-C42F-C0FC-E3BE86CD3DE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D1EC577D-2730-C42F-C0FC-E3BE86CD3DE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C65EABD5-8AF7-F3FE-6E01-3497380AE3C3}"/>
              </a:ext>
            </a:extLst>
          </p:cNvPr>
          <p:cNvPicPr>
            <a:picLocks noChangeAspect="1"/>
          </p:cNvPicPr>
          <p:nvPr/>
        </p:nvPicPr>
        <p:blipFill>
          <a:blip r:embed="rId6"/>
          <a:stretch>
            <a:fillRect/>
          </a:stretch>
        </p:blipFill>
        <p:spPr>
          <a:xfrm>
            <a:off x="8738529" y="130779"/>
            <a:ext cx="297258" cy="419100"/>
          </a:xfrm>
          <a:prstGeom prst="rect">
            <a:avLst/>
          </a:prstGeom>
        </p:spPr>
      </p:pic>
      <p:sp>
        <p:nvSpPr>
          <p:cNvPr id="9" name="Title 1">
            <a:extLst>
              <a:ext uri="{FF2B5EF4-FFF2-40B4-BE49-F238E27FC236}">
                <a16:creationId xmlns:a16="http://schemas.microsoft.com/office/drawing/2014/main" id="{5246B6D0-613E-880E-E647-A4B5A869255A}"/>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Ishikawa Diagram (Cause and Effect)</a:t>
            </a:r>
          </a:p>
        </p:txBody>
      </p:sp>
      <p:sp>
        <p:nvSpPr>
          <p:cNvPr id="10" name="CuadroTexto 7">
            <a:extLst>
              <a:ext uri="{FF2B5EF4-FFF2-40B4-BE49-F238E27FC236}">
                <a16:creationId xmlns:a16="http://schemas.microsoft.com/office/drawing/2014/main" id="{D2FC61F0-BB16-C774-2BE0-00FD8BB69130}"/>
              </a:ext>
            </a:extLst>
          </p:cNvPr>
          <p:cNvSpPr txBox="1"/>
          <p:nvPr/>
        </p:nvSpPr>
        <p:spPr>
          <a:xfrm>
            <a:off x="2426218" y="54987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bg1"/>
                </a:solidFill>
              </a:rPr>
              <a:t>How to Brainstorm Effectively</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9" name="Rectángulo: esquinas redondeadas 18">
            <a:extLst>
              <a:ext uri="{FF2B5EF4-FFF2-40B4-BE49-F238E27FC236}">
                <a16:creationId xmlns:a16="http://schemas.microsoft.com/office/drawing/2014/main" id="{A9F51C1D-EDC9-A139-7A12-E84BE195B0F9}"/>
              </a:ext>
            </a:extLst>
          </p:cNvPr>
          <p:cNvSpPr/>
          <p:nvPr/>
        </p:nvSpPr>
        <p:spPr>
          <a:xfrm>
            <a:off x="493359" y="1151731"/>
            <a:ext cx="3102671" cy="2632351"/>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0" name="Rectángulo: esquinas redondeadas 19">
            <a:extLst>
              <a:ext uri="{FF2B5EF4-FFF2-40B4-BE49-F238E27FC236}">
                <a16:creationId xmlns:a16="http://schemas.microsoft.com/office/drawing/2014/main" id="{13C25E2F-F46A-D6AC-CADA-41C0C7432475}"/>
              </a:ext>
            </a:extLst>
          </p:cNvPr>
          <p:cNvSpPr/>
          <p:nvPr/>
        </p:nvSpPr>
        <p:spPr>
          <a:xfrm>
            <a:off x="5263954" y="1111176"/>
            <a:ext cx="3102671" cy="2672906"/>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1" name="Gráfico 20" descr="Flecha abajo con relleno sólido">
            <a:extLst>
              <a:ext uri="{FF2B5EF4-FFF2-40B4-BE49-F238E27FC236}">
                <a16:creationId xmlns:a16="http://schemas.microsoft.com/office/drawing/2014/main" id="{29A0700D-78E9-7C5A-A6CD-8F846AE2792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200000">
            <a:off x="3944859" y="2089200"/>
            <a:ext cx="1023356" cy="843517"/>
          </a:xfrm>
          <a:prstGeom prst="rect">
            <a:avLst/>
          </a:prstGeom>
          <a:effectLst>
            <a:outerShdw blurRad="50800" dist="38100" dir="2700000" algn="tl" rotWithShape="0">
              <a:prstClr val="black">
                <a:alpha val="40000"/>
              </a:prstClr>
            </a:outerShdw>
          </a:effectLst>
        </p:spPr>
      </p:pic>
      <p:pic>
        <p:nvPicPr>
          <p:cNvPr id="23" name="Gráfico 22" descr="Luces encendidas con relleno sólido">
            <a:extLst>
              <a:ext uri="{FF2B5EF4-FFF2-40B4-BE49-F238E27FC236}">
                <a16:creationId xmlns:a16="http://schemas.microsoft.com/office/drawing/2014/main" id="{91E13896-D7E6-F111-A979-D32C633DB4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7375" y="1870545"/>
            <a:ext cx="1127827" cy="1127827"/>
          </a:xfrm>
          <a:prstGeom prst="rect">
            <a:avLst/>
          </a:prstGeom>
        </p:spPr>
      </p:pic>
      <p:pic>
        <p:nvPicPr>
          <p:cNvPr id="25" name="Gráfico 24" descr="bolas de harvey 100% con relleno sólido">
            <a:extLst>
              <a:ext uri="{FF2B5EF4-FFF2-40B4-BE49-F238E27FC236}">
                <a16:creationId xmlns:a16="http://schemas.microsoft.com/office/drawing/2014/main" id="{B55966A0-4DC6-3038-F58C-FA576AF15F2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47670" y="2009674"/>
            <a:ext cx="271463" cy="271463"/>
          </a:xfrm>
          <a:prstGeom prst="rect">
            <a:avLst/>
          </a:prstGeom>
        </p:spPr>
      </p:pic>
      <p:pic>
        <p:nvPicPr>
          <p:cNvPr id="27" name="Gráfico 26" descr="bolas de harvey 100% contorno">
            <a:extLst>
              <a:ext uri="{FF2B5EF4-FFF2-40B4-BE49-F238E27FC236}">
                <a16:creationId xmlns:a16="http://schemas.microsoft.com/office/drawing/2014/main" id="{F57B24B7-5490-D93D-B54D-3DD9F6DA8BA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35531" y="1857344"/>
            <a:ext cx="416054" cy="416054"/>
          </a:xfrm>
          <a:prstGeom prst="rect">
            <a:avLst/>
          </a:prstGeom>
        </p:spPr>
      </p:pic>
      <p:pic>
        <p:nvPicPr>
          <p:cNvPr id="28" name="Gráfico 27" descr="bolas de harvey 100% contorno">
            <a:extLst>
              <a:ext uri="{FF2B5EF4-FFF2-40B4-BE49-F238E27FC236}">
                <a16:creationId xmlns:a16="http://schemas.microsoft.com/office/drawing/2014/main" id="{5B20E2C4-16A3-4612-E771-040B4A04ABE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200477" y="2273398"/>
            <a:ext cx="416054" cy="416054"/>
          </a:xfrm>
          <a:prstGeom prst="rect">
            <a:avLst/>
          </a:prstGeom>
        </p:spPr>
      </p:pic>
      <p:pic>
        <p:nvPicPr>
          <p:cNvPr id="29" name="Gráfico 28" descr="bolas de harvey 100% contorno">
            <a:extLst>
              <a:ext uri="{FF2B5EF4-FFF2-40B4-BE49-F238E27FC236}">
                <a16:creationId xmlns:a16="http://schemas.microsoft.com/office/drawing/2014/main" id="{86C3DB71-938F-3FB4-C868-DC640AF5258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50051" y="2728245"/>
            <a:ext cx="416054" cy="416054"/>
          </a:xfrm>
          <a:prstGeom prst="rect">
            <a:avLst/>
          </a:prstGeom>
        </p:spPr>
      </p:pic>
      <p:pic>
        <p:nvPicPr>
          <p:cNvPr id="30" name="Gráfico 29" descr="bolas de harvey 100% con relleno sólido">
            <a:extLst>
              <a:ext uri="{FF2B5EF4-FFF2-40B4-BE49-F238E27FC236}">
                <a16:creationId xmlns:a16="http://schemas.microsoft.com/office/drawing/2014/main" id="{BFD09D3D-5987-A065-6268-BB85D09FF0E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699601" y="2376753"/>
            <a:ext cx="271463" cy="271463"/>
          </a:xfrm>
          <a:prstGeom prst="rect">
            <a:avLst/>
          </a:prstGeom>
        </p:spPr>
      </p:pic>
      <p:pic>
        <p:nvPicPr>
          <p:cNvPr id="31" name="Gráfico 30" descr="bolas de harvey 100% con relleno sólido">
            <a:extLst>
              <a:ext uri="{FF2B5EF4-FFF2-40B4-BE49-F238E27FC236}">
                <a16:creationId xmlns:a16="http://schemas.microsoft.com/office/drawing/2014/main" id="{190F3003-3A0C-AB61-666C-E188557C944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610586" y="2804094"/>
            <a:ext cx="271463" cy="271463"/>
          </a:xfrm>
          <a:prstGeom prst="rect">
            <a:avLst/>
          </a:prstGeom>
        </p:spPr>
      </p:pic>
      <p:sp>
        <p:nvSpPr>
          <p:cNvPr id="32" name="CuadroTexto 31">
            <a:extLst>
              <a:ext uri="{FF2B5EF4-FFF2-40B4-BE49-F238E27FC236}">
                <a16:creationId xmlns:a16="http://schemas.microsoft.com/office/drawing/2014/main" id="{066AC1AB-4AE5-846E-8CB9-1F7D6E4195B2}"/>
              </a:ext>
            </a:extLst>
          </p:cNvPr>
          <p:cNvSpPr txBox="1"/>
          <p:nvPr/>
        </p:nvSpPr>
        <p:spPr>
          <a:xfrm>
            <a:off x="1150174" y="1290343"/>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Divergent
(Individual)</a:t>
            </a:r>
          </a:p>
          <a:p>
            <a:pPr algn="ctr"/>
            <a:endParaRPr lang="es-MX" sz="1200" b="1" noProof="0">
              <a:solidFill>
                <a:schemeClr val="bg1"/>
              </a:solidFill>
            </a:endParaRPr>
          </a:p>
        </p:txBody>
      </p:sp>
      <p:sp>
        <p:nvSpPr>
          <p:cNvPr id="33" name="CuadroTexto 32">
            <a:extLst>
              <a:ext uri="{FF2B5EF4-FFF2-40B4-BE49-F238E27FC236}">
                <a16:creationId xmlns:a16="http://schemas.microsoft.com/office/drawing/2014/main" id="{258090DD-EAC3-1E68-6834-FFF41367D0F9}"/>
              </a:ext>
            </a:extLst>
          </p:cNvPr>
          <p:cNvSpPr txBox="1"/>
          <p:nvPr/>
        </p:nvSpPr>
        <p:spPr>
          <a:xfrm>
            <a:off x="502442" y="3285047"/>
            <a:ext cx="3102671"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Each person generates ideas independently</a:t>
            </a:r>
          </a:p>
        </p:txBody>
      </p:sp>
      <p:pic>
        <p:nvPicPr>
          <p:cNvPr id="37" name="Gráfico 36" descr="Filtro con relleno sólido">
            <a:extLst>
              <a:ext uri="{FF2B5EF4-FFF2-40B4-BE49-F238E27FC236}">
                <a16:creationId xmlns:a16="http://schemas.microsoft.com/office/drawing/2014/main" id="{A418103E-81A2-89B8-81BA-4D6B524B0C3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242051" y="2042419"/>
            <a:ext cx="1250358" cy="1250358"/>
          </a:xfrm>
          <a:prstGeom prst="rect">
            <a:avLst/>
          </a:prstGeom>
        </p:spPr>
      </p:pic>
      <p:pic>
        <p:nvPicPr>
          <p:cNvPr id="38" name="Gráfico 37" descr="bolas de harvey 100% con relleno sólido">
            <a:extLst>
              <a:ext uri="{FF2B5EF4-FFF2-40B4-BE49-F238E27FC236}">
                <a16:creationId xmlns:a16="http://schemas.microsoft.com/office/drawing/2014/main" id="{D552ED84-8DDC-51C8-205E-072DC078486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62558" y="1870545"/>
            <a:ext cx="271463" cy="271463"/>
          </a:xfrm>
          <a:prstGeom prst="rect">
            <a:avLst/>
          </a:prstGeom>
        </p:spPr>
      </p:pic>
      <p:pic>
        <p:nvPicPr>
          <p:cNvPr id="39" name="Gráfico 38" descr="bolas de harvey 100% con relleno sólido">
            <a:extLst>
              <a:ext uri="{FF2B5EF4-FFF2-40B4-BE49-F238E27FC236}">
                <a16:creationId xmlns:a16="http://schemas.microsoft.com/office/drawing/2014/main" id="{51A4A438-7F60-6EE9-1887-A09E05B1F56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78206" y="1870545"/>
            <a:ext cx="271463" cy="271463"/>
          </a:xfrm>
          <a:prstGeom prst="rect">
            <a:avLst/>
          </a:prstGeom>
        </p:spPr>
      </p:pic>
      <p:pic>
        <p:nvPicPr>
          <p:cNvPr id="40" name="Gráfico 39" descr="bolas de harvey 100% con relleno sólido">
            <a:extLst>
              <a:ext uri="{FF2B5EF4-FFF2-40B4-BE49-F238E27FC236}">
                <a16:creationId xmlns:a16="http://schemas.microsoft.com/office/drawing/2014/main" id="{C6D43EFE-ED93-D837-912D-E108EE04476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03424" y="1870545"/>
            <a:ext cx="271463" cy="271463"/>
          </a:xfrm>
          <a:prstGeom prst="rect">
            <a:avLst/>
          </a:prstGeom>
        </p:spPr>
      </p:pic>
      <p:sp>
        <p:nvSpPr>
          <p:cNvPr id="41" name="CuadroTexto 40">
            <a:extLst>
              <a:ext uri="{FF2B5EF4-FFF2-40B4-BE49-F238E27FC236}">
                <a16:creationId xmlns:a16="http://schemas.microsoft.com/office/drawing/2014/main" id="{3423EEC5-1724-FF67-C39B-05AE793FBE5E}"/>
              </a:ext>
            </a:extLst>
          </p:cNvPr>
          <p:cNvSpPr txBox="1"/>
          <p:nvPr/>
        </p:nvSpPr>
        <p:spPr>
          <a:xfrm>
            <a:off x="5262599" y="3310762"/>
            <a:ext cx="3102671"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Ideas are shared, grouped, and prioritized together</a:t>
            </a:r>
          </a:p>
        </p:txBody>
      </p:sp>
      <p:sp>
        <p:nvSpPr>
          <p:cNvPr id="42" name="CuadroTexto 41">
            <a:extLst>
              <a:ext uri="{FF2B5EF4-FFF2-40B4-BE49-F238E27FC236}">
                <a16:creationId xmlns:a16="http://schemas.microsoft.com/office/drawing/2014/main" id="{133A6790-4936-35F9-2A43-9E953A961AD1}"/>
              </a:ext>
            </a:extLst>
          </p:cNvPr>
          <p:cNvSpPr txBox="1"/>
          <p:nvPr/>
        </p:nvSpPr>
        <p:spPr>
          <a:xfrm>
            <a:off x="5919414" y="1264953"/>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Convergent
(Group)</a:t>
            </a:r>
          </a:p>
          <a:p>
            <a:pPr algn="ctr"/>
            <a:endParaRPr lang="es-MX" sz="1200" b="1" noProof="0">
              <a:solidFill>
                <a:schemeClr val="bg1"/>
              </a:solidFill>
            </a:endParaRPr>
          </a:p>
        </p:txBody>
      </p:sp>
      <p:sp>
        <p:nvSpPr>
          <p:cNvPr id="43" name="Rectángulo: esquinas redondeadas 42">
            <a:extLst>
              <a:ext uri="{FF2B5EF4-FFF2-40B4-BE49-F238E27FC236}">
                <a16:creationId xmlns:a16="http://schemas.microsoft.com/office/drawing/2014/main" id="{904FE400-B3E0-B628-3F9C-5D944DD9E512}"/>
              </a:ext>
            </a:extLst>
          </p:cNvPr>
          <p:cNvSpPr/>
          <p:nvPr/>
        </p:nvSpPr>
        <p:spPr>
          <a:xfrm>
            <a:off x="516752" y="4098176"/>
            <a:ext cx="2264322" cy="520775"/>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a:solidFill>
                <a:srgbClr val="FFFFFF"/>
              </a:solidFill>
            </a:endParaRPr>
          </a:p>
        </p:txBody>
      </p:sp>
      <p:sp>
        <p:nvSpPr>
          <p:cNvPr id="44" name="CuadroTexto 43">
            <a:extLst>
              <a:ext uri="{FF2B5EF4-FFF2-40B4-BE49-F238E27FC236}">
                <a16:creationId xmlns:a16="http://schemas.microsoft.com/office/drawing/2014/main" id="{2A3919C1-5422-7F58-2A3C-7EB20EB47863}"/>
              </a:ext>
            </a:extLst>
          </p:cNvPr>
          <p:cNvSpPr txBox="1"/>
          <p:nvPr/>
        </p:nvSpPr>
        <p:spPr>
          <a:xfrm>
            <a:off x="862012" y="4175900"/>
            <a:ext cx="1685658" cy="35829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chemeClr val="bg1"/>
                </a:solidFill>
              </a:rPr>
              <a:t>Avoids bias</a:t>
            </a:r>
          </a:p>
        </p:txBody>
      </p:sp>
      <p:sp>
        <p:nvSpPr>
          <p:cNvPr id="45" name="Rectángulo: esquinas redondeadas 44">
            <a:extLst>
              <a:ext uri="{FF2B5EF4-FFF2-40B4-BE49-F238E27FC236}">
                <a16:creationId xmlns:a16="http://schemas.microsoft.com/office/drawing/2014/main" id="{FD2CCE27-2915-DF87-7CD5-C53E0F13A92D}"/>
              </a:ext>
            </a:extLst>
          </p:cNvPr>
          <p:cNvSpPr/>
          <p:nvPr/>
        </p:nvSpPr>
        <p:spPr>
          <a:xfrm>
            <a:off x="3232728" y="4098176"/>
            <a:ext cx="2449968" cy="52781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a:solidFill>
                <a:srgbClr val="FFFFFF"/>
              </a:solidFill>
            </a:endParaRPr>
          </a:p>
        </p:txBody>
      </p:sp>
      <p:sp>
        <p:nvSpPr>
          <p:cNvPr id="47" name="CuadroTexto 46">
            <a:extLst>
              <a:ext uri="{FF2B5EF4-FFF2-40B4-BE49-F238E27FC236}">
                <a16:creationId xmlns:a16="http://schemas.microsoft.com/office/drawing/2014/main" id="{2C94A79C-CDE3-FC36-7B58-C63B7C59760C}"/>
              </a:ext>
            </a:extLst>
          </p:cNvPr>
          <p:cNvSpPr txBox="1"/>
          <p:nvPr/>
        </p:nvSpPr>
        <p:spPr>
          <a:xfrm>
            <a:off x="3393942" y="4171099"/>
            <a:ext cx="2288754" cy="35829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chemeClr val="bg1"/>
                </a:solidFill>
              </a:rPr>
              <a:t>Increases participation</a:t>
            </a:r>
          </a:p>
        </p:txBody>
      </p:sp>
      <p:sp>
        <p:nvSpPr>
          <p:cNvPr id="48" name="Rectángulo: esquinas redondeadas 47">
            <a:extLst>
              <a:ext uri="{FF2B5EF4-FFF2-40B4-BE49-F238E27FC236}">
                <a16:creationId xmlns:a16="http://schemas.microsoft.com/office/drawing/2014/main" id="{336DEB5C-A3BD-DD21-37B2-AF4AA40D3254}"/>
              </a:ext>
            </a:extLst>
          </p:cNvPr>
          <p:cNvSpPr/>
          <p:nvPr/>
        </p:nvSpPr>
        <p:spPr>
          <a:xfrm>
            <a:off x="6134351" y="4091141"/>
            <a:ext cx="2264322" cy="52781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a:solidFill>
                <a:srgbClr val="FFFFFF"/>
              </a:solidFill>
            </a:endParaRPr>
          </a:p>
        </p:txBody>
      </p:sp>
      <p:sp>
        <p:nvSpPr>
          <p:cNvPr id="49" name="CuadroTexto 48">
            <a:extLst>
              <a:ext uri="{FF2B5EF4-FFF2-40B4-BE49-F238E27FC236}">
                <a16:creationId xmlns:a16="http://schemas.microsoft.com/office/drawing/2014/main" id="{28B18821-0002-84C7-F284-930DB585BFEA}"/>
              </a:ext>
            </a:extLst>
          </p:cNvPr>
          <p:cNvSpPr txBox="1"/>
          <p:nvPr/>
        </p:nvSpPr>
        <p:spPr>
          <a:xfrm>
            <a:off x="6478777" y="4177615"/>
            <a:ext cx="1674254" cy="35829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chemeClr val="bg1"/>
                </a:solidFill>
              </a:rPr>
              <a:t>Improves idea quality</a:t>
            </a:r>
          </a:p>
        </p:txBody>
      </p:sp>
      <p:pic>
        <p:nvPicPr>
          <p:cNvPr id="50" name="Gráfico 49" descr="Marca de verificación con relleno sólido">
            <a:extLst>
              <a:ext uri="{FF2B5EF4-FFF2-40B4-BE49-F238E27FC236}">
                <a16:creationId xmlns:a16="http://schemas.microsoft.com/office/drawing/2014/main" id="{D94F977C-D050-E4B2-7A61-0F1B79B896F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39989" y="4188419"/>
            <a:ext cx="340972" cy="340972"/>
          </a:xfrm>
          <a:prstGeom prst="rect">
            <a:avLst/>
          </a:prstGeom>
        </p:spPr>
      </p:pic>
      <p:pic>
        <p:nvPicPr>
          <p:cNvPr id="51" name="Gráfico 50" descr="Marca de verificación con relleno sólido">
            <a:extLst>
              <a:ext uri="{FF2B5EF4-FFF2-40B4-BE49-F238E27FC236}">
                <a16:creationId xmlns:a16="http://schemas.microsoft.com/office/drawing/2014/main" id="{0FC2087C-BC3B-A4B9-8E2D-736CD10102B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393942" y="4209191"/>
            <a:ext cx="340972" cy="340972"/>
          </a:xfrm>
          <a:prstGeom prst="rect">
            <a:avLst/>
          </a:prstGeom>
        </p:spPr>
      </p:pic>
      <p:pic>
        <p:nvPicPr>
          <p:cNvPr id="52" name="Gráfico 51" descr="Marca de verificación con relleno sólido">
            <a:extLst>
              <a:ext uri="{FF2B5EF4-FFF2-40B4-BE49-F238E27FC236}">
                <a16:creationId xmlns:a16="http://schemas.microsoft.com/office/drawing/2014/main" id="{D1B9EB3C-6853-DC13-5B2E-98D6C69FD2E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201435" y="4194935"/>
            <a:ext cx="340972" cy="340972"/>
          </a:xfrm>
          <a:prstGeom prst="rect">
            <a:avLst/>
          </a:prstGeom>
        </p:spPr>
      </p:pic>
    </p:spTree>
    <p:extLst>
      <p:ext uri="{BB962C8B-B14F-4D97-AF65-F5344CB8AC3E}">
        <p14:creationId xmlns:p14="http://schemas.microsoft.com/office/powerpoint/2010/main" val="2636744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C8483-0B02-3A5A-3001-404FA2FFD118}"/>
            </a:ext>
          </a:extLst>
        </p:cNvPr>
        <p:cNvGrpSpPr/>
        <p:nvPr/>
      </p:nvGrpSpPr>
      <p:grpSpPr>
        <a:xfrm>
          <a:off x="0" y="0"/>
          <a:ext cx="0" cy="0"/>
          <a:chOff x="0" y="0"/>
          <a:chExt cx="0" cy="0"/>
        </a:xfrm>
      </p:grpSpPr>
      <p:sp>
        <p:nvSpPr>
          <p:cNvPr id="11" name="Rectángulo: esquinas redondeadas 10">
            <a:extLst>
              <a:ext uri="{FF2B5EF4-FFF2-40B4-BE49-F238E27FC236}">
                <a16:creationId xmlns:a16="http://schemas.microsoft.com/office/drawing/2014/main" id="{195A4248-931F-1B73-BAEB-DB26BCE8AB84}"/>
              </a:ext>
            </a:extLst>
          </p:cNvPr>
          <p:cNvSpPr/>
          <p:nvPr/>
        </p:nvSpPr>
        <p:spPr>
          <a:xfrm>
            <a:off x="4811838" y="1163353"/>
            <a:ext cx="4064664" cy="3408646"/>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graphicFrame>
        <p:nvGraphicFramePr>
          <p:cNvPr id="18" name="think-cell data - do not delete" hidden="1">
            <a:extLst>
              <a:ext uri="{FF2B5EF4-FFF2-40B4-BE49-F238E27FC236}">
                <a16:creationId xmlns:a16="http://schemas.microsoft.com/office/drawing/2014/main" id="{2E9CEFD0-4E7F-6DB5-064F-80E72DA36E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2E9CEFD0-4E7F-6DB5-064F-80E72DA36EF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32BAF7E7-53DB-C983-47DD-3F296AF75CC9}"/>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FD13A800-2636-92B1-EEF7-702036B55B78}"/>
              </a:ext>
            </a:extLst>
          </p:cNvPr>
          <p:cNvSpPr/>
          <p:nvPr/>
        </p:nvSpPr>
        <p:spPr>
          <a:xfrm>
            <a:off x="440614" y="1195802"/>
            <a:ext cx="4064664" cy="337619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 name="Gráfico 1" descr="Advertencia con relleno sólido">
            <a:extLst>
              <a:ext uri="{FF2B5EF4-FFF2-40B4-BE49-F238E27FC236}">
                <a16:creationId xmlns:a16="http://schemas.microsoft.com/office/drawing/2014/main" id="{2F7AB476-F3B5-72DE-E872-45F30C4D139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39517" y="1367205"/>
            <a:ext cx="776307" cy="776307"/>
          </a:xfrm>
          <a:prstGeom prst="rect">
            <a:avLst/>
          </a:prstGeom>
        </p:spPr>
      </p:pic>
      <p:sp>
        <p:nvSpPr>
          <p:cNvPr id="6" name="Title 1">
            <a:extLst>
              <a:ext uri="{FF2B5EF4-FFF2-40B4-BE49-F238E27FC236}">
                <a16:creationId xmlns:a16="http://schemas.microsoft.com/office/drawing/2014/main" id="{2478CFC7-E0D9-FE2C-C56C-0FFC1AAD4660}"/>
              </a:ext>
            </a:extLst>
          </p:cNvPr>
          <p:cNvSpPr txBox="1">
            <a:spLocks/>
          </p:cNvSpPr>
          <p:nvPr/>
        </p:nvSpPr>
        <p:spPr>
          <a:xfrm>
            <a:off x="653586" y="2680100"/>
            <a:ext cx="3751435" cy="157588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Define the problem clearly
Involve the team
Think outside the box
Prioritize causes that directly affect the problem</a:t>
            </a: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p:txBody>
      </p:sp>
      <p:sp>
        <p:nvSpPr>
          <p:cNvPr id="9" name="Title 1">
            <a:extLst>
              <a:ext uri="{FF2B5EF4-FFF2-40B4-BE49-F238E27FC236}">
                <a16:creationId xmlns:a16="http://schemas.microsoft.com/office/drawing/2014/main" id="{7D4660AD-06E3-A793-E004-30D03A225F0B}"/>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Ishikawa Diagram (Cause and Effect)</a:t>
            </a:r>
          </a:p>
        </p:txBody>
      </p:sp>
      <p:sp>
        <p:nvSpPr>
          <p:cNvPr id="10" name="CuadroTexto 7">
            <a:extLst>
              <a:ext uri="{FF2B5EF4-FFF2-40B4-BE49-F238E27FC236}">
                <a16:creationId xmlns:a16="http://schemas.microsoft.com/office/drawing/2014/main" id="{611828EA-75A2-E44F-EA2A-566F611FEB93}"/>
              </a:ext>
            </a:extLst>
          </p:cNvPr>
          <p:cNvSpPr txBox="1"/>
          <p:nvPr/>
        </p:nvSpPr>
        <p:spPr>
          <a:xfrm>
            <a:off x="2378510" y="50679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err="1">
                <a:solidFill>
                  <a:schemeClr val="bg1"/>
                </a:solidFill>
              </a:rPr>
              <a:t>Tips and Common Mistakes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2" name="Title 1">
            <a:extLst>
              <a:ext uri="{FF2B5EF4-FFF2-40B4-BE49-F238E27FC236}">
                <a16:creationId xmlns:a16="http://schemas.microsoft.com/office/drawing/2014/main" id="{245FF2D5-3148-7CA7-57B3-A686FBFCE6AD}"/>
              </a:ext>
            </a:extLst>
          </p:cNvPr>
          <p:cNvSpPr txBox="1">
            <a:spLocks/>
          </p:cNvSpPr>
          <p:nvPr/>
        </p:nvSpPr>
        <p:spPr>
          <a:xfrm>
            <a:off x="4951951" y="2685843"/>
            <a:ext cx="3751435" cy="189904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Confusing symptoms with causes
Being too general
Failing to validate proposed causes with data
Limiting the team’s creativity</a:t>
            </a: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algn="just">
              <a:lnSpc>
                <a:spcPct val="150000"/>
              </a:lnSpc>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p:txBody>
      </p:sp>
      <p:pic>
        <p:nvPicPr>
          <p:cNvPr id="14" name="Gráfico 13" descr="Señal de pulgar hacia arriba  con relleno sólido">
            <a:extLst>
              <a:ext uri="{FF2B5EF4-FFF2-40B4-BE49-F238E27FC236}">
                <a16:creationId xmlns:a16="http://schemas.microsoft.com/office/drawing/2014/main" id="{03DD139D-93AC-73A3-CDB0-0D201971C83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48679" y="1266335"/>
            <a:ext cx="914400" cy="914400"/>
          </a:xfrm>
          <a:prstGeom prst="rect">
            <a:avLst/>
          </a:prstGeom>
        </p:spPr>
      </p:pic>
      <p:sp>
        <p:nvSpPr>
          <p:cNvPr id="15" name="CuadroTexto 14">
            <a:extLst>
              <a:ext uri="{FF2B5EF4-FFF2-40B4-BE49-F238E27FC236}">
                <a16:creationId xmlns:a16="http://schemas.microsoft.com/office/drawing/2014/main" id="{388DB170-C4C5-164A-775B-A8CC68F0065D}"/>
              </a:ext>
            </a:extLst>
          </p:cNvPr>
          <p:cNvSpPr txBox="1"/>
          <p:nvPr/>
        </p:nvSpPr>
        <p:spPr>
          <a:xfrm>
            <a:off x="5933148" y="2175390"/>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Avoid</a:t>
            </a:r>
          </a:p>
        </p:txBody>
      </p:sp>
      <p:sp>
        <p:nvSpPr>
          <p:cNvPr id="17" name="CuadroTexto 16">
            <a:extLst>
              <a:ext uri="{FF2B5EF4-FFF2-40B4-BE49-F238E27FC236}">
                <a16:creationId xmlns:a16="http://schemas.microsoft.com/office/drawing/2014/main" id="{2B542C56-9573-CBC4-1516-6A2F468CD686}"/>
              </a:ext>
            </a:extLst>
          </p:cNvPr>
          <p:cNvSpPr txBox="1"/>
          <p:nvPr/>
        </p:nvSpPr>
        <p:spPr>
          <a:xfrm>
            <a:off x="1397956" y="2181571"/>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Consider</a:t>
            </a:r>
          </a:p>
        </p:txBody>
      </p:sp>
    </p:spTree>
    <p:extLst>
      <p:ext uri="{BB962C8B-B14F-4D97-AF65-F5344CB8AC3E}">
        <p14:creationId xmlns:p14="http://schemas.microsoft.com/office/powerpoint/2010/main" val="36872997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CFD3C-DD39-A608-F39C-6AA7747935B5}"/>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239E6AAF-56EA-AEC7-F5DA-57078008770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239E6AAF-56EA-AEC7-F5DA-57078008770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C917F57F-1E4B-9284-43EB-6BEAF1134DBE}"/>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373306F6-F15E-F375-C068-3FB48405E01F}"/>
              </a:ext>
            </a:extLst>
          </p:cNvPr>
          <p:cNvSpPr/>
          <p:nvPr/>
        </p:nvSpPr>
        <p:spPr>
          <a:xfrm>
            <a:off x="403969" y="935167"/>
            <a:ext cx="8334560" cy="37021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9" name="Elipse 8">
            <a:extLst>
              <a:ext uri="{FF2B5EF4-FFF2-40B4-BE49-F238E27FC236}">
                <a16:creationId xmlns:a16="http://schemas.microsoft.com/office/drawing/2014/main" id="{1FA7A3CB-E53C-5827-7BDD-C90261CFED67}"/>
              </a:ext>
            </a:extLst>
          </p:cNvPr>
          <p:cNvSpPr/>
          <p:nvPr/>
        </p:nvSpPr>
        <p:spPr>
          <a:xfrm>
            <a:off x="7730706" y="1055132"/>
            <a:ext cx="713515" cy="702030"/>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Forma&#10;&#10;El contenido generado por IA puede ser incorrecto.">
            <a:extLst>
              <a:ext uri="{FF2B5EF4-FFF2-40B4-BE49-F238E27FC236}">
                <a16:creationId xmlns:a16="http://schemas.microsoft.com/office/drawing/2014/main" id="{38066612-D99E-D6F5-9D9C-35AB3BD77E6B}"/>
              </a:ext>
            </a:extLst>
          </p:cNvPr>
          <p:cNvPicPr>
            <a:picLocks noChangeAspect="1"/>
          </p:cNvPicPr>
          <p:nvPr/>
        </p:nvPicPr>
        <p:blipFill>
          <a:blip r:embed="rId7">
            <a:lum bright="70000" contrast="-70000"/>
          </a:blip>
          <a:stretch>
            <a:fillRect/>
          </a:stretch>
        </p:blipFill>
        <p:spPr>
          <a:xfrm>
            <a:off x="7813920" y="1132604"/>
            <a:ext cx="547085" cy="547085"/>
          </a:xfrm>
          <a:prstGeom prst="rect">
            <a:avLst/>
          </a:prstGeom>
        </p:spPr>
      </p:pic>
      <p:sp>
        <p:nvSpPr>
          <p:cNvPr id="10" name="Title 1">
            <a:extLst>
              <a:ext uri="{FF2B5EF4-FFF2-40B4-BE49-F238E27FC236}">
                <a16:creationId xmlns:a16="http://schemas.microsoft.com/office/drawing/2014/main" id="{B7F120E2-7B6F-5BC4-318F-40894B4A0F70}"/>
              </a:ext>
            </a:extLst>
          </p:cNvPr>
          <p:cNvSpPr txBox="1">
            <a:spLocks/>
          </p:cNvSpPr>
          <p:nvPr/>
        </p:nvSpPr>
        <p:spPr>
          <a:xfrm>
            <a:off x="1259337" y="1224045"/>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Do…</a:t>
            </a:r>
          </a:p>
        </p:txBody>
      </p:sp>
      <p:pic>
        <p:nvPicPr>
          <p:cNvPr id="12" name="Gráfico 11" descr="Señal de pulgar hacia arriba  con relleno sólido">
            <a:extLst>
              <a:ext uri="{FF2B5EF4-FFF2-40B4-BE49-F238E27FC236}">
                <a16:creationId xmlns:a16="http://schemas.microsoft.com/office/drawing/2014/main" id="{04345FE8-9F66-27DD-2AB8-67470202A1B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2095" y="1132604"/>
            <a:ext cx="464026" cy="464026"/>
          </a:xfrm>
          <a:prstGeom prst="rect">
            <a:avLst/>
          </a:prstGeom>
          <a:effectLst>
            <a:outerShdw blurRad="50800" dist="38100" dir="2700000" algn="tl" rotWithShape="0">
              <a:prstClr val="black">
                <a:alpha val="40000"/>
              </a:prstClr>
            </a:outerShdw>
          </a:effectLst>
        </p:spPr>
      </p:pic>
      <p:sp>
        <p:nvSpPr>
          <p:cNvPr id="13" name="Title 1">
            <a:extLst>
              <a:ext uri="{FF2B5EF4-FFF2-40B4-BE49-F238E27FC236}">
                <a16:creationId xmlns:a16="http://schemas.microsoft.com/office/drawing/2014/main" id="{8B5EFB45-F85A-7393-DAF1-7F90850C9F76}"/>
              </a:ext>
            </a:extLst>
          </p:cNvPr>
          <p:cNvSpPr txBox="1">
            <a:spLocks/>
          </p:cNvSpPr>
          <p:nvPr/>
        </p:nvSpPr>
        <p:spPr>
          <a:xfrm>
            <a:off x="1259337" y="3021000"/>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No…</a:t>
            </a:r>
          </a:p>
        </p:txBody>
      </p:sp>
      <p:pic>
        <p:nvPicPr>
          <p:cNvPr id="14" name="Gráfico 13" descr="Señal de pulgar hacia arriba  con relleno sólido">
            <a:extLst>
              <a:ext uri="{FF2B5EF4-FFF2-40B4-BE49-F238E27FC236}">
                <a16:creationId xmlns:a16="http://schemas.microsoft.com/office/drawing/2014/main" id="{C783E982-7CA3-737D-D605-3F651A0D56B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V="1">
            <a:off x="712095" y="3073447"/>
            <a:ext cx="464026" cy="413555"/>
          </a:xfrm>
          <a:prstGeom prst="rect">
            <a:avLst/>
          </a:prstGeom>
          <a:effectLst>
            <a:outerShdw blurRad="50800" dist="38100" dir="2700000" algn="tl" rotWithShape="0">
              <a:prstClr val="black">
                <a:alpha val="40000"/>
              </a:prstClr>
            </a:outerShdw>
          </a:effectLst>
        </p:spPr>
      </p:pic>
      <p:sp>
        <p:nvSpPr>
          <p:cNvPr id="15" name="Title 1">
            <a:extLst>
              <a:ext uri="{FF2B5EF4-FFF2-40B4-BE49-F238E27FC236}">
                <a16:creationId xmlns:a16="http://schemas.microsoft.com/office/drawing/2014/main" id="{54680BBD-C94C-4C08-01F1-78268F026B9B}"/>
              </a:ext>
            </a:extLst>
          </p:cNvPr>
          <p:cNvSpPr txBox="1">
            <a:spLocks/>
          </p:cNvSpPr>
          <p:nvPr/>
        </p:nvSpPr>
        <p:spPr>
          <a:xfrm>
            <a:off x="712094" y="1756481"/>
            <a:ext cx="7299141" cy="118192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Guide the session without imposing ideas (encourage participation)</a:t>
            </a:r>
          </a:p>
          <a:p>
            <a:pPr marL="285750" indent="-285750" algn="just">
              <a:lnSpc>
                <a:spcPct val="150000"/>
              </a:lnSpc>
              <a:buFont typeface="Arial" panose="020B0604020202020204" pitchFamily="34" charset="0"/>
              <a:buChar char="•"/>
            </a:pPr>
            <a:r>
              <a:rPr lang="es-MX" sz="1050" b="0" noProof="0">
                <a:solidFill>
                  <a:schemeClr val="bg1"/>
                </a:solidFill>
              </a:rPr>
              <a:t>Encourage consideration of causes in all Ishikawa categories</a:t>
            </a:r>
          </a:p>
          <a:p>
            <a:pPr marL="285750" indent="-285750" algn="just">
              <a:lnSpc>
                <a:spcPct val="150000"/>
              </a:lnSpc>
              <a:buFont typeface="Arial" panose="020B0604020202020204" pitchFamily="34" charset="0"/>
              <a:buChar char="•"/>
            </a:pPr>
            <a:r>
              <a:rPr lang="es-MX" sz="1050" b="0" noProof="0">
                <a:solidFill>
                  <a:schemeClr val="bg1"/>
                </a:solidFill>
              </a:rPr>
              <a:t>Before voting, ask for evidence or examples to support the cause</a:t>
            </a:r>
          </a:p>
          <a:p>
            <a:pPr marL="285750" indent="-285750" algn="just">
              <a:lnSpc>
                <a:spcPct val="150000"/>
              </a:lnSpc>
              <a:buFont typeface="Arial" panose="020B0604020202020204" pitchFamily="34" charset="0"/>
              <a:buChar char="•"/>
            </a:pPr>
            <a:r>
              <a:rPr lang="es-MX" sz="1050" b="0" noProof="0">
                <a:solidFill>
                  <a:schemeClr val="bg1"/>
                </a:solidFill>
              </a:rPr>
              <a:t>Ask: “Why do we think this cause is likely?”</a:t>
            </a:r>
          </a:p>
          <a:p>
            <a:pPr marL="285750" indent="-285750" algn="just">
              <a:lnSpc>
                <a:spcPct val="150000"/>
              </a:lnSpc>
              <a:buFont typeface="Arial" panose="020B0604020202020204" pitchFamily="34" charset="0"/>
              <a:buChar char="•"/>
            </a:pPr>
            <a:r>
              <a:rPr lang="es-MX" sz="1050" b="0" noProof="0">
                <a:solidFill>
                  <a:schemeClr val="bg1"/>
                </a:solidFill>
              </a:rPr>
              <a:t>Ensure equitable participation</a:t>
            </a:r>
          </a:p>
        </p:txBody>
      </p:sp>
      <p:sp>
        <p:nvSpPr>
          <p:cNvPr id="17" name="Title 1">
            <a:extLst>
              <a:ext uri="{FF2B5EF4-FFF2-40B4-BE49-F238E27FC236}">
                <a16:creationId xmlns:a16="http://schemas.microsoft.com/office/drawing/2014/main" id="{93702217-6979-ADF6-67A0-6D9A129D8245}"/>
              </a:ext>
            </a:extLst>
          </p:cNvPr>
          <p:cNvSpPr txBox="1">
            <a:spLocks/>
          </p:cNvSpPr>
          <p:nvPr/>
        </p:nvSpPr>
        <p:spPr>
          <a:xfrm>
            <a:off x="712094" y="3533542"/>
            <a:ext cx="7299141" cy="69717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Do not say “that is not possible” without checking the data
Prevent voting based on hierarchy or intuition
Do not rush the vote without consensus</a:t>
            </a:r>
          </a:p>
          <a:p>
            <a:pPr marL="285750" indent="-285750" algn="just">
              <a:lnSpc>
                <a:spcPct val="150000"/>
              </a:lnSpc>
              <a:buFont typeface="Arial" panose="020B0604020202020204" pitchFamily="34" charset="0"/>
              <a:buChar char="•"/>
            </a:pPr>
            <a:endParaRPr lang="es-MX" sz="1050" b="0" noProof="0">
              <a:solidFill>
                <a:schemeClr val="bg1"/>
              </a:solidFill>
            </a:endParaRPr>
          </a:p>
          <a:p>
            <a:pPr marL="285750" indent="-285750" algn="just">
              <a:lnSpc>
                <a:spcPct val="150000"/>
              </a:lnSpc>
              <a:buFont typeface="Arial" panose="020B0604020202020204" pitchFamily="34" charset="0"/>
              <a:buChar char="•"/>
            </a:pPr>
            <a:endParaRPr lang="es-MX" sz="1050" b="0" noProof="0">
              <a:solidFill>
                <a:schemeClr val="bg1"/>
              </a:solidFill>
            </a:endParaRPr>
          </a:p>
        </p:txBody>
      </p:sp>
      <p:sp>
        <p:nvSpPr>
          <p:cNvPr id="6" name="Title 15">
            <a:extLst>
              <a:ext uri="{FF2B5EF4-FFF2-40B4-BE49-F238E27FC236}">
                <a16:creationId xmlns:a16="http://schemas.microsoft.com/office/drawing/2014/main" id="{F0126CB5-085A-35FD-6704-76A340157A08}"/>
              </a:ext>
            </a:extLst>
          </p:cNvPr>
          <p:cNvSpPr txBox="1">
            <a:spLocks/>
          </p:cNvSpPr>
          <p:nvPr/>
        </p:nvSpPr>
        <p:spPr>
          <a:xfrm>
            <a:off x="1176121" y="252375"/>
            <a:ext cx="7082429" cy="46935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err="1"/>
              <a:t>Tips for Leaders_x000B_Phase: Observe and Analyze, Part 1</a:t>
            </a:r>
            <a:br>
              <a:rPr lang="es-MX" noProof="0"/>
            </a:br>
            <a:endParaRPr lang="es-MX" noProof="0">
              <a:solidFill>
                <a:schemeClr val="bg1"/>
              </a:solidFill>
            </a:endParaRPr>
          </a:p>
        </p:txBody>
      </p:sp>
      <p:sp>
        <p:nvSpPr>
          <p:cNvPr id="16" name="Rectángulo 15">
            <a:extLst>
              <a:ext uri="{FF2B5EF4-FFF2-40B4-BE49-F238E27FC236}">
                <a16:creationId xmlns:a16="http://schemas.microsoft.com/office/drawing/2014/main" id="{EE02F139-192A-518D-8361-0FF38E378815}"/>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Slide for Leaders</a:t>
            </a:r>
          </a:p>
        </p:txBody>
      </p:sp>
    </p:spTree>
    <p:extLst>
      <p:ext uri="{BB962C8B-B14F-4D97-AF65-F5344CB8AC3E}">
        <p14:creationId xmlns:p14="http://schemas.microsoft.com/office/powerpoint/2010/main" val="3716279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63DA3-7F32-3FA1-4703-425F4C0572C1}"/>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03BE8021-CD7F-8779-AB73-B10DCB4D7E95}"/>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F761B90D-DCA4-A6FD-5449-3E0B98E1C9F5}"/>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8AFBCF31-EAD7-173A-A534-AEB72082E632}"/>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B9D3765A-72A6-24A4-27FC-5FB2B1EE53B2}"/>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0CC215BA-C75C-2618-CA33-12DA6E0DF4D0}"/>
              </a:ext>
            </a:extLst>
          </p:cNvPr>
          <p:cNvSpPr>
            <a:spLocks noGrp="1"/>
          </p:cNvSpPr>
          <p:nvPr>
            <p:ph type="title"/>
          </p:nvPr>
        </p:nvSpPr>
        <p:spPr>
          <a:xfrm>
            <a:off x="330993" y="313420"/>
            <a:ext cx="8482014" cy="307777"/>
          </a:xfrm>
        </p:spPr>
        <p:txBody>
          <a:bodyPr/>
          <a:lstStyle/>
          <a:p>
            <a:pPr algn="ctr"/>
            <a:r>
              <a:rPr lang="es-MX" noProof="0" dirty="0"/>
              <a:t>Activity 6</a:t>
            </a:r>
          </a:p>
        </p:txBody>
      </p:sp>
      <p:sp>
        <p:nvSpPr>
          <p:cNvPr id="3" name="CuadroTexto 7">
            <a:extLst>
              <a:ext uri="{FF2B5EF4-FFF2-40B4-BE49-F238E27FC236}">
                <a16:creationId xmlns:a16="http://schemas.microsoft.com/office/drawing/2014/main" id="{7B0A1048-F59A-2263-85F4-43C30CBF71E0}"/>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No Idea Is a Bad Idea</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EC541E2D-7C6C-7BAB-8D83-FDF2B818C3DD}"/>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AF535912-06C2-6801-C226-A8C2C99E0032}"/>
              </a:ext>
            </a:extLst>
          </p:cNvPr>
          <p:cNvSpPr txBox="1">
            <a:spLocks/>
          </p:cNvSpPr>
          <p:nvPr/>
        </p:nvSpPr>
        <p:spPr>
          <a:xfrm>
            <a:off x="3812322" y="2918453"/>
            <a:ext cx="1519355"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Diagram Template</a:t>
            </a:r>
          </a:p>
        </p:txBody>
      </p:sp>
      <p:sp>
        <p:nvSpPr>
          <p:cNvPr id="25" name="CuadroTexto 7">
            <a:extLst>
              <a:ext uri="{FF2B5EF4-FFF2-40B4-BE49-F238E27FC236}">
                <a16:creationId xmlns:a16="http://schemas.microsoft.com/office/drawing/2014/main" id="{0DC3CE93-C9EB-20E7-01FB-600F6EEF2358}"/>
              </a:ext>
            </a:extLst>
          </p:cNvPr>
          <p:cNvSpPr txBox="1"/>
          <p:nvPr/>
        </p:nvSpPr>
        <p:spPr>
          <a:xfrm>
            <a:off x="2512674" y="3872239"/>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dirty="0">
                <a:solidFill>
                  <a:schemeClr val="accent6"/>
                </a:solidFill>
              </a:rPr>
              <a:t>Deliverable:
Participants’ reflections</a:t>
            </a:r>
          </a:p>
          <a:p>
            <a:pPr algn="ctr"/>
            <a:endParaRPr lang="es-MX" sz="1100" noProof="0" dirty="0">
              <a:solidFill>
                <a:schemeClr val="bg1"/>
              </a:solidFill>
            </a:endParaRPr>
          </a:p>
          <a:p>
            <a:pPr algn="ctr"/>
            <a:endParaRPr lang="es-MX" sz="1100" noProof="0" dirty="0">
              <a:solidFill>
                <a:schemeClr val="bg1"/>
              </a:solidFill>
            </a:endParaRPr>
          </a:p>
        </p:txBody>
      </p:sp>
      <p:sp>
        <p:nvSpPr>
          <p:cNvPr id="8" name="Title 1">
            <a:extLst>
              <a:ext uri="{FF2B5EF4-FFF2-40B4-BE49-F238E27FC236}">
                <a16:creationId xmlns:a16="http://schemas.microsoft.com/office/drawing/2014/main" id="{0D989ACD-F933-7670-64E5-6E8510AAFCD9}"/>
              </a:ext>
            </a:extLst>
          </p:cNvPr>
          <p:cNvSpPr txBox="1">
            <a:spLocks/>
          </p:cNvSpPr>
          <p:nvPr/>
        </p:nvSpPr>
        <p:spPr>
          <a:xfrm>
            <a:off x="1042066" y="2918454"/>
            <a:ext cx="157826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Individual and Group Activity</a:t>
            </a:r>
            <a:endParaRPr lang="es-MX" sz="1400" b="0" noProof="0">
              <a:solidFill>
                <a:schemeClr val="bg1"/>
              </a:solidFill>
            </a:endParaRPr>
          </a:p>
        </p:txBody>
      </p:sp>
      <p:pic>
        <p:nvPicPr>
          <p:cNvPr id="9" name="Gráfico 8" descr="Perfil de hombre con relleno sólido">
            <a:extLst>
              <a:ext uri="{FF2B5EF4-FFF2-40B4-BE49-F238E27FC236}">
                <a16:creationId xmlns:a16="http://schemas.microsoft.com/office/drawing/2014/main" id="{F1638D02-1E7C-BEC0-D06B-3FFD00FA3B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1688" y="1650319"/>
            <a:ext cx="659020" cy="659020"/>
          </a:xfrm>
          <a:prstGeom prst="rect">
            <a:avLst/>
          </a:prstGeom>
        </p:spPr>
      </p:pic>
      <p:pic>
        <p:nvPicPr>
          <p:cNvPr id="10" name="Gráfico 9" descr="Perfil de hombre con relleno sólido">
            <a:extLst>
              <a:ext uri="{FF2B5EF4-FFF2-40B4-BE49-F238E27FC236}">
                <a16:creationId xmlns:a16="http://schemas.microsoft.com/office/drawing/2014/main" id="{612795E6-7EBB-DB2F-A467-BF23ED22CF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4655" y="2423406"/>
            <a:ext cx="430886" cy="430886"/>
          </a:xfrm>
          <a:prstGeom prst="rect">
            <a:avLst/>
          </a:prstGeom>
        </p:spPr>
      </p:pic>
      <p:cxnSp>
        <p:nvCxnSpPr>
          <p:cNvPr id="7" name="Conector recto 6">
            <a:extLst>
              <a:ext uri="{FF2B5EF4-FFF2-40B4-BE49-F238E27FC236}">
                <a16:creationId xmlns:a16="http://schemas.microsoft.com/office/drawing/2014/main" id="{68D4EEA0-331E-6367-7B2F-620F0B19E833}"/>
              </a:ext>
            </a:extLst>
          </p:cNvPr>
          <p:cNvCxnSpPr/>
          <p:nvPr/>
        </p:nvCxnSpPr>
        <p:spPr>
          <a:xfrm flipH="1">
            <a:off x="1042066" y="2359243"/>
            <a:ext cx="1578264" cy="0"/>
          </a:xfrm>
          <a:prstGeom prst="line">
            <a:avLst/>
          </a:prstGeom>
          <a:ln w="28575"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 name="Gráfico 10" descr="Perfil de hombre con relleno sólido">
            <a:extLst>
              <a:ext uri="{FF2B5EF4-FFF2-40B4-BE49-F238E27FC236}">
                <a16:creationId xmlns:a16="http://schemas.microsoft.com/office/drawing/2014/main" id="{533F1868-B5D3-C726-5C46-246810CEB8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49959" y="2423406"/>
            <a:ext cx="430886" cy="430886"/>
          </a:xfrm>
          <a:prstGeom prst="rect">
            <a:avLst/>
          </a:prstGeom>
        </p:spPr>
      </p:pic>
      <p:pic>
        <p:nvPicPr>
          <p:cNvPr id="13" name="Gráfico 12" descr="Perfil de hombre con relleno sólido">
            <a:extLst>
              <a:ext uri="{FF2B5EF4-FFF2-40B4-BE49-F238E27FC236}">
                <a16:creationId xmlns:a16="http://schemas.microsoft.com/office/drawing/2014/main" id="{A7EABF0A-6999-1857-0B60-65370E7483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1165" y="2423406"/>
            <a:ext cx="430886" cy="430886"/>
          </a:xfrm>
          <a:prstGeom prst="rect">
            <a:avLst/>
          </a:prstGeom>
        </p:spPr>
      </p:pic>
      <p:pic>
        <p:nvPicPr>
          <p:cNvPr id="15" name="Gráfico 14" descr="Perfil de hombre con relleno sólido">
            <a:extLst>
              <a:ext uri="{FF2B5EF4-FFF2-40B4-BE49-F238E27FC236}">
                <a16:creationId xmlns:a16="http://schemas.microsoft.com/office/drawing/2014/main" id="{B2BAC26F-F151-4419-D2D8-3125E51E7C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4726" y="2423406"/>
            <a:ext cx="430886" cy="430886"/>
          </a:xfrm>
          <a:prstGeom prst="rect">
            <a:avLst/>
          </a:prstGeom>
        </p:spPr>
      </p:pic>
      <p:pic>
        <p:nvPicPr>
          <p:cNvPr id="16" name="Gráfico 15" descr="Perfil de hombre con relleno sólido">
            <a:extLst>
              <a:ext uri="{FF2B5EF4-FFF2-40B4-BE49-F238E27FC236}">
                <a16:creationId xmlns:a16="http://schemas.microsoft.com/office/drawing/2014/main" id="{7F0EA532-A63D-FD58-8558-E694AB0213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65570" y="2423406"/>
            <a:ext cx="430886" cy="430886"/>
          </a:xfrm>
          <a:prstGeom prst="rect">
            <a:avLst/>
          </a:prstGeom>
        </p:spPr>
      </p:pic>
      <p:pic>
        <p:nvPicPr>
          <p:cNvPr id="18" name="Imagen 17">
            <a:extLst>
              <a:ext uri="{FF2B5EF4-FFF2-40B4-BE49-F238E27FC236}">
                <a16:creationId xmlns:a16="http://schemas.microsoft.com/office/drawing/2014/main" id="{2896CFC8-7A5F-F058-C956-C50AD64CDA64}"/>
              </a:ext>
            </a:extLst>
          </p:cNvPr>
          <p:cNvPicPr>
            <a:picLocks noChangeAspect="1"/>
          </p:cNvPicPr>
          <p:nvPr/>
        </p:nvPicPr>
        <p:blipFill>
          <a:blip r:embed="rId4">
            <a:lum bright="70000" contrast="-70000"/>
            <a:extLst>
              <a:ext uri="{BEBA8EAE-BF5A-486C-A8C5-ECC9F3942E4B}">
                <a14:imgProps xmlns:a14="http://schemas.microsoft.com/office/drawing/2010/main">
                  <a14:imgLayer r:embed="rId5">
                    <a14:imgEffect>
                      <a14:colorTemperature colorTemp="11200"/>
                    </a14:imgEffect>
                    <a14:imgEffect>
                      <a14:saturation sat="0"/>
                    </a14:imgEffect>
                  </a14:imgLayer>
                </a14:imgProps>
              </a:ext>
            </a:extLst>
          </a:blip>
          <a:stretch>
            <a:fillRect/>
          </a:stretch>
        </p:blipFill>
        <p:spPr>
          <a:xfrm rot="2598020">
            <a:off x="3873971" y="1657433"/>
            <a:ext cx="1335114" cy="1335114"/>
          </a:xfrm>
          <a:prstGeom prst="rect">
            <a:avLst/>
          </a:prstGeom>
        </p:spPr>
      </p:pic>
      <p:sp>
        <p:nvSpPr>
          <p:cNvPr id="20" name="Title 1">
            <a:extLst>
              <a:ext uri="{FF2B5EF4-FFF2-40B4-BE49-F238E27FC236}">
                <a16:creationId xmlns:a16="http://schemas.microsoft.com/office/drawing/2014/main" id="{E122C8BC-D0A8-D652-5694-FEA5C55D0359}"/>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Team reflection</a:t>
            </a:r>
          </a:p>
        </p:txBody>
      </p:sp>
      <p:pic>
        <p:nvPicPr>
          <p:cNvPr id="21" name="Gráfico 20" descr="Lluvia de ideas de grupo con relleno sólido">
            <a:extLst>
              <a:ext uri="{FF2B5EF4-FFF2-40B4-BE49-F238E27FC236}">
                <a16:creationId xmlns:a16="http://schemas.microsoft.com/office/drawing/2014/main" id="{DADE304B-90D9-5B9E-0908-B8A9201A8AB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43239" y="1747596"/>
            <a:ext cx="1112454" cy="1112454"/>
          </a:xfrm>
          <a:prstGeom prst="rect">
            <a:avLst/>
          </a:prstGeom>
        </p:spPr>
      </p:pic>
      <p:pic>
        <p:nvPicPr>
          <p:cNvPr id="4" name="Gráfico 3" descr="Cursor con relleno sólido">
            <a:extLst>
              <a:ext uri="{FF2B5EF4-FFF2-40B4-BE49-F238E27FC236}">
                <a16:creationId xmlns:a16="http://schemas.microsoft.com/office/drawing/2014/main" id="{DD997DD6-AD5C-2165-4E53-3640DD7539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34764" y="4364163"/>
            <a:ext cx="515394" cy="515394"/>
          </a:xfrm>
          <a:prstGeom prst="rect">
            <a:avLst/>
          </a:prstGeom>
        </p:spPr>
      </p:pic>
      <p:sp>
        <p:nvSpPr>
          <p:cNvPr id="19" name="CuadroTexto 18">
            <a:extLst>
              <a:ext uri="{FF2B5EF4-FFF2-40B4-BE49-F238E27FC236}">
                <a16:creationId xmlns:a16="http://schemas.microsoft.com/office/drawing/2014/main" id="{F1913162-3F6A-7DC5-17F6-9EFB72D5CC87}"/>
              </a:ext>
            </a:extLst>
          </p:cNvPr>
          <p:cNvSpPr txBox="1"/>
          <p:nvPr/>
        </p:nvSpPr>
        <p:spPr>
          <a:xfrm>
            <a:off x="43100" y="3964572"/>
            <a:ext cx="2392512"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8">
                  <a:extLst>
                    <a:ext uri="{A12FA001-AC4F-418D-AE19-62706E023703}">
                      <ahyp:hlinkClr xmlns:ahyp="http://schemas.microsoft.com/office/drawing/2018/hyperlinkcolor" val="tx"/>
                    </a:ext>
                  </a:extLst>
                </a:hlinkClick>
              </a:rPr>
              <a:t>Cause-and-Effect Diagram Template.</a:t>
            </a:r>
            <a:endParaRPr lang="es-MX" noProof="0">
              <a:solidFill>
                <a:schemeClr val="accent6"/>
              </a:solidFill>
            </a:endParaRPr>
          </a:p>
        </p:txBody>
      </p:sp>
    </p:spTree>
    <p:extLst>
      <p:ext uri="{BB962C8B-B14F-4D97-AF65-F5344CB8AC3E}">
        <p14:creationId xmlns:p14="http://schemas.microsoft.com/office/powerpoint/2010/main" val="3137167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4753A-25FD-1985-469D-7AC7689576BC}"/>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5516651-631B-E959-1252-B9EDEB32668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F5516651-631B-E959-1252-B9EDEB32668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A440D65E-FA56-538B-0150-037225CE87FD}"/>
              </a:ext>
            </a:extLst>
          </p:cNvPr>
          <p:cNvSpPr>
            <a:spLocks noGrp="1"/>
          </p:cNvSpPr>
          <p:nvPr>
            <p:ph type="title"/>
          </p:nvPr>
        </p:nvSpPr>
        <p:spPr>
          <a:xfrm>
            <a:off x="3937397" y="242102"/>
            <a:ext cx="1708118" cy="307777"/>
          </a:xfrm>
        </p:spPr>
        <p:txBody>
          <a:bodyPr vert="horz"/>
          <a:lstStyle/>
          <a:p>
            <a:r>
              <a:rPr lang="es-MX" noProof="0"/>
              <a:t>Reflection</a:t>
            </a:r>
          </a:p>
        </p:txBody>
      </p:sp>
      <p:pic>
        <p:nvPicPr>
          <p:cNvPr id="4" name="Imagen 3" descr="Imagen que contiene Icono&#10;&#10;El contenido generado por IA puede ser incorrecto.">
            <a:extLst>
              <a:ext uri="{FF2B5EF4-FFF2-40B4-BE49-F238E27FC236}">
                <a16:creationId xmlns:a16="http://schemas.microsoft.com/office/drawing/2014/main" id="{C3B60894-0581-7BF8-BB06-63D86D5F1794}"/>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C9BBF3A9-EEDF-C1B7-984C-FA8A5700D558}"/>
              </a:ext>
            </a:extLst>
          </p:cNvPr>
          <p:cNvSpPr/>
          <p:nvPr/>
        </p:nvSpPr>
        <p:spPr>
          <a:xfrm>
            <a:off x="836676" y="1417517"/>
            <a:ext cx="7470648" cy="252036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600" b="1" noProof="0">
                <a:solidFill>
                  <a:srgbClr val="FFFFFF"/>
                </a:solidFill>
              </a:rPr>
              <a:t>What did we learn by using this tool?
Do you think it is valuable for problem solving?</a:t>
            </a:r>
          </a:p>
          <a:p>
            <a:pPr algn="ctr">
              <a:lnSpc>
                <a:spcPct val="250000"/>
              </a:lnSpc>
            </a:pPr>
            <a:endParaRPr lang="es-MX" sz="1600" b="1" noProof="0">
              <a:solidFill>
                <a:srgbClr val="FFFFFF"/>
              </a:solidFill>
            </a:endParaRPr>
          </a:p>
        </p:txBody>
      </p:sp>
    </p:spTree>
    <p:extLst>
      <p:ext uri="{BB962C8B-B14F-4D97-AF65-F5344CB8AC3E}">
        <p14:creationId xmlns:p14="http://schemas.microsoft.com/office/powerpoint/2010/main" val="1433036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96C35-AE6A-A228-AF7B-8382B3F31C25}"/>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C79C9CBB-DE38-C2A7-4C94-05667F0A6C8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C79C9CBB-DE38-C2A7-4C94-05667F0A6C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E23D5B4E-6705-4FB3-7104-3E6AA43392E8}"/>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3E189072-2BF8-589C-96A2-69592A1AE878}"/>
              </a:ext>
            </a:extLst>
          </p:cNvPr>
          <p:cNvSpPr/>
          <p:nvPr/>
        </p:nvSpPr>
        <p:spPr>
          <a:xfrm>
            <a:off x="440613" y="1195802"/>
            <a:ext cx="7979817" cy="337619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6" name="Title 1">
            <a:extLst>
              <a:ext uri="{FF2B5EF4-FFF2-40B4-BE49-F238E27FC236}">
                <a16:creationId xmlns:a16="http://schemas.microsoft.com/office/drawing/2014/main" id="{D1B09135-E6FC-9227-407C-3B729D239CF8}"/>
              </a:ext>
            </a:extLst>
          </p:cNvPr>
          <p:cNvSpPr txBox="1">
            <a:spLocks/>
          </p:cNvSpPr>
          <p:nvPr/>
        </p:nvSpPr>
        <p:spPr>
          <a:xfrm>
            <a:off x="710535" y="1195802"/>
            <a:ext cx="4327956" cy="286854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endParaRPr lang="es-MX" sz="1400" noProof="0">
              <a:solidFill>
                <a:schemeClr val="bg1"/>
              </a:solidFill>
            </a:endParaRPr>
          </a:p>
          <a:p>
            <a:pPr algn="just">
              <a:lnSpc>
                <a:spcPct val="150000"/>
              </a:lnSpc>
            </a:pPr>
            <a:endParaRPr lang="es-MX" sz="1400" noProof="0">
              <a:solidFill>
                <a:schemeClr val="bg1"/>
              </a:solidFill>
            </a:endParaRPr>
          </a:p>
          <a:p>
            <a:pPr marL="285750" indent="-285750" algn="just">
              <a:lnSpc>
                <a:spcPct val="150000"/>
              </a:lnSpc>
              <a:buFont typeface="Arial" panose="020B0604020202020204" pitchFamily="34" charset="0"/>
              <a:buChar char="•"/>
            </a:pPr>
            <a:r>
              <a:rPr lang="es-MX" sz="1400" b="0" noProof="0">
                <a:solidFill>
                  <a:schemeClr val="bg1"/>
                </a:solidFill>
              </a:rPr>
              <a:t>Remove duplicate causes
Group related causes
Remove causes the team considers impossible or unlikely
Transfer the remaining causes to the multivoting matrix</a:t>
            </a: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noProof="0">
              <a:solidFill>
                <a:schemeClr val="accent6"/>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p:txBody>
      </p:sp>
      <p:sp>
        <p:nvSpPr>
          <p:cNvPr id="9" name="Title 1">
            <a:extLst>
              <a:ext uri="{FF2B5EF4-FFF2-40B4-BE49-F238E27FC236}">
                <a16:creationId xmlns:a16="http://schemas.microsoft.com/office/drawing/2014/main" id="{61EFD86E-537F-CEFE-008D-8C9924F123D0}"/>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Ishikawa Diagram (Cause and Effect)</a:t>
            </a:r>
          </a:p>
        </p:txBody>
      </p:sp>
      <p:sp>
        <p:nvSpPr>
          <p:cNvPr id="10" name="CuadroTexto 7">
            <a:extLst>
              <a:ext uri="{FF2B5EF4-FFF2-40B4-BE49-F238E27FC236}">
                <a16:creationId xmlns:a16="http://schemas.microsoft.com/office/drawing/2014/main" id="{4A5ECB6E-52D7-EE59-2B30-FFCB7C494C2B}"/>
              </a:ext>
            </a:extLst>
          </p:cNvPr>
          <p:cNvSpPr txBox="1"/>
          <p:nvPr/>
        </p:nvSpPr>
        <p:spPr>
          <a:xfrm>
            <a:off x="2378510" y="50679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bg1"/>
                </a:solidFill>
              </a:rPr>
              <a:t>Next Steps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7" name="CuadroTexto 16">
            <a:extLst>
              <a:ext uri="{FF2B5EF4-FFF2-40B4-BE49-F238E27FC236}">
                <a16:creationId xmlns:a16="http://schemas.microsoft.com/office/drawing/2014/main" id="{B0EA2A33-844C-078F-C0C1-DAAC2B016AE0}"/>
              </a:ext>
            </a:extLst>
          </p:cNvPr>
          <p:cNvSpPr txBox="1"/>
          <p:nvPr/>
        </p:nvSpPr>
        <p:spPr>
          <a:xfrm>
            <a:off x="6024526" y="2123672"/>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Filter Causes</a:t>
            </a:r>
          </a:p>
        </p:txBody>
      </p:sp>
      <p:pic>
        <p:nvPicPr>
          <p:cNvPr id="7" name="Gráfico 6" descr="Filtro con relleno sólido">
            <a:extLst>
              <a:ext uri="{FF2B5EF4-FFF2-40B4-BE49-F238E27FC236}">
                <a16:creationId xmlns:a16="http://schemas.microsoft.com/office/drawing/2014/main" id="{346D4E09-15F6-02BC-B74E-0D37574D43E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48645" y="1307419"/>
            <a:ext cx="914400" cy="914400"/>
          </a:xfrm>
          <a:prstGeom prst="rect">
            <a:avLst/>
          </a:prstGeom>
        </p:spPr>
      </p:pic>
      <p:pic>
        <p:nvPicPr>
          <p:cNvPr id="8" name="Gráfico 7" descr="Flecha abajo con relleno sólido">
            <a:extLst>
              <a:ext uri="{FF2B5EF4-FFF2-40B4-BE49-F238E27FC236}">
                <a16:creationId xmlns:a16="http://schemas.microsoft.com/office/drawing/2014/main" id="{6A06D670-95BB-300D-8569-C8A79AD2DF4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39052" y="2403921"/>
            <a:ext cx="923993" cy="634151"/>
          </a:xfrm>
          <a:prstGeom prst="rect">
            <a:avLst/>
          </a:prstGeom>
          <a:effectLst>
            <a:outerShdw blurRad="50800" dist="38100" dir="2700000" algn="tl" rotWithShape="0">
              <a:prstClr val="black">
                <a:alpha val="40000"/>
              </a:prstClr>
            </a:outerShdw>
          </a:effectLst>
        </p:spPr>
      </p:pic>
      <p:pic>
        <p:nvPicPr>
          <p:cNvPr id="19" name="Gráfico 18" descr="Mano levantada con relleno sólido">
            <a:extLst>
              <a:ext uri="{FF2B5EF4-FFF2-40B4-BE49-F238E27FC236}">
                <a16:creationId xmlns:a16="http://schemas.microsoft.com/office/drawing/2014/main" id="{D6D1A620-3C05-C6D9-50E8-01C5BFE14ED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508963" y="3097917"/>
            <a:ext cx="914400" cy="914400"/>
          </a:xfrm>
          <a:prstGeom prst="rect">
            <a:avLst/>
          </a:prstGeom>
        </p:spPr>
      </p:pic>
      <p:pic>
        <p:nvPicPr>
          <p:cNvPr id="20" name="Gráfico 19" descr="Mano levantada con relleno sólido">
            <a:extLst>
              <a:ext uri="{FF2B5EF4-FFF2-40B4-BE49-F238E27FC236}">
                <a16:creationId xmlns:a16="http://schemas.microsoft.com/office/drawing/2014/main" id="{FBCDE61D-B2F4-465C-DF1A-11D3CEE6DF6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19047" y="3305214"/>
            <a:ext cx="914400" cy="914400"/>
          </a:xfrm>
          <a:prstGeom prst="rect">
            <a:avLst/>
          </a:prstGeom>
        </p:spPr>
      </p:pic>
      <p:pic>
        <p:nvPicPr>
          <p:cNvPr id="16" name="Gráfico 15" descr="Mano levantada con relleno sólido">
            <a:extLst>
              <a:ext uri="{FF2B5EF4-FFF2-40B4-BE49-F238E27FC236}">
                <a16:creationId xmlns:a16="http://schemas.microsoft.com/office/drawing/2014/main" id="{69DEBB82-4D25-8AA2-A394-1A7F64D33E8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98879" y="3305214"/>
            <a:ext cx="914400" cy="914400"/>
          </a:xfrm>
          <a:prstGeom prst="rect">
            <a:avLst/>
          </a:prstGeom>
        </p:spPr>
      </p:pic>
      <p:sp>
        <p:nvSpPr>
          <p:cNvPr id="21" name="CuadroTexto 20">
            <a:extLst>
              <a:ext uri="{FF2B5EF4-FFF2-40B4-BE49-F238E27FC236}">
                <a16:creationId xmlns:a16="http://schemas.microsoft.com/office/drawing/2014/main" id="{5A8ADD54-9BB9-FA19-FBDF-1C475C3F00C3}"/>
              </a:ext>
            </a:extLst>
          </p:cNvPr>
          <p:cNvSpPr txBox="1"/>
          <p:nvPr/>
        </p:nvSpPr>
        <p:spPr>
          <a:xfrm>
            <a:off x="6006526" y="4233084"/>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Multivoting Matrix</a:t>
            </a:r>
          </a:p>
        </p:txBody>
      </p:sp>
      <p:sp>
        <p:nvSpPr>
          <p:cNvPr id="2" name="CuadroTexto 1">
            <a:extLst>
              <a:ext uri="{FF2B5EF4-FFF2-40B4-BE49-F238E27FC236}">
                <a16:creationId xmlns:a16="http://schemas.microsoft.com/office/drawing/2014/main" id="{08CDC16D-A333-2A52-8879-96C97BBE1F55}"/>
              </a:ext>
            </a:extLst>
          </p:cNvPr>
          <p:cNvSpPr txBox="1"/>
          <p:nvPr/>
        </p:nvSpPr>
        <p:spPr>
          <a:xfrm>
            <a:off x="3281516" y="4219614"/>
            <a:ext cx="1201994" cy="12378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tx1"/>
              </a:solidFill>
            </a:endParaRPr>
          </a:p>
        </p:txBody>
      </p:sp>
    </p:spTree>
    <p:extLst>
      <p:ext uri="{BB962C8B-B14F-4D97-AF65-F5344CB8AC3E}">
        <p14:creationId xmlns:p14="http://schemas.microsoft.com/office/powerpoint/2010/main" val="4533515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744F0-EBE3-418A-874D-7374ACACC6D0}"/>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DFC68D1F-6B39-DEAA-AD58-DB0E095B858A}"/>
              </a:ext>
            </a:extLst>
          </p:cNvPr>
          <p:cNvSpPr/>
          <p:nvPr/>
        </p:nvSpPr>
        <p:spPr>
          <a:xfrm>
            <a:off x="4063632" y="1633356"/>
            <a:ext cx="4749375" cy="304224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50652430-3CBB-C9DA-9508-23D8692BE811}"/>
              </a:ext>
            </a:extLst>
          </p:cNvPr>
          <p:cNvSpPr>
            <a:spLocks noGrp="1"/>
          </p:cNvSpPr>
          <p:nvPr>
            <p:ph type="title"/>
          </p:nvPr>
        </p:nvSpPr>
        <p:spPr>
          <a:xfrm>
            <a:off x="330993" y="313420"/>
            <a:ext cx="8482014" cy="307777"/>
          </a:xfrm>
        </p:spPr>
        <p:txBody>
          <a:bodyPr/>
          <a:lstStyle/>
          <a:p>
            <a:pPr algn="ctr"/>
            <a:r>
              <a:rPr lang="es-MX" noProof="0"/>
              <a:t>Multivoting Matrix</a:t>
            </a:r>
          </a:p>
        </p:txBody>
      </p:sp>
      <p:pic>
        <p:nvPicPr>
          <p:cNvPr id="5" name="Imagen 4" descr="Dibujo de una persona&#10;&#10;El contenido generado por IA puede ser incorrecto.">
            <a:extLst>
              <a:ext uri="{FF2B5EF4-FFF2-40B4-BE49-F238E27FC236}">
                <a16:creationId xmlns:a16="http://schemas.microsoft.com/office/drawing/2014/main" id="{B514A20E-DCF6-29AC-90A9-C658558FF3F3}"/>
              </a:ext>
            </a:extLst>
          </p:cNvPr>
          <p:cNvPicPr>
            <a:picLocks noChangeAspect="1"/>
          </p:cNvPicPr>
          <p:nvPr/>
        </p:nvPicPr>
        <p:blipFill>
          <a:blip r:embed="rId2"/>
          <a:stretch>
            <a:fillRect/>
          </a:stretch>
        </p:blipFill>
        <p:spPr>
          <a:xfrm>
            <a:off x="8661417" y="109943"/>
            <a:ext cx="466952" cy="466952"/>
          </a:xfrm>
          <a:prstGeom prst="rect">
            <a:avLst/>
          </a:prstGeom>
        </p:spPr>
      </p:pic>
      <p:graphicFrame>
        <p:nvGraphicFramePr>
          <p:cNvPr id="6" name="Table 6">
            <a:extLst>
              <a:ext uri="{FF2B5EF4-FFF2-40B4-BE49-F238E27FC236}">
                <a16:creationId xmlns:a16="http://schemas.microsoft.com/office/drawing/2014/main" id="{03449E04-A92F-1E20-364F-93A81A983396}"/>
              </a:ext>
            </a:extLst>
          </p:cNvPr>
          <p:cNvGraphicFramePr>
            <a:graphicFrameLocks noGrp="1"/>
          </p:cNvGraphicFramePr>
          <p:nvPr>
            <p:extLst>
              <p:ext uri="{D42A27DB-BD31-4B8C-83A1-F6EECF244321}">
                <p14:modId xmlns:p14="http://schemas.microsoft.com/office/powerpoint/2010/main" val="1279782893"/>
              </p:ext>
            </p:extLst>
          </p:nvPr>
        </p:nvGraphicFramePr>
        <p:xfrm>
          <a:off x="4204606" y="1904797"/>
          <a:ext cx="4555491" cy="2455795"/>
        </p:xfrm>
        <a:graphic>
          <a:graphicData uri="http://schemas.openxmlformats.org/drawingml/2006/table">
            <a:tbl>
              <a:tblPr firstRow="1" bandRow="1">
                <a:tableStyleId>{5940675A-B579-460E-94D1-54222C63F5DA}</a:tableStyleId>
              </a:tblPr>
              <a:tblGrid>
                <a:gridCol w="236765">
                  <a:extLst>
                    <a:ext uri="{9D8B030D-6E8A-4147-A177-3AD203B41FA5}">
                      <a16:colId xmlns:a16="http://schemas.microsoft.com/office/drawing/2014/main" val="1251009115"/>
                    </a:ext>
                  </a:extLst>
                </a:gridCol>
                <a:gridCol w="1592036">
                  <a:extLst>
                    <a:ext uri="{9D8B030D-6E8A-4147-A177-3AD203B41FA5}">
                      <a16:colId xmlns:a16="http://schemas.microsoft.com/office/drawing/2014/main" val="1602179548"/>
                    </a:ext>
                  </a:extLst>
                </a:gridCol>
                <a:gridCol w="563336">
                  <a:extLst>
                    <a:ext uri="{9D8B030D-6E8A-4147-A177-3AD203B41FA5}">
                      <a16:colId xmlns:a16="http://schemas.microsoft.com/office/drawing/2014/main" val="3972208118"/>
                    </a:ext>
                  </a:extLst>
                </a:gridCol>
                <a:gridCol w="685800">
                  <a:extLst>
                    <a:ext uri="{9D8B030D-6E8A-4147-A177-3AD203B41FA5}">
                      <a16:colId xmlns:a16="http://schemas.microsoft.com/office/drawing/2014/main" val="3393149604"/>
                    </a:ext>
                  </a:extLst>
                </a:gridCol>
                <a:gridCol w="479943">
                  <a:extLst>
                    <a:ext uri="{9D8B030D-6E8A-4147-A177-3AD203B41FA5}">
                      <a16:colId xmlns:a16="http://schemas.microsoft.com/office/drawing/2014/main" val="393111338"/>
                    </a:ext>
                  </a:extLst>
                </a:gridCol>
                <a:gridCol w="597743">
                  <a:extLst>
                    <a:ext uri="{9D8B030D-6E8A-4147-A177-3AD203B41FA5}">
                      <a16:colId xmlns:a16="http://schemas.microsoft.com/office/drawing/2014/main" val="380804779"/>
                    </a:ext>
                  </a:extLst>
                </a:gridCol>
                <a:gridCol w="399868">
                  <a:extLst>
                    <a:ext uri="{9D8B030D-6E8A-4147-A177-3AD203B41FA5}">
                      <a16:colId xmlns:a16="http://schemas.microsoft.com/office/drawing/2014/main" val="1206804226"/>
                    </a:ext>
                  </a:extLst>
                </a:gridCol>
              </a:tblGrid>
              <a:tr h="278901">
                <a:tc gridSpan="7">
                  <a:txBody>
                    <a:bodyPr/>
                    <a:lstStyle/>
                    <a:p>
                      <a:pPr algn="ctr"/>
                      <a:r>
                        <a:rPr lang="es-MX" sz="1600" b="1" noProof="0" dirty="0">
                          <a:solidFill>
                            <a:schemeClr val="bg1"/>
                          </a:solidFill>
                        </a:rPr>
                        <a:t>Multivotación de causas</a:t>
                      </a:r>
                    </a:p>
                  </a:txBody>
                  <a:tcPr>
                    <a:solidFill>
                      <a:schemeClr val="accent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13857654"/>
                  </a:ext>
                </a:extLst>
              </a:tr>
              <a:tr h="215515">
                <a:tc rowSpan="2">
                  <a:txBody>
                    <a:bodyPr/>
                    <a:lstStyle/>
                    <a:p>
                      <a:endParaRPr lang="es-MX" sz="1200" noProof="0"/>
                    </a:p>
                  </a:txBody>
                  <a:tcPr>
                    <a:solidFill>
                      <a:schemeClr val="accent5"/>
                    </a:solidFill>
                  </a:tcPr>
                </a:tc>
                <a:tc rowSpan="2">
                  <a:txBody>
                    <a:bodyPr/>
                    <a:lstStyle/>
                    <a:p>
                      <a:pPr algn="ctr"/>
                      <a:r>
                        <a:rPr lang="es-MX" sz="1100" noProof="0">
                          <a:solidFill>
                            <a:schemeClr val="bg1"/>
                          </a:solidFill>
                        </a:rPr>
                        <a:t>Causa</a:t>
                      </a:r>
                    </a:p>
                  </a:txBody>
                  <a:tcPr anchor="ctr">
                    <a:solidFill>
                      <a:schemeClr val="accent5"/>
                    </a:solidFill>
                  </a:tcPr>
                </a:tc>
                <a:tc gridSpan="5">
                  <a:txBody>
                    <a:bodyPr/>
                    <a:lstStyle/>
                    <a:p>
                      <a:pPr algn="ctr"/>
                      <a:r>
                        <a:rPr lang="es-MX" sz="1100" noProof="0">
                          <a:solidFill>
                            <a:schemeClr val="bg1"/>
                          </a:solidFill>
                        </a:rPr>
                        <a:t>Votación</a:t>
                      </a:r>
                    </a:p>
                  </a:txBody>
                  <a:tcPr>
                    <a:solidFill>
                      <a:schemeClr val="accent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64460607"/>
                  </a:ext>
                </a:extLst>
              </a:tr>
              <a:tr h="215515">
                <a:tc vMerge="1">
                  <a:txBody>
                    <a:bodyPr/>
                    <a:lstStyle/>
                    <a:p>
                      <a:endParaRPr lang="en-US"/>
                    </a:p>
                  </a:txBody>
                  <a:tcPr/>
                </a:tc>
                <a:tc vMerge="1">
                  <a:txBody>
                    <a:bodyPr/>
                    <a:lstStyle/>
                    <a:p>
                      <a:endParaRPr lang="en-US"/>
                    </a:p>
                  </a:txBody>
                  <a:tcPr/>
                </a:tc>
                <a:tc>
                  <a:txBody>
                    <a:bodyPr/>
                    <a:lstStyle/>
                    <a:p>
                      <a:r>
                        <a:rPr lang="es-MX" sz="700" noProof="0" dirty="0">
                          <a:solidFill>
                            <a:schemeClr val="bg1"/>
                          </a:solidFill>
                        </a:rPr>
                        <a:t>Impacto</a:t>
                      </a:r>
                    </a:p>
                  </a:txBody>
                  <a:tcPr>
                    <a:solidFill>
                      <a:schemeClr val="accent5"/>
                    </a:solidFill>
                  </a:tcPr>
                </a:tc>
                <a:tc>
                  <a:txBody>
                    <a:bodyPr/>
                    <a:lstStyle/>
                    <a:p>
                      <a:pPr algn="ctr"/>
                      <a:r>
                        <a:rPr lang="es-MX" sz="700" noProof="0" dirty="0">
                          <a:solidFill>
                            <a:schemeClr val="bg1"/>
                          </a:solidFill>
                        </a:rPr>
                        <a:t>Frecuencia</a:t>
                      </a:r>
                    </a:p>
                  </a:txBody>
                  <a:tcPr>
                    <a:solidFill>
                      <a:schemeClr val="accent5"/>
                    </a:solidFill>
                  </a:tcPr>
                </a:tc>
                <a:tc>
                  <a:txBody>
                    <a:bodyPr/>
                    <a:lstStyle/>
                    <a:p>
                      <a:r>
                        <a:rPr lang="es-MX" sz="700" noProof="0" dirty="0">
                          <a:solidFill>
                            <a:schemeClr val="bg1"/>
                          </a:solidFill>
                        </a:rPr>
                        <a:t>Control</a:t>
                      </a:r>
                    </a:p>
                  </a:txBody>
                  <a:tcPr>
                    <a:solidFill>
                      <a:schemeClr val="accent5"/>
                    </a:solidFill>
                  </a:tcPr>
                </a:tc>
                <a:tc>
                  <a:txBody>
                    <a:bodyPr/>
                    <a:lstStyle/>
                    <a:p>
                      <a:r>
                        <a:rPr lang="es-MX" sz="700" noProof="0" dirty="0">
                          <a:solidFill>
                            <a:schemeClr val="bg1"/>
                          </a:solidFill>
                        </a:rPr>
                        <a:t>Evidencia</a:t>
                      </a:r>
                    </a:p>
                  </a:txBody>
                  <a:tcPr>
                    <a:solidFill>
                      <a:schemeClr val="accent5"/>
                    </a:solidFill>
                  </a:tcPr>
                </a:tc>
                <a:tc>
                  <a:txBody>
                    <a:bodyPr/>
                    <a:lstStyle/>
                    <a:p>
                      <a:r>
                        <a:rPr lang="es-MX" sz="700" noProof="0" dirty="0">
                          <a:solidFill>
                            <a:schemeClr val="bg1"/>
                          </a:solidFill>
                        </a:rPr>
                        <a:t>Total</a:t>
                      </a:r>
                    </a:p>
                  </a:txBody>
                  <a:tcPr>
                    <a:solidFill>
                      <a:schemeClr val="accent5"/>
                    </a:solidFill>
                  </a:tcPr>
                </a:tc>
                <a:extLst>
                  <a:ext uri="{0D108BD9-81ED-4DB2-BD59-A6C34878D82A}">
                    <a16:rowId xmlns:a16="http://schemas.microsoft.com/office/drawing/2014/main" val="2426604569"/>
                  </a:ext>
                </a:extLst>
              </a:tr>
              <a:tr h="228192">
                <a:tc>
                  <a:txBody>
                    <a:bodyPr/>
                    <a:lstStyle/>
                    <a:p>
                      <a:r>
                        <a:rPr lang="es-MX" sz="1200" noProof="0"/>
                        <a:t>1</a:t>
                      </a:r>
                    </a:p>
                  </a:txBody>
                  <a:tcPr>
                    <a:solidFill>
                      <a:schemeClr val="bg1"/>
                    </a:solidFill>
                  </a:tcPr>
                </a:tc>
                <a:tc>
                  <a:txBody>
                    <a:bodyPr/>
                    <a:lstStyle/>
                    <a:p>
                      <a:endParaRPr lang="es-MX" sz="1200" noProof="0"/>
                    </a:p>
                  </a:txBody>
                  <a:tcPr>
                    <a:solidFill>
                      <a:schemeClr val="bg1"/>
                    </a:solidFill>
                  </a:tcPr>
                </a:tc>
                <a:tc>
                  <a:txBody>
                    <a:bodyPr/>
                    <a:lstStyle/>
                    <a:p>
                      <a:endParaRPr lang="es-MX" sz="1200" noProof="0" dirty="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extLst>
                  <a:ext uri="{0D108BD9-81ED-4DB2-BD59-A6C34878D82A}">
                    <a16:rowId xmlns:a16="http://schemas.microsoft.com/office/drawing/2014/main" val="656974264"/>
                  </a:ext>
                </a:extLst>
              </a:tr>
              <a:tr h="228192">
                <a:tc>
                  <a:txBody>
                    <a:bodyPr/>
                    <a:lstStyle/>
                    <a:p>
                      <a:r>
                        <a:rPr lang="es-MX" sz="1200" noProof="0"/>
                        <a:t>2</a:t>
                      </a:r>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extLst>
                  <a:ext uri="{0D108BD9-81ED-4DB2-BD59-A6C34878D82A}">
                    <a16:rowId xmlns:a16="http://schemas.microsoft.com/office/drawing/2014/main" val="3258483285"/>
                  </a:ext>
                </a:extLst>
              </a:tr>
              <a:tr h="228192">
                <a:tc>
                  <a:txBody>
                    <a:bodyPr/>
                    <a:lstStyle/>
                    <a:p>
                      <a:r>
                        <a:rPr lang="es-MX" sz="1200" noProof="0"/>
                        <a:t>3</a:t>
                      </a:r>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extLst>
                  <a:ext uri="{0D108BD9-81ED-4DB2-BD59-A6C34878D82A}">
                    <a16:rowId xmlns:a16="http://schemas.microsoft.com/office/drawing/2014/main" val="3092968453"/>
                  </a:ext>
                </a:extLst>
              </a:tr>
              <a:tr h="228192">
                <a:tc>
                  <a:txBody>
                    <a:bodyPr/>
                    <a:lstStyle/>
                    <a:p>
                      <a:r>
                        <a:rPr lang="es-MX" sz="1200" noProof="0"/>
                        <a:t>4</a:t>
                      </a:r>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extLst>
                  <a:ext uri="{0D108BD9-81ED-4DB2-BD59-A6C34878D82A}">
                    <a16:rowId xmlns:a16="http://schemas.microsoft.com/office/drawing/2014/main" val="3649096743"/>
                  </a:ext>
                </a:extLst>
              </a:tr>
              <a:tr h="228192">
                <a:tc>
                  <a:txBody>
                    <a:bodyPr/>
                    <a:lstStyle/>
                    <a:p>
                      <a:r>
                        <a:rPr lang="es-MX" sz="1200" noProof="0"/>
                        <a:t>5</a:t>
                      </a:r>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extLst>
                  <a:ext uri="{0D108BD9-81ED-4DB2-BD59-A6C34878D82A}">
                    <a16:rowId xmlns:a16="http://schemas.microsoft.com/office/drawing/2014/main" val="869567622"/>
                  </a:ext>
                </a:extLst>
              </a:tr>
              <a:tr h="228192">
                <a:tc>
                  <a:txBody>
                    <a:bodyPr/>
                    <a:lstStyle/>
                    <a:p>
                      <a:r>
                        <a:rPr lang="es-MX" sz="1200" noProof="0"/>
                        <a:t>6</a:t>
                      </a:r>
                    </a:p>
                  </a:txBody>
                  <a:tcPr>
                    <a:solidFill>
                      <a:schemeClr val="bg1"/>
                    </a:solidFill>
                  </a:tcPr>
                </a:tc>
                <a:tc>
                  <a:txBody>
                    <a:bodyPr/>
                    <a:lstStyle/>
                    <a:p>
                      <a:endParaRPr lang="es-MX" sz="1200" noProof="0" dirty="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dirty="0"/>
                    </a:p>
                  </a:txBody>
                  <a:tcPr>
                    <a:solidFill>
                      <a:schemeClr val="bg1"/>
                    </a:solidFill>
                  </a:tcPr>
                </a:tc>
                <a:extLst>
                  <a:ext uri="{0D108BD9-81ED-4DB2-BD59-A6C34878D82A}">
                    <a16:rowId xmlns:a16="http://schemas.microsoft.com/office/drawing/2014/main" val="1075875363"/>
                  </a:ext>
                </a:extLst>
              </a:tr>
            </a:tbl>
          </a:graphicData>
        </a:graphic>
      </p:graphicFrame>
      <p:sp>
        <p:nvSpPr>
          <p:cNvPr id="13" name="Rectángulo: esquinas redondeadas 12">
            <a:extLst>
              <a:ext uri="{FF2B5EF4-FFF2-40B4-BE49-F238E27FC236}">
                <a16:creationId xmlns:a16="http://schemas.microsoft.com/office/drawing/2014/main" id="{8275B73A-BBB6-288F-153F-DD859D7D660F}"/>
              </a:ext>
            </a:extLst>
          </p:cNvPr>
          <p:cNvSpPr/>
          <p:nvPr/>
        </p:nvSpPr>
        <p:spPr>
          <a:xfrm>
            <a:off x="4116538" y="892638"/>
            <a:ext cx="4643562" cy="62024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dirty="0">
                <a:solidFill>
                  <a:schemeClr val="bg1"/>
                </a:solidFill>
              </a:rPr>
              <a:t>A tool that reduces a long list of items to a more manageable number and focuses on the options with the greatest impact.</a:t>
            </a:r>
          </a:p>
        </p:txBody>
      </p:sp>
      <p:sp>
        <p:nvSpPr>
          <p:cNvPr id="15" name="Rectángulo: esquinas redondeadas 14">
            <a:extLst>
              <a:ext uri="{FF2B5EF4-FFF2-40B4-BE49-F238E27FC236}">
                <a16:creationId xmlns:a16="http://schemas.microsoft.com/office/drawing/2014/main" id="{7CFF6334-B05A-7A64-70E1-841E353A3D05}"/>
              </a:ext>
            </a:extLst>
          </p:cNvPr>
          <p:cNvSpPr/>
          <p:nvPr/>
        </p:nvSpPr>
        <p:spPr>
          <a:xfrm>
            <a:off x="635756" y="892637"/>
            <a:ext cx="3244481" cy="378296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8" name="Rectángulo: esquinas redondeadas 17">
            <a:extLst>
              <a:ext uri="{FF2B5EF4-FFF2-40B4-BE49-F238E27FC236}">
                <a16:creationId xmlns:a16="http://schemas.microsoft.com/office/drawing/2014/main" id="{DAFB588A-B76B-F430-A0AA-D0BD2C868BC5}"/>
              </a:ext>
            </a:extLst>
          </p:cNvPr>
          <p:cNvSpPr/>
          <p:nvPr/>
        </p:nvSpPr>
        <p:spPr>
          <a:xfrm>
            <a:off x="866344" y="1194721"/>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9" name="Rectángulo: esquinas redondeadas 18">
            <a:extLst>
              <a:ext uri="{FF2B5EF4-FFF2-40B4-BE49-F238E27FC236}">
                <a16:creationId xmlns:a16="http://schemas.microsoft.com/office/drawing/2014/main" id="{720940E0-7EB3-FD02-5E7B-6EA3773B8C0B}"/>
              </a:ext>
            </a:extLst>
          </p:cNvPr>
          <p:cNvSpPr/>
          <p:nvPr/>
        </p:nvSpPr>
        <p:spPr>
          <a:xfrm>
            <a:off x="866344" y="2412667"/>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0" name="Rectángulo: esquinas redondeadas 19">
            <a:extLst>
              <a:ext uri="{FF2B5EF4-FFF2-40B4-BE49-F238E27FC236}">
                <a16:creationId xmlns:a16="http://schemas.microsoft.com/office/drawing/2014/main" id="{7C5F8297-5A35-1AF7-6725-9534102B04F4}"/>
              </a:ext>
            </a:extLst>
          </p:cNvPr>
          <p:cNvSpPr/>
          <p:nvPr/>
        </p:nvSpPr>
        <p:spPr>
          <a:xfrm>
            <a:off x="866344" y="3630613"/>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1" name="Title 1">
            <a:extLst>
              <a:ext uri="{FF2B5EF4-FFF2-40B4-BE49-F238E27FC236}">
                <a16:creationId xmlns:a16="http://schemas.microsoft.com/office/drawing/2014/main" id="{A1A64026-B5F9-8D61-7BD8-185B3C8283C3}"/>
              </a:ext>
            </a:extLst>
          </p:cNvPr>
          <p:cNvSpPr txBox="1">
            <a:spLocks/>
          </p:cNvSpPr>
          <p:nvPr/>
        </p:nvSpPr>
        <p:spPr>
          <a:xfrm>
            <a:off x="1811577" y="1194721"/>
            <a:ext cx="1350143" cy="60638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400" b="0" noProof="0">
                <a:solidFill>
                  <a:schemeClr val="bg1"/>
                </a:solidFill>
              </a:rPr>
              <a:t>Objective Selection</a:t>
            </a:r>
          </a:p>
        </p:txBody>
      </p:sp>
      <p:sp>
        <p:nvSpPr>
          <p:cNvPr id="22" name="Title 1">
            <a:extLst>
              <a:ext uri="{FF2B5EF4-FFF2-40B4-BE49-F238E27FC236}">
                <a16:creationId xmlns:a16="http://schemas.microsoft.com/office/drawing/2014/main" id="{07820B5D-C17A-11F4-DB70-EAD5D2E4CCB3}"/>
              </a:ext>
            </a:extLst>
          </p:cNvPr>
          <p:cNvSpPr txBox="1">
            <a:spLocks/>
          </p:cNvSpPr>
          <p:nvPr/>
        </p:nvSpPr>
        <p:spPr>
          <a:xfrm>
            <a:off x="1718717" y="2412667"/>
            <a:ext cx="1798374" cy="60638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400" b="0" noProof="0">
                <a:solidFill>
                  <a:schemeClr val="bg1"/>
                </a:solidFill>
              </a:rPr>
              <a:t>Focus on the Most Relevant Causes</a:t>
            </a:r>
          </a:p>
        </p:txBody>
      </p:sp>
      <p:sp>
        <p:nvSpPr>
          <p:cNvPr id="23" name="Title 1">
            <a:extLst>
              <a:ext uri="{FF2B5EF4-FFF2-40B4-BE49-F238E27FC236}">
                <a16:creationId xmlns:a16="http://schemas.microsoft.com/office/drawing/2014/main" id="{28C2439F-9FA0-AAA1-6248-659886300B6A}"/>
              </a:ext>
            </a:extLst>
          </p:cNvPr>
          <p:cNvSpPr txBox="1">
            <a:spLocks/>
          </p:cNvSpPr>
          <p:nvPr/>
        </p:nvSpPr>
        <p:spPr>
          <a:xfrm>
            <a:off x="1681860" y="3612520"/>
            <a:ext cx="2045000" cy="60638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400" b="0" noProof="0">
                <a:solidFill>
                  <a:schemeClr val="bg1"/>
                </a:solidFill>
              </a:rPr>
              <a:t>Team Consensus and Participation</a:t>
            </a:r>
          </a:p>
        </p:txBody>
      </p:sp>
      <p:pic>
        <p:nvPicPr>
          <p:cNvPr id="25" name="Gráfico 24" descr="Buen inventario con relleno sólido">
            <a:extLst>
              <a:ext uri="{FF2B5EF4-FFF2-40B4-BE49-F238E27FC236}">
                <a16:creationId xmlns:a16="http://schemas.microsoft.com/office/drawing/2014/main" id="{C86D0FCB-CF82-85C6-4567-F0CE43ADBF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332" y="1224975"/>
            <a:ext cx="575824" cy="575824"/>
          </a:xfrm>
          <a:prstGeom prst="rect">
            <a:avLst/>
          </a:prstGeom>
        </p:spPr>
      </p:pic>
      <p:pic>
        <p:nvPicPr>
          <p:cNvPr id="29" name="Gráfico 28" descr="gráfico curvo de palo de hockey con relleno sólido">
            <a:extLst>
              <a:ext uri="{FF2B5EF4-FFF2-40B4-BE49-F238E27FC236}">
                <a16:creationId xmlns:a16="http://schemas.microsoft.com/office/drawing/2014/main" id="{7D692B5C-4EE9-91D3-EF82-86C2206D3A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1077" y="2412667"/>
            <a:ext cx="636333" cy="636333"/>
          </a:xfrm>
          <a:prstGeom prst="rect">
            <a:avLst/>
          </a:prstGeom>
        </p:spPr>
      </p:pic>
      <p:pic>
        <p:nvPicPr>
          <p:cNvPr id="31" name="Gráfico 30" descr="Grupo de hombres con relleno sólido">
            <a:extLst>
              <a:ext uri="{FF2B5EF4-FFF2-40B4-BE49-F238E27FC236}">
                <a16:creationId xmlns:a16="http://schemas.microsoft.com/office/drawing/2014/main" id="{BE5172F0-3F70-B5A3-0F87-1505A6506AA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1077" y="3630613"/>
            <a:ext cx="636332" cy="636332"/>
          </a:xfrm>
          <a:prstGeom prst="rect">
            <a:avLst/>
          </a:prstGeom>
        </p:spPr>
      </p:pic>
    </p:spTree>
    <p:extLst>
      <p:ext uri="{BB962C8B-B14F-4D97-AF65-F5344CB8AC3E}">
        <p14:creationId xmlns:p14="http://schemas.microsoft.com/office/powerpoint/2010/main" val="305624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DC031-3196-D528-9AE5-D9B238ABC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A878C-DA71-968A-52CB-B261C78E333D}"/>
              </a:ext>
            </a:extLst>
          </p:cNvPr>
          <p:cNvSpPr>
            <a:spLocks noGrp="1"/>
          </p:cNvSpPr>
          <p:nvPr>
            <p:ph type="title"/>
          </p:nvPr>
        </p:nvSpPr>
        <p:spPr>
          <a:xfrm>
            <a:off x="330993" y="313420"/>
            <a:ext cx="8482014" cy="307777"/>
          </a:xfrm>
        </p:spPr>
        <p:txBody>
          <a:bodyPr/>
          <a:lstStyle/>
          <a:p>
            <a:pPr algn="ctr"/>
            <a:r>
              <a:rPr lang="es-MX" noProof="0"/>
              <a:t>Multivoting Matrix</a:t>
            </a:r>
          </a:p>
        </p:txBody>
      </p:sp>
      <p:pic>
        <p:nvPicPr>
          <p:cNvPr id="5" name="Imagen 4" descr="Dibujo de una persona&#10;&#10;El contenido generado por IA puede ser incorrecto.">
            <a:extLst>
              <a:ext uri="{FF2B5EF4-FFF2-40B4-BE49-F238E27FC236}">
                <a16:creationId xmlns:a16="http://schemas.microsoft.com/office/drawing/2014/main" id="{1DAE76DE-F10E-A9C3-2594-1DCB47A5932A}"/>
              </a:ext>
            </a:extLst>
          </p:cNvPr>
          <p:cNvPicPr>
            <a:picLocks noChangeAspect="1"/>
          </p:cNvPicPr>
          <p:nvPr/>
        </p:nvPicPr>
        <p:blipFill>
          <a:blip r:embed="rId2"/>
          <a:stretch>
            <a:fillRect/>
          </a:stretch>
        </p:blipFill>
        <p:spPr>
          <a:xfrm>
            <a:off x="8661417" y="109943"/>
            <a:ext cx="466952" cy="466952"/>
          </a:xfrm>
          <a:prstGeom prst="rect">
            <a:avLst/>
          </a:prstGeom>
        </p:spPr>
      </p:pic>
      <p:sp>
        <p:nvSpPr>
          <p:cNvPr id="7" name="Rectángulo: esquinas redondeadas 6">
            <a:extLst>
              <a:ext uri="{FF2B5EF4-FFF2-40B4-BE49-F238E27FC236}">
                <a16:creationId xmlns:a16="http://schemas.microsoft.com/office/drawing/2014/main" id="{326116AB-1CE0-CE60-9083-FF8409F83C70}"/>
              </a:ext>
            </a:extLst>
          </p:cNvPr>
          <p:cNvSpPr/>
          <p:nvPr/>
        </p:nvSpPr>
        <p:spPr>
          <a:xfrm>
            <a:off x="1484376" y="1130286"/>
            <a:ext cx="6175248" cy="312784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 name="Elipse 2">
            <a:extLst>
              <a:ext uri="{FF2B5EF4-FFF2-40B4-BE49-F238E27FC236}">
                <a16:creationId xmlns:a16="http://schemas.microsoft.com/office/drawing/2014/main" id="{4D80771E-8851-908A-2E25-9332AF7FCA29}"/>
              </a:ext>
            </a:extLst>
          </p:cNvPr>
          <p:cNvSpPr/>
          <p:nvPr/>
        </p:nvSpPr>
        <p:spPr>
          <a:xfrm>
            <a:off x="6385560" y="2241281"/>
            <a:ext cx="1124712" cy="830410"/>
          </a:xfrm>
          <a:prstGeom prst="ellipse">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800" noProof="0">
                <a:solidFill>
                  <a:srgbClr val="FFFFFF"/>
                </a:solidFill>
              </a:rPr>
              <a:t>Low Crane Productivity</a:t>
            </a:r>
          </a:p>
        </p:txBody>
      </p:sp>
      <p:cxnSp>
        <p:nvCxnSpPr>
          <p:cNvPr id="11" name="Conector recto de flecha 10">
            <a:extLst>
              <a:ext uri="{FF2B5EF4-FFF2-40B4-BE49-F238E27FC236}">
                <a16:creationId xmlns:a16="http://schemas.microsoft.com/office/drawing/2014/main" id="{52027C18-B7C5-65A3-D98C-08A5F0B2286B}"/>
              </a:ext>
            </a:extLst>
          </p:cNvPr>
          <p:cNvCxnSpPr>
            <a:cxnSpLocks/>
          </p:cNvCxnSpPr>
          <p:nvPr/>
        </p:nvCxnSpPr>
        <p:spPr>
          <a:xfrm>
            <a:off x="2060448" y="2656486"/>
            <a:ext cx="4325112" cy="0"/>
          </a:xfrm>
          <a:prstGeom prst="straightConnector1">
            <a:avLst/>
          </a:prstGeom>
          <a:ln w="571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 name="Rectángulo: esquinas redondeadas 11">
            <a:extLst>
              <a:ext uri="{FF2B5EF4-FFF2-40B4-BE49-F238E27FC236}">
                <a16:creationId xmlns:a16="http://schemas.microsoft.com/office/drawing/2014/main" id="{1095AF04-8BE9-864A-3FD4-4389A6C287FE}"/>
              </a:ext>
            </a:extLst>
          </p:cNvPr>
          <p:cNvSpPr/>
          <p:nvPr/>
        </p:nvSpPr>
        <p:spPr>
          <a:xfrm>
            <a:off x="5032248" y="1372011"/>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Environment</a:t>
            </a:r>
          </a:p>
        </p:txBody>
      </p:sp>
      <p:sp>
        <p:nvSpPr>
          <p:cNvPr id="13" name="Rectángulo: esquinas redondeadas 12">
            <a:extLst>
              <a:ext uri="{FF2B5EF4-FFF2-40B4-BE49-F238E27FC236}">
                <a16:creationId xmlns:a16="http://schemas.microsoft.com/office/drawing/2014/main" id="{7874B675-2876-2F8F-5298-AB8D594E52B2}"/>
              </a:ext>
            </a:extLst>
          </p:cNvPr>
          <p:cNvSpPr/>
          <p:nvPr/>
        </p:nvSpPr>
        <p:spPr>
          <a:xfrm>
            <a:off x="3590544" y="1373446"/>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Machine</a:t>
            </a:r>
          </a:p>
        </p:txBody>
      </p:sp>
      <p:sp>
        <p:nvSpPr>
          <p:cNvPr id="14" name="Rectángulo: esquinas redondeadas 13">
            <a:extLst>
              <a:ext uri="{FF2B5EF4-FFF2-40B4-BE49-F238E27FC236}">
                <a16:creationId xmlns:a16="http://schemas.microsoft.com/office/drawing/2014/main" id="{8C898D84-C305-709A-43EE-2D98CE035516}"/>
              </a:ext>
            </a:extLst>
          </p:cNvPr>
          <p:cNvSpPr/>
          <p:nvPr/>
        </p:nvSpPr>
        <p:spPr>
          <a:xfrm>
            <a:off x="2148840" y="1372011"/>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Manpower</a:t>
            </a:r>
          </a:p>
        </p:txBody>
      </p:sp>
      <p:sp>
        <p:nvSpPr>
          <p:cNvPr id="15" name="Rectángulo: esquinas redondeadas 14">
            <a:extLst>
              <a:ext uri="{FF2B5EF4-FFF2-40B4-BE49-F238E27FC236}">
                <a16:creationId xmlns:a16="http://schemas.microsoft.com/office/drawing/2014/main" id="{24443AA2-52C6-060D-D25D-7D4E28DED0AA}"/>
              </a:ext>
            </a:extLst>
          </p:cNvPr>
          <p:cNvSpPr/>
          <p:nvPr/>
        </p:nvSpPr>
        <p:spPr>
          <a:xfrm>
            <a:off x="2148840" y="3604159"/>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Material</a:t>
            </a:r>
          </a:p>
        </p:txBody>
      </p:sp>
      <p:sp>
        <p:nvSpPr>
          <p:cNvPr id="16" name="Rectángulo: esquinas redondeadas 15">
            <a:extLst>
              <a:ext uri="{FF2B5EF4-FFF2-40B4-BE49-F238E27FC236}">
                <a16:creationId xmlns:a16="http://schemas.microsoft.com/office/drawing/2014/main" id="{7CEA8628-D068-959C-1D3D-145634AB18CE}"/>
              </a:ext>
            </a:extLst>
          </p:cNvPr>
          <p:cNvSpPr/>
          <p:nvPr/>
        </p:nvSpPr>
        <p:spPr>
          <a:xfrm>
            <a:off x="3590544" y="3604420"/>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Method</a:t>
            </a:r>
          </a:p>
        </p:txBody>
      </p:sp>
      <p:sp>
        <p:nvSpPr>
          <p:cNvPr id="17" name="Rectángulo: esquinas redondeadas 16">
            <a:extLst>
              <a:ext uri="{FF2B5EF4-FFF2-40B4-BE49-F238E27FC236}">
                <a16:creationId xmlns:a16="http://schemas.microsoft.com/office/drawing/2014/main" id="{4903F4D4-F956-0229-DE6D-E8D2FE12AD8F}"/>
              </a:ext>
            </a:extLst>
          </p:cNvPr>
          <p:cNvSpPr/>
          <p:nvPr/>
        </p:nvSpPr>
        <p:spPr>
          <a:xfrm>
            <a:off x="5032248" y="3604159"/>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Measurement</a:t>
            </a:r>
          </a:p>
        </p:txBody>
      </p:sp>
      <p:cxnSp>
        <p:nvCxnSpPr>
          <p:cNvPr id="25" name="Conector recto de flecha 24">
            <a:extLst>
              <a:ext uri="{FF2B5EF4-FFF2-40B4-BE49-F238E27FC236}">
                <a16:creationId xmlns:a16="http://schemas.microsoft.com/office/drawing/2014/main" id="{CFD403C3-E031-FBA1-B1C7-D5934F506500}"/>
              </a:ext>
            </a:extLst>
          </p:cNvPr>
          <p:cNvCxnSpPr>
            <a:cxnSpLocks/>
          </p:cNvCxnSpPr>
          <p:nvPr/>
        </p:nvCxnSpPr>
        <p:spPr>
          <a:xfrm flipV="1">
            <a:off x="2660490" y="2685062"/>
            <a:ext cx="485046" cy="908517"/>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2043C19A-671E-9D97-F07C-356FC60A4756}"/>
              </a:ext>
            </a:extLst>
          </p:cNvPr>
          <p:cNvCxnSpPr>
            <a:cxnSpLocks/>
          </p:cNvCxnSpPr>
          <p:nvPr/>
        </p:nvCxnSpPr>
        <p:spPr>
          <a:xfrm flipV="1">
            <a:off x="4066861" y="2685208"/>
            <a:ext cx="485046" cy="908517"/>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E092E0E3-F9EA-4B32-F216-3283B8D8C1F5}"/>
              </a:ext>
            </a:extLst>
          </p:cNvPr>
          <p:cNvCxnSpPr>
            <a:cxnSpLocks/>
          </p:cNvCxnSpPr>
          <p:nvPr/>
        </p:nvCxnSpPr>
        <p:spPr>
          <a:xfrm flipV="1">
            <a:off x="5518404" y="2685061"/>
            <a:ext cx="485046" cy="908517"/>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7FC95CA8-053F-1872-4B24-9EE223F7342A}"/>
              </a:ext>
            </a:extLst>
          </p:cNvPr>
          <p:cNvCxnSpPr>
            <a:cxnSpLocks/>
          </p:cNvCxnSpPr>
          <p:nvPr/>
        </p:nvCxnSpPr>
        <p:spPr>
          <a:xfrm>
            <a:off x="2660490" y="1708385"/>
            <a:ext cx="475902" cy="919380"/>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F2C5E603-0CC1-7FD0-6CE2-3A73ECE30A5E}"/>
              </a:ext>
            </a:extLst>
          </p:cNvPr>
          <p:cNvCxnSpPr>
            <a:cxnSpLocks/>
          </p:cNvCxnSpPr>
          <p:nvPr/>
        </p:nvCxnSpPr>
        <p:spPr>
          <a:xfrm>
            <a:off x="4085149" y="1697805"/>
            <a:ext cx="475902" cy="919380"/>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E60B6043-9138-C967-1327-17D575F84FC2}"/>
              </a:ext>
            </a:extLst>
          </p:cNvPr>
          <p:cNvCxnSpPr>
            <a:cxnSpLocks/>
          </p:cNvCxnSpPr>
          <p:nvPr/>
        </p:nvCxnSpPr>
        <p:spPr>
          <a:xfrm>
            <a:off x="5527548" y="1717455"/>
            <a:ext cx="475902" cy="919380"/>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F4C5D4DF-4467-B27A-5123-B04654CCF1C1}"/>
              </a:ext>
            </a:extLst>
          </p:cNvPr>
          <p:cNvCxnSpPr>
            <a:cxnSpLocks/>
          </p:cNvCxnSpPr>
          <p:nvPr/>
        </p:nvCxnSpPr>
        <p:spPr>
          <a:xfrm>
            <a:off x="1903149" y="1948766"/>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0">
            <a:extLst>
              <a:ext uri="{FF2B5EF4-FFF2-40B4-BE49-F238E27FC236}">
                <a16:creationId xmlns:a16="http://schemas.microsoft.com/office/drawing/2014/main" id="{E1D8F30A-4381-91FE-1E6E-96CEDD44B918}"/>
              </a:ext>
            </a:extLst>
          </p:cNvPr>
          <p:cNvCxnSpPr>
            <a:cxnSpLocks/>
          </p:cNvCxnSpPr>
          <p:nvPr/>
        </p:nvCxnSpPr>
        <p:spPr>
          <a:xfrm>
            <a:off x="2025450" y="2221372"/>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149F3BF4-579B-79BF-C09D-5D55409E163E}"/>
              </a:ext>
            </a:extLst>
          </p:cNvPr>
          <p:cNvCxnSpPr>
            <a:cxnSpLocks/>
          </p:cNvCxnSpPr>
          <p:nvPr/>
        </p:nvCxnSpPr>
        <p:spPr>
          <a:xfrm>
            <a:off x="2155928" y="2482159"/>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B401F97F-A295-61A6-163E-884A542FBA1A}"/>
              </a:ext>
            </a:extLst>
          </p:cNvPr>
          <p:cNvCxnSpPr>
            <a:cxnSpLocks/>
          </p:cNvCxnSpPr>
          <p:nvPr/>
        </p:nvCxnSpPr>
        <p:spPr>
          <a:xfrm>
            <a:off x="3389657" y="2036937"/>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62C92B4F-3330-E2D3-89A1-A8749499BE7C}"/>
              </a:ext>
            </a:extLst>
          </p:cNvPr>
          <p:cNvCxnSpPr>
            <a:cxnSpLocks/>
          </p:cNvCxnSpPr>
          <p:nvPr/>
        </p:nvCxnSpPr>
        <p:spPr>
          <a:xfrm>
            <a:off x="3551201" y="2384578"/>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B2B00A0B-B065-ED27-3D6B-A59F50355489}"/>
              </a:ext>
            </a:extLst>
          </p:cNvPr>
          <p:cNvCxnSpPr>
            <a:cxnSpLocks/>
          </p:cNvCxnSpPr>
          <p:nvPr/>
        </p:nvCxnSpPr>
        <p:spPr>
          <a:xfrm>
            <a:off x="5032248" y="2384578"/>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FBC2AB3E-2808-7A33-CB5D-3F8D25DBFD5A}"/>
              </a:ext>
            </a:extLst>
          </p:cNvPr>
          <p:cNvCxnSpPr>
            <a:cxnSpLocks/>
          </p:cNvCxnSpPr>
          <p:nvPr/>
        </p:nvCxnSpPr>
        <p:spPr>
          <a:xfrm>
            <a:off x="4818888" y="2016573"/>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E2ED38FD-6381-D12A-D772-DDBA8D42142E}"/>
              </a:ext>
            </a:extLst>
          </p:cNvPr>
          <p:cNvCxnSpPr>
            <a:cxnSpLocks/>
          </p:cNvCxnSpPr>
          <p:nvPr/>
        </p:nvCxnSpPr>
        <p:spPr>
          <a:xfrm>
            <a:off x="2045208" y="3158410"/>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14194FC5-BEC6-5276-0EB8-93491C8A1242}"/>
              </a:ext>
            </a:extLst>
          </p:cNvPr>
          <p:cNvCxnSpPr>
            <a:cxnSpLocks/>
          </p:cNvCxnSpPr>
          <p:nvPr/>
        </p:nvCxnSpPr>
        <p:spPr>
          <a:xfrm>
            <a:off x="3489753" y="3020487"/>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 name="Conector recto de flecha 48">
            <a:extLst>
              <a:ext uri="{FF2B5EF4-FFF2-40B4-BE49-F238E27FC236}">
                <a16:creationId xmlns:a16="http://schemas.microsoft.com/office/drawing/2014/main" id="{D6998366-E41A-9F0F-63F8-AA27AA92DEE0}"/>
              </a:ext>
            </a:extLst>
          </p:cNvPr>
          <p:cNvCxnSpPr>
            <a:cxnSpLocks/>
          </p:cNvCxnSpPr>
          <p:nvPr/>
        </p:nvCxnSpPr>
        <p:spPr>
          <a:xfrm>
            <a:off x="3250973" y="3419775"/>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6ADB8F85-50B4-BC41-012A-31F5618F606E}"/>
              </a:ext>
            </a:extLst>
          </p:cNvPr>
          <p:cNvCxnSpPr>
            <a:cxnSpLocks/>
          </p:cNvCxnSpPr>
          <p:nvPr/>
        </p:nvCxnSpPr>
        <p:spPr>
          <a:xfrm>
            <a:off x="5025731" y="2903438"/>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1" name="Conector recto de flecha 50">
            <a:extLst>
              <a:ext uri="{FF2B5EF4-FFF2-40B4-BE49-F238E27FC236}">
                <a16:creationId xmlns:a16="http://schemas.microsoft.com/office/drawing/2014/main" id="{BB13FDA8-168E-0CBB-79AF-EBE53396081C}"/>
              </a:ext>
            </a:extLst>
          </p:cNvPr>
          <p:cNvCxnSpPr>
            <a:cxnSpLocks/>
          </p:cNvCxnSpPr>
          <p:nvPr/>
        </p:nvCxnSpPr>
        <p:spPr>
          <a:xfrm>
            <a:off x="4698632" y="3511924"/>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Conector recto de flecha 51">
            <a:extLst>
              <a:ext uri="{FF2B5EF4-FFF2-40B4-BE49-F238E27FC236}">
                <a16:creationId xmlns:a16="http://schemas.microsoft.com/office/drawing/2014/main" id="{6FA48256-5B7A-3434-8908-9CB13E09EF90}"/>
              </a:ext>
            </a:extLst>
          </p:cNvPr>
          <p:cNvCxnSpPr>
            <a:cxnSpLocks/>
          </p:cNvCxnSpPr>
          <p:nvPr/>
        </p:nvCxnSpPr>
        <p:spPr>
          <a:xfrm>
            <a:off x="4818888" y="3213746"/>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CuadroTexto 52">
            <a:extLst>
              <a:ext uri="{FF2B5EF4-FFF2-40B4-BE49-F238E27FC236}">
                <a16:creationId xmlns:a16="http://schemas.microsoft.com/office/drawing/2014/main" id="{3C1884B4-6C4B-C573-CE42-393236645408}"/>
              </a:ext>
            </a:extLst>
          </p:cNvPr>
          <p:cNvSpPr txBox="1"/>
          <p:nvPr/>
        </p:nvSpPr>
        <p:spPr>
          <a:xfrm>
            <a:off x="1304551" y="1725482"/>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Inexperienced foreman</a:t>
            </a:r>
          </a:p>
        </p:txBody>
      </p:sp>
      <p:sp>
        <p:nvSpPr>
          <p:cNvPr id="54" name="CuadroTexto 53">
            <a:extLst>
              <a:ext uri="{FF2B5EF4-FFF2-40B4-BE49-F238E27FC236}">
                <a16:creationId xmlns:a16="http://schemas.microsoft.com/office/drawing/2014/main" id="{337BBD54-D7C2-1F03-F71E-206229F21A3F}"/>
              </a:ext>
            </a:extLst>
          </p:cNvPr>
          <p:cNvSpPr txBox="1"/>
          <p:nvPr/>
        </p:nvSpPr>
        <p:spPr>
          <a:xfrm>
            <a:off x="1418303" y="2026610"/>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Insufficient operators</a:t>
            </a:r>
          </a:p>
        </p:txBody>
      </p:sp>
      <p:sp>
        <p:nvSpPr>
          <p:cNvPr id="55" name="CuadroTexto 54">
            <a:extLst>
              <a:ext uri="{FF2B5EF4-FFF2-40B4-BE49-F238E27FC236}">
                <a16:creationId xmlns:a16="http://schemas.microsoft.com/office/drawing/2014/main" id="{765B6410-4F7D-E953-2015-0CCD396B5019}"/>
              </a:ext>
            </a:extLst>
          </p:cNvPr>
          <p:cNvSpPr txBox="1"/>
          <p:nvPr/>
        </p:nvSpPr>
        <p:spPr>
          <a:xfrm>
            <a:off x="1490760" y="2292840"/>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6"/>
                </a:solidFill>
              </a:rPr>
              <a:t>Absent supervisor</a:t>
            </a:r>
          </a:p>
        </p:txBody>
      </p:sp>
      <p:sp>
        <p:nvSpPr>
          <p:cNvPr id="56" name="CuadroTexto 55">
            <a:extLst>
              <a:ext uri="{FF2B5EF4-FFF2-40B4-BE49-F238E27FC236}">
                <a16:creationId xmlns:a16="http://schemas.microsoft.com/office/drawing/2014/main" id="{96D15638-1790-6F37-7A61-B32DDB8707D3}"/>
              </a:ext>
            </a:extLst>
          </p:cNvPr>
          <p:cNvSpPr txBox="1"/>
          <p:nvPr/>
        </p:nvSpPr>
        <p:spPr>
          <a:xfrm>
            <a:off x="2845895" y="1816265"/>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chemeClr val="accent6"/>
                </a:solidFill>
              </a:rPr>
              <a:t>Spreader failure</a:t>
            </a:r>
          </a:p>
        </p:txBody>
      </p:sp>
      <p:sp>
        <p:nvSpPr>
          <p:cNvPr id="57" name="CuadroTexto 56">
            <a:extLst>
              <a:ext uri="{FF2B5EF4-FFF2-40B4-BE49-F238E27FC236}">
                <a16:creationId xmlns:a16="http://schemas.microsoft.com/office/drawing/2014/main" id="{DBA8EE3B-4597-C1B0-F332-C7AD5D1BE1B4}"/>
              </a:ext>
            </a:extLst>
          </p:cNvPr>
          <p:cNvSpPr txBox="1"/>
          <p:nvPr/>
        </p:nvSpPr>
        <p:spPr>
          <a:xfrm>
            <a:off x="2970266" y="2166885"/>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err="1">
                <a:solidFill>
                  <a:schemeClr val="bg1"/>
                </a:solidFill>
              </a:rPr>
              <a:t>Insufficient terminal tractors</a:t>
            </a:r>
          </a:p>
        </p:txBody>
      </p:sp>
      <p:sp>
        <p:nvSpPr>
          <p:cNvPr id="58" name="CuadroTexto 57">
            <a:extLst>
              <a:ext uri="{FF2B5EF4-FFF2-40B4-BE49-F238E27FC236}">
                <a16:creationId xmlns:a16="http://schemas.microsoft.com/office/drawing/2014/main" id="{6DCC543F-EEFA-0859-83D7-B2638BF68B82}"/>
              </a:ext>
            </a:extLst>
          </p:cNvPr>
          <p:cNvSpPr txBox="1"/>
          <p:nvPr/>
        </p:nvSpPr>
        <p:spPr>
          <a:xfrm>
            <a:off x="4286561" y="1817555"/>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6"/>
                </a:solidFill>
              </a:rPr>
              <a:t>Poor visibility of container stacks</a:t>
            </a:r>
          </a:p>
        </p:txBody>
      </p:sp>
      <p:sp>
        <p:nvSpPr>
          <p:cNvPr id="59" name="CuadroTexto 58">
            <a:extLst>
              <a:ext uri="{FF2B5EF4-FFF2-40B4-BE49-F238E27FC236}">
                <a16:creationId xmlns:a16="http://schemas.microsoft.com/office/drawing/2014/main" id="{D6A4586A-2346-D80F-764A-2F967A16A658}"/>
              </a:ext>
            </a:extLst>
          </p:cNvPr>
          <p:cNvSpPr txBox="1"/>
          <p:nvPr/>
        </p:nvSpPr>
        <p:spPr>
          <a:xfrm>
            <a:off x="4426440" y="2191775"/>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Moderate rain</a:t>
            </a:r>
          </a:p>
        </p:txBody>
      </p:sp>
      <p:sp>
        <p:nvSpPr>
          <p:cNvPr id="60" name="CuadroTexto 59">
            <a:extLst>
              <a:ext uri="{FF2B5EF4-FFF2-40B4-BE49-F238E27FC236}">
                <a16:creationId xmlns:a16="http://schemas.microsoft.com/office/drawing/2014/main" id="{D1367B1F-805E-3A9D-5F38-97C1FFB7349D}"/>
              </a:ext>
            </a:extLst>
          </p:cNvPr>
          <p:cNvSpPr txBox="1"/>
          <p:nvPr/>
        </p:nvSpPr>
        <p:spPr>
          <a:xfrm>
            <a:off x="1431328" y="2953955"/>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chemeClr val="accent6"/>
                </a:solidFill>
              </a:rPr>
              <a:t>Damaged twistlocks</a:t>
            </a:r>
          </a:p>
        </p:txBody>
      </p:sp>
      <p:sp>
        <p:nvSpPr>
          <p:cNvPr id="61" name="CuadroTexto 60">
            <a:extLst>
              <a:ext uri="{FF2B5EF4-FFF2-40B4-BE49-F238E27FC236}">
                <a16:creationId xmlns:a16="http://schemas.microsoft.com/office/drawing/2014/main" id="{DF9C4BB7-D538-E9B0-509D-1CCC5F76D2CF}"/>
              </a:ext>
            </a:extLst>
          </p:cNvPr>
          <p:cNvSpPr txBox="1"/>
          <p:nvPr/>
        </p:nvSpPr>
        <p:spPr>
          <a:xfrm>
            <a:off x="2912329" y="2791796"/>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Loading sequence</a:t>
            </a:r>
          </a:p>
        </p:txBody>
      </p:sp>
      <p:sp>
        <p:nvSpPr>
          <p:cNvPr id="62" name="CuadroTexto 61">
            <a:extLst>
              <a:ext uri="{FF2B5EF4-FFF2-40B4-BE49-F238E27FC236}">
                <a16:creationId xmlns:a16="http://schemas.microsoft.com/office/drawing/2014/main" id="{15311796-A6BE-F7D0-867A-580FC5C5C133}"/>
              </a:ext>
            </a:extLst>
          </p:cNvPr>
          <p:cNvSpPr txBox="1"/>
          <p:nvPr/>
        </p:nvSpPr>
        <p:spPr>
          <a:xfrm>
            <a:off x="2652459" y="3213746"/>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Crane position</a:t>
            </a:r>
          </a:p>
        </p:txBody>
      </p:sp>
      <p:sp>
        <p:nvSpPr>
          <p:cNvPr id="63" name="CuadroTexto 62">
            <a:extLst>
              <a:ext uri="{FF2B5EF4-FFF2-40B4-BE49-F238E27FC236}">
                <a16:creationId xmlns:a16="http://schemas.microsoft.com/office/drawing/2014/main" id="{C189B59E-24E9-2AB1-97F4-41483508BD53}"/>
              </a:ext>
            </a:extLst>
          </p:cNvPr>
          <p:cNvSpPr txBox="1"/>
          <p:nvPr/>
        </p:nvSpPr>
        <p:spPr>
          <a:xfrm>
            <a:off x="4099566" y="3292021"/>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6"/>
                </a:solidFill>
              </a:rPr>
              <a:t>Terminal tractor waiting time</a:t>
            </a:r>
          </a:p>
        </p:txBody>
      </p:sp>
      <p:sp>
        <p:nvSpPr>
          <p:cNvPr id="64" name="CuadroTexto 63">
            <a:extLst>
              <a:ext uri="{FF2B5EF4-FFF2-40B4-BE49-F238E27FC236}">
                <a16:creationId xmlns:a16="http://schemas.microsoft.com/office/drawing/2014/main" id="{A892B8F8-FF7E-E905-D2F9-4F0EC3992C72}"/>
              </a:ext>
            </a:extLst>
          </p:cNvPr>
          <p:cNvSpPr txBox="1"/>
          <p:nvPr/>
        </p:nvSpPr>
        <p:spPr>
          <a:xfrm>
            <a:off x="4213654" y="2997260"/>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Number of restows</a:t>
            </a:r>
          </a:p>
        </p:txBody>
      </p:sp>
      <p:sp>
        <p:nvSpPr>
          <p:cNvPr id="65" name="CuadroTexto 64">
            <a:extLst>
              <a:ext uri="{FF2B5EF4-FFF2-40B4-BE49-F238E27FC236}">
                <a16:creationId xmlns:a16="http://schemas.microsoft.com/office/drawing/2014/main" id="{F910655B-DD02-06C9-9A7A-0BCA187242D7}"/>
              </a:ext>
            </a:extLst>
          </p:cNvPr>
          <p:cNvSpPr txBox="1"/>
          <p:nvPr/>
        </p:nvSpPr>
        <p:spPr>
          <a:xfrm>
            <a:off x="4440939" y="2702221"/>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6"/>
                </a:solidFill>
              </a:rPr>
              <a:t>Shift start</a:t>
            </a:r>
          </a:p>
        </p:txBody>
      </p:sp>
      <p:sp>
        <p:nvSpPr>
          <p:cNvPr id="66" name="CuadroTexto 7">
            <a:extLst>
              <a:ext uri="{FF2B5EF4-FFF2-40B4-BE49-F238E27FC236}">
                <a16:creationId xmlns:a16="http://schemas.microsoft.com/office/drawing/2014/main" id="{1AF9D588-3C71-B63E-92B7-AEA119050897}"/>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How is it used?</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Tree>
    <p:extLst>
      <p:ext uri="{BB962C8B-B14F-4D97-AF65-F5344CB8AC3E}">
        <p14:creationId xmlns:p14="http://schemas.microsoft.com/office/powerpoint/2010/main" val="1038141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9FDCC-35B2-9082-88B9-E4E0BB93015B}"/>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02D1F5B3-F56B-BDD2-6E3C-8893136682C7}"/>
              </a:ext>
            </a:extLst>
          </p:cNvPr>
          <p:cNvSpPr/>
          <p:nvPr/>
        </p:nvSpPr>
        <p:spPr>
          <a:xfrm>
            <a:off x="4121025" y="1110072"/>
            <a:ext cx="4932473" cy="304224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8" name="Imagen 7">
            <a:extLst>
              <a:ext uri="{FF2B5EF4-FFF2-40B4-BE49-F238E27FC236}">
                <a16:creationId xmlns:a16="http://schemas.microsoft.com/office/drawing/2014/main" id="{6DE9C0E4-D5EE-E3D6-86E5-22D6C1B9A359}"/>
              </a:ext>
            </a:extLst>
          </p:cNvPr>
          <p:cNvPicPr>
            <a:picLocks noChangeAspect="1"/>
          </p:cNvPicPr>
          <p:nvPr/>
        </p:nvPicPr>
        <p:blipFill>
          <a:blip r:embed="rId2"/>
          <a:stretch>
            <a:fillRect/>
          </a:stretch>
        </p:blipFill>
        <p:spPr>
          <a:xfrm>
            <a:off x="4240142" y="1354069"/>
            <a:ext cx="4729102" cy="2551415"/>
          </a:xfrm>
          <a:prstGeom prst="rect">
            <a:avLst/>
          </a:prstGeom>
          <a:ln>
            <a:noFill/>
          </a:ln>
        </p:spPr>
      </p:pic>
      <p:sp>
        <p:nvSpPr>
          <p:cNvPr id="22" name="Rectángulo: esquinas redondeadas 21">
            <a:extLst>
              <a:ext uri="{FF2B5EF4-FFF2-40B4-BE49-F238E27FC236}">
                <a16:creationId xmlns:a16="http://schemas.microsoft.com/office/drawing/2014/main" id="{07B466A2-EF25-4396-D65D-34461933487F}"/>
              </a:ext>
            </a:extLst>
          </p:cNvPr>
          <p:cNvSpPr/>
          <p:nvPr/>
        </p:nvSpPr>
        <p:spPr>
          <a:xfrm>
            <a:off x="264783" y="2773699"/>
            <a:ext cx="3406637" cy="136378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E7B8AA48-49AC-8522-FFC4-4A38F4E2D68F}"/>
              </a:ext>
            </a:extLst>
          </p:cNvPr>
          <p:cNvSpPr>
            <a:spLocks noGrp="1"/>
          </p:cNvSpPr>
          <p:nvPr>
            <p:ph type="title"/>
          </p:nvPr>
        </p:nvSpPr>
        <p:spPr>
          <a:xfrm>
            <a:off x="330993" y="313420"/>
            <a:ext cx="8482014" cy="307777"/>
          </a:xfrm>
        </p:spPr>
        <p:txBody>
          <a:bodyPr/>
          <a:lstStyle/>
          <a:p>
            <a:pPr algn="ctr"/>
            <a:r>
              <a:rPr lang="es-MX" noProof="0"/>
              <a:t>Multivoting Matrix</a:t>
            </a:r>
          </a:p>
        </p:txBody>
      </p:sp>
      <p:pic>
        <p:nvPicPr>
          <p:cNvPr id="5" name="Imagen 4" descr="Dibujo de una persona&#10;&#10;El contenido generado por IA puede ser incorrecto.">
            <a:extLst>
              <a:ext uri="{FF2B5EF4-FFF2-40B4-BE49-F238E27FC236}">
                <a16:creationId xmlns:a16="http://schemas.microsoft.com/office/drawing/2014/main" id="{2447C818-FD0B-8B6A-3195-EB51E2C0E4DF}"/>
              </a:ext>
            </a:extLst>
          </p:cNvPr>
          <p:cNvPicPr>
            <a:picLocks noChangeAspect="1"/>
          </p:cNvPicPr>
          <p:nvPr/>
        </p:nvPicPr>
        <p:blipFill>
          <a:blip r:embed="rId3"/>
          <a:stretch>
            <a:fillRect/>
          </a:stretch>
        </p:blipFill>
        <p:spPr>
          <a:xfrm>
            <a:off x="8661417" y="109943"/>
            <a:ext cx="466952" cy="466952"/>
          </a:xfrm>
          <a:prstGeom prst="rect">
            <a:avLst/>
          </a:prstGeom>
        </p:spPr>
      </p:pic>
      <p:sp>
        <p:nvSpPr>
          <p:cNvPr id="7" name="Rectángulo: esquinas redondeadas 6">
            <a:extLst>
              <a:ext uri="{FF2B5EF4-FFF2-40B4-BE49-F238E27FC236}">
                <a16:creationId xmlns:a16="http://schemas.microsoft.com/office/drawing/2014/main" id="{E9FDDBAE-8630-B5B6-BB31-2977503A4B88}"/>
              </a:ext>
            </a:extLst>
          </p:cNvPr>
          <p:cNvSpPr/>
          <p:nvPr/>
        </p:nvSpPr>
        <p:spPr>
          <a:xfrm>
            <a:off x="241675" y="968319"/>
            <a:ext cx="3406637" cy="167795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 name="Elipse 2">
            <a:extLst>
              <a:ext uri="{FF2B5EF4-FFF2-40B4-BE49-F238E27FC236}">
                <a16:creationId xmlns:a16="http://schemas.microsoft.com/office/drawing/2014/main" id="{CD4E8EDB-8D88-B441-D379-4C4C35FACB18}"/>
              </a:ext>
            </a:extLst>
          </p:cNvPr>
          <p:cNvSpPr/>
          <p:nvPr/>
        </p:nvSpPr>
        <p:spPr>
          <a:xfrm>
            <a:off x="2970459" y="1564322"/>
            <a:ext cx="612168" cy="445480"/>
          </a:xfrm>
          <a:prstGeom prst="ellipse">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300" noProof="0">
                <a:solidFill>
                  <a:srgbClr val="FFFFFF"/>
                </a:solidFill>
              </a:rPr>
              <a:t>Low Crane Productivity</a:t>
            </a:r>
          </a:p>
        </p:txBody>
      </p:sp>
      <p:cxnSp>
        <p:nvCxnSpPr>
          <p:cNvPr id="11" name="Conector recto de flecha 10">
            <a:extLst>
              <a:ext uri="{FF2B5EF4-FFF2-40B4-BE49-F238E27FC236}">
                <a16:creationId xmlns:a16="http://schemas.microsoft.com/office/drawing/2014/main" id="{F2B0AB8C-5EA7-8AFE-16EF-655A5EDD1B6C}"/>
              </a:ext>
            </a:extLst>
          </p:cNvPr>
          <p:cNvCxnSpPr>
            <a:cxnSpLocks/>
          </p:cNvCxnSpPr>
          <p:nvPr/>
        </p:nvCxnSpPr>
        <p:spPr>
          <a:xfrm>
            <a:off x="669327" y="1787062"/>
            <a:ext cx="2301132" cy="0"/>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 name="Rectángulo: esquinas redondeadas 11">
            <a:extLst>
              <a:ext uri="{FF2B5EF4-FFF2-40B4-BE49-F238E27FC236}">
                <a16:creationId xmlns:a16="http://schemas.microsoft.com/office/drawing/2014/main" id="{65ABC2F1-90B8-87D1-E7A3-8660A975F3FA}"/>
              </a:ext>
            </a:extLst>
          </p:cNvPr>
          <p:cNvSpPr/>
          <p:nvPr/>
        </p:nvSpPr>
        <p:spPr>
          <a:xfrm>
            <a:off x="2250443" y="1097994"/>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Environment</a:t>
            </a:r>
          </a:p>
        </p:txBody>
      </p:sp>
      <p:sp>
        <p:nvSpPr>
          <p:cNvPr id="13" name="Rectángulo: esquinas redondeadas 12">
            <a:extLst>
              <a:ext uri="{FF2B5EF4-FFF2-40B4-BE49-F238E27FC236}">
                <a16:creationId xmlns:a16="http://schemas.microsoft.com/office/drawing/2014/main" id="{D20EF097-211F-9E0D-D274-B024BD8923FC}"/>
              </a:ext>
            </a:extLst>
          </p:cNvPr>
          <p:cNvSpPr/>
          <p:nvPr/>
        </p:nvSpPr>
        <p:spPr>
          <a:xfrm>
            <a:off x="1483399" y="1098764"/>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Machine</a:t>
            </a:r>
          </a:p>
        </p:txBody>
      </p:sp>
      <p:sp>
        <p:nvSpPr>
          <p:cNvPr id="14" name="Rectángulo: esquinas redondeadas 13">
            <a:extLst>
              <a:ext uri="{FF2B5EF4-FFF2-40B4-BE49-F238E27FC236}">
                <a16:creationId xmlns:a16="http://schemas.microsoft.com/office/drawing/2014/main" id="{248CAE0B-0BFE-C113-BE1F-C05BEA760599}"/>
              </a:ext>
            </a:extLst>
          </p:cNvPr>
          <p:cNvSpPr/>
          <p:nvPr/>
        </p:nvSpPr>
        <p:spPr>
          <a:xfrm>
            <a:off x="716355" y="1097994"/>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Manpower</a:t>
            </a:r>
          </a:p>
        </p:txBody>
      </p:sp>
      <p:sp>
        <p:nvSpPr>
          <p:cNvPr id="15" name="Rectángulo: esquinas redondeadas 14">
            <a:extLst>
              <a:ext uri="{FF2B5EF4-FFF2-40B4-BE49-F238E27FC236}">
                <a16:creationId xmlns:a16="http://schemas.microsoft.com/office/drawing/2014/main" id="{DE943F88-820C-C539-489A-9B098F3DCCC2}"/>
              </a:ext>
            </a:extLst>
          </p:cNvPr>
          <p:cNvSpPr/>
          <p:nvPr/>
        </p:nvSpPr>
        <p:spPr>
          <a:xfrm>
            <a:off x="716355" y="2295449"/>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Material</a:t>
            </a:r>
          </a:p>
        </p:txBody>
      </p:sp>
      <p:sp>
        <p:nvSpPr>
          <p:cNvPr id="16" name="Rectángulo: esquinas redondeadas 15">
            <a:extLst>
              <a:ext uri="{FF2B5EF4-FFF2-40B4-BE49-F238E27FC236}">
                <a16:creationId xmlns:a16="http://schemas.microsoft.com/office/drawing/2014/main" id="{D5299FC2-36E3-8492-39BF-A0CCD3477DD7}"/>
              </a:ext>
            </a:extLst>
          </p:cNvPr>
          <p:cNvSpPr/>
          <p:nvPr/>
        </p:nvSpPr>
        <p:spPr>
          <a:xfrm>
            <a:off x="1483399" y="2295589"/>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Method</a:t>
            </a:r>
          </a:p>
        </p:txBody>
      </p:sp>
      <p:sp>
        <p:nvSpPr>
          <p:cNvPr id="17" name="Rectángulo: esquinas redondeadas 16">
            <a:extLst>
              <a:ext uri="{FF2B5EF4-FFF2-40B4-BE49-F238E27FC236}">
                <a16:creationId xmlns:a16="http://schemas.microsoft.com/office/drawing/2014/main" id="{C250CB37-87CC-24E3-8C24-044FFDA35FA9}"/>
              </a:ext>
            </a:extLst>
          </p:cNvPr>
          <p:cNvSpPr/>
          <p:nvPr/>
        </p:nvSpPr>
        <p:spPr>
          <a:xfrm>
            <a:off x="2250443" y="2295449"/>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Measurement</a:t>
            </a:r>
          </a:p>
        </p:txBody>
      </p:sp>
      <p:cxnSp>
        <p:nvCxnSpPr>
          <p:cNvPr id="25" name="Conector recto de flecha 24">
            <a:extLst>
              <a:ext uri="{FF2B5EF4-FFF2-40B4-BE49-F238E27FC236}">
                <a16:creationId xmlns:a16="http://schemas.microsoft.com/office/drawing/2014/main" id="{4169FCDF-F78D-C325-4A6E-832410696487}"/>
              </a:ext>
            </a:extLst>
          </p:cNvPr>
          <p:cNvCxnSpPr>
            <a:cxnSpLocks/>
          </p:cNvCxnSpPr>
          <p:nvPr/>
        </p:nvCxnSpPr>
        <p:spPr>
          <a:xfrm flipV="1">
            <a:off x="988573" y="1802392"/>
            <a:ext cx="258064" cy="487382"/>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EEA0B6AB-FDAD-25E0-928D-D64E29863A77}"/>
              </a:ext>
            </a:extLst>
          </p:cNvPr>
          <p:cNvCxnSpPr>
            <a:cxnSpLocks/>
          </p:cNvCxnSpPr>
          <p:nvPr/>
        </p:nvCxnSpPr>
        <p:spPr>
          <a:xfrm flipV="1">
            <a:off x="1736818" y="1802470"/>
            <a:ext cx="258064" cy="487382"/>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77C88763-4120-60A5-1D57-529F590D0CDC}"/>
              </a:ext>
            </a:extLst>
          </p:cNvPr>
          <p:cNvCxnSpPr>
            <a:cxnSpLocks/>
          </p:cNvCxnSpPr>
          <p:nvPr/>
        </p:nvCxnSpPr>
        <p:spPr>
          <a:xfrm flipV="1">
            <a:off x="2509097" y="1802391"/>
            <a:ext cx="258064" cy="487382"/>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CE6C32F8-B4A2-D496-C167-73BDC121F88A}"/>
              </a:ext>
            </a:extLst>
          </p:cNvPr>
          <p:cNvCxnSpPr>
            <a:cxnSpLocks/>
          </p:cNvCxnSpPr>
          <p:nvPr/>
        </p:nvCxnSpPr>
        <p:spPr>
          <a:xfrm>
            <a:off x="988573" y="1278445"/>
            <a:ext cx="253199" cy="493209"/>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ECE8B436-1E14-4224-AA90-11712F31726D}"/>
              </a:ext>
            </a:extLst>
          </p:cNvPr>
          <p:cNvCxnSpPr>
            <a:cxnSpLocks/>
          </p:cNvCxnSpPr>
          <p:nvPr/>
        </p:nvCxnSpPr>
        <p:spPr>
          <a:xfrm>
            <a:off x="1746548" y="1272769"/>
            <a:ext cx="253199" cy="493209"/>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326C1CD6-0E9F-E53F-AF4D-2598730AE271}"/>
              </a:ext>
            </a:extLst>
          </p:cNvPr>
          <p:cNvCxnSpPr>
            <a:cxnSpLocks/>
          </p:cNvCxnSpPr>
          <p:nvPr/>
        </p:nvCxnSpPr>
        <p:spPr>
          <a:xfrm>
            <a:off x="2513962" y="1283311"/>
            <a:ext cx="253199" cy="493209"/>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3D4848FC-3034-D9FB-077E-D86A02335D6B}"/>
              </a:ext>
            </a:extLst>
          </p:cNvPr>
          <p:cNvCxnSpPr>
            <a:cxnSpLocks/>
          </p:cNvCxnSpPr>
          <p:nvPr/>
        </p:nvCxnSpPr>
        <p:spPr>
          <a:xfrm>
            <a:off x="585637" y="1407400"/>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0">
            <a:extLst>
              <a:ext uri="{FF2B5EF4-FFF2-40B4-BE49-F238E27FC236}">
                <a16:creationId xmlns:a16="http://schemas.microsoft.com/office/drawing/2014/main" id="{F3EA3625-FD15-9A39-E077-6F3764CB1F17}"/>
              </a:ext>
            </a:extLst>
          </p:cNvPr>
          <p:cNvCxnSpPr>
            <a:cxnSpLocks/>
          </p:cNvCxnSpPr>
          <p:nvPr/>
        </p:nvCxnSpPr>
        <p:spPr>
          <a:xfrm>
            <a:off x="650706" y="1553641"/>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491155E7-160E-4831-F839-62E2D1D59AE1}"/>
              </a:ext>
            </a:extLst>
          </p:cNvPr>
          <p:cNvCxnSpPr>
            <a:cxnSpLocks/>
          </p:cNvCxnSpPr>
          <p:nvPr/>
        </p:nvCxnSpPr>
        <p:spPr>
          <a:xfrm>
            <a:off x="720126" y="1693543"/>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3B2E3A12-DD4D-2E44-033C-7CA568CCDCB3}"/>
              </a:ext>
            </a:extLst>
          </p:cNvPr>
          <p:cNvCxnSpPr>
            <a:cxnSpLocks/>
          </p:cNvCxnSpPr>
          <p:nvPr/>
        </p:nvCxnSpPr>
        <p:spPr>
          <a:xfrm>
            <a:off x="1376519" y="1454700"/>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996D281A-8A86-AE95-2A33-DCBEF7416E2B}"/>
              </a:ext>
            </a:extLst>
          </p:cNvPr>
          <p:cNvCxnSpPr>
            <a:cxnSpLocks/>
          </p:cNvCxnSpPr>
          <p:nvPr/>
        </p:nvCxnSpPr>
        <p:spPr>
          <a:xfrm>
            <a:off x="1462467" y="1641194"/>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DF5039FC-3CD8-E791-A6EC-4653C29219EB}"/>
              </a:ext>
            </a:extLst>
          </p:cNvPr>
          <p:cNvCxnSpPr>
            <a:cxnSpLocks/>
          </p:cNvCxnSpPr>
          <p:nvPr/>
        </p:nvCxnSpPr>
        <p:spPr>
          <a:xfrm>
            <a:off x="2250443" y="1641194"/>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E5C536D4-A912-D990-EA31-5125ABED3F8D}"/>
              </a:ext>
            </a:extLst>
          </p:cNvPr>
          <p:cNvCxnSpPr>
            <a:cxnSpLocks/>
          </p:cNvCxnSpPr>
          <p:nvPr/>
        </p:nvCxnSpPr>
        <p:spPr>
          <a:xfrm>
            <a:off x="2136927" y="1443775"/>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E83DBACF-F4CA-7D9F-8805-BF264CA15E83}"/>
              </a:ext>
            </a:extLst>
          </p:cNvPr>
          <p:cNvCxnSpPr>
            <a:cxnSpLocks/>
          </p:cNvCxnSpPr>
          <p:nvPr/>
        </p:nvCxnSpPr>
        <p:spPr>
          <a:xfrm>
            <a:off x="661218" y="2056323"/>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C55006CD-3CB1-467C-4969-55F7872E3246}"/>
              </a:ext>
            </a:extLst>
          </p:cNvPr>
          <p:cNvCxnSpPr>
            <a:cxnSpLocks/>
          </p:cNvCxnSpPr>
          <p:nvPr/>
        </p:nvCxnSpPr>
        <p:spPr>
          <a:xfrm>
            <a:off x="1429774" y="1982333"/>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 name="Conector recto de flecha 48">
            <a:extLst>
              <a:ext uri="{FF2B5EF4-FFF2-40B4-BE49-F238E27FC236}">
                <a16:creationId xmlns:a16="http://schemas.microsoft.com/office/drawing/2014/main" id="{B77DEF5F-07F6-86A5-05AA-41F0CD0FC6CB}"/>
              </a:ext>
            </a:extLst>
          </p:cNvPr>
          <p:cNvCxnSpPr>
            <a:cxnSpLocks/>
          </p:cNvCxnSpPr>
          <p:nvPr/>
        </p:nvCxnSpPr>
        <p:spPr>
          <a:xfrm>
            <a:off x="1302733" y="2196535"/>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1282230A-35C1-877F-C91C-BF5D2CEEAC67}"/>
              </a:ext>
            </a:extLst>
          </p:cNvPr>
          <p:cNvCxnSpPr>
            <a:cxnSpLocks/>
          </p:cNvCxnSpPr>
          <p:nvPr/>
        </p:nvCxnSpPr>
        <p:spPr>
          <a:xfrm>
            <a:off x="2246976" y="1919541"/>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1" name="Conector recto de flecha 50">
            <a:extLst>
              <a:ext uri="{FF2B5EF4-FFF2-40B4-BE49-F238E27FC236}">
                <a16:creationId xmlns:a16="http://schemas.microsoft.com/office/drawing/2014/main" id="{CFF75844-33A8-DA48-FBE9-FF520C70E72A}"/>
              </a:ext>
            </a:extLst>
          </p:cNvPr>
          <p:cNvCxnSpPr>
            <a:cxnSpLocks/>
          </p:cNvCxnSpPr>
          <p:nvPr/>
        </p:nvCxnSpPr>
        <p:spPr>
          <a:xfrm>
            <a:off x="2072946" y="2245969"/>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Conector recto de flecha 51">
            <a:extLst>
              <a:ext uri="{FF2B5EF4-FFF2-40B4-BE49-F238E27FC236}">
                <a16:creationId xmlns:a16="http://schemas.microsoft.com/office/drawing/2014/main" id="{9DE9D5C9-6775-9B06-C96C-ECECDA46C83B}"/>
              </a:ext>
            </a:extLst>
          </p:cNvPr>
          <p:cNvCxnSpPr>
            <a:cxnSpLocks/>
          </p:cNvCxnSpPr>
          <p:nvPr/>
        </p:nvCxnSpPr>
        <p:spPr>
          <a:xfrm>
            <a:off x="2136927" y="2086009"/>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CuadroTexto 52">
            <a:extLst>
              <a:ext uri="{FF2B5EF4-FFF2-40B4-BE49-F238E27FC236}">
                <a16:creationId xmlns:a16="http://schemas.microsoft.com/office/drawing/2014/main" id="{18B492F3-76B0-1B3F-679A-2959CFC14D88}"/>
              </a:ext>
            </a:extLst>
          </p:cNvPr>
          <p:cNvSpPr txBox="1"/>
          <p:nvPr/>
        </p:nvSpPr>
        <p:spPr>
          <a:xfrm>
            <a:off x="241675" y="1294178"/>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Inexperienced foreman</a:t>
            </a:r>
          </a:p>
        </p:txBody>
      </p:sp>
      <p:sp>
        <p:nvSpPr>
          <p:cNvPr id="54" name="CuadroTexto 53">
            <a:extLst>
              <a:ext uri="{FF2B5EF4-FFF2-40B4-BE49-F238E27FC236}">
                <a16:creationId xmlns:a16="http://schemas.microsoft.com/office/drawing/2014/main" id="{4C0CF6F1-C73A-17E1-022F-FD9B9E90B229}"/>
              </a:ext>
            </a:extLst>
          </p:cNvPr>
          <p:cNvSpPr txBox="1"/>
          <p:nvPr/>
        </p:nvSpPr>
        <p:spPr>
          <a:xfrm>
            <a:off x="289719" y="1452614"/>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Insufficient operators</a:t>
            </a:r>
          </a:p>
        </p:txBody>
      </p:sp>
      <p:sp>
        <p:nvSpPr>
          <p:cNvPr id="57" name="CuadroTexto 56">
            <a:extLst>
              <a:ext uri="{FF2B5EF4-FFF2-40B4-BE49-F238E27FC236}">
                <a16:creationId xmlns:a16="http://schemas.microsoft.com/office/drawing/2014/main" id="{DC30C0DA-191A-26FF-B1A4-D82C7AB0E56F}"/>
              </a:ext>
            </a:extLst>
          </p:cNvPr>
          <p:cNvSpPr txBox="1"/>
          <p:nvPr/>
        </p:nvSpPr>
        <p:spPr>
          <a:xfrm>
            <a:off x="1153386" y="1524411"/>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err="1">
                <a:solidFill>
                  <a:schemeClr val="bg1"/>
                </a:solidFill>
              </a:rPr>
              <a:t>Insufficient terminal tractors</a:t>
            </a:r>
          </a:p>
        </p:txBody>
      </p:sp>
      <p:sp>
        <p:nvSpPr>
          <p:cNvPr id="59" name="CuadroTexto 58">
            <a:extLst>
              <a:ext uri="{FF2B5EF4-FFF2-40B4-BE49-F238E27FC236}">
                <a16:creationId xmlns:a16="http://schemas.microsoft.com/office/drawing/2014/main" id="{3138B063-5BDD-9A3B-B4EE-D0FE527480B1}"/>
              </a:ext>
            </a:extLst>
          </p:cNvPr>
          <p:cNvSpPr txBox="1"/>
          <p:nvPr/>
        </p:nvSpPr>
        <p:spPr>
          <a:xfrm>
            <a:off x="1928129" y="1537764"/>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Moderate rain</a:t>
            </a:r>
          </a:p>
        </p:txBody>
      </p:sp>
      <p:sp>
        <p:nvSpPr>
          <p:cNvPr id="61" name="CuadroTexto 60">
            <a:extLst>
              <a:ext uri="{FF2B5EF4-FFF2-40B4-BE49-F238E27FC236}">
                <a16:creationId xmlns:a16="http://schemas.microsoft.com/office/drawing/2014/main" id="{A2573073-85E6-E849-E9EA-4B5BB5A93B4F}"/>
              </a:ext>
            </a:extLst>
          </p:cNvPr>
          <p:cNvSpPr txBox="1"/>
          <p:nvPr/>
        </p:nvSpPr>
        <p:spPr>
          <a:xfrm>
            <a:off x="1122561" y="1859650"/>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Loading sequence</a:t>
            </a:r>
          </a:p>
        </p:txBody>
      </p:sp>
      <p:sp>
        <p:nvSpPr>
          <p:cNvPr id="62" name="CuadroTexto 61">
            <a:extLst>
              <a:ext uri="{FF2B5EF4-FFF2-40B4-BE49-F238E27FC236}">
                <a16:creationId xmlns:a16="http://schemas.microsoft.com/office/drawing/2014/main" id="{47BC8871-B828-89D9-DA12-6779228EF830}"/>
              </a:ext>
            </a:extLst>
          </p:cNvPr>
          <p:cNvSpPr txBox="1"/>
          <p:nvPr/>
        </p:nvSpPr>
        <p:spPr>
          <a:xfrm>
            <a:off x="984300" y="2086009"/>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Crane position</a:t>
            </a:r>
          </a:p>
        </p:txBody>
      </p:sp>
      <p:sp>
        <p:nvSpPr>
          <p:cNvPr id="64" name="CuadroTexto 63">
            <a:extLst>
              <a:ext uri="{FF2B5EF4-FFF2-40B4-BE49-F238E27FC236}">
                <a16:creationId xmlns:a16="http://schemas.microsoft.com/office/drawing/2014/main" id="{0C1F3C6F-2FE2-8BEE-4D02-45AF58FCFF08}"/>
              </a:ext>
            </a:extLst>
          </p:cNvPr>
          <p:cNvSpPr txBox="1"/>
          <p:nvPr/>
        </p:nvSpPr>
        <p:spPr>
          <a:xfrm>
            <a:off x="1814918" y="1969873"/>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Number of restows</a:t>
            </a:r>
          </a:p>
        </p:txBody>
      </p:sp>
      <p:sp>
        <p:nvSpPr>
          <p:cNvPr id="66" name="CuadroTexto 7">
            <a:extLst>
              <a:ext uri="{FF2B5EF4-FFF2-40B4-BE49-F238E27FC236}">
                <a16:creationId xmlns:a16="http://schemas.microsoft.com/office/drawing/2014/main" id="{A1D61B81-F7C3-8D24-5587-E1CA450DF2BA}"/>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How is it used?</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58" name="CuadroTexto 57">
            <a:extLst>
              <a:ext uri="{FF2B5EF4-FFF2-40B4-BE49-F238E27FC236}">
                <a16:creationId xmlns:a16="http://schemas.microsoft.com/office/drawing/2014/main" id="{A17722AE-FB80-5D42-EEE0-522CCC293DD2}"/>
              </a:ext>
            </a:extLst>
          </p:cNvPr>
          <p:cNvSpPr txBox="1"/>
          <p:nvPr/>
        </p:nvSpPr>
        <p:spPr>
          <a:xfrm>
            <a:off x="4624136" y="2305933"/>
            <a:ext cx="1417162"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Poor visibility of container stacks</a:t>
            </a:r>
          </a:p>
        </p:txBody>
      </p:sp>
      <p:sp>
        <p:nvSpPr>
          <p:cNvPr id="56" name="CuadroTexto 55">
            <a:extLst>
              <a:ext uri="{FF2B5EF4-FFF2-40B4-BE49-F238E27FC236}">
                <a16:creationId xmlns:a16="http://schemas.microsoft.com/office/drawing/2014/main" id="{3A0D1EA7-4FE5-C588-8C13-A974C9C3C1B7}"/>
              </a:ext>
            </a:extLst>
          </p:cNvPr>
          <p:cNvSpPr txBox="1"/>
          <p:nvPr/>
        </p:nvSpPr>
        <p:spPr>
          <a:xfrm>
            <a:off x="4624136" y="2563766"/>
            <a:ext cx="1417162" cy="1349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Spreader failure</a:t>
            </a:r>
          </a:p>
        </p:txBody>
      </p:sp>
      <p:sp>
        <p:nvSpPr>
          <p:cNvPr id="55" name="CuadroTexto 54">
            <a:extLst>
              <a:ext uri="{FF2B5EF4-FFF2-40B4-BE49-F238E27FC236}">
                <a16:creationId xmlns:a16="http://schemas.microsoft.com/office/drawing/2014/main" id="{B589926C-0673-D84B-2C41-352B53FB550C}"/>
              </a:ext>
            </a:extLst>
          </p:cNvPr>
          <p:cNvSpPr txBox="1"/>
          <p:nvPr/>
        </p:nvSpPr>
        <p:spPr>
          <a:xfrm>
            <a:off x="4659452" y="2854282"/>
            <a:ext cx="1417162" cy="1138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Absent supervisor</a:t>
            </a:r>
          </a:p>
        </p:txBody>
      </p:sp>
      <p:sp>
        <p:nvSpPr>
          <p:cNvPr id="65" name="CuadroTexto 64">
            <a:extLst>
              <a:ext uri="{FF2B5EF4-FFF2-40B4-BE49-F238E27FC236}">
                <a16:creationId xmlns:a16="http://schemas.microsoft.com/office/drawing/2014/main" id="{4F5CE372-3D38-CD58-2F73-F541EE44EB7E}"/>
              </a:ext>
            </a:extLst>
          </p:cNvPr>
          <p:cNvSpPr txBox="1"/>
          <p:nvPr/>
        </p:nvSpPr>
        <p:spPr>
          <a:xfrm>
            <a:off x="4777732" y="3115915"/>
            <a:ext cx="1131351" cy="14341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Shift start</a:t>
            </a:r>
          </a:p>
        </p:txBody>
      </p:sp>
      <p:sp>
        <p:nvSpPr>
          <p:cNvPr id="63" name="CuadroTexto 62">
            <a:extLst>
              <a:ext uri="{FF2B5EF4-FFF2-40B4-BE49-F238E27FC236}">
                <a16:creationId xmlns:a16="http://schemas.microsoft.com/office/drawing/2014/main" id="{CE80CB00-279E-4D80-DFB2-B7BAB1842CD1}"/>
              </a:ext>
            </a:extLst>
          </p:cNvPr>
          <p:cNvSpPr txBox="1"/>
          <p:nvPr/>
        </p:nvSpPr>
        <p:spPr>
          <a:xfrm>
            <a:off x="4542479" y="3413596"/>
            <a:ext cx="1599696" cy="11383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Terminal tractor waiting time</a:t>
            </a:r>
          </a:p>
        </p:txBody>
      </p:sp>
      <p:sp>
        <p:nvSpPr>
          <p:cNvPr id="60" name="CuadroTexto 59">
            <a:extLst>
              <a:ext uri="{FF2B5EF4-FFF2-40B4-BE49-F238E27FC236}">
                <a16:creationId xmlns:a16="http://schemas.microsoft.com/office/drawing/2014/main" id="{B5E8401F-78D0-5FC2-6E19-743D40279FD7}"/>
              </a:ext>
            </a:extLst>
          </p:cNvPr>
          <p:cNvSpPr txBox="1"/>
          <p:nvPr/>
        </p:nvSpPr>
        <p:spPr>
          <a:xfrm>
            <a:off x="4644467" y="3681692"/>
            <a:ext cx="1432147" cy="12598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Damaged twistlocks</a:t>
            </a:r>
          </a:p>
        </p:txBody>
      </p:sp>
      <p:sp>
        <p:nvSpPr>
          <p:cNvPr id="23" name="Title 1">
            <a:extLst>
              <a:ext uri="{FF2B5EF4-FFF2-40B4-BE49-F238E27FC236}">
                <a16:creationId xmlns:a16="http://schemas.microsoft.com/office/drawing/2014/main" id="{B710A5F1-69A0-74C1-4C43-9B9F185F228A}"/>
              </a:ext>
            </a:extLst>
          </p:cNvPr>
          <p:cNvSpPr txBox="1">
            <a:spLocks/>
          </p:cNvSpPr>
          <p:nvPr/>
        </p:nvSpPr>
        <p:spPr>
          <a:xfrm>
            <a:off x="442022" y="2874943"/>
            <a:ext cx="3116261"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b="0" noProof="0" dirty="0">
                <a:solidFill>
                  <a:schemeClr val="bg1"/>
                </a:solidFill>
              </a:rPr>
              <a:t>Each category has a different weight</a:t>
            </a:r>
          </a:p>
        </p:txBody>
      </p:sp>
      <p:sp>
        <p:nvSpPr>
          <p:cNvPr id="24" name="Rectángulo: esquinas redondeadas 23">
            <a:extLst>
              <a:ext uri="{FF2B5EF4-FFF2-40B4-BE49-F238E27FC236}">
                <a16:creationId xmlns:a16="http://schemas.microsoft.com/office/drawing/2014/main" id="{B85D3ED5-F089-0E51-30AB-2B6A2A1A3C86}"/>
              </a:ext>
            </a:extLst>
          </p:cNvPr>
          <p:cNvSpPr/>
          <p:nvPr/>
        </p:nvSpPr>
        <p:spPr>
          <a:xfrm>
            <a:off x="1483399" y="4310100"/>
            <a:ext cx="5556340" cy="70247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6" name="CuadroTexto 25">
            <a:extLst>
              <a:ext uri="{FF2B5EF4-FFF2-40B4-BE49-F238E27FC236}">
                <a16:creationId xmlns:a16="http://schemas.microsoft.com/office/drawing/2014/main" id="{0DE2AB04-5880-7810-BCF6-472D91837830}"/>
              </a:ext>
            </a:extLst>
          </p:cNvPr>
          <p:cNvSpPr txBox="1"/>
          <p:nvPr/>
        </p:nvSpPr>
        <p:spPr>
          <a:xfrm>
            <a:off x="6138806" y="2302523"/>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27" name="CuadroTexto 26">
            <a:extLst>
              <a:ext uri="{FF2B5EF4-FFF2-40B4-BE49-F238E27FC236}">
                <a16:creationId xmlns:a16="http://schemas.microsoft.com/office/drawing/2014/main" id="{B9C15278-235D-CFA0-35C1-D1C6A86B3D80}"/>
              </a:ext>
            </a:extLst>
          </p:cNvPr>
          <p:cNvSpPr txBox="1"/>
          <p:nvPr/>
        </p:nvSpPr>
        <p:spPr>
          <a:xfrm>
            <a:off x="6804839" y="2307129"/>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28" name="CuadroTexto 27">
            <a:extLst>
              <a:ext uri="{FF2B5EF4-FFF2-40B4-BE49-F238E27FC236}">
                <a16:creationId xmlns:a16="http://schemas.microsoft.com/office/drawing/2014/main" id="{E5AE9C9E-0C20-20F4-C87C-1BD4206F7F4C}"/>
              </a:ext>
            </a:extLst>
          </p:cNvPr>
          <p:cNvSpPr txBox="1"/>
          <p:nvPr/>
        </p:nvSpPr>
        <p:spPr>
          <a:xfrm>
            <a:off x="7413947" y="2298401"/>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29" name="CuadroTexto 28">
            <a:extLst>
              <a:ext uri="{FF2B5EF4-FFF2-40B4-BE49-F238E27FC236}">
                <a16:creationId xmlns:a16="http://schemas.microsoft.com/office/drawing/2014/main" id="{99173D7F-B2FA-B950-749B-A485534AD6ED}"/>
              </a:ext>
            </a:extLst>
          </p:cNvPr>
          <p:cNvSpPr txBox="1"/>
          <p:nvPr/>
        </p:nvSpPr>
        <p:spPr>
          <a:xfrm>
            <a:off x="7974053" y="2307129"/>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40" name="CuadroTexto 39">
            <a:extLst>
              <a:ext uri="{FF2B5EF4-FFF2-40B4-BE49-F238E27FC236}">
                <a16:creationId xmlns:a16="http://schemas.microsoft.com/office/drawing/2014/main" id="{E6AFE846-AF19-A0A4-EBD7-D8840764E399}"/>
              </a:ext>
            </a:extLst>
          </p:cNvPr>
          <p:cNvSpPr txBox="1"/>
          <p:nvPr/>
        </p:nvSpPr>
        <p:spPr>
          <a:xfrm>
            <a:off x="6138806" y="2578802"/>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67" name="CuadroTexto 66">
            <a:extLst>
              <a:ext uri="{FF2B5EF4-FFF2-40B4-BE49-F238E27FC236}">
                <a16:creationId xmlns:a16="http://schemas.microsoft.com/office/drawing/2014/main" id="{5913968B-7799-1628-8B01-13B0D4998105}"/>
              </a:ext>
            </a:extLst>
          </p:cNvPr>
          <p:cNvSpPr txBox="1"/>
          <p:nvPr/>
        </p:nvSpPr>
        <p:spPr>
          <a:xfrm>
            <a:off x="6804839" y="2583408"/>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68" name="CuadroTexto 67">
            <a:extLst>
              <a:ext uri="{FF2B5EF4-FFF2-40B4-BE49-F238E27FC236}">
                <a16:creationId xmlns:a16="http://schemas.microsoft.com/office/drawing/2014/main" id="{AE6FAD40-C293-8494-9886-B9C1E8EF3423}"/>
              </a:ext>
            </a:extLst>
          </p:cNvPr>
          <p:cNvSpPr txBox="1"/>
          <p:nvPr/>
        </p:nvSpPr>
        <p:spPr>
          <a:xfrm>
            <a:off x="7413947" y="2574680"/>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69" name="CuadroTexto 68">
            <a:extLst>
              <a:ext uri="{FF2B5EF4-FFF2-40B4-BE49-F238E27FC236}">
                <a16:creationId xmlns:a16="http://schemas.microsoft.com/office/drawing/2014/main" id="{5C501232-8936-AE26-A7F6-C562F008511C}"/>
              </a:ext>
            </a:extLst>
          </p:cNvPr>
          <p:cNvSpPr txBox="1"/>
          <p:nvPr/>
        </p:nvSpPr>
        <p:spPr>
          <a:xfrm>
            <a:off x="7974053" y="2583408"/>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70" name="CuadroTexto 69">
            <a:extLst>
              <a:ext uri="{FF2B5EF4-FFF2-40B4-BE49-F238E27FC236}">
                <a16:creationId xmlns:a16="http://schemas.microsoft.com/office/drawing/2014/main" id="{8168113A-8834-4377-7F16-7006FA29412C}"/>
              </a:ext>
            </a:extLst>
          </p:cNvPr>
          <p:cNvSpPr txBox="1"/>
          <p:nvPr/>
        </p:nvSpPr>
        <p:spPr>
          <a:xfrm>
            <a:off x="6138806" y="2854219"/>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1</a:t>
            </a:r>
          </a:p>
        </p:txBody>
      </p:sp>
      <p:sp>
        <p:nvSpPr>
          <p:cNvPr id="71" name="CuadroTexto 70">
            <a:extLst>
              <a:ext uri="{FF2B5EF4-FFF2-40B4-BE49-F238E27FC236}">
                <a16:creationId xmlns:a16="http://schemas.microsoft.com/office/drawing/2014/main" id="{6AEBF6CE-8351-FBE7-A629-C781E450C789}"/>
              </a:ext>
            </a:extLst>
          </p:cNvPr>
          <p:cNvSpPr txBox="1"/>
          <p:nvPr/>
        </p:nvSpPr>
        <p:spPr>
          <a:xfrm>
            <a:off x="6804839" y="2858825"/>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72" name="CuadroTexto 71">
            <a:extLst>
              <a:ext uri="{FF2B5EF4-FFF2-40B4-BE49-F238E27FC236}">
                <a16:creationId xmlns:a16="http://schemas.microsoft.com/office/drawing/2014/main" id="{26C36643-88C6-06B7-6804-FD13A8C671AD}"/>
              </a:ext>
            </a:extLst>
          </p:cNvPr>
          <p:cNvSpPr txBox="1"/>
          <p:nvPr/>
        </p:nvSpPr>
        <p:spPr>
          <a:xfrm>
            <a:off x="7413947" y="2850097"/>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1</a:t>
            </a:r>
          </a:p>
        </p:txBody>
      </p:sp>
      <p:sp>
        <p:nvSpPr>
          <p:cNvPr id="73" name="CuadroTexto 72">
            <a:extLst>
              <a:ext uri="{FF2B5EF4-FFF2-40B4-BE49-F238E27FC236}">
                <a16:creationId xmlns:a16="http://schemas.microsoft.com/office/drawing/2014/main" id="{195B2A88-3D1E-F219-93A8-D94B2032A0E0}"/>
              </a:ext>
            </a:extLst>
          </p:cNvPr>
          <p:cNvSpPr txBox="1"/>
          <p:nvPr/>
        </p:nvSpPr>
        <p:spPr>
          <a:xfrm>
            <a:off x="7974053" y="2858825"/>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1</a:t>
            </a:r>
          </a:p>
        </p:txBody>
      </p:sp>
      <p:sp>
        <p:nvSpPr>
          <p:cNvPr id="74" name="CuadroTexto 73">
            <a:extLst>
              <a:ext uri="{FF2B5EF4-FFF2-40B4-BE49-F238E27FC236}">
                <a16:creationId xmlns:a16="http://schemas.microsoft.com/office/drawing/2014/main" id="{190FBA24-BBB9-3D4D-DDF6-FB54A6D1A862}"/>
              </a:ext>
            </a:extLst>
          </p:cNvPr>
          <p:cNvSpPr txBox="1"/>
          <p:nvPr/>
        </p:nvSpPr>
        <p:spPr>
          <a:xfrm>
            <a:off x="6138806" y="3130269"/>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75" name="CuadroTexto 74">
            <a:extLst>
              <a:ext uri="{FF2B5EF4-FFF2-40B4-BE49-F238E27FC236}">
                <a16:creationId xmlns:a16="http://schemas.microsoft.com/office/drawing/2014/main" id="{70051A32-A123-7BF3-6796-1AFD585FDF05}"/>
              </a:ext>
            </a:extLst>
          </p:cNvPr>
          <p:cNvSpPr txBox="1"/>
          <p:nvPr/>
        </p:nvSpPr>
        <p:spPr>
          <a:xfrm>
            <a:off x="6804839" y="3134875"/>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76" name="CuadroTexto 75">
            <a:extLst>
              <a:ext uri="{FF2B5EF4-FFF2-40B4-BE49-F238E27FC236}">
                <a16:creationId xmlns:a16="http://schemas.microsoft.com/office/drawing/2014/main" id="{F47C80C8-25DE-E42F-709F-8E7B6F13CFC7}"/>
              </a:ext>
            </a:extLst>
          </p:cNvPr>
          <p:cNvSpPr txBox="1"/>
          <p:nvPr/>
        </p:nvSpPr>
        <p:spPr>
          <a:xfrm>
            <a:off x="7413947" y="3126147"/>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77" name="CuadroTexto 76">
            <a:extLst>
              <a:ext uri="{FF2B5EF4-FFF2-40B4-BE49-F238E27FC236}">
                <a16:creationId xmlns:a16="http://schemas.microsoft.com/office/drawing/2014/main" id="{33C56F3C-8E8C-556D-A4A3-130C7BE1735E}"/>
              </a:ext>
            </a:extLst>
          </p:cNvPr>
          <p:cNvSpPr txBox="1"/>
          <p:nvPr/>
        </p:nvSpPr>
        <p:spPr>
          <a:xfrm>
            <a:off x="7974053" y="3134875"/>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78" name="CuadroTexto 77">
            <a:extLst>
              <a:ext uri="{FF2B5EF4-FFF2-40B4-BE49-F238E27FC236}">
                <a16:creationId xmlns:a16="http://schemas.microsoft.com/office/drawing/2014/main" id="{3BEE985C-CACB-15EF-EBE8-7835F3BA6414}"/>
              </a:ext>
            </a:extLst>
          </p:cNvPr>
          <p:cNvSpPr txBox="1"/>
          <p:nvPr/>
        </p:nvSpPr>
        <p:spPr>
          <a:xfrm>
            <a:off x="6138806" y="3415174"/>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79" name="CuadroTexto 78">
            <a:extLst>
              <a:ext uri="{FF2B5EF4-FFF2-40B4-BE49-F238E27FC236}">
                <a16:creationId xmlns:a16="http://schemas.microsoft.com/office/drawing/2014/main" id="{40F76B7D-0DB5-DBB4-E360-1B2E19FC70BF}"/>
              </a:ext>
            </a:extLst>
          </p:cNvPr>
          <p:cNvSpPr txBox="1"/>
          <p:nvPr/>
        </p:nvSpPr>
        <p:spPr>
          <a:xfrm>
            <a:off x="6804839" y="3419780"/>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80" name="CuadroTexto 79">
            <a:extLst>
              <a:ext uri="{FF2B5EF4-FFF2-40B4-BE49-F238E27FC236}">
                <a16:creationId xmlns:a16="http://schemas.microsoft.com/office/drawing/2014/main" id="{FB70E583-484C-4D7E-EA65-504B6862FC29}"/>
              </a:ext>
            </a:extLst>
          </p:cNvPr>
          <p:cNvSpPr txBox="1"/>
          <p:nvPr/>
        </p:nvSpPr>
        <p:spPr>
          <a:xfrm>
            <a:off x="7413947" y="3411052"/>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81" name="CuadroTexto 80">
            <a:extLst>
              <a:ext uri="{FF2B5EF4-FFF2-40B4-BE49-F238E27FC236}">
                <a16:creationId xmlns:a16="http://schemas.microsoft.com/office/drawing/2014/main" id="{AC1D454B-A5D4-C020-17EE-2AAF09B2FFF0}"/>
              </a:ext>
            </a:extLst>
          </p:cNvPr>
          <p:cNvSpPr txBox="1"/>
          <p:nvPr/>
        </p:nvSpPr>
        <p:spPr>
          <a:xfrm>
            <a:off x="7974053" y="3419780"/>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82" name="CuadroTexto 81">
            <a:extLst>
              <a:ext uri="{FF2B5EF4-FFF2-40B4-BE49-F238E27FC236}">
                <a16:creationId xmlns:a16="http://schemas.microsoft.com/office/drawing/2014/main" id="{F6A64491-5BB8-7598-938D-C2CA408D9036}"/>
              </a:ext>
            </a:extLst>
          </p:cNvPr>
          <p:cNvSpPr txBox="1"/>
          <p:nvPr/>
        </p:nvSpPr>
        <p:spPr>
          <a:xfrm>
            <a:off x="6138806" y="3681692"/>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83" name="CuadroTexto 82">
            <a:extLst>
              <a:ext uri="{FF2B5EF4-FFF2-40B4-BE49-F238E27FC236}">
                <a16:creationId xmlns:a16="http://schemas.microsoft.com/office/drawing/2014/main" id="{1CC53D4C-DA3F-10AB-C77A-48E932C4DAE6}"/>
              </a:ext>
            </a:extLst>
          </p:cNvPr>
          <p:cNvSpPr txBox="1"/>
          <p:nvPr/>
        </p:nvSpPr>
        <p:spPr>
          <a:xfrm>
            <a:off x="6804839" y="3686298"/>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84" name="CuadroTexto 83">
            <a:extLst>
              <a:ext uri="{FF2B5EF4-FFF2-40B4-BE49-F238E27FC236}">
                <a16:creationId xmlns:a16="http://schemas.microsoft.com/office/drawing/2014/main" id="{9BECF696-7867-DB67-B6F8-6DB025875593}"/>
              </a:ext>
            </a:extLst>
          </p:cNvPr>
          <p:cNvSpPr txBox="1"/>
          <p:nvPr/>
        </p:nvSpPr>
        <p:spPr>
          <a:xfrm>
            <a:off x="7413947" y="3677570"/>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85" name="CuadroTexto 84">
            <a:extLst>
              <a:ext uri="{FF2B5EF4-FFF2-40B4-BE49-F238E27FC236}">
                <a16:creationId xmlns:a16="http://schemas.microsoft.com/office/drawing/2014/main" id="{0FF1D837-7892-5F29-765B-6E0170384CEE}"/>
              </a:ext>
            </a:extLst>
          </p:cNvPr>
          <p:cNvSpPr txBox="1"/>
          <p:nvPr/>
        </p:nvSpPr>
        <p:spPr>
          <a:xfrm>
            <a:off x="7974053" y="3686298"/>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99" name="CuadroTexto 98">
            <a:extLst>
              <a:ext uri="{FF2B5EF4-FFF2-40B4-BE49-F238E27FC236}">
                <a16:creationId xmlns:a16="http://schemas.microsoft.com/office/drawing/2014/main" id="{6A537906-679B-CDE2-1DBC-E7530DB4F6DC}"/>
              </a:ext>
            </a:extLst>
          </p:cNvPr>
          <p:cNvSpPr txBox="1"/>
          <p:nvPr/>
        </p:nvSpPr>
        <p:spPr>
          <a:xfrm>
            <a:off x="8570154" y="2217977"/>
            <a:ext cx="389630" cy="264432"/>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dirty="0">
                <a:solidFill>
                  <a:srgbClr val="99082B"/>
                </a:solidFill>
              </a:rPr>
              <a:t>2.8</a:t>
            </a:r>
            <a:endParaRPr lang="es-MX" sz="1050" noProof="0" dirty="0">
              <a:solidFill>
                <a:srgbClr val="99082B"/>
              </a:solidFill>
            </a:endParaRPr>
          </a:p>
        </p:txBody>
      </p:sp>
      <p:sp>
        <p:nvSpPr>
          <p:cNvPr id="100" name="CuadroTexto 99">
            <a:extLst>
              <a:ext uri="{FF2B5EF4-FFF2-40B4-BE49-F238E27FC236}">
                <a16:creationId xmlns:a16="http://schemas.microsoft.com/office/drawing/2014/main" id="{CD3E9411-8A54-E25E-A1A5-330C29340AF0}"/>
              </a:ext>
            </a:extLst>
          </p:cNvPr>
          <p:cNvSpPr txBox="1"/>
          <p:nvPr/>
        </p:nvSpPr>
        <p:spPr>
          <a:xfrm>
            <a:off x="8481887" y="2600068"/>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050" noProof="0" dirty="0">
              <a:solidFill>
                <a:schemeClr val="accent6"/>
              </a:solidFill>
            </a:endParaRPr>
          </a:p>
        </p:txBody>
      </p:sp>
      <p:sp>
        <p:nvSpPr>
          <p:cNvPr id="101" name="CuadroTexto 100">
            <a:extLst>
              <a:ext uri="{FF2B5EF4-FFF2-40B4-BE49-F238E27FC236}">
                <a16:creationId xmlns:a16="http://schemas.microsoft.com/office/drawing/2014/main" id="{7F874718-784F-F265-148B-9929A8346DA0}"/>
              </a:ext>
            </a:extLst>
          </p:cNvPr>
          <p:cNvSpPr txBox="1"/>
          <p:nvPr/>
        </p:nvSpPr>
        <p:spPr>
          <a:xfrm>
            <a:off x="8481887" y="2875485"/>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5</a:t>
            </a:r>
          </a:p>
        </p:txBody>
      </p:sp>
      <p:sp>
        <p:nvSpPr>
          <p:cNvPr id="103" name="CuadroTexto 102">
            <a:extLst>
              <a:ext uri="{FF2B5EF4-FFF2-40B4-BE49-F238E27FC236}">
                <a16:creationId xmlns:a16="http://schemas.microsoft.com/office/drawing/2014/main" id="{CE94E294-51CB-CC2D-9A47-90E714C5F592}"/>
              </a:ext>
            </a:extLst>
          </p:cNvPr>
          <p:cNvSpPr txBox="1"/>
          <p:nvPr/>
        </p:nvSpPr>
        <p:spPr>
          <a:xfrm>
            <a:off x="8481887" y="3436440"/>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050" noProof="0" dirty="0">
              <a:solidFill>
                <a:schemeClr val="accent6"/>
              </a:solidFill>
            </a:endParaRPr>
          </a:p>
        </p:txBody>
      </p:sp>
      <p:sp>
        <p:nvSpPr>
          <p:cNvPr id="105" name="Title 1">
            <a:extLst>
              <a:ext uri="{FF2B5EF4-FFF2-40B4-BE49-F238E27FC236}">
                <a16:creationId xmlns:a16="http://schemas.microsoft.com/office/drawing/2014/main" id="{5CF45E53-E713-5B90-ECCD-8D79E6265551}"/>
              </a:ext>
            </a:extLst>
          </p:cNvPr>
          <p:cNvSpPr txBox="1">
            <a:spLocks/>
          </p:cNvSpPr>
          <p:nvPr/>
        </p:nvSpPr>
        <p:spPr>
          <a:xfrm>
            <a:off x="1770816" y="4481172"/>
            <a:ext cx="4833877"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dirty="0">
                <a:solidFill>
                  <a:schemeClr val="bg1"/>
                </a:solidFill>
              </a:rPr>
              <a:t>Causes are scored within their respective categories on a scale of 1–3 according to the following criteria</a:t>
            </a:r>
          </a:p>
        </p:txBody>
      </p:sp>
      <p:sp>
        <p:nvSpPr>
          <p:cNvPr id="34" name="CuadroTexto 33">
            <a:extLst>
              <a:ext uri="{FF2B5EF4-FFF2-40B4-BE49-F238E27FC236}">
                <a16:creationId xmlns:a16="http://schemas.microsoft.com/office/drawing/2014/main" id="{1EDE9236-B599-6072-AB3E-D9087C03DAC6}"/>
              </a:ext>
            </a:extLst>
          </p:cNvPr>
          <p:cNvSpPr txBox="1"/>
          <p:nvPr/>
        </p:nvSpPr>
        <p:spPr>
          <a:xfrm>
            <a:off x="8570516" y="2500412"/>
            <a:ext cx="389630" cy="264432"/>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dirty="0">
                <a:solidFill>
                  <a:srgbClr val="99082B"/>
                </a:solidFill>
              </a:rPr>
              <a:t>2.6</a:t>
            </a:r>
            <a:endParaRPr lang="es-MX" sz="1050" noProof="0" dirty="0">
              <a:solidFill>
                <a:srgbClr val="99082B"/>
              </a:solidFill>
            </a:endParaRPr>
          </a:p>
        </p:txBody>
      </p:sp>
      <p:sp>
        <p:nvSpPr>
          <p:cNvPr id="35" name="CuadroTexto 34">
            <a:extLst>
              <a:ext uri="{FF2B5EF4-FFF2-40B4-BE49-F238E27FC236}">
                <a16:creationId xmlns:a16="http://schemas.microsoft.com/office/drawing/2014/main" id="{194E2029-B0C4-99E2-4216-54AE42AD114E}"/>
              </a:ext>
            </a:extLst>
          </p:cNvPr>
          <p:cNvSpPr txBox="1"/>
          <p:nvPr/>
        </p:nvSpPr>
        <p:spPr>
          <a:xfrm>
            <a:off x="8570516" y="3353473"/>
            <a:ext cx="389630" cy="264432"/>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rgbClr val="99082B"/>
                </a:solidFill>
              </a:rPr>
              <a:t>3</a:t>
            </a:r>
          </a:p>
        </p:txBody>
      </p:sp>
      <p:sp>
        <p:nvSpPr>
          <p:cNvPr id="39" name="CuadroTexto 38">
            <a:extLst>
              <a:ext uri="{FF2B5EF4-FFF2-40B4-BE49-F238E27FC236}">
                <a16:creationId xmlns:a16="http://schemas.microsoft.com/office/drawing/2014/main" id="{722F3825-9EAD-BC79-12CC-4EA8076FF2D9}"/>
              </a:ext>
            </a:extLst>
          </p:cNvPr>
          <p:cNvSpPr txBox="1"/>
          <p:nvPr/>
        </p:nvSpPr>
        <p:spPr>
          <a:xfrm>
            <a:off x="8570516" y="2784570"/>
            <a:ext cx="389630" cy="264432"/>
          </a:xfrm>
          <a:prstGeom prst="rect">
            <a:avLst/>
          </a:prstGeom>
          <a:solidFill>
            <a:srgbClr val="C6EF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rgbClr val="246504"/>
                </a:solidFill>
              </a:rPr>
              <a:t>3</a:t>
            </a:r>
          </a:p>
        </p:txBody>
      </p:sp>
      <p:sp>
        <p:nvSpPr>
          <p:cNvPr id="87" name="CuadroTexto 86">
            <a:extLst>
              <a:ext uri="{FF2B5EF4-FFF2-40B4-BE49-F238E27FC236}">
                <a16:creationId xmlns:a16="http://schemas.microsoft.com/office/drawing/2014/main" id="{A188B673-1A02-D50A-E48E-5EF8ECCB0ECC}"/>
              </a:ext>
            </a:extLst>
          </p:cNvPr>
          <p:cNvSpPr txBox="1"/>
          <p:nvPr/>
        </p:nvSpPr>
        <p:spPr>
          <a:xfrm>
            <a:off x="8568724" y="3071402"/>
            <a:ext cx="389630" cy="264432"/>
          </a:xfrm>
          <a:prstGeom prst="rect">
            <a:avLst/>
          </a:prstGeom>
          <a:solidFill>
            <a:srgbClr val="FFEB9C"/>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dirty="0">
                <a:solidFill>
                  <a:srgbClr val="BDA25C"/>
                </a:solidFill>
              </a:rPr>
              <a:t>2.4</a:t>
            </a:r>
            <a:endParaRPr lang="es-MX" sz="1050" noProof="0" dirty="0">
              <a:solidFill>
                <a:srgbClr val="BDA25C"/>
              </a:solidFill>
            </a:endParaRPr>
          </a:p>
        </p:txBody>
      </p:sp>
      <p:sp>
        <p:nvSpPr>
          <p:cNvPr id="88" name="CuadroTexto 87">
            <a:extLst>
              <a:ext uri="{FF2B5EF4-FFF2-40B4-BE49-F238E27FC236}">
                <a16:creationId xmlns:a16="http://schemas.microsoft.com/office/drawing/2014/main" id="{C3187179-C635-98E7-3034-8857307ECB23}"/>
              </a:ext>
            </a:extLst>
          </p:cNvPr>
          <p:cNvSpPr txBox="1"/>
          <p:nvPr/>
        </p:nvSpPr>
        <p:spPr>
          <a:xfrm>
            <a:off x="8570516" y="3627703"/>
            <a:ext cx="389630" cy="264432"/>
          </a:xfrm>
          <a:prstGeom prst="rect">
            <a:avLst/>
          </a:prstGeom>
          <a:solidFill>
            <a:srgbClr val="C6EF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dirty="0">
                <a:solidFill>
                  <a:srgbClr val="246504"/>
                </a:solidFill>
              </a:rPr>
              <a:t>1.5</a:t>
            </a:r>
            <a:endParaRPr lang="es-MX" sz="1050" noProof="0" dirty="0">
              <a:solidFill>
                <a:srgbClr val="246504"/>
              </a:solidFill>
            </a:endParaRPr>
          </a:p>
        </p:txBody>
      </p:sp>
      <p:sp>
        <p:nvSpPr>
          <p:cNvPr id="89" name="Title 1">
            <a:extLst>
              <a:ext uri="{FF2B5EF4-FFF2-40B4-BE49-F238E27FC236}">
                <a16:creationId xmlns:a16="http://schemas.microsoft.com/office/drawing/2014/main" id="{27FFA699-B2EF-EA01-CA92-85D8EF47EDDF}"/>
              </a:ext>
            </a:extLst>
          </p:cNvPr>
          <p:cNvSpPr txBox="1">
            <a:spLocks/>
          </p:cNvSpPr>
          <p:nvPr/>
        </p:nvSpPr>
        <p:spPr>
          <a:xfrm>
            <a:off x="450685" y="3132656"/>
            <a:ext cx="3116261" cy="86177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b="0" noProof="0" dirty="0">
                <a:solidFill>
                  <a:schemeClr val="bg1"/>
                </a:solidFill>
              </a:rPr>
              <a:t>Impact (0.4)
Frequency (0.3)
Control (0.2)
Evidence (0.1)</a:t>
            </a:r>
          </a:p>
          <a:p>
            <a:pPr algn="just"/>
            <a:endParaRPr lang="es-MX" sz="1400" b="0" noProof="0" dirty="0">
              <a:solidFill>
                <a:schemeClr val="bg1"/>
              </a:solidFill>
            </a:endParaRPr>
          </a:p>
          <a:p>
            <a:pPr algn="just"/>
            <a:endParaRPr lang="es-MX" sz="1400" b="0" noProof="0" dirty="0">
              <a:solidFill>
                <a:schemeClr val="bg1"/>
              </a:solidFill>
            </a:endParaRPr>
          </a:p>
          <a:p>
            <a:pPr algn="just"/>
            <a:endParaRPr lang="es-MX" sz="1400" b="0" noProof="0" dirty="0">
              <a:solidFill>
                <a:schemeClr val="bg1"/>
              </a:solidFill>
            </a:endParaRPr>
          </a:p>
        </p:txBody>
      </p:sp>
    </p:spTree>
    <p:extLst>
      <p:ext uri="{BB962C8B-B14F-4D97-AF65-F5344CB8AC3E}">
        <p14:creationId xmlns:p14="http://schemas.microsoft.com/office/powerpoint/2010/main" val="513882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9"/>
                                        </p:tgtEl>
                                        <p:attrNameLst>
                                          <p:attrName>style.visibility</p:attrName>
                                        </p:attrNameLst>
                                      </p:cBhvr>
                                      <p:to>
                                        <p:strVal val="visible"/>
                                      </p:to>
                                    </p:set>
                                    <p:animEffect transition="in" filter="fade">
                                      <p:cBhvr>
                                        <p:cTn id="25" dur="500"/>
                                        <p:tgtEl>
                                          <p:spTgt spid="9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fade">
                                      <p:cBhvr>
                                        <p:cTn id="28" dur="500"/>
                                        <p:tgtEl>
                                          <p:spTgt spid="4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fade">
                                      <p:cBhvr>
                                        <p:cTn id="31" dur="500"/>
                                        <p:tgtEl>
                                          <p:spTgt spid="6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8"/>
                                        </p:tgtEl>
                                        <p:attrNameLst>
                                          <p:attrName>style.visibility</p:attrName>
                                        </p:attrNameLst>
                                      </p:cBhvr>
                                      <p:to>
                                        <p:strVal val="visible"/>
                                      </p:to>
                                    </p:set>
                                    <p:animEffect transition="in" filter="fade">
                                      <p:cBhvr>
                                        <p:cTn id="34" dur="500"/>
                                        <p:tgtEl>
                                          <p:spTgt spid="6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fade">
                                      <p:cBhvr>
                                        <p:cTn id="37" dur="500"/>
                                        <p:tgtEl>
                                          <p:spTgt spid="69"/>
                                        </p:tgtEl>
                                      </p:cBhvr>
                                    </p:animEffect>
                                  </p:childTnLst>
                                </p:cTn>
                              </p:par>
                              <p:par>
                                <p:cTn id="38" presetID="10" presetClass="entr" presetSubtype="0" fill="hold" grpId="0" nodeType="withEffect" nodePh="1">
                                  <p:stCondLst>
                                    <p:cond delay="0"/>
                                  </p:stCondLst>
                                  <p:endCondLst>
                                    <p:cond evt="begin" delay="0">
                                      <p:tn val="38"/>
                                    </p:cond>
                                  </p:endCondLst>
                                  <p:childTnLst>
                                    <p:set>
                                      <p:cBhvr>
                                        <p:cTn id="39" dur="1" fill="hold">
                                          <p:stCondLst>
                                            <p:cond delay="0"/>
                                          </p:stCondLst>
                                        </p:cTn>
                                        <p:tgtEl>
                                          <p:spTgt spid="100"/>
                                        </p:tgtEl>
                                        <p:attrNameLst>
                                          <p:attrName>style.visibility</p:attrName>
                                        </p:attrNameLst>
                                      </p:cBhvr>
                                      <p:to>
                                        <p:strVal val="visible"/>
                                      </p:to>
                                    </p:set>
                                    <p:animEffect transition="in" filter="fade">
                                      <p:cBhvr>
                                        <p:cTn id="40" dur="500"/>
                                        <p:tgtEl>
                                          <p:spTgt spid="10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0"/>
                                        </p:tgtEl>
                                        <p:attrNameLst>
                                          <p:attrName>style.visibility</p:attrName>
                                        </p:attrNameLst>
                                      </p:cBhvr>
                                      <p:to>
                                        <p:strVal val="visible"/>
                                      </p:to>
                                    </p:set>
                                    <p:animEffect transition="in" filter="fade">
                                      <p:cBhvr>
                                        <p:cTn id="43" dur="500"/>
                                        <p:tgtEl>
                                          <p:spTgt spid="7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1"/>
                                        </p:tgtEl>
                                        <p:attrNameLst>
                                          <p:attrName>style.visibility</p:attrName>
                                        </p:attrNameLst>
                                      </p:cBhvr>
                                      <p:to>
                                        <p:strVal val="visible"/>
                                      </p:to>
                                    </p:set>
                                    <p:animEffect transition="in" filter="fade">
                                      <p:cBhvr>
                                        <p:cTn id="46" dur="500"/>
                                        <p:tgtEl>
                                          <p:spTgt spid="7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2"/>
                                        </p:tgtEl>
                                        <p:attrNameLst>
                                          <p:attrName>style.visibility</p:attrName>
                                        </p:attrNameLst>
                                      </p:cBhvr>
                                      <p:to>
                                        <p:strVal val="visible"/>
                                      </p:to>
                                    </p:set>
                                    <p:animEffect transition="in" filter="fade">
                                      <p:cBhvr>
                                        <p:cTn id="49" dur="500"/>
                                        <p:tgtEl>
                                          <p:spTgt spid="7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3"/>
                                        </p:tgtEl>
                                        <p:attrNameLst>
                                          <p:attrName>style.visibility</p:attrName>
                                        </p:attrNameLst>
                                      </p:cBhvr>
                                      <p:to>
                                        <p:strVal val="visible"/>
                                      </p:to>
                                    </p:set>
                                    <p:animEffect transition="in" filter="fade">
                                      <p:cBhvr>
                                        <p:cTn id="52" dur="500"/>
                                        <p:tgtEl>
                                          <p:spTgt spid="7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01"/>
                                        </p:tgtEl>
                                        <p:attrNameLst>
                                          <p:attrName>style.visibility</p:attrName>
                                        </p:attrNameLst>
                                      </p:cBhvr>
                                      <p:to>
                                        <p:strVal val="visible"/>
                                      </p:to>
                                    </p:set>
                                    <p:animEffect transition="in" filter="fade">
                                      <p:cBhvr>
                                        <p:cTn id="55" dur="500"/>
                                        <p:tgtEl>
                                          <p:spTgt spid="10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74"/>
                                        </p:tgtEl>
                                        <p:attrNameLst>
                                          <p:attrName>style.visibility</p:attrName>
                                        </p:attrNameLst>
                                      </p:cBhvr>
                                      <p:to>
                                        <p:strVal val="visible"/>
                                      </p:to>
                                    </p:set>
                                    <p:animEffect transition="in" filter="fade">
                                      <p:cBhvr>
                                        <p:cTn id="58" dur="500"/>
                                        <p:tgtEl>
                                          <p:spTgt spid="7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75"/>
                                        </p:tgtEl>
                                        <p:attrNameLst>
                                          <p:attrName>style.visibility</p:attrName>
                                        </p:attrNameLst>
                                      </p:cBhvr>
                                      <p:to>
                                        <p:strVal val="visible"/>
                                      </p:to>
                                    </p:set>
                                    <p:animEffect transition="in" filter="fade">
                                      <p:cBhvr>
                                        <p:cTn id="61" dur="500"/>
                                        <p:tgtEl>
                                          <p:spTgt spid="7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6"/>
                                        </p:tgtEl>
                                        <p:attrNameLst>
                                          <p:attrName>style.visibility</p:attrName>
                                        </p:attrNameLst>
                                      </p:cBhvr>
                                      <p:to>
                                        <p:strVal val="visible"/>
                                      </p:to>
                                    </p:set>
                                    <p:animEffect transition="in" filter="fade">
                                      <p:cBhvr>
                                        <p:cTn id="64" dur="500"/>
                                        <p:tgtEl>
                                          <p:spTgt spid="7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77"/>
                                        </p:tgtEl>
                                        <p:attrNameLst>
                                          <p:attrName>style.visibility</p:attrName>
                                        </p:attrNameLst>
                                      </p:cBhvr>
                                      <p:to>
                                        <p:strVal val="visible"/>
                                      </p:to>
                                    </p:set>
                                    <p:animEffect transition="in" filter="fade">
                                      <p:cBhvr>
                                        <p:cTn id="67" dur="500"/>
                                        <p:tgtEl>
                                          <p:spTgt spid="7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78"/>
                                        </p:tgtEl>
                                        <p:attrNameLst>
                                          <p:attrName>style.visibility</p:attrName>
                                        </p:attrNameLst>
                                      </p:cBhvr>
                                      <p:to>
                                        <p:strVal val="visible"/>
                                      </p:to>
                                    </p:set>
                                    <p:animEffect transition="in" filter="fade">
                                      <p:cBhvr>
                                        <p:cTn id="70" dur="500"/>
                                        <p:tgtEl>
                                          <p:spTgt spid="7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79"/>
                                        </p:tgtEl>
                                        <p:attrNameLst>
                                          <p:attrName>style.visibility</p:attrName>
                                        </p:attrNameLst>
                                      </p:cBhvr>
                                      <p:to>
                                        <p:strVal val="visible"/>
                                      </p:to>
                                    </p:set>
                                    <p:animEffect transition="in" filter="fade">
                                      <p:cBhvr>
                                        <p:cTn id="73" dur="500"/>
                                        <p:tgtEl>
                                          <p:spTgt spid="7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81"/>
                                        </p:tgtEl>
                                        <p:attrNameLst>
                                          <p:attrName>style.visibility</p:attrName>
                                        </p:attrNameLst>
                                      </p:cBhvr>
                                      <p:to>
                                        <p:strVal val="visible"/>
                                      </p:to>
                                    </p:set>
                                    <p:animEffect transition="in" filter="fade">
                                      <p:cBhvr>
                                        <p:cTn id="76" dur="500"/>
                                        <p:tgtEl>
                                          <p:spTgt spid="81"/>
                                        </p:tgtEl>
                                      </p:cBhvr>
                                    </p:animEffect>
                                  </p:childTnLst>
                                </p:cTn>
                              </p:par>
                              <p:par>
                                <p:cTn id="77" presetID="10" presetClass="entr" presetSubtype="0" fill="hold" grpId="0" nodeType="withEffect" nodePh="1">
                                  <p:stCondLst>
                                    <p:cond delay="0"/>
                                  </p:stCondLst>
                                  <p:endCondLst>
                                    <p:cond evt="begin" delay="0">
                                      <p:tn val="77"/>
                                    </p:cond>
                                  </p:endCondLst>
                                  <p:childTnLst>
                                    <p:set>
                                      <p:cBhvr>
                                        <p:cTn id="78" dur="1" fill="hold">
                                          <p:stCondLst>
                                            <p:cond delay="0"/>
                                          </p:stCondLst>
                                        </p:cTn>
                                        <p:tgtEl>
                                          <p:spTgt spid="103"/>
                                        </p:tgtEl>
                                        <p:attrNameLst>
                                          <p:attrName>style.visibility</p:attrName>
                                        </p:attrNameLst>
                                      </p:cBhvr>
                                      <p:to>
                                        <p:strVal val="visible"/>
                                      </p:to>
                                    </p:set>
                                    <p:animEffect transition="in" filter="fade">
                                      <p:cBhvr>
                                        <p:cTn id="79" dur="500"/>
                                        <p:tgtEl>
                                          <p:spTgt spid="10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82"/>
                                        </p:tgtEl>
                                        <p:attrNameLst>
                                          <p:attrName>style.visibility</p:attrName>
                                        </p:attrNameLst>
                                      </p:cBhvr>
                                      <p:to>
                                        <p:strVal val="visible"/>
                                      </p:to>
                                    </p:set>
                                    <p:animEffect transition="in" filter="fade">
                                      <p:cBhvr>
                                        <p:cTn id="82" dur="500"/>
                                        <p:tgtEl>
                                          <p:spTgt spid="8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3"/>
                                        </p:tgtEl>
                                        <p:attrNameLst>
                                          <p:attrName>style.visibility</p:attrName>
                                        </p:attrNameLst>
                                      </p:cBhvr>
                                      <p:to>
                                        <p:strVal val="visible"/>
                                      </p:to>
                                    </p:set>
                                    <p:animEffect transition="in" filter="fade">
                                      <p:cBhvr>
                                        <p:cTn id="85" dur="500"/>
                                        <p:tgtEl>
                                          <p:spTgt spid="8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84"/>
                                        </p:tgtEl>
                                        <p:attrNameLst>
                                          <p:attrName>style.visibility</p:attrName>
                                        </p:attrNameLst>
                                      </p:cBhvr>
                                      <p:to>
                                        <p:strVal val="visible"/>
                                      </p:to>
                                    </p:set>
                                    <p:animEffect transition="in" filter="fade">
                                      <p:cBhvr>
                                        <p:cTn id="88" dur="500"/>
                                        <p:tgtEl>
                                          <p:spTgt spid="8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5"/>
                                        </p:tgtEl>
                                        <p:attrNameLst>
                                          <p:attrName>style.visibility</p:attrName>
                                        </p:attrNameLst>
                                      </p:cBhvr>
                                      <p:to>
                                        <p:strVal val="visible"/>
                                      </p:to>
                                    </p:set>
                                    <p:animEffect transition="in" filter="fade">
                                      <p:cBhvr>
                                        <p:cTn id="91" dur="500"/>
                                        <p:tgtEl>
                                          <p:spTgt spid="8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80"/>
                                        </p:tgtEl>
                                        <p:attrNameLst>
                                          <p:attrName>style.visibility</p:attrName>
                                        </p:attrNameLst>
                                      </p:cBhvr>
                                      <p:to>
                                        <p:strVal val="visible"/>
                                      </p:to>
                                    </p:set>
                                    <p:animEffect transition="in" filter="fade">
                                      <p:cBhvr>
                                        <p:cTn id="94" dur="500"/>
                                        <p:tgtEl>
                                          <p:spTgt spid="80"/>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105"/>
                                        </p:tgtEl>
                                        <p:attrNameLst>
                                          <p:attrName>style.visibility</p:attrName>
                                        </p:attrNameLst>
                                      </p:cBhvr>
                                      <p:to>
                                        <p:strVal val="visible"/>
                                      </p:to>
                                    </p:set>
                                    <p:animEffect transition="in" filter="fade">
                                      <p:cBhvr>
                                        <p:cTn id="99" dur="500"/>
                                        <p:tgtEl>
                                          <p:spTgt spid="10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500"/>
                                        <p:tgtEl>
                                          <p:spTgt spid="2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fade">
                                      <p:cBhvr>
                                        <p:cTn id="105" dur="500"/>
                                        <p:tgtEl>
                                          <p:spTgt spid="34"/>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500"/>
                                        <p:tgtEl>
                                          <p:spTgt spid="3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500"/>
                                        <p:tgtEl>
                                          <p:spTgt spid="3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87"/>
                                        </p:tgtEl>
                                        <p:attrNameLst>
                                          <p:attrName>style.visibility</p:attrName>
                                        </p:attrNameLst>
                                      </p:cBhvr>
                                      <p:to>
                                        <p:strVal val="visible"/>
                                      </p:to>
                                    </p:set>
                                    <p:animEffect transition="in" filter="fade">
                                      <p:cBhvr>
                                        <p:cTn id="114" dur="500"/>
                                        <p:tgtEl>
                                          <p:spTgt spid="87"/>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88"/>
                                        </p:tgtEl>
                                        <p:attrNameLst>
                                          <p:attrName>style.visibility</p:attrName>
                                        </p:attrNameLst>
                                      </p:cBhvr>
                                      <p:to>
                                        <p:strVal val="visible"/>
                                      </p:to>
                                    </p:set>
                                    <p:animEffect transition="in" filter="fade">
                                      <p:cBhvr>
                                        <p:cTn id="117" dur="500"/>
                                        <p:tgtEl>
                                          <p:spTgt spid="88"/>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89"/>
                                        </p:tgtEl>
                                        <p:attrNameLst>
                                          <p:attrName>style.visibility</p:attrName>
                                        </p:attrNameLst>
                                      </p:cBhvr>
                                      <p:to>
                                        <p:strVal val="visible"/>
                                      </p:to>
                                    </p:set>
                                    <p:animEffect transition="in" filter="fade">
                                      <p:cBhvr>
                                        <p:cTn id="120"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animBg="1"/>
      <p:bldP spid="26" grpId="0"/>
      <p:bldP spid="27" grpId="0"/>
      <p:bldP spid="28" grpId="0"/>
      <p:bldP spid="29" grpId="0"/>
      <p:bldP spid="40" grpId="0"/>
      <p:bldP spid="67" grpId="0"/>
      <p:bldP spid="68" grpId="0"/>
      <p:bldP spid="69" grpId="0"/>
      <p:bldP spid="70" grpId="0"/>
      <p:bldP spid="71" grpId="0"/>
      <p:bldP spid="72" grpId="0"/>
      <p:bldP spid="73" grpId="0"/>
      <p:bldP spid="74" grpId="0"/>
      <p:bldP spid="75" grpId="0"/>
      <p:bldP spid="76" grpId="0"/>
      <p:bldP spid="77" grpId="0"/>
      <p:bldP spid="78" grpId="0"/>
      <p:bldP spid="79" grpId="0"/>
      <p:bldP spid="80" grpId="0"/>
      <p:bldP spid="81" grpId="0"/>
      <p:bldP spid="82" grpId="0"/>
      <p:bldP spid="83" grpId="0"/>
      <p:bldP spid="84" grpId="0"/>
      <p:bldP spid="85" grpId="0"/>
      <p:bldP spid="99" grpId="0" animBg="1"/>
      <p:bldP spid="100" grpId="0"/>
      <p:bldP spid="101" grpId="0"/>
      <p:bldP spid="103" grpId="0"/>
      <p:bldP spid="105" grpId="0"/>
      <p:bldP spid="34" grpId="0" animBg="1"/>
      <p:bldP spid="35" grpId="0" animBg="1"/>
      <p:bldP spid="39" grpId="0" animBg="1"/>
      <p:bldP spid="87" grpId="0" animBg="1"/>
      <p:bldP spid="88" grpId="0" animBg="1"/>
      <p:bldP spid="8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B7B6D-1302-CC33-DDF4-A7CD03B4B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E2EF9-0038-0E0B-97D8-2E30A8D1D0FB}"/>
              </a:ext>
            </a:extLst>
          </p:cNvPr>
          <p:cNvSpPr>
            <a:spLocks noGrp="1"/>
          </p:cNvSpPr>
          <p:nvPr>
            <p:ph type="title"/>
          </p:nvPr>
        </p:nvSpPr>
        <p:spPr>
          <a:xfrm>
            <a:off x="330993" y="313420"/>
            <a:ext cx="8482014" cy="307777"/>
          </a:xfrm>
        </p:spPr>
        <p:txBody>
          <a:bodyPr/>
          <a:lstStyle/>
          <a:p>
            <a:pPr algn="ctr"/>
            <a:r>
              <a:rPr lang="es-MX" noProof="0"/>
              <a:t>Multivoting Matrix</a:t>
            </a:r>
          </a:p>
        </p:txBody>
      </p:sp>
      <p:pic>
        <p:nvPicPr>
          <p:cNvPr id="5" name="Imagen 4" descr="Dibujo de una persona&#10;&#10;El contenido generado por IA puede ser incorrecto.">
            <a:extLst>
              <a:ext uri="{FF2B5EF4-FFF2-40B4-BE49-F238E27FC236}">
                <a16:creationId xmlns:a16="http://schemas.microsoft.com/office/drawing/2014/main" id="{C58D2C37-D392-6597-4E5C-243891FCC412}"/>
              </a:ext>
            </a:extLst>
          </p:cNvPr>
          <p:cNvPicPr>
            <a:picLocks noChangeAspect="1"/>
          </p:cNvPicPr>
          <p:nvPr/>
        </p:nvPicPr>
        <p:blipFill>
          <a:blip r:embed="rId2"/>
          <a:stretch>
            <a:fillRect/>
          </a:stretch>
        </p:blipFill>
        <p:spPr>
          <a:xfrm>
            <a:off x="8661417" y="109943"/>
            <a:ext cx="466952" cy="466952"/>
          </a:xfrm>
          <a:prstGeom prst="rect">
            <a:avLst/>
          </a:prstGeom>
        </p:spPr>
      </p:pic>
      <p:sp>
        <p:nvSpPr>
          <p:cNvPr id="66" name="CuadroTexto 7">
            <a:extLst>
              <a:ext uri="{FF2B5EF4-FFF2-40B4-BE49-F238E27FC236}">
                <a16:creationId xmlns:a16="http://schemas.microsoft.com/office/drawing/2014/main" id="{6BAD28AA-CD58-44A5-BD58-715A25B8225F}"/>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How is it used?</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9" name="Imagen 8">
            <a:extLst>
              <a:ext uri="{FF2B5EF4-FFF2-40B4-BE49-F238E27FC236}">
                <a16:creationId xmlns:a16="http://schemas.microsoft.com/office/drawing/2014/main" id="{0292F138-85CF-C6C2-6D05-F73078B9347B}"/>
              </a:ext>
            </a:extLst>
          </p:cNvPr>
          <p:cNvPicPr>
            <a:picLocks noChangeAspect="1"/>
          </p:cNvPicPr>
          <p:nvPr/>
        </p:nvPicPr>
        <p:blipFill>
          <a:blip r:embed="rId3"/>
          <a:stretch>
            <a:fillRect/>
          </a:stretch>
        </p:blipFill>
        <p:spPr>
          <a:xfrm>
            <a:off x="165496" y="1604334"/>
            <a:ext cx="8813007" cy="2007151"/>
          </a:xfrm>
          <a:prstGeom prst="rect">
            <a:avLst/>
          </a:prstGeom>
        </p:spPr>
      </p:pic>
    </p:spTree>
    <p:extLst>
      <p:ext uri="{BB962C8B-B14F-4D97-AF65-F5344CB8AC3E}">
        <p14:creationId xmlns:p14="http://schemas.microsoft.com/office/powerpoint/2010/main" val="135883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9390B-7DBB-7E46-DEB2-CF0093A8D57E}"/>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3CC7A811-C8FB-76E7-913E-9138D2A394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3CC7A811-C8FB-76E7-913E-9138D2A3944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73EE52D0-ADBA-497A-94A0-924B9329FD5E}"/>
              </a:ext>
            </a:extLst>
          </p:cNvPr>
          <p:cNvPicPr>
            <a:picLocks noChangeAspect="1"/>
          </p:cNvPicPr>
          <p:nvPr/>
        </p:nvPicPr>
        <p:blipFill>
          <a:blip r:embed="rId6"/>
          <a:stretch>
            <a:fillRect/>
          </a:stretch>
        </p:blipFill>
        <p:spPr>
          <a:xfrm>
            <a:off x="8738529" y="130779"/>
            <a:ext cx="297258" cy="419100"/>
          </a:xfrm>
          <a:prstGeom prst="rect">
            <a:avLst/>
          </a:prstGeom>
        </p:spPr>
      </p:pic>
      <p:sp>
        <p:nvSpPr>
          <p:cNvPr id="9" name="Title 1">
            <a:extLst>
              <a:ext uri="{FF2B5EF4-FFF2-40B4-BE49-F238E27FC236}">
                <a16:creationId xmlns:a16="http://schemas.microsoft.com/office/drawing/2014/main" id="{091F8EC2-1D69-43C5-8D6D-FD05CC5D5AA4}"/>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Multivoting Matrix</a:t>
            </a:r>
          </a:p>
        </p:txBody>
      </p:sp>
      <p:sp>
        <p:nvSpPr>
          <p:cNvPr id="10" name="CuadroTexto 7">
            <a:extLst>
              <a:ext uri="{FF2B5EF4-FFF2-40B4-BE49-F238E27FC236}">
                <a16:creationId xmlns:a16="http://schemas.microsoft.com/office/drawing/2014/main" id="{6852F4E9-E7F9-373D-5A3B-0CD9941C4D05}"/>
              </a:ext>
            </a:extLst>
          </p:cNvPr>
          <p:cNvSpPr txBox="1"/>
          <p:nvPr/>
        </p:nvSpPr>
        <p:spPr>
          <a:xfrm>
            <a:off x="2426218" y="54987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endParaRPr lang="es-MX" sz="1100" b="1" noProof="0">
              <a:solidFill>
                <a:schemeClr val="bg1"/>
              </a:solidFill>
            </a:endParaRP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2" name="CuadroTexto 7">
            <a:extLst>
              <a:ext uri="{FF2B5EF4-FFF2-40B4-BE49-F238E27FC236}">
                <a16:creationId xmlns:a16="http://schemas.microsoft.com/office/drawing/2014/main" id="{716776BA-F12B-658C-BCFD-D17E41E9A101}"/>
              </a:ext>
            </a:extLst>
          </p:cNvPr>
          <p:cNvSpPr txBox="1"/>
          <p:nvPr/>
        </p:nvSpPr>
        <p:spPr>
          <a:xfrm>
            <a:off x="2378512" y="580977"/>
            <a:ext cx="4523451" cy="51552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bg1"/>
                </a:solidFill>
              </a:rPr>
              <a:t>Results</a:t>
            </a:r>
            <a:endParaRPr lang="es-MX" sz="1100" noProof="0">
              <a:solidFill>
                <a:schemeClr val="bg1"/>
              </a:solidFill>
            </a:endParaRPr>
          </a:p>
          <a:p>
            <a:pPr algn="just"/>
            <a:endParaRPr lang="es-MX" sz="1100" noProof="0">
              <a:solidFill>
                <a:schemeClr val="tx1"/>
              </a:solidFill>
            </a:endParaRPr>
          </a:p>
        </p:txBody>
      </p:sp>
      <p:sp>
        <p:nvSpPr>
          <p:cNvPr id="3" name="Rectángulo: esquinas redondeadas 2">
            <a:extLst>
              <a:ext uri="{FF2B5EF4-FFF2-40B4-BE49-F238E27FC236}">
                <a16:creationId xmlns:a16="http://schemas.microsoft.com/office/drawing/2014/main" id="{6D7C849C-9CEE-F54C-0607-AA11AB7A7BB6}"/>
              </a:ext>
            </a:extLst>
          </p:cNvPr>
          <p:cNvSpPr/>
          <p:nvPr/>
        </p:nvSpPr>
        <p:spPr>
          <a:xfrm>
            <a:off x="330993" y="1096503"/>
            <a:ext cx="4749375" cy="304224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5" name="Rectángulo: esquinas redondeadas 4">
            <a:extLst>
              <a:ext uri="{FF2B5EF4-FFF2-40B4-BE49-F238E27FC236}">
                <a16:creationId xmlns:a16="http://schemas.microsoft.com/office/drawing/2014/main" id="{4B1B1E27-D249-23DE-1374-E7DD1656DD2F}"/>
              </a:ext>
            </a:extLst>
          </p:cNvPr>
          <p:cNvSpPr/>
          <p:nvPr/>
        </p:nvSpPr>
        <p:spPr>
          <a:xfrm>
            <a:off x="5492638" y="1187754"/>
            <a:ext cx="3147099" cy="128933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6" name="Title 1">
            <a:extLst>
              <a:ext uri="{FF2B5EF4-FFF2-40B4-BE49-F238E27FC236}">
                <a16:creationId xmlns:a16="http://schemas.microsoft.com/office/drawing/2014/main" id="{96FE31F8-5872-E954-5AE5-9C4C40146B27}"/>
              </a:ext>
            </a:extLst>
          </p:cNvPr>
          <p:cNvSpPr txBox="1">
            <a:spLocks/>
          </p:cNvSpPr>
          <p:nvPr/>
        </p:nvSpPr>
        <p:spPr>
          <a:xfrm>
            <a:off x="5721309" y="1369552"/>
            <a:ext cx="2550619" cy="923330"/>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dirty="0">
                <a:solidFill>
                  <a:schemeClr val="bg1"/>
                </a:solidFill>
              </a:rPr>
              <a:t>Causes scoring 2.5 or higher will be considered for the next step in the Observe and Analyze phase of PORT™.</a:t>
            </a:r>
          </a:p>
        </p:txBody>
      </p:sp>
      <p:sp>
        <p:nvSpPr>
          <p:cNvPr id="7" name="Rectángulo: esquinas redondeadas 6">
            <a:extLst>
              <a:ext uri="{FF2B5EF4-FFF2-40B4-BE49-F238E27FC236}">
                <a16:creationId xmlns:a16="http://schemas.microsoft.com/office/drawing/2014/main" id="{27A60353-1A08-BF9A-3C64-3A952A99CD28}"/>
              </a:ext>
            </a:extLst>
          </p:cNvPr>
          <p:cNvSpPr/>
          <p:nvPr/>
        </p:nvSpPr>
        <p:spPr>
          <a:xfrm>
            <a:off x="5514318" y="2852728"/>
            <a:ext cx="3147099" cy="1451015"/>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8" name="Title 1">
            <a:extLst>
              <a:ext uri="{FF2B5EF4-FFF2-40B4-BE49-F238E27FC236}">
                <a16:creationId xmlns:a16="http://schemas.microsoft.com/office/drawing/2014/main" id="{378EE2AC-6A69-4E4D-204C-88D1CC9A4F71}"/>
              </a:ext>
            </a:extLst>
          </p:cNvPr>
          <p:cNvSpPr txBox="1">
            <a:spLocks/>
          </p:cNvSpPr>
          <p:nvPr/>
        </p:nvSpPr>
        <p:spPr>
          <a:xfrm>
            <a:off x="5812557" y="3377940"/>
            <a:ext cx="2550619" cy="73866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a:solidFill>
                  <a:schemeClr val="bg1"/>
                </a:solidFill>
              </a:rPr>
              <a:t>If no cause reaches the required score, the causes selected in the Ishikawa diagram may not be the most appropriate.</a:t>
            </a:r>
          </a:p>
        </p:txBody>
      </p:sp>
      <p:pic>
        <p:nvPicPr>
          <p:cNvPr id="11" name="Gráfico 10" descr="Advertencia con relleno sólido">
            <a:extLst>
              <a:ext uri="{FF2B5EF4-FFF2-40B4-BE49-F238E27FC236}">
                <a16:creationId xmlns:a16="http://schemas.microsoft.com/office/drawing/2014/main" id="{4F827E66-DF49-C85C-F0A1-D57655C7120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11475" y="2646632"/>
            <a:ext cx="709423" cy="709423"/>
          </a:xfrm>
          <a:prstGeom prst="rect">
            <a:avLst/>
          </a:prstGeom>
        </p:spPr>
      </p:pic>
      <p:pic>
        <p:nvPicPr>
          <p:cNvPr id="16" name="Imagen 15">
            <a:extLst>
              <a:ext uri="{FF2B5EF4-FFF2-40B4-BE49-F238E27FC236}">
                <a16:creationId xmlns:a16="http://schemas.microsoft.com/office/drawing/2014/main" id="{1C8A609F-B888-454C-8C2C-B4A60A22FF84}"/>
              </a:ext>
            </a:extLst>
          </p:cNvPr>
          <p:cNvPicPr>
            <a:picLocks noChangeAspect="1"/>
          </p:cNvPicPr>
          <p:nvPr/>
        </p:nvPicPr>
        <p:blipFill>
          <a:blip r:embed="rId8"/>
          <a:srcRect/>
          <a:stretch>
            <a:fillRect/>
          </a:stretch>
        </p:blipFill>
        <p:spPr>
          <a:xfrm>
            <a:off x="578992" y="1436464"/>
            <a:ext cx="4343623" cy="2362321"/>
          </a:xfrm>
          <a:prstGeom prst="rect">
            <a:avLst/>
          </a:prstGeom>
        </p:spPr>
      </p:pic>
      <p:sp>
        <p:nvSpPr>
          <p:cNvPr id="17" name="Rectángulo: esquinas redondeadas 16">
            <a:extLst>
              <a:ext uri="{FF2B5EF4-FFF2-40B4-BE49-F238E27FC236}">
                <a16:creationId xmlns:a16="http://schemas.microsoft.com/office/drawing/2014/main" id="{2A570F03-0890-6A30-1919-76486B972922}"/>
              </a:ext>
            </a:extLst>
          </p:cNvPr>
          <p:cNvSpPr/>
          <p:nvPr/>
        </p:nvSpPr>
        <p:spPr>
          <a:xfrm>
            <a:off x="1905000" y="4303743"/>
            <a:ext cx="2114935" cy="6516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9" name="Title 1">
            <a:extLst>
              <a:ext uri="{FF2B5EF4-FFF2-40B4-BE49-F238E27FC236}">
                <a16:creationId xmlns:a16="http://schemas.microsoft.com/office/drawing/2014/main" id="{C63D0BC9-C44C-F3A9-9583-3FD8D5C1AB30}"/>
              </a:ext>
            </a:extLst>
          </p:cNvPr>
          <p:cNvSpPr txBox="1">
            <a:spLocks/>
          </p:cNvSpPr>
          <p:nvPr/>
        </p:nvSpPr>
        <p:spPr>
          <a:xfrm>
            <a:off x="2096546" y="4352567"/>
            <a:ext cx="1838146"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dirty="0">
                <a:solidFill>
                  <a:schemeClr val="bg1"/>
                </a:solidFill>
              </a:rPr>
              <a:t>&lt;2.0 (Low priority)
2.0–2.4 (Validate)
≥2.5 (5 Whys analysis)</a:t>
            </a:r>
          </a:p>
          <a:p>
            <a:pPr algn="just"/>
            <a:endParaRPr lang="es-MX" sz="1200" b="0" noProof="0" dirty="0">
              <a:solidFill>
                <a:schemeClr val="bg1"/>
              </a:solidFill>
            </a:endParaRPr>
          </a:p>
          <a:p>
            <a:pPr algn="just"/>
            <a:endParaRPr lang="es-MX" sz="1200" b="0" noProof="0" dirty="0">
              <a:solidFill>
                <a:schemeClr val="bg1"/>
              </a:solidFill>
            </a:endParaRPr>
          </a:p>
        </p:txBody>
      </p:sp>
    </p:spTree>
    <p:extLst>
      <p:ext uri="{BB962C8B-B14F-4D97-AF65-F5344CB8AC3E}">
        <p14:creationId xmlns:p14="http://schemas.microsoft.com/office/powerpoint/2010/main" val="3287985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3D297-415C-1FB7-F059-0270ED235F26}"/>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4E2D3620-4651-5CCE-B6A3-5FBCE1B4799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4E2D3620-4651-5CCE-B6A3-5FBCE1B479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95A65699-E9A9-5D24-3492-3CEC464EEBD9}"/>
              </a:ext>
            </a:extLst>
          </p:cNvPr>
          <p:cNvPicPr>
            <a:picLocks noChangeAspect="1"/>
          </p:cNvPicPr>
          <p:nvPr/>
        </p:nvPicPr>
        <p:blipFill>
          <a:blip r:embed="rId6"/>
          <a:stretch>
            <a:fillRect/>
          </a:stretch>
        </p:blipFill>
        <p:spPr>
          <a:xfrm>
            <a:off x="8738529" y="130779"/>
            <a:ext cx="297258" cy="419100"/>
          </a:xfrm>
          <a:prstGeom prst="rect">
            <a:avLst/>
          </a:prstGeom>
        </p:spPr>
      </p:pic>
      <p:sp>
        <p:nvSpPr>
          <p:cNvPr id="10" name="CuadroTexto 7">
            <a:extLst>
              <a:ext uri="{FF2B5EF4-FFF2-40B4-BE49-F238E27FC236}">
                <a16:creationId xmlns:a16="http://schemas.microsoft.com/office/drawing/2014/main" id="{7C82AA81-13C9-BFAF-4BD7-DA0A53AAAAED}"/>
              </a:ext>
            </a:extLst>
          </p:cNvPr>
          <p:cNvSpPr txBox="1"/>
          <p:nvPr/>
        </p:nvSpPr>
        <p:spPr>
          <a:xfrm>
            <a:off x="2426218" y="54987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bg1"/>
                </a:solidFill>
              </a:rPr>
              <a:t>How to Vote Without Bias (for Each Cause)</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9" name="Rectángulo: esquinas redondeadas 18">
            <a:extLst>
              <a:ext uri="{FF2B5EF4-FFF2-40B4-BE49-F238E27FC236}">
                <a16:creationId xmlns:a16="http://schemas.microsoft.com/office/drawing/2014/main" id="{B1A5D7E3-7819-C26E-C2B5-304D0F73AD7B}"/>
              </a:ext>
            </a:extLst>
          </p:cNvPr>
          <p:cNvSpPr/>
          <p:nvPr/>
        </p:nvSpPr>
        <p:spPr>
          <a:xfrm>
            <a:off x="443599" y="1592617"/>
            <a:ext cx="2196489" cy="2482014"/>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1" name="Gráfico 20" descr="Flecha abajo con relleno sólido">
            <a:extLst>
              <a:ext uri="{FF2B5EF4-FFF2-40B4-BE49-F238E27FC236}">
                <a16:creationId xmlns:a16="http://schemas.microsoft.com/office/drawing/2014/main" id="{7FA9533F-E77D-AA80-368A-FA9D5097140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200000">
            <a:off x="2648806" y="2563920"/>
            <a:ext cx="840264" cy="677770"/>
          </a:xfrm>
          <a:prstGeom prst="rect">
            <a:avLst/>
          </a:prstGeom>
          <a:effectLst>
            <a:outerShdw blurRad="50800" dist="38100" dir="2700000" algn="tl" rotWithShape="0">
              <a:prstClr val="black">
                <a:alpha val="40000"/>
              </a:prstClr>
            </a:outerShdw>
          </a:effectLst>
        </p:spPr>
      </p:pic>
      <p:sp>
        <p:nvSpPr>
          <p:cNvPr id="32" name="CuadroTexto 31">
            <a:extLst>
              <a:ext uri="{FF2B5EF4-FFF2-40B4-BE49-F238E27FC236}">
                <a16:creationId xmlns:a16="http://schemas.microsoft.com/office/drawing/2014/main" id="{373915A9-8287-98AF-E313-DAA7BC76CB3E}"/>
              </a:ext>
            </a:extLst>
          </p:cNvPr>
          <p:cNvSpPr txBox="1"/>
          <p:nvPr/>
        </p:nvSpPr>
        <p:spPr>
          <a:xfrm>
            <a:off x="587415" y="1748723"/>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Individual and confidential voting</a:t>
            </a:r>
            <a:endParaRPr lang="es-MX" sz="1200" noProof="0">
              <a:solidFill>
                <a:schemeClr val="bg1"/>
              </a:solidFill>
            </a:endParaRPr>
          </a:p>
        </p:txBody>
      </p:sp>
      <p:sp>
        <p:nvSpPr>
          <p:cNvPr id="33" name="CuadroTexto 32">
            <a:extLst>
              <a:ext uri="{FF2B5EF4-FFF2-40B4-BE49-F238E27FC236}">
                <a16:creationId xmlns:a16="http://schemas.microsoft.com/office/drawing/2014/main" id="{B6BAE7AB-8A61-0601-0599-6FE0EFAC47BE}"/>
              </a:ext>
            </a:extLst>
          </p:cNvPr>
          <p:cNvSpPr txBox="1"/>
          <p:nvPr/>
        </p:nvSpPr>
        <p:spPr>
          <a:xfrm>
            <a:off x="443598" y="3451539"/>
            <a:ext cx="2196489" cy="38978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Each member (including the leader) votes independently on paper, assigning a score to the cause.</a:t>
            </a:r>
          </a:p>
        </p:txBody>
      </p:sp>
      <p:sp>
        <p:nvSpPr>
          <p:cNvPr id="2" name="Title 1">
            <a:extLst>
              <a:ext uri="{FF2B5EF4-FFF2-40B4-BE49-F238E27FC236}">
                <a16:creationId xmlns:a16="http://schemas.microsoft.com/office/drawing/2014/main" id="{5DE13EFC-30AD-3C20-BFD9-782FA610DD35}"/>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Multivoting Matrix</a:t>
            </a:r>
          </a:p>
        </p:txBody>
      </p:sp>
      <p:pic>
        <p:nvPicPr>
          <p:cNvPr id="6" name="Gráfico 5" descr="Perfil de hombre con relleno sólido">
            <a:extLst>
              <a:ext uri="{FF2B5EF4-FFF2-40B4-BE49-F238E27FC236}">
                <a16:creationId xmlns:a16="http://schemas.microsoft.com/office/drawing/2014/main" id="{40C593C7-3DA9-F81C-EB92-0321AC2B5CE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0175" y="2168876"/>
            <a:ext cx="1023334" cy="1023334"/>
          </a:xfrm>
          <a:prstGeom prst="rect">
            <a:avLst/>
          </a:prstGeom>
        </p:spPr>
      </p:pic>
      <p:sp>
        <p:nvSpPr>
          <p:cNvPr id="8" name="Rectángulo: esquinas redondeadas 7">
            <a:extLst>
              <a:ext uri="{FF2B5EF4-FFF2-40B4-BE49-F238E27FC236}">
                <a16:creationId xmlns:a16="http://schemas.microsoft.com/office/drawing/2014/main" id="{7154D91C-6153-CFDF-0A6E-B65EBB4468E8}"/>
              </a:ext>
            </a:extLst>
          </p:cNvPr>
          <p:cNvSpPr/>
          <p:nvPr/>
        </p:nvSpPr>
        <p:spPr>
          <a:xfrm>
            <a:off x="3473755" y="1573236"/>
            <a:ext cx="2196489" cy="2482014"/>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1" name="CuadroTexto 10">
            <a:extLst>
              <a:ext uri="{FF2B5EF4-FFF2-40B4-BE49-F238E27FC236}">
                <a16:creationId xmlns:a16="http://schemas.microsoft.com/office/drawing/2014/main" id="{0BD42C7D-9C0A-2066-26AC-A142DA88E492}"/>
              </a:ext>
            </a:extLst>
          </p:cNvPr>
          <p:cNvSpPr txBox="1"/>
          <p:nvPr/>
        </p:nvSpPr>
        <p:spPr>
          <a:xfrm>
            <a:off x="3504007" y="1743900"/>
            <a:ext cx="2115166" cy="23485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Collection and Recording</a:t>
            </a:r>
            <a:endParaRPr lang="es-MX" sz="1200" noProof="0">
              <a:solidFill>
                <a:schemeClr val="bg1"/>
              </a:solidFill>
            </a:endParaRPr>
          </a:p>
        </p:txBody>
      </p:sp>
      <p:pic>
        <p:nvPicPr>
          <p:cNvPr id="13" name="Gráfico 12" descr="Grupo de mujeres con relleno sólido">
            <a:extLst>
              <a:ext uri="{FF2B5EF4-FFF2-40B4-BE49-F238E27FC236}">
                <a16:creationId xmlns:a16="http://schemas.microsoft.com/office/drawing/2014/main" id="{EEC2CA7C-1B3D-9FB9-8D4B-82FB075C164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002910" y="2215033"/>
            <a:ext cx="1188720" cy="1188720"/>
          </a:xfrm>
          <a:prstGeom prst="rect">
            <a:avLst/>
          </a:prstGeom>
        </p:spPr>
      </p:pic>
      <p:sp>
        <p:nvSpPr>
          <p:cNvPr id="14" name="CuadroTexto 13">
            <a:extLst>
              <a:ext uri="{FF2B5EF4-FFF2-40B4-BE49-F238E27FC236}">
                <a16:creationId xmlns:a16="http://schemas.microsoft.com/office/drawing/2014/main" id="{8637687A-C637-36E9-2268-A32099EFB2D2}"/>
              </a:ext>
            </a:extLst>
          </p:cNvPr>
          <p:cNvSpPr txBox="1"/>
          <p:nvPr/>
        </p:nvSpPr>
        <p:spPr>
          <a:xfrm>
            <a:off x="3499025" y="3480954"/>
            <a:ext cx="2196489" cy="38978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The leader collects the votes and records them in the matrix.</a:t>
            </a:r>
          </a:p>
        </p:txBody>
      </p:sp>
      <p:sp>
        <p:nvSpPr>
          <p:cNvPr id="16" name="Rectángulo: esquinas redondeadas 15">
            <a:extLst>
              <a:ext uri="{FF2B5EF4-FFF2-40B4-BE49-F238E27FC236}">
                <a16:creationId xmlns:a16="http://schemas.microsoft.com/office/drawing/2014/main" id="{646AFC48-0950-D999-0F32-FADD968F145E}"/>
              </a:ext>
            </a:extLst>
          </p:cNvPr>
          <p:cNvSpPr/>
          <p:nvPr/>
        </p:nvSpPr>
        <p:spPr>
          <a:xfrm>
            <a:off x="6474328" y="1573236"/>
            <a:ext cx="2196489" cy="2482014"/>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17" name="Gráfico 16" descr="Flecha abajo con relleno sólido">
            <a:extLst>
              <a:ext uri="{FF2B5EF4-FFF2-40B4-BE49-F238E27FC236}">
                <a16:creationId xmlns:a16="http://schemas.microsoft.com/office/drawing/2014/main" id="{9E100682-32E0-33B1-A0C1-5364F128EA3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200000">
            <a:off x="5652154" y="2581113"/>
            <a:ext cx="840264" cy="677770"/>
          </a:xfrm>
          <a:prstGeom prst="rect">
            <a:avLst/>
          </a:prstGeom>
          <a:effectLst>
            <a:outerShdw blurRad="50800" dist="38100" dir="2700000" algn="tl" rotWithShape="0">
              <a:prstClr val="black">
                <a:alpha val="40000"/>
              </a:prstClr>
            </a:outerShdw>
          </a:effectLst>
        </p:spPr>
      </p:pic>
      <p:pic>
        <p:nvPicPr>
          <p:cNvPr id="24" name="Gráfico 23" descr="Chateo con relleno sólido">
            <a:extLst>
              <a:ext uri="{FF2B5EF4-FFF2-40B4-BE49-F238E27FC236}">
                <a16:creationId xmlns:a16="http://schemas.microsoft.com/office/drawing/2014/main" id="{0956A593-46F8-6CE5-2186-8D93FFE776A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000374" y="2125269"/>
            <a:ext cx="1214861" cy="1214861"/>
          </a:xfrm>
          <a:prstGeom prst="rect">
            <a:avLst/>
          </a:prstGeom>
        </p:spPr>
      </p:pic>
      <p:sp>
        <p:nvSpPr>
          <p:cNvPr id="26" name="CuadroTexto 25">
            <a:extLst>
              <a:ext uri="{FF2B5EF4-FFF2-40B4-BE49-F238E27FC236}">
                <a16:creationId xmlns:a16="http://schemas.microsoft.com/office/drawing/2014/main" id="{1AD8AAFA-AF3C-29F3-059F-CA2094556CDF}"/>
              </a:ext>
            </a:extLst>
          </p:cNvPr>
          <p:cNvSpPr txBox="1"/>
          <p:nvPr/>
        </p:nvSpPr>
        <p:spPr>
          <a:xfrm>
            <a:off x="6529482" y="1732546"/>
            <a:ext cx="2115166" cy="23485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Group Discussion and Consensus</a:t>
            </a:r>
            <a:endParaRPr lang="es-MX" sz="1200" noProof="0">
              <a:solidFill>
                <a:schemeClr val="bg1"/>
              </a:solidFill>
            </a:endParaRPr>
          </a:p>
        </p:txBody>
      </p:sp>
      <p:sp>
        <p:nvSpPr>
          <p:cNvPr id="34" name="CuadroTexto 33">
            <a:extLst>
              <a:ext uri="{FF2B5EF4-FFF2-40B4-BE49-F238E27FC236}">
                <a16:creationId xmlns:a16="http://schemas.microsoft.com/office/drawing/2014/main" id="{4045490B-281F-77A3-B4F0-4A72C82DF4AA}"/>
              </a:ext>
            </a:extLst>
          </p:cNvPr>
          <p:cNvSpPr txBox="1"/>
          <p:nvPr/>
        </p:nvSpPr>
        <p:spPr>
          <a:xfrm>
            <a:off x="6449058" y="3480954"/>
            <a:ext cx="2196489" cy="38978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Discuss the final results.</a:t>
            </a:r>
          </a:p>
        </p:txBody>
      </p:sp>
      <p:sp>
        <p:nvSpPr>
          <p:cNvPr id="35" name="Rectángulo: esquinas redondeadas 34">
            <a:extLst>
              <a:ext uri="{FF2B5EF4-FFF2-40B4-BE49-F238E27FC236}">
                <a16:creationId xmlns:a16="http://schemas.microsoft.com/office/drawing/2014/main" id="{DF9CD86F-EAB2-C896-6169-6327B3D23E83}"/>
              </a:ext>
            </a:extLst>
          </p:cNvPr>
          <p:cNvSpPr/>
          <p:nvPr/>
        </p:nvSpPr>
        <p:spPr>
          <a:xfrm>
            <a:off x="1909532" y="4330382"/>
            <a:ext cx="5040137" cy="64247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400" noProof="0">
                <a:solidFill>
                  <a:srgbClr val="FFFFFF"/>
                </a:solidFill>
              </a:rPr>
              <a:t>Repeat the same process for the next cause.</a:t>
            </a:r>
          </a:p>
        </p:txBody>
      </p:sp>
    </p:spTree>
    <p:extLst>
      <p:ext uri="{BB962C8B-B14F-4D97-AF65-F5344CB8AC3E}">
        <p14:creationId xmlns:p14="http://schemas.microsoft.com/office/powerpoint/2010/main" val="496311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0F407-0AE0-108E-981F-3E9F1EF6637D}"/>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9805C6BE-CF67-8750-6DA2-61D56C638294}"/>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AF3AD31F-1EF0-F57A-A27F-3A376A2E797F}"/>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2F016E10-685D-8528-3B02-7657A0A1EC27}"/>
              </a:ext>
            </a:extLst>
          </p:cNvPr>
          <p:cNvSpPr/>
          <p:nvPr/>
        </p:nvSpPr>
        <p:spPr>
          <a:xfrm>
            <a:off x="2450167" y="3811191"/>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E867D916-4631-8EB7-B351-C531213BF345}"/>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F3243E50-6D3B-8B94-4E83-8EB3E35D8EF4}"/>
              </a:ext>
            </a:extLst>
          </p:cNvPr>
          <p:cNvSpPr>
            <a:spLocks noGrp="1"/>
          </p:cNvSpPr>
          <p:nvPr>
            <p:ph type="title"/>
          </p:nvPr>
        </p:nvSpPr>
        <p:spPr>
          <a:xfrm>
            <a:off x="330993" y="313420"/>
            <a:ext cx="8482014" cy="307777"/>
          </a:xfrm>
        </p:spPr>
        <p:txBody>
          <a:bodyPr/>
          <a:lstStyle/>
          <a:p>
            <a:pPr algn="ctr"/>
            <a:r>
              <a:rPr lang="es-MX" noProof="0" dirty="0"/>
              <a:t>Actividad 7</a:t>
            </a:r>
          </a:p>
        </p:txBody>
      </p:sp>
      <p:sp>
        <p:nvSpPr>
          <p:cNvPr id="3" name="CuadroTexto 7">
            <a:extLst>
              <a:ext uri="{FF2B5EF4-FFF2-40B4-BE49-F238E27FC236}">
                <a16:creationId xmlns:a16="http://schemas.microsoft.com/office/drawing/2014/main" id="{973FCF0E-5899-E0F8-2EEE-28E9B2EE9A63}"/>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Moving Forward in the Search for the Root Cause</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9" name="Title 1">
            <a:extLst>
              <a:ext uri="{FF2B5EF4-FFF2-40B4-BE49-F238E27FC236}">
                <a16:creationId xmlns:a16="http://schemas.microsoft.com/office/drawing/2014/main" id="{D9A28E9C-82FF-451F-68DB-CB0195FCDDC7}"/>
              </a:ext>
            </a:extLst>
          </p:cNvPr>
          <p:cNvSpPr txBox="1">
            <a:spLocks/>
          </p:cNvSpPr>
          <p:nvPr/>
        </p:nvSpPr>
        <p:spPr>
          <a:xfrm>
            <a:off x="6440965" y="2958268"/>
            <a:ext cx="1657776" cy="33855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100" noProof="0">
                <a:solidFill>
                  <a:schemeClr val="bg1"/>
                </a:solidFill>
              </a:rPr>
              <a:t>Final Project Progress</a:t>
            </a:r>
          </a:p>
        </p:txBody>
      </p:sp>
      <p:pic>
        <p:nvPicPr>
          <p:cNvPr id="5" name="Imagen 4" descr="Dibujo de una persona&#10;&#10;El contenido generado por IA puede ser incorrecto.">
            <a:extLst>
              <a:ext uri="{FF2B5EF4-FFF2-40B4-BE49-F238E27FC236}">
                <a16:creationId xmlns:a16="http://schemas.microsoft.com/office/drawing/2014/main" id="{8F3DF21F-B966-4CFC-2F8C-821FF75657F0}"/>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D729728C-FA3F-2FD6-4F8F-22FE4FA3F26A}"/>
              </a:ext>
            </a:extLst>
          </p:cNvPr>
          <p:cNvSpPr txBox="1">
            <a:spLocks/>
          </p:cNvSpPr>
          <p:nvPr/>
        </p:nvSpPr>
        <p:spPr>
          <a:xfrm>
            <a:off x="3666781" y="2912557"/>
            <a:ext cx="1794219" cy="33855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100" noProof="0">
                <a:solidFill>
                  <a:schemeClr val="bg1"/>
                </a:solidFill>
              </a:rPr>
              <a:t>Cause-and-Effect Diagram and Multivoting Matrix</a:t>
            </a:r>
          </a:p>
        </p:txBody>
      </p:sp>
      <p:sp>
        <p:nvSpPr>
          <p:cNvPr id="25" name="CuadroTexto 7">
            <a:extLst>
              <a:ext uri="{FF2B5EF4-FFF2-40B4-BE49-F238E27FC236}">
                <a16:creationId xmlns:a16="http://schemas.microsoft.com/office/drawing/2014/main" id="{97A9A38A-F8CD-D7C6-7DA2-00543C8CF357}"/>
              </a:ext>
            </a:extLst>
          </p:cNvPr>
          <p:cNvSpPr txBox="1"/>
          <p:nvPr/>
        </p:nvSpPr>
        <p:spPr>
          <a:xfrm>
            <a:off x="2512674" y="3872239"/>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dirty="0">
                <a:solidFill>
                  <a:schemeClr val="accent6"/>
                </a:solidFill>
              </a:rPr>
              <a:t>Deliverable:
Progress on the final project using the two tools covered in the session</a:t>
            </a:r>
          </a:p>
          <a:p>
            <a:pPr algn="ctr"/>
            <a:endParaRPr lang="es-MX" sz="1100" b="1" noProof="0" dirty="0">
              <a:solidFill>
                <a:schemeClr val="accent6"/>
              </a:solidFill>
            </a:endParaRPr>
          </a:p>
        </p:txBody>
      </p:sp>
      <p:sp>
        <p:nvSpPr>
          <p:cNvPr id="8" name="Title 1">
            <a:extLst>
              <a:ext uri="{FF2B5EF4-FFF2-40B4-BE49-F238E27FC236}">
                <a16:creationId xmlns:a16="http://schemas.microsoft.com/office/drawing/2014/main" id="{8DC1BEEA-1EB7-3CB7-89B0-9A99F52246C9}"/>
              </a:ext>
            </a:extLst>
          </p:cNvPr>
          <p:cNvSpPr txBox="1">
            <a:spLocks/>
          </p:cNvSpPr>
          <p:nvPr/>
        </p:nvSpPr>
        <p:spPr>
          <a:xfrm>
            <a:off x="996695" y="2835056"/>
            <a:ext cx="1627935" cy="50783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100" noProof="0" dirty="0">
                <a:solidFill>
                  <a:schemeClr val="bg1"/>
                </a:solidFill>
              </a:rPr>
              <a:t>Pair activity (with the team defined in Activity 5)</a:t>
            </a:r>
            <a:endParaRPr lang="es-MX" sz="1100" b="0" noProof="0" dirty="0">
              <a:solidFill>
                <a:schemeClr val="bg1"/>
              </a:solidFill>
            </a:endParaRPr>
          </a:p>
        </p:txBody>
      </p:sp>
      <p:pic>
        <p:nvPicPr>
          <p:cNvPr id="9" name="Gráfico 8" descr="Perfil de hombre con relleno sólido">
            <a:extLst>
              <a:ext uri="{FF2B5EF4-FFF2-40B4-BE49-F238E27FC236}">
                <a16:creationId xmlns:a16="http://schemas.microsoft.com/office/drawing/2014/main" id="{06717ED9-EBDE-A531-75FD-7086CEDDB4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6" y="1665521"/>
            <a:ext cx="1102058" cy="1102058"/>
          </a:xfrm>
          <a:prstGeom prst="rect">
            <a:avLst/>
          </a:prstGeom>
        </p:spPr>
      </p:pic>
      <p:pic>
        <p:nvPicPr>
          <p:cNvPr id="10" name="Gráfico 9" descr="Perfil de hombre con relleno sólido">
            <a:extLst>
              <a:ext uri="{FF2B5EF4-FFF2-40B4-BE49-F238E27FC236}">
                <a16:creationId xmlns:a16="http://schemas.microsoft.com/office/drawing/2014/main" id="{0262ACAA-CF39-3E6F-A1F8-E9E67A5C1E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8877" y="1665521"/>
            <a:ext cx="1102058" cy="1102058"/>
          </a:xfrm>
          <a:prstGeom prst="rect">
            <a:avLst/>
          </a:prstGeom>
        </p:spPr>
      </p:pic>
      <p:pic>
        <p:nvPicPr>
          <p:cNvPr id="4" name="Imagen 3">
            <a:extLst>
              <a:ext uri="{FF2B5EF4-FFF2-40B4-BE49-F238E27FC236}">
                <a16:creationId xmlns:a16="http://schemas.microsoft.com/office/drawing/2014/main" id="{EB077F39-7008-C034-160F-B7CF3EC094BD}"/>
              </a:ext>
            </a:extLst>
          </p:cNvPr>
          <p:cNvPicPr>
            <a:picLocks noChangeAspect="1"/>
          </p:cNvPicPr>
          <p:nvPr/>
        </p:nvPicPr>
        <p:blipFill>
          <a:blip r:embed="rId4">
            <a:lum bright="70000" contrast="-70000"/>
            <a:extLst>
              <a:ext uri="{BEBA8EAE-BF5A-486C-A8C5-ECC9F3942E4B}">
                <a14:imgProps xmlns:a14="http://schemas.microsoft.com/office/drawing/2010/main">
                  <a14:imgLayer r:embed="rId5">
                    <a14:imgEffect>
                      <a14:colorTemperature colorTemp="11200"/>
                    </a14:imgEffect>
                    <a14:imgEffect>
                      <a14:saturation sat="0"/>
                    </a14:imgEffect>
                  </a14:imgLayer>
                </a14:imgProps>
              </a:ext>
            </a:extLst>
          </a:blip>
          <a:stretch>
            <a:fillRect/>
          </a:stretch>
        </p:blipFill>
        <p:spPr>
          <a:xfrm rot="2605162">
            <a:off x="3744486" y="1596256"/>
            <a:ext cx="779802" cy="779802"/>
          </a:xfrm>
          <a:prstGeom prst="rect">
            <a:avLst/>
          </a:prstGeom>
        </p:spPr>
      </p:pic>
      <p:cxnSp>
        <p:nvCxnSpPr>
          <p:cNvPr id="11" name="Conector recto 10">
            <a:extLst>
              <a:ext uri="{FF2B5EF4-FFF2-40B4-BE49-F238E27FC236}">
                <a16:creationId xmlns:a16="http://schemas.microsoft.com/office/drawing/2014/main" id="{6EB3B6BB-C37D-4231-FAFB-DD8DF1044FBE}"/>
              </a:ext>
            </a:extLst>
          </p:cNvPr>
          <p:cNvCxnSpPr/>
          <p:nvPr/>
        </p:nvCxnSpPr>
        <p:spPr>
          <a:xfrm flipV="1">
            <a:off x="3882059" y="1909676"/>
            <a:ext cx="1289304" cy="651510"/>
          </a:xfrm>
          <a:prstGeom prst="line">
            <a:avLst/>
          </a:prstGeom>
          <a:ln w="28575"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5" name="Imagen 14">
            <a:extLst>
              <a:ext uri="{FF2B5EF4-FFF2-40B4-BE49-F238E27FC236}">
                <a16:creationId xmlns:a16="http://schemas.microsoft.com/office/drawing/2014/main" id="{95ED8E78-B768-B9F4-BBEE-C8FEA7FED30F}"/>
              </a:ext>
            </a:extLst>
          </p:cNvPr>
          <p:cNvPicPr>
            <a:picLocks noChangeAspect="1"/>
          </p:cNvPicPr>
          <p:nvPr/>
        </p:nvPicPr>
        <p:blipFill>
          <a:blip r:embed="rId6">
            <a:lum bright="70000" contrast="-70000"/>
          </a:blip>
          <a:stretch>
            <a:fillRect/>
          </a:stretch>
        </p:blipFill>
        <p:spPr>
          <a:xfrm>
            <a:off x="4535927" y="2158275"/>
            <a:ext cx="685524" cy="685524"/>
          </a:xfrm>
          <a:prstGeom prst="rect">
            <a:avLst/>
          </a:prstGeom>
        </p:spPr>
      </p:pic>
      <p:pic>
        <p:nvPicPr>
          <p:cNvPr id="17" name="Gráfico 16" descr="Documento contorno">
            <a:extLst>
              <a:ext uri="{FF2B5EF4-FFF2-40B4-BE49-F238E27FC236}">
                <a16:creationId xmlns:a16="http://schemas.microsoft.com/office/drawing/2014/main" id="{30C16534-973D-31FC-500A-0249D62C707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37275" y="1716713"/>
            <a:ext cx="1035498" cy="1035498"/>
          </a:xfrm>
          <a:prstGeom prst="rect">
            <a:avLst/>
          </a:prstGeom>
        </p:spPr>
      </p:pic>
      <p:pic>
        <p:nvPicPr>
          <p:cNvPr id="7" name="Gráfico 6" descr="Cursor con relleno sólido">
            <a:extLst>
              <a:ext uri="{FF2B5EF4-FFF2-40B4-BE49-F238E27FC236}">
                <a16:creationId xmlns:a16="http://schemas.microsoft.com/office/drawing/2014/main" id="{163E255A-CEFC-7A53-1616-A34DC505FF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84726" y="4314686"/>
            <a:ext cx="515394" cy="515394"/>
          </a:xfrm>
          <a:prstGeom prst="rect">
            <a:avLst/>
          </a:prstGeom>
        </p:spPr>
      </p:pic>
      <p:sp>
        <p:nvSpPr>
          <p:cNvPr id="13" name="CuadroTexto 12">
            <a:extLst>
              <a:ext uri="{FF2B5EF4-FFF2-40B4-BE49-F238E27FC236}">
                <a16:creationId xmlns:a16="http://schemas.microsoft.com/office/drawing/2014/main" id="{E959E70C-7863-DF46-8477-6047913EDA85}"/>
              </a:ext>
            </a:extLst>
          </p:cNvPr>
          <p:cNvSpPr txBox="1"/>
          <p:nvPr/>
        </p:nvSpPr>
        <p:spPr>
          <a:xfrm>
            <a:off x="188384" y="3791317"/>
            <a:ext cx="2010361"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200" noProof="0">
                <a:solidFill>
                  <a:schemeClr val="accent6"/>
                </a:solidFill>
                <a:hlinkClick r:id="rId9">
                  <a:extLst>
                    <a:ext uri="{A12FA001-AC4F-418D-AE19-62706E023703}">
                      <ahyp:hlinkClr xmlns:ahyp="http://schemas.microsoft.com/office/drawing/2018/hyperlinkcolor" val="tx"/>
                    </a:ext>
                  </a:extLst>
                </a:hlinkClick>
              </a:rPr>
              <a:t>Cause-and-Effect Diagram Template.</a:t>
            </a:r>
            <a:endParaRPr lang="es-MX" sz="1200" noProof="0">
              <a:solidFill>
                <a:schemeClr val="accent6"/>
              </a:solidFill>
            </a:endParaRPr>
          </a:p>
        </p:txBody>
      </p:sp>
      <p:sp>
        <p:nvSpPr>
          <p:cNvPr id="16" name="CuadroTexto 15">
            <a:extLst>
              <a:ext uri="{FF2B5EF4-FFF2-40B4-BE49-F238E27FC236}">
                <a16:creationId xmlns:a16="http://schemas.microsoft.com/office/drawing/2014/main" id="{4D050081-3D5B-9E8F-01BF-501FF7E02C5C}"/>
              </a:ext>
            </a:extLst>
          </p:cNvPr>
          <p:cNvSpPr txBox="1"/>
          <p:nvPr/>
        </p:nvSpPr>
        <p:spPr>
          <a:xfrm>
            <a:off x="188384" y="4300892"/>
            <a:ext cx="1813110"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200" noProof="0">
                <a:solidFill>
                  <a:schemeClr val="accent6"/>
                </a:solidFill>
                <a:hlinkClick r:id="rId10">
                  <a:extLst>
                    <a:ext uri="{A12FA001-AC4F-418D-AE19-62706E023703}">
                      <ahyp:hlinkClr xmlns:ahyp="http://schemas.microsoft.com/office/drawing/2018/hyperlinkcolor" val="tx"/>
                    </a:ext>
                  </a:extLst>
                </a:hlinkClick>
              </a:rPr>
              <a:t>Multivoting Matrix Template.</a:t>
            </a:r>
            <a:endParaRPr lang="es-MX" sz="1200" noProof="0">
              <a:solidFill>
                <a:schemeClr val="accent6"/>
              </a:solidFill>
            </a:endParaRPr>
          </a:p>
        </p:txBody>
      </p:sp>
    </p:spTree>
    <p:extLst>
      <p:ext uri="{BB962C8B-B14F-4D97-AF65-F5344CB8AC3E}">
        <p14:creationId xmlns:p14="http://schemas.microsoft.com/office/powerpoint/2010/main" val="1999256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43137-3C72-B7DB-0D53-30102FD93F9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BFA76B1-565D-7E57-A249-B634636B70A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0BFA76B1-565D-7E57-A249-B634636B70A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81E6CFF-8247-EEF8-CD57-DEDB5CFB39B7}"/>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5885CAFD-8CCC-71DD-39D6-1E1913E3A0D0}"/>
              </a:ext>
            </a:extLst>
          </p:cNvPr>
          <p:cNvSpPr>
            <a:spLocks noGrp="1"/>
          </p:cNvSpPr>
          <p:nvPr>
            <p:ph type="subTitle" idx="1"/>
          </p:nvPr>
        </p:nvSpPr>
        <p:spPr>
          <a:xfrm>
            <a:off x="4500665" y="2369320"/>
            <a:ext cx="4174902" cy="292931"/>
          </a:xfrm>
        </p:spPr>
        <p:txBody>
          <a:bodyPr/>
          <a:lstStyle/>
          <a:p>
            <a:pPr>
              <a:buNone/>
            </a:pPr>
            <a:r>
              <a:rPr lang="es-MX" noProof="0" err="1"/>
              <a:t>Problem Solving System (PORT™)
Week 4: Observe and Analyze, Part 2</a:t>
            </a:r>
          </a:p>
          <a:p>
            <a:pPr>
              <a:buNone/>
            </a:pPr>
            <a:endParaRPr lang="es-MX" i="1" noProof="0">
              <a:solidFill>
                <a:schemeClr val="accent6"/>
              </a:solidFill>
            </a:endParaRPr>
          </a:p>
          <a:p>
            <a:pPr>
              <a:buNone/>
            </a:pP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1411F359-5DE9-EEAC-8B83-AAEF258CCB71}"/>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10816510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C7926-4674-3EEA-9C94-436A9507BE5C}"/>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90A21BAE-29DA-1898-696D-73740E3B3B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90A21BAE-29DA-1898-696D-73740E3B3B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6F3794E4-C736-0DEE-D342-8F5B338EAEAC}"/>
              </a:ext>
            </a:extLst>
          </p:cNvPr>
          <p:cNvSpPr txBox="1"/>
          <p:nvPr/>
        </p:nvSpPr>
        <p:spPr>
          <a:xfrm>
            <a:off x="212093" y="869405"/>
            <a:ext cx="3501929"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4: Observe and Analyze, Part 2</a:t>
            </a:r>
          </a:p>
        </p:txBody>
      </p:sp>
      <p:sp>
        <p:nvSpPr>
          <p:cNvPr id="35" name="TextBox 4">
            <a:extLst>
              <a:ext uri="{FF2B5EF4-FFF2-40B4-BE49-F238E27FC236}">
                <a16:creationId xmlns:a16="http://schemas.microsoft.com/office/drawing/2014/main" id="{D6EF8F5B-1CD1-FD39-962E-9AF4C13D4911}"/>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6" name="Straight Connector 79">
            <a:extLst>
              <a:ext uri="{FF2B5EF4-FFF2-40B4-BE49-F238E27FC236}">
                <a16:creationId xmlns:a16="http://schemas.microsoft.com/office/drawing/2014/main" id="{09B070A1-1542-7C90-D5A5-0122C9E483A8}"/>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Imagen 2" descr="Imagen que contiene Icono&#10;&#10;El contenido generado por IA puede ser incorrecto.">
            <a:extLst>
              <a:ext uri="{FF2B5EF4-FFF2-40B4-BE49-F238E27FC236}">
                <a16:creationId xmlns:a16="http://schemas.microsoft.com/office/drawing/2014/main" id="{950D761D-F82D-2F14-388D-2E55E48BAFDE}"/>
              </a:ext>
            </a:extLst>
          </p:cNvPr>
          <p:cNvPicPr>
            <a:picLocks noChangeAspect="1"/>
          </p:cNvPicPr>
          <p:nvPr/>
        </p:nvPicPr>
        <p:blipFill>
          <a:blip r:embed="rId6"/>
          <a:stretch>
            <a:fillRect/>
          </a:stretch>
        </p:blipFill>
        <p:spPr>
          <a:xfrm>
            <a:off x="8738529" y="130779"/>
            <a:ext cx="297258" cy="419100"/>
          </a:xfrm>
          <a:prstGeom prst="rect">
            <a:avLst/>
          </a:prstGeom>
        </p:spPr>
      </p:pic>
      <p:sp>
        <p:nvSpPr>
          <p:cNvPr id="8" name="Title 15">
            <a:extLst>
              <a:ext uri="{FF2B5EF4-FFF2-40B4-BE49-F238E27FC236}">
                <a16:creationId xmlns:a16="http://schemas.microsoft.com/office/drawing/2014/main" id="{D7A53B28-04E4-8E07-6F55-24D73CC3AF6A}"/>
              </a:ext>
            </a:extLst>
          </p:cNvPr>
          <p:cNvSpPr>
            <a:spLocks noGrp="1"/>
          </p:cNvSpPr>
          <p:nvPr>
            <p:ph type="title"/>
          </p:nvPr>
        </p:nvSpPr>
        <p:spPr>
          <a:xfrm>
            <a:off x="146071" y="229344"/>
            <a:ext cx="8789937" cy="307777"/>
          </a:xfrm>
        </p:spPr>
        <p:txBody>
          <a:bodyPr vert="horz"/>
          <a:lstStyle/>
          <a:p>
            <a:pPr algn="ctr"/>
            <a:r>
              <a:rPr lang="es-MX" noProof="0"/>
              <a:t>Training</a:t>
            </a:r>
          </a:p>
        </p:txBody>
      </p:sp>
      <p:sp>
        <p:nvSpPr>
          <p:cNvPr id="2" name="TextBox 4">
            <a:extLst>
              <a:ext uri="{FF2B5EF4-FFF2-40B4-BE49-F238E27FC236}">
                <a16:creationId xmlns:a16="http://schemas.microsoft.com/office/drawing/2014/main" id="{506FEC3A-B66E-2DD3-1F74-957F8ABAD0FE}"/>
              </a:ext>
            </a:extLst>
          </p:cNvPr>
          <p:cNvSpPr txBox="1"/>
          <p:nvPr/>
        </p:nvSpPr>
        <p:spPr>
          <a:xfrm>
            <a:off x="302337" y="1272549"/>
            <a:ext cx="5589580" cy="293381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Root Cause
Jefferson Memorial
5 Whys
Activity 8: Uncovering the Truth
Countermeasure Definition
Countermeasure Prioritization
Activity 9: From Cause to Solution</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Tree>
    <p:extLst>
      <p:ext uri="{BB962C8B-B14F-4D97-AF65-F5344CB8AC3E}">
        <p14:creationId xmlns:p14="http://schemas.microsoft.com/office/powerpoint/2010/main" val="2315647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454CD-F96F-C107-125C-6D96377C0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1BDAF-4B69-C4CE-B4AC-562423D09C04}"/>
              </a:ext>
            </a:extLst>
          </p:cNvPr>
          <p:cNvSpPr>
            <a:spLocks noGrp="1"/>
          </p:cNvSpPr>
          <p:nvPr>
            <p:ph type="title"/>
          </p:nvPr>
        </p:nvSpPr>
        <p:spPr>
          <a:xfrm>
            <a:off x="390239" y="1089668"/>
            <a:ext cx="3401066" cy="615553"/>
          </a:xfrm>
        </p:spPr>
        <p:txBody>
          <a:bodyPr/>
          <a:lstStyle/>
          <a:p>
            <a:pPr algn="ctr"/>
            <a:r>
              <a:rPr lang="es-MX" sz="4000" noProof="0" dirty="0"/>
              <a:t>Root Cause</a:t>
            </a:r>
          </a:p>
        </p:txBody>
      </p:sp>
      <p:pic>
        <p:nvPicPr>
          <p:cNvPr id="5" name="Imagen 4" descr="Dibujo de una persona&#10;&#10;El contenido generado por IA puede ser incorrecto.">
            <a:extLst>
              <a:ext uri="{FF2B5EF4-FFF2-40B4-BE49-F238E27FC236}">
                <a16:creationId xmlns:a16="http://schemas.microsoft.com/office/drawing/2014/main" id="{6B10CE2C-FE7D-FBF2-5727-33ACFA9B2A70}"/>
              </a:ext>
            </a:extLst>
          </p:cNvPr>
          <p:cNvPicPr>
            <a:picLocks noChangeAspect="1"/>
          </p:cNvPicPr>
          <p:nvPr/>
        </p:nvPicPr>
        <p:blipFill>
          <a:blip r:embed="rId2"/>
          <a:stretch>
            <a:fillRect/>
          </a:stretch>
        </p:blipFill>
        <p:spPr>
          <a:xfrm>
            <a:off x="8661417" y="109943"/>
            <a:ext cx="466952" cy="466952"/>
          </a:xfrm>
          <a:prstGeom prst="rect">
            <a:avLst/>
          </a:prstGeom>
        </p:spPr>
      </p:pic>
      <p:sp>
        <p:nvSpPr>
          <p:cNvPr id="4" name="Rectángulo: esquinas redondeadas 3">
            <a:extLst>
              <a:ext uri="{FF2B5EF4-FFF2-40B4-BE49-F238E27FC236}">
                <a16:creationId xmlns:a16="http://schemas.microsoft.com/office/drawing/2014/main" id="{A53D5669-06A8-7190-C05E-9F014BB13C10}"/>
              </a:ext>
            </a:extLst>
          </p:cNvPr>
          <p:cNvSpPr/>
          <p:nvPr/>
        </p:nvSpPr>
        <p:spPr>
          <a:xfrm>
            <a:off x="496994" y="1867374"/>
            <a:ext cx="3187557" cy="1834121"/>
          </a:xfrm>
          <a:prstGeom prst="roundRect">
            <a:avLst>
              <a:gd name="adj" fmla="val 4761"/>
            </a:avLst>
          </a:prstGeom>
          <a:solidFill>
            <a:schemeClr val="accent5"/>
          </a:solidFill>
          <a:ln w="127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800" noProof="0">
                <a:solidFill>
                  <a:schemeClr val="bg1"/>
                </a:solidFill>
              </a:rPr>
              <a:t>The fundamental reason the problem occurs.</a:t>
            </a:r>
          </a:p>
        </p:txBody>
      </p:sp>
      <p:pic>
        <p:nvPicPr>
          <p:cNvPr id="33" name="Gráfico 32" descr="Flecha lineal: recto con relleno sólido">
            <a:extLst>
              <a:ext uri="{FF2B5EF4-FFF2-40B4-BE49-F238E27FC236}">
                <a16:creationId xmlns:a16="http://schemas.microsoft.com/office/drawing/2014/main" id="{34FF840F-821B-DAE0-6DC6-36BDFAF1FF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6020629" y="1992434"/>
            <a:ext cx="1167684" cy="1167684"/>
          </a:xfrm>
          <a:prstGeom prst="rect">
            <a:avLst/>
          </a:prstGeom>
          <a:effectLst>
            <a:outerShdw blurRad="50800" dist="38100" dir="5400000" algn="t" rotWithShape="0">
              <a:prstClr val="black">
                <a:alpha val="40000"/>
              </a:prstClr>
            </a:outerShdw>
          </a:effectLst>
        </p:spPr>
      </p:pic>
      <p:pic>
        <p:nvPicPr>
          <p:cNvPr id="35" name="Gráfico 34" descr="División en la carretera con relleno sólido">
            <a:extLst>
              <a:ext uri="{FF2B5EF4-FFF2-40B4-BE49-F238E27FC236}">
                <a16:creationId xmlns:a16="http://schemas.microsoft.com/office/drawing/2014/main" id="{51DCB3D2-D57B-E1E2-592D-1E2813D4A9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35082" y="2221956"/>
            <a:ext cx="1749283" cy="1936799"/>
          </a:xfrm>
          <a:prstGeom prst="rect">
            <a:avLst/>
          </a:prstGeom>
          <a:effectLst>
            <a:outerShdw blurRad="50800" dist="38100" dir="5400000" algn="t" rotWithShape="0">
              <a:prstClr val="black">
                <a:alpha val="40000"/>
              </a:prstClr>
            </a:outerShdw>
          </a:effectLst>
        </p:spPr>
      </p:pic>
      <p:sp>
        <p:nvSpPr>
          <p:cNvPr id="89" name="Rectángulo: esquinas redondeadas 88">
            <a:extLst>
              <a:ext uri="{FF2B5EF4-FFF2-40B4-BE49-F238E27FC236}">
                <a16:creationId xmlns:a16="http://schemas.microsoft.com/office/drawing/2014/main" id="{0BBBA618-9D59-43E1-0646-56B4741D52E2}"/>
              </a:ext>
            </a:extLst>
          </p:cNvPr>
          <p:cNvSpPr/>
          <p:nvPr/>
        </p:nvSpPr>
        <p:spPr>
          <a:xfrm>
            <a:off x="5735081" y="1469571"/>
            <a:ext cx="1749284" cy="424197"/>
          </a:xfrm>
          <a:prstGeom prst="roundRect">
            <a:avLst>
              <a:gd name="adj" fmla="val 4761"/>
            </a:avLst>
          </a:prstGeom>
          <a:solidFill>
            <a:schemeClr val="accent5"/>
          </a:solidFill>
          <a:ln w="127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800" noProof="0">
              <a:solidFill>
                <a:schemeClr val="accent5"/>
              </a:solidFill>
            </a:endParaRPr>
          </a:p>
        </p:txBody>
      </p:sp>
      <p:sp>
        <p:nvSpPr>
          <p:cNvPr id="88" name="CuadroTexto 87">
            <a:extLst>
              <a:ext uri="{FF2B5EF4-FFF2-40B4-BE49-F238E27FC236}">
                <a16:creationId xmlns:a16="http://schemas.microsoft.com/office/drawing/2014/main" id="{F7E3F524-2EB1-2666-0BE5-AD960A64478B}"/>
              </a:ext>
            </a:extLst>
          </p:cNvPr>
          <p:cNvSpPr txBox="1"/>
          <p:nvPr/>
        </p:nvSpPr>
        <p:spPr>
          <a:xfrm>
            <a:off x="5717046" y="1560419"/>
            <a:ext cx="1895863" cy="21150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dirty="0" err="1">
                <a:solidFill>
                  <a:schemeClr val="bg1"/>
                </a:solidFill>
              </a:rPr>
              <a:t>If</a:t>
            </a:r>
            <a:r>
              <a:rPr lang="es-MX" sz="1200" b="1" noProof="0" dirty="0">
                <a:solidFill>
                  <a:schemeClr val="bg1"/>
                </a:solidFill>
              </a:rPr>
              <a:t> </a:t>
            </a:r>
            <a:r>
              <a:rPr lang="es-MX" sz="1200" b="1" noProof="0" dirty="0" err="1">
                <a:solidFill>
                  <a:schemeClr val="bg1"/>
                </a:solidFill>
              </a:rPr>
              <a:t>it</a:t>
            </a:r>
            <a:r>
              <a:rPr lang="es-MX" sz="1200" b="1" noProof="0" dirty="0">
                <a:solidFill>
                  <a:schemeClr val="bg1"/>
                </a:solidFill>
              </a:rPr>
              <a:t> </a:t>
            </a:r>
            <a:r>
              <a:rPr lang="es-MX" sz="1200" b="1" noProof="0" dirty="0" err="1">
                <a:solidFill>
                  <a:schemeClr val="bg1"/>
                </a:solidFill>
              </a:rPr>
              <a:t>is</a:t>
            </a:r>
            <a:r>
              <a:rPr lang="es-MX" sz="1200" b="1" noProof="0" dirty="0">
                <a:solidFill>
                  <a:schemeClr val="bg1"/>
                </a:solidFill>
              </a:rPr>
              <a:t> </a:t>
            </a:r>
            <a:r>
              <a:rPr lang="es-MX" sz="1200" b="1" noProof="0" dirty="0" err="1">
                <a:solidFill>
                  <a:schemeClr val="bg1"/>
                </a:solidFill>
              </a:rPr>
              <a:t>not</a:t>
            </a:r>
            <a:r>
              <a:rPr lang="es-MX" sz="1200" b="1" noProof="0" dirty="0">
                <a:solidFill>
                  <a:schemeClr val="bg1"/>
                </a:solidFill>
              </a:rPr>
              <a:t> </a:t>
            </a:r>
            <a:r>
              <a:rPr lang="es-MX" sz="1200" b="1" noProof="0" dirty="0" err="1">
                <a:solidFill>
                  <a:schemeClr val="bg1"/>
                </a:solidFill>
              </a:rPr>
              <a:t>eliminated</a:t>
            </a:r>
            <a:r>
              <a:rPr lang="es-MX" sz="1200" b="1" noProof="0" dirty="0">
                <a:solidFill>
                  <a:schemeClr val="bg1"/>
                </a:solidFill>
              </a:rPr>
              <a:t>, the </a:t>
            </a:r>
            <a:r>
              <a:rPr lang="es-MX" sz="1200" b="1" noProof="0" dirty="0" err="1">
                <a:solidFill>
                  <a:schemeClr val="bg1"/>
                </a:solidFill>
              </a:rPr>
              <a:t>problem</a:t>
            </a:r>
            <a:r>
              <a:rPr lang="es-MX" sz="1200" b="1" noProof="0" dirty="0">
                <a:solidFill>
                  <a:schemeClr val="bg1"/>
                </a:solidFill>
              </a:rPr>
              <a:t> </a:t>
            </a:r>
            <a:r>
              <a:rPr lang="es-MX" sz="1200" b="1" noProof="0" dirty="0" err="1">
                <a:solidFill>
                  <a:schemeClr val="bg1"/>
                </a:solidFill>
              </a:rPr>
              <a:t>will</a:t>
            </a:r>
            <a:r>
              <a:rPr lang="es-MX" sz="1200" b="1" noProof="0" dirty="0">
                <a:solidFill>
                  <a:schemeClr val="bg1"/>
                </a:solidFill>
              </a:rPr>
              <a:t> </a:t>
            </a:r>
            <a:r>
              <a:rPr lang="es-MX" sz="1200" b="1" noProof="0" dirty="0" err="1">
                <a:solidFill>
                  <a:schemeClr val="bg1"/>
                </a:solidFill>
              </a:rPr>
              <a:t>recur</a:t>
            </a:r>
            <a:r>
              <a:rPr lang="es-MX" sz="1200" b="1" noProof="0" dirty="0">
                <a:solidFill>
                  <a:schemeClr val="bg1"/>
                </a:solidFill>
              </a:rPr>
              <a:t>.</a:t>
            </a:r>
          </a:p>
        </p:txBody>
      </p:sp>
      <p:sp>
        <p:nvSpPr>
          <p:cNvPr id="90" name="Rectángulo: esquinas redondeadas 89">
            <a:extLst>
              <a:ext uri="{FF2B5EF4-FFF2-40B4-BE49-F238E27FC236}">
                <a16:creationId xmlns:a16="http://schemas.microsoft.com/office/drawing/2014/main" id="{1E7CDE15-7651-2C1A-FF94-8A3AA94494CB}"/>
              </a:ext>
            </a:extLst>
          </p:cNvPr>
          <p:cNvSpPr/>
          <p:nvPr/>
        </p:nvSpPr>
        <p:spPr>
          <a:xfrm>
            <a:off x="4557081" y="2469794"/>
            <a:ext cx="1120113" cy="459006"/>
          </a:xfrm>
          <a:prstGeom prst="roundRect">
            <a:avLst>
              <a:gd name="adj" fmla="val 4761"/>
            </a:avLst>
          </a:prstGeom>
          <a:solidFill>
            <a:schemeClr val="accent5"/>
          </a:solidFill>
          <a:ln w="127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800" noProof="0">
              <a:solidFill>
                <a:schemeClr val="accent5"/>
              </a:solidFill>
            </a:endParaRPr>
          </a:p>
        </p:txBody>
      </p:sp>
      <p:sp>
        <p:nvSpPr>
          <p:cNvPr id="39" name="CuadroTexto 38">
            <a:extLst>
              <a:ext uri="{FF2B5EF4-FFF2-40B4-BE49-F238E27FC236}">
                <a16:creationId xmlns:a16="http://schemas.microsoft.com/office/drawing/2014/main" id="{D348334D-4291-C236-F2C5-882EB8E9BF0E}"/>
              </a:ext>
            </a:extLst>
          </p:cNvPr>
          <p:cNvSpPr txBox="1"/>
          <p:nvPr/>
        </p:nvSpPr>
        <p:spPr>
          <a:xfrm>
            <a:off x="4468270" y="2516757"/>
            <a:ext cx="1341215" cy="3657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dirty="0" err="1">
                <a:solidFill>
                  <a:schemeClr val="bg1"/>
                </a:solidFill>
              </a:rPr>
              <a:t>It</a:t>
            </a:r>
            <a:r>
              <a:rPr lang="es-MX" sz="1200" b="1" noProof="0" dirty="0">
                <a:solidFill>
                  <a:schemeClr val="bg1"/>
                </a:solidFill>
              </a:rPr>
              <a:t> </a:t>
            </a:r>
            <a:r>
              <a:rPr lang="es-MX" sz="1200" b="1" noProof="0" dirty="0" err="1">
                <a:solidFill>
                  <a:schemeClr val="bg1"/>
                </a:solidFill>
              </a:rPr>
              <a:t>is</a:t>
            </a:r>
            <a:r>
              <a:rPr lang="es-MX" sz="1200" b="1" noProof="0" dirty="0">
                <a:solidFill>
                  <a:schemeClr val="bg1"/>
                </a:solidFill>
              </a:rPr>
              <a:t> the </a:t>
            </a:r>
            <a:r>
              <a:rPr lang="es-MX" sz="1200" b="1" noProof="0" dirty="0" err="1">
                <a:solidFill>
                  <a:schemeClr val="bg1"/>
                </a:solidFill>
              </a:rPr>
              <a:t>origin</a:t>
            </a:r>
            <a:r>
              <a:rPr lang="es-MX" sz="1200" b="1" noProof="0" dirty="0">
                <a:solidFill>
                  <a:schemeClr val="bg1"/>
                </a:solidFill>
              </a:rPr>
              <a:t> </a:t>
            </a:r>
            <a:r>
              <a:rPr lang="es-MX" sz="1200" b="1" noProof="0" dirty="0" err="1">
                <a:solidFill>
                  <a:schemeClr val="bg1"/>
                </a:solidFill>
              </a:rPr>
              <a:t>of</a:t>
            </a:r>
            <a:r>
              <a:rPr lang="es-MX" sz="1200" b="1" noProof="0" dirty="0">
                <a:solidFill>
                  <a:schemeClr val="bg1"/>
                </a:solidFill>
              </a:rPr>
              <a:t> the </a:t>
            </a:r>
            <a:r>
              <a:rPr lang="es-MX" sz="1200" b="1" noProof="0" dirty="0" err="1">
                <a:solidFill>
                  <a:schemeClr val="bg1"/>
                </a:solidFill>
              </a:rPr>
              <a:t>problem</a:t>
            </a:r>
            <a:r>
              <a:rPr lang="es-MX" sz="1200" b="1" noProof="0" dirty="0">
                <a:solidFill>
                  <a:schemeClr val="bg1"/>
                </a:solidFill>
              </a:rPr>
              <a:t>.</a:t>
            </a:r>
          </a:p>
        </p:txBody>
      </p:sp>
      <p:sp>
        <p:nvSpPr>
          <p:cNvPr id="91" name="Rectángulo: esquinas redondeadas 90">
            <a:extLst>
              <a:ext uri="{FF2B5EF4-FFF2-40B4-BE49-F238E27FC236}">
                <a16:creationId xmlns:a16="http://schemas.microsoft.com/office/drawing/2014/main" id="{529BB1EB-E12A-4904-F66C-4EAD753015EA}"/>
              </a:ext>
            </a:extLst>
          </p:cNvPr>
          <p:cNvSpPr/>
          <p:nvPr/>
        </p:nvSpPr>
        <p:spPr>
          <a:xfrm rot="10800000">
            <a:off x="7567500" y="2491469"/>
            <a:ext cx="1120113" cy="443997"/>
          </a:xfrm>
          <a:prstGeom prst="roundRect">
            <a:avLst>
              <a:gd name="adj" fmla="val 4761"/>
            </a:avLst>
          </a:prstGeom>
          <a:solidFill>
            <a:schemeClr val="accent5"/>
          </a:solidFill>
          <a:ln w="127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800" noProof="0">
              <a:solidFill>
                <a:schemeClr val="accent5"/>
              </a:solidFill>
            </a:endParaRPr>
          </a:p>
        </p:txBody>
      </p:sp>
      <p:sp>
        <p:nvSpPr>
          <p:cNvPr id="87" name="CuadroTexto 86">
            <a:extLst>
              <a:ext uri="{FF2B5EF4-FFF2-40B4-BE49-F238E27FC236}">
                <a16:creationId xmlns:a16="http://schemas.microsoft.com/office/drawing/2014/main" id="{26B7A4E1-BC93-8103-215E-794485B3D955}"/>
              </a:ext>
            </a:extLst>
          </p:cNvPr>
          <p:cNvSpPr txBox="1"/>
          <p:nvPr/>
        </p:nvSpPr>
        <p:spPr>
          <a:xfrm rot="11800">
            <a:off x="7495494" y="2515851"/>
            <a:ext cx="1256306" cy="3657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It is not a symptom.</a:t>
            </a:r>
          </a:p>
        </p:txBody>
      </p:sp>
      <p:pic>
        <p:nvPicPr>
          <p:cNvPr id="95" name="Gráfico 94" descr="Mejora continua contorno">
            <a:extLst>
              <a:ext uri="{FF2B5EF4-FFF2-40B4-BE49-F238E27FC236}">
                <a16:creationId xmlns:a16="http://schemas.microsoft.com/office/drawing/2014/main" id="{3CBE88A2-7A39-5530-0877-D3E5151585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77969" y="534496"/>
            <a:ext cx="1110344" cy="1110344"/>
          </a:xfrm>
          <a:prstGeom prst="rect">
            <a:avLst/>
          </a:prstGeom>
          <a:effectLst>
            <a:outerShdw blurRad="50800" dist="38100" dir="2700000" algn="tl" rotWithShape="0">
              <a:prstClr val="black">
                <a:alpha val="40000"/>
              </a:prstClr>
            </a:outerShdw>
          </a:effectLst>
        </p:spPr>
      </p:pic>
      <p:pic>
        <p:nvPicPr>
          <p:cNvPr id="106" name="Gráfico 105" descr="Fiebre con relleno sólido">
            <a:extLst>
              <a:ext uri="{FF2B5EF4-FFF2-40B4-BE49-F238E27FC236}">
                <a16:creationId xmlns:a16="http://schemas.microsoft.com/office/drawing/2014/main" id="{5C40AC2D-DF05-7B14-2CFC-2D9161390C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47507" y="1705221"/>
            <a:ext cx="699499" cy="699499"/>
          </a:xfrm>
          <a:prstGeom prst="rect">
            <a:avLst/>
          </a:prstGeom>
          <a:effectLst>
            <a:outerShdw blurRad="50800" dist="38100" dir="2700000" algn="tl" rotWithShape="0">
              <a:prstClr val="black">
                <a:alpha val="40000"/>
              </a:prstClr>
            </a:outerShdw>
          </a:effectLst>
        </p:spPr>
      </p:pic>
      <p:pic>
        <p:nvPicPr>
          <p:cNvPr id="108" name="Gráfico 107" descr="Introducir con relleno sólido">
            <a:extLst>
              <a:ext uri="{FF2B5EF4-FFF2-40B4-BE49-F238E27FC236}">
                <a16:creationId xmlns:a16="http://schemas.microsoft.com/office/drawing/2014/main" id="{FE142372-17AD-DEDD-1299-9586BE2697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52476" y="1490320"/>
            <a:ext cx="914400" cy="914400"/>
          </a:xfrm>
          <a:prstGeom prst="rect">
            <a:avLst/>
          </a:prstGeom>
          <a:effectLst>
            <a:outerShdw blurRad="50800" dist="38100" dir="2700000" algn="tl" rotWithShape="0">
              <a:prstClr val="black">
                <a:alpha val="40000"/>
              </a:prstClr>
            </a:outerShdw>
          </a:effectLst>
        </p:spPr>
      </p:pic>
      <p:pic>
        <p:nvPicPr>
          <p:cNvPr id="113" name="Gráfico 112" descr="Agregar contorno">
            <a:extLst>
              <a:ext uri="{FF2B5EF4-FFF2-40B4-BE49-F238E27FC236}">
                <a16:creationId xmlns:a16="http://schemas.microsoft.com/office/drawing/2014/main" id="{623C78E2-C9FF-9EDE-81B8-904B55A2C45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2792147">
            <a:off x="7691834" y="1512700"/>
            <a:ext cx="1053760" cy="1053760"/>
          </a:xfrm>
          <a:prstGeom prst="rect">
            <a:avLst/>
          </a:prstGeom>
        </p:spPr>
      </p:pic>
    </p:spTree>
    <p:extLst>
      <p:ext uri="{BB962C8B-B14F-4D97-AF65-F5344CB8AC3E}">
        <p14:creationId xmlns:p14="http://schemas.microsoft.com/office/powerpoint/2010/main" val="4017556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2B341-58A1-8D8C-7826-C18A302D9EFE}"/>
            </a:ext>
          </a:extLst>
        </p:cNvPr>
        <p:cNvGrpSpPr/>
        <p:nvPr/>
      </p:nvGrpSpPr>
      <p:grpSpPr>
        <a:xfrm>
          <a:off x="0" y="0"/>
          <a:ext cx="0" cy="0"/>
          <a:chOff x="0" y="0"/>
          <a:chExt cx="0" cy="0"/>
        </a:xfrm>
      </p:grpSpPr>
      <p:sp>
        <p:nvSpPr>
          <p:cNvPr id="29" name="Rectángulo: esquinas redondeadas 28">
            <a:extLst>
              <a:ext uri="{FF2B5EF4-FFF2-40B4-BE49-F238E27FC236}">
                <a16:creationId xmlns:a16="http://schemas.microsoft.com/office/drawing/2014/main" id="{6EDB0415-1332-5EF1-C29A-92ED8D228CEB}"/>
              </a:ext>
            </a:extLst>
          </p:cNvPr>
          <p:cNvSpPr/>
          <p:nvPr/>
        </p:nvSpPr>
        <p:spPr>
          <a:xfrm>
            <a:off x="1494064" y="421080"/>
            <a:ext cx="5831189" cy="4263585"/>
          </a:xfrm>
          <a:prstGeom prst="roundRect">
            <a:avLst>
              <a:gd name="adj" fmla="val 4176"/>
            </a:avLst>
          </a:prstGeom>
          <a:solidFill>
            <a:schemeClr val="bg1"/>
          </a:solidFill>
          <a:ln w="9525" cap="rnd"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5" name="Imagen 4" descr="Dibujo de una persona&#10;&#10;El contenido generado por IA puede ser incorrecto.">
            <a:extLst>
              <a:ext uri="{FF2B5EF4-FFF2-40B4-BE49-F238E27FC236}">
                <a16:creationId xmlns:a16="http://schemas.microsoft.com/office/drawing/2014/main" id="{6269C9DD-68FC-430E-AD15-D3A007E6BD15}"/>
              </a:ext>
            </a:extLst>
          </p:cNvPr>
          <p:cNvPicPr>
            <a:picLocks noChangeAspect="1"/>
          </p:cNvPicPr>
          <p:nvPr/>
        </p:nvPicPr>
        <p:blipFill>
          <a:blip r:embed="rId3"/>
          <a:stretch>
            <a:fillRect/>
          </a:stretch>
        </p:blipFill>
        <p:spPr>
          <a:xfrm>
            <a:off x="8661417" y="109943"/>
            <a:ext cx="466952" cy="466952"/>
          </a:xfrm>
          <a:prstGeom prst="rect">
            <a:avLst/>
          </a:prstGeom>
        </p:spPr>
      </p:pic>
      <p:pic>
        <p:nvPicPr>
          <p:cNvPr id="2" name="Elementos multimedia en línea 1" title="el monumento a jefferson">
            <a:hlinkClick r:id="" action="ppaction://media"/>
            <a:extLst>
              <a:ext uri="{FF2B5EF4-FFF2-40B4-BE49-F238E27FC236}">
                <a16:creationId xmlns:a16="http://schemas.microsoft.com/office/drawing/2014/main" id="{C9F10C03-C7EE-367C-92C7-198AD13BCB2E}"/>
              </a:ext>
            </a:extLst>
          </p:cNvPr>
          <p:cNvPicPr>
            <a:picLocks noRot="1" noChangeAspect="1"/>
          </p:cNvPicPr>
          <p:nvPr>
            <a:videoFile r:link="rId1"/>
          </p:nvPr>
        </p:nvPicPr>
        <p:blipFill>
          <a:blip r:embed="rId4"/>
          <a:stretch>
            <a:fillRect/>
          </a:stretch>
        </p:blipFill>
        <p:spPr>
          <a:xfrm>
            <a:off x="1673661" y="502919"/>
            <a:ext cx="5516881" cy="4137661"/>
          </a:xfrm>
          <a:prstGeom prst="rect">
            <a:avLst/>
          </a:prstGeom>
        </p:spPr>
      </p:pic>
    </p:spTree>
    <p:extLst>
      <p:ext uri="{BB962C8B-B14F-4D97-AF65-F5344CB8AC3E}">
        <p14:creationId xmlns:p14="http://schemas.microsoft.com/office/powerpoint/2010/main" val="2046017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4B6CB-DE53-1C2C-D540-0A4C4CD8DDF2}"/>
            </a:ext>
          </a:extLst>
        </p:cNvPr>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A408128A-0354-463D-D108-639A9F4DBEC3}"/>
              </a:ext>
            </a:extLst>
          </p:cNvPr>
          <p:cNvSpPr/>
          <p:nvPr/>
        </p:nvSpPr>
        <p:spPr>
          <a:xfrm>
            <a:off x="330993" y="898128"/>
            <a:ext cx="2974195" cy="370591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9402F982-6ACE-7CD1-FECD-6B078561DD57}"/>
              </a:ext>
            </a:extLst>
          </p:cNvPr>
          <p:cNvSpPr>
            <a:spLocks noGrp="1"/>
          </p:cNvSpPr>
          <p:nvPr>
            <p:ph type="title"/>
          </p:nvPr>
        </p:nvSpPr>
        <p:spPr>
          <a:xfrm>
            <a:off x="330993" y="313420"/>
            <a:ext cx="8482014" cy="307777"/>
          </a:xfrm>
        </p:spPr>
        <p:txBody>
          <a:bodyPr/>
          <a:lstStyle/>
          <a:p>
            <a:pPr algn="ctr"/>
            <a:r>
              <a:rPr lang="es-MX" noProof="0"/>
              <a:t>5 Whys</a:t>
            </a:r>
          </a:p>
        </p:txBody>
      </p:sp>
      <p:pic>
        <p:nvPicPr>
          <p:cNvPr id="5" name="Imagen 4" descr="Dibujo de una persona&#10;&#10;El contenido generado por IA puede ser incorrecto.">
            <a:extLst>
              <a:ext uri="{FF2B5EF4-FFF2-40B4-BE49-F238E27FC236}">
                <a16:creationId xmlns:a16="http://schemas.microsoft.com/office/drawing/2014/main" id="{8F563420-401E-BC5E-890D-E47187539713}"/>
              </a:ext>
            </a:extLst>
          </p:cNvPr>
          <p:cNvPicPr>
            <a:picLocks noChangeAspect="1"/>
          </p:cNvPicPr>
          <p:nvPr/>
        </p:nvPicPr>
        <p:blipFill>
          <a:blip r:embed="rId2"/>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FBD90C5A-C37E-E9B2-8220-C496FEDC6C41}"/>
              </a:ext>
            </a:extLst>
          </p:cNvPr>
          <p:cNvSpPr/>
          <p:nvPr/>
        </p:nvSpPr>
        <p:spPr>
          <a:xfrm>
            <a:off x="3630133" y="1582596"/>
            <a:ext cx="5177358" cy="302144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4" name="Rectángulo: esquinas redondeadas 13">
            <a:extLst>
              <a:ext uri="{FF2B5EF4-FFF2-40B4-BE49-F238E27FC236}">
                <a16:creationId xmlns:a16="http://schemas.microsoft.com/office/drawing/2014/main" id="{19384F16-393C-F7A4-D9E0-F6A76DD9E092}"/>
              </a:ext>
            </a:extLst>
          </p:cNvPr>
          <p:cNvSpPr/>
          <p:nvPr/>
        </p:nvSpPr>
        <p:spPr>
          <a:xfrm>
            <a:off x="3630133" y="898128"/>
            <a:ext cx="5177358" cy="62024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A simple technique for identifying the root cause of a problem by repeatedly asking “Why?” until the actual origin is reached.</a:t>
            </a:r>
          </a:p>
        </p:txBody>
      </p:sp>
      <p:sp>
        <p:nvSpPr>
          <p:cNvPr id="17" name="Title 1">
            <a:extLst>
              <a:ext uri="{FF2B5EF4-FFF2-40B4-BE49-F238E27FC236}">
                <a16:creationId xmlns:a16="http://schemas.microsoft.com/office/drawing/2014/main" id="{AD250E00-2DB9-46C4-8AA5-C9C7079DD30B}"/>
              </a:ext>
            </a:extLst>
          </p:cNvPr>
          <p:cNvSpPr txBox="1">
            <a:spLocks/>
          </p:cNvSpPr>
          <p:nvPr/>
        </p:nvSpPr>
        <p:spPr>
          <a:xfrm>
            <a:off x="564536" y="3363586"/>
            <a:ext cx="2507107" cy="923330"/>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a:solidFill>
                  <a:schemeClr val="bg1"/>
                </a:solidFill>
              </a:rPr>
              <a:t>Created by Sakichi Toyoda, founder of Toyota Industries, in the 1930s, it has become one of the key tools used for continuous improvement.</a:t>
            </a:r>
          </a:p>
        </p:txBody>
      </p:sp>
      <p:pic>
        <p:nvPicPr>
          <p:cNvPr id="7" name="Imagen 6">
            <a:extLst>
              <a:ext uri="{FF2B5EF4-FFF2-40B4-BE49-F238E27FC236}">
                <a16:creationId xmlns:a16="http://schemas.microsoft.com/office/drawing/2014/main" id="{977F7C5D-199C-0218-FC50-DA3A2D4DBEE4}"/>
              </a:ext>
            </a:extLst>
          </p:cNvPr>
          <p:cNvPicPr>
            <a:picLocks noChangeAspect="1"/>
          </p:cNvPicPr>
          <p:nvPr/>
        </p:nvPicPr>
        <p:blipFill>
          <a:blip r:embed="rId3"/>
          <a:srcRect l="4773" r="7029"/>
          <a:stretch>
            <a:fillRect/>
          </a:stretch>
        </p:blipFill>
        <p:spPr>
          <a:xfrm>
            <a:off x="825872" y="1208252"/>
            <a:ext cx="1934936" cy="1792638"/>
          </a:xfrm>
          <a:prstGeom prst="rect">
            <a:avLst/>
          </a:prstGeom>
        </p:spPr>
      </p:pic>
      <p:sp>
        <p:nvSpPr>
          <p:cNvPr id="8" name="Rectángulo 7">
            <a:extLst>
              <a:ext uri="{FF2B5EF4-FFF2-40B4-BE49-F238E27FC236}">
                <a16:creationId xmlns:a16="http://schemas.microsoft.com/office/drawing/2014/main" id="{4B49273B-E4ED-E901-8194-649C57456FC1}"/>
              </a:ext>
            </a:extLst>
          </p:cNvPr>
          <p:cNvSpPr/>
          <p:nvPr/>
        </p:nvSpPr>
        <p:spPr>
          <a:xfrm>
            <a:off x="4426322" y="1739904"/>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5" name="Rectángulo 14">
            <a:extLst>
              <a:ext uri="{FF2B5EF4-FFF2-40B4-BE49-F238E27FC236}">
                <a16:creationId xmlns:a16="http://schemas.microsoft.com/office/drawing/2014/main" id="{8A081B1C-2A47-F8EC-0C96-8E2FF8E36361}"/>
              </a:ext>
            </a:extLst>
          </p:cNvPr>
          <p:cNvSpPr/>
          <p:nvPr/>
        </p:nvSpPr>
        <p:spPr>
          <a:xfrm>
            <a:off x="4426322" y="2184822"/>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8" name="Rectángulo 17">
            <a:extLst>
              <a:ext uri="{FF2B5EF4-FFF2-40B4-BE49-F238E27FC236}">
                <a16:creationId xmlns:a16="http://schemas.microsoft.com/office/drawing/2014/main" id="{D1792747-8128-53EF-DE78-5741AF2EF9A4}"/>
              </a:ext>
            </a:extLst>
          </p:cNvPr>
          <p:cNvSpPr/>
          <p:nvPr/>
        </p:nvSpPr>
        <p:spPr>
          <a:xfrm>
            <a:off x="4426320" y="2556316"/>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9" name="Rectángulo 18">
            <a:extLst>
              <a:ext uri="{FF2B5EF4-FFF2-40B4-BE49-F238E27FC236}">
                <a16:creationId xmlns:a16="http://schemas.microsoft.com/office/drawing/2014/main" id="{E1182B01-0C5F-21DF-E098-07060E8F4CEE}"/>
              </a:ext>
            </a:extLst>
          </p:cNvPr>
          <p:cNvSpPr/>
          <p:nvPr/>
        </p:nvSpPr>
        <p:spPr>
          <a:xfrm>
            <a:off x="4426321" y="2925492"/>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0" name="Rectángulo 19">
            <a:extLst>
              <a:ext uri="{FF2B5EF4-FFF2-40B4-BE49-F238E27FC236}">
                <a16:creationId xmlns:a16="http://schemas.microsoft.com/office/drawing/2014/main" id="{2C67EB92-9705-DF47-16E4-30A9DE155285}"/>
              </a:ext>
            </a:extLst>
          </p:cNvPr>
          <p:cNvSpPr/>
          <p:nvPr/>
        </p:nvSpPr>
        <p:spPr>
          <a:xfrm>
            <a:off x="4426321" y="3301121"/>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2" name="Rectángulo 21">
            <a:extLst>
              <a:ext uri="{FF2B5EF4-FFF2-40B4-BE49-F238E27FC236}">
                <a16:creationId xmlns:a16="http://schemas.microsoft.com/office/drawing/2014/main" id="{519F26C7-77B9-3BDA-5CC0-07E4F7E41CA2}"/>
              </a:ext>
            </a:extLst>
          </p:cNvPr>
          <p:cNvSpPr/>
          <p:nvPr/>
        </p:nvSpPr>
        <p:spPr>
          <a:xfrm>
            <a:off x="4426320" y="4110205"/>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4" name="Rectángulo 23">
            <a:extLst>
              <a:ext uri="{FF2B5EF4-FFF2-40B4-BE49-F238E27FC236}">
                <a16:creationId xmlns:a16="http://schemas.microsoft.com/office/drawing/2014/main" id="{FA59DF6B-89F3-D7CF-207B-2EAAF4EA5456}"/>
              </a:ext>
            </a:extLst>
          </p:cNvPr>
          <p:cNvSpPr/>
          <p:nvPr/>
        </p:nvSpPr>
        <p:spPr>
          <a:xfrm>
            <a:off x="4426322" y="1737768"/>
            <a:ext cx="653143"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Cause</a:t>
            </a:r>
          </a:p>
        </p:txBody>
      </p:sp>
      <p:sp>
        <p:nvSpPr>
          <p:cNvPr id="27" name="Rectángulo 26">
            <a:extLst>
              <a:ext uri="{FF2B5EF4-FFF2-40B4-BE49-F238E27FC236}">
                <a16:creationId xmlns:a16="http://schemas.microsoft.com/office/drawing/2014/main" id="{C7AAFFC4-36AA-A5BD-14EF-ADB97A395AFD}"/>
              </a:ext>
            </a:extLst>
          </p:cNvPr>
          <p:cNvSpPr/>
          <p:nvPr/>
        </p:nvSpPr>
        <p:spPr>
          <a:xfrm>
            <a:off x="4426320" y="2555084"/>
            <a:ext cx="653143" cy="330384"/>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2</a:t>
            </a:r>
          </a:p>
        </p:txBody>
      </p:sp>
      <p:sp>
        <p:nvSpPr>
          <p:cNvPr id="30" name="Rectángulo 29">
            <a:extLst>
              <a:ext uri="{FF2B5EF4-FFF2-40B4-BE49-F238E27FC236}">
                <a16:creationId xmlns:a16="http://schemas.microsoft.com/office/drawing/2014/main" id="{C881BD7D-0F17-2137-FCC1-9FB1D40D3EF3}"/>
              </a:ext>
            </a:extLst>
          </p:cNvPr>
          <p:cNvSpPr/>
          <p:nvPr/>
        </p:nvSpPr>
        <p:spPr>
          <a:xfrm>
            <a:off x="4426321" y="2188129"/>
            <a:ext cx="653143" cy="325558"/>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1</a:t>
            </a:r>
          </a:p>
        </p:txBody>
      </p:sp>
      <p:sp>
        <p:nvSpPr>
          <p:cNvPr id="31" name="Rectángulo 30">
            <a:extLst>
              <a:ext uri="{FF2B5EF4-FFF2-40B4-BE49-F238E27FC236}">
                <a16:creationId xmlns:a16="http://schemas.microsoft.com/office/drawing/2014/main" id="{DC1E3A2F-E5B0-F71F-0DDE-79A3961DFE10}"/>
              </a:ext>
            </a:extLst>
          </p:cNvPr>
          <p:cNvSpPr/>
          <p:nvPr/>
        </p:nvSpPr>
        <p:spPr>
          <a:xfrm>
            <a:off x="4426320" y="2928522"/>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3</a:t>
            </a:r>
          </a:p>
        </p:txBody>
      </p:sp>
      <p:sp>
        <p:nvSpPr>
          <p:cNvPr id="32" name="Rectángulo 31">
            <a:extLst>
              <a:ext uri="{FF2B5EF4-FFF2-40B4-BE49-F238E27FC236}">
                <a16:creationId xmlns:a16="http://schemas.microsoft.com/office/drawing/2014/main" id="{B0AD1053-1C1A-E4BA-BDB5-DCC4D437CD0D}"/>
              </a:ext>
            </a:extLst>
          </p:cNvPr>
          <p:cNvSpPr/>
          <p:nvPr/>
        </p:nvSpPr>
        <p:spPr>
          <a:xfrm>
            <a:off x="4426320" y="3301372"/>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4</a:t>
            </a:r>
          </a:p>
        </p:txBody>
      </p:sp>
      <p:sp>
        <p:nvSpPr>
          <p:cNvPr id="33" name="Rectángulo 32">
            <a:extLst>
              <a:ext uri="{FF2B5EF4-FFF2-40B4-BE49-F238E27FC236}">
                <a16:creationId xmlns:a16="http://schemas.microsoft.com/office/drawing/2014/main" id="{9E438131-07D0-27D7-D002-A1CAB93DF6A9}"/>
              </a:ext>
            </a:extLst>
          </p:cNvPr>
          <p:cNvSpPr/>
          <p:nvPr/>
        </p:nvSpPr>
        <p:spPr>
          <a:xfrm>
            <a:off x="4426320" y="3673040"/>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34" name="Rectángulo 33">
            <a:extLst>
              <a:ext uri="{FF2B5EF4-FFF2-40B4-BE49-F238E27FC236}">
                <a16:creationId xmlns:a16="http://schemas.microsoft.com/office/drawing/2014/main" id="{6D5CA60C-505F-C4E7-24B3-92DC9D6EBE7F}"/>
              </a:ext>
            </a:extLst>
          </p:cNvPr>
          <p:cNvSpPr/>
          <p:nvPr/>
        </p:nvSpPr>
        <p:spPr>
          <a:xfrm>
            <a:off x="4426319" y="3673291"/>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5</a:t>
            </a:r>
          </a:p>
        </p:txBody>
      </p:sp>
      <p:sp>
        <p:nvSpPr>
          <p:cNvPr id="35" name="Rectángulo 34">
            <a:extLst>
              <a:ext uri="{FF2B5EF4-FFF2-40B4-BE49-F238E27FC236}">
                <a16:creationId xmlns:a16="http://schemas.microsoft.com/office/drawing/2014/main" id="{1D4715E1-BA2B-B19B-F04C-C2C3923EDD9F}"/>
              </a:ext>
            </a:extLst>
          </p:cNvPr>
          <p:cNvSpPr/>
          <p:nvPr/>
        </p:nvSpPr>
        <p:spPr>
          <a:xfrm>
            <a:off x="4426321" y="4108846"/>
            <a:ext cx="653142"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rgbClr val="FFFFFF"/>
                </a:solidFill>
              </a:rPr>
              <a:t>Identified Root Cause</a:t>
            </a:r>
          </a:p>
        </p:txBody>
      </p:sp>
      <p:pic>
        <p:nvPicPr>
          <p:cNvPr id="37" name="Gráfico 36" descr="Flecha lineal: curva con sentido de las agujas del reloj con relleno sólido">
            <a:extLst>
              <a:ext uri="{FF2B5EF4-FFF2-40B4-BE49-F238E27FC236}">
                <a16:creationId xmlns:a16="http://schemas.microsoft.com/office/drawing/2014/main" id="{5CD7C9C4-26C6-EE8B-5EEF-EAB35A197B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954590" flipH="1">
            <a:off x="4103111" y="2354139"/>
            <a:ext cx="378983" cy="333662"/>
          </a:xfrm>
          <a:prstGeom prst="rect">
            <a:avLst/>
          </a:prstGeom>
          <a:effectLst>
            <a:outerShdw blurRad="50800" dist="38100" dir="2700000" algn="tl" rotWithShape="0">
              <a:prstClr val="black">
                <a:alpha val="40000"/>
              </a:prstClr>
            </a:outerShdw>
          </a:effectLst>
        </p:spPr>
      </p:pic>
      <p:pic>
        <p:nvPicPr>
          <p:cNvPr id="41" name="Gráfico 40" descr="Flecha lineal: curva con sentido de las agujas del reloj con relleno sólido">
            <a:extLst>
              <a:ext uri="{FF2B5EF4-FFF2-40B4-BE49-F238E27FC236}">
                <a16:creationId xmlns:a16="http://schemas.microsoft.com/office/drawing/2014/main" id="{35C78BBF-45B1-BCA9-EE36-33448E01EC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954590" flipH="1">
            <a:off x="4103110" y="2749459"/>
            <a:ext cx="378983" cy="333662"/>
          </a:xfrm>
          <a:prstGeom prst="rect">
            <a:avLst/>
          </a:prstGeom>
          <a:effectLst>
            <a:outerShdw blurRad="50800" dist="38100" dir="2700000" algn="tl" rotWithShape="0">
              <a:prstClr val="black">
                <a:alpha val="40000"/>
              </a:prstClr>
            </a:outerShdw>
          </a:effectLst>
        </p:spPr>
      </p:pic>
      <p:pic>
        <p:nvPicPr>
          <p:cNvPr id="42" name="Gráfico 41" descr="Flecha lineal: curva con sentido de las agujas del reloj con relleno sólido">
            <a:extLst>
              <a:ext uri="{FF2B5EF4-FFF2-40B4-BE49-F238E27FC236}">
                <a16:creationId xmlns:a16="http://schemas.microsoft.com/office/drawing/2014/main" id="{61A36182-183A-AE8B-43BF-EC0C9E6C4D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954590" flipH="1">
            <a:off x="4103111" y="3146882"/>
            <a:ext cx="378983" cy="333662"/>
          </a:xfrm>
          <a:prstGeom prst="rect">
            <a:avLst/>
          </a:prstGeom>
          <a:effectLst>
            <a:outerShdw blurRad="50800" dist="38100" dir="2700000" algn="tl" rotWithShape="0">
              <a:prstClr val="black">
                <a:alpha val="40000"/>
              </a:prstClr>
            </a:outerShdw>
          </a:effectLst>
        </p:spPr>
      </p:pic>
      <p:pic>
        <p:nvPicPr>
          <p:cNvPr id="43" name="Gráfico 42" descr="Flecha lineal: curva con sentido de las agujas del reloj con relleno sólido">
            <a:extLst>
              <a:ext uri="{FF2B5EF4-FFF2-40B4-BE49-F238E27FC236}">
                <a16:creationId xmlns:a16="http://schemas.microsoft.com/office/drawing/2014/main" id="{7CFA8621-E713-8421-6EB0-0C1E03DB60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954590" flipH="1">
            <a:off x="4103109" y="3552285"/>
            <a:ext cx="378983" cy="333662"/>
          </a:xfrm>
          <a:prstGeom prst="rect">
            <a:avLst/>
          </a:prstGeom>
          <a:effectLst>
            <a:outerShdw blurRad="50800" dist="38100" dir="2700000" algn="tl" rotWithShape="0">
              <a:prstClr val="black">
                <a:alpha val="40000"/>
              </a:prstClr>
            </a:outerShdw>
          </a:effectLst>
        </p:spPr>
      </p:pic>
      <p:sp>
        <p:nvSpPr>
          <p:cNvPr id="44" name="Title 1">
            <a:extLst>
              <a:ext uri="{FF2B5EF4-FFF2-40B4-BE49-F238E27FC236}">
                <a16:creationId xmlns:a16="http://schemas.microsoft.com/office/drawing/2014/main" id="{4512D507-3733-0004-9F0D-230B5E388FDB}"/>
              </a:ext>
            </a:extLst>
          </p:cNvPr>
          <p:cNvSpPr txBox="1">
            <a:spLocks/>
          </p:cNvSpPr>
          <p:nvPr/>
        </p:nvSpPr>
        <p:spPr>
          <a:xfrm rot="18276484">
            <a:off x="3697262" y="2051361"/>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sp>
        <p:nvSpPr>
          <p:cNvPr id="45" name="Title 1">
            <a:extLst>
              <a:ext uri="{FF2B5EF4-FFF2-40B4-BE49-F238E27FC236}">
                <a16:creationId xmlns:a16="http://schemas.microsoft.com/office/drawing/2014/main" id="{D83BD7E0-7E83-8F0A-511C-180888D37B77}"/>
              </a:ext>
            </a:extLst>
          </p:cNvPr>
          <p:cNvSpPr txBox="1">
            <a:spLocks/>
          </p:cNvSpPr>
          <p:nvPr/>
        </p:nvSpPr>
        <p:spPr>
          <a:xfrm rot="18276484">
            <a:off x="3703665" y="2902778"/>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sp>
        <p:nvSpPr>
          <p:cNvPr id="46" name="Title 1">
            <a:extLst>
              <a:ext uri="{FF2B5EF4-FFF2-40B4-BE49-F238E27FC236}">
                <a16:creationId xmlns:a16="http://schemas.microsoft.com/office/drawing/2014/main" id="{DD62B046-EED7-4071-1369-7A44566584E8}"/>
              </a:ext>
            </a:extLst>
          </p:cNvPr>
          <p:cNvSpPr txBox="1">
            <a:spLocks/>
          </p:cNvSpPr>
          <p:nvPr/>
        </p:nvSpPr>
        <p:spPr>
          <a:xfrm rot="18276484">
            <a:off x="3702849" y="3318356"/>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sp>
        <p:nvSpPr>
          <p:cNvPr id="48" name="Title 1">
            <a:extLst>
              <a:ext uri="{FF2B5EF4-FFF2-40B4-BE49-F238E27FC236}">
                <a16:creationId xmlns:a16="http://schemas.microsoft.com/office/drawing/2014/main" id="{6D0F64EA-6C8B-6A5E-F51D-C4D96D714506}"/>
              </a:ext>
            </a:extLst>
          </p:cNvPr>
          <p:cNvSpPr txBox="1">
            <a:spLocks/>
          </p:cNvSpPr>
          <p:nvPr/>
        </p:nvSpPr>
        <p:spPr>
          <a:xfrm rot="18276484">
            <a:off x="3705747" y="3717257"/>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pic>
        <p:nvPicPr>
          <p:cNvPr id="49" name="Gráfico 48" descr="Flecha lineal: curva con sentido de las agujas del reloj con relleno sólido">
            <a:extLst>
              <a:ext uri="{FF2B5EF4-FFF2-40B4-BE49-F238E27FC236}">
                <a16:creationId xmlns:a16="http://schemas.microsoft.com/office/drawing/2014/main" id="{99EEC6E8-9CE2-299F-D023-8954572696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954590" flipH="1">
            <a:off x="4131901" y="1929047"/>
            <a:ext cx="378983" cy="333662"/>
          </a:xfrm>
          <a:prstGeom prst="rect">
            <a:avLst/>
          </a:prstGeom>
          <a:effectLst>
            <a:outerShdw blurRad="50800" dist="38100" dir="2700000" algn="tl" rotWithShape="0">
              <a:prstClr val="black">
                <a:alpha val="40000"/>
              </a:prstClr>
            </a:outerShdw>
          </a:effectLst>
        </p:spPr>
      </p:pic>
      <p:sp>
        <p:nvSpPr>
          <p:cNvPr id="50" name="Title 1">
            <a:extLst>
              <a:ext uri="{FF2B5EF4-FFF2-40B4-BE49-F238E27FC236}">
                <a16:creationId xmlns:a16="http://schemas.microsoft.com/office/drawing/2014/main" id="{7BDAB414-A3FC-E939-32A2-1AABFE673B5E}"/>
              </a:ext>
            </a:extLst>
          </p:cNvPr>
          <p:cNvSpPr txBox="1">
            <a:spLocks/>
          </p:cNvSpPr>
          <p:nvPr/>
        </p:nvSpPr>
        <p:spPr>
          <a:xfrm rot="18276484">
            <a:off x="3702850" y="2516501"/>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pic>
        <p:nvPicPr>
          <p:cNvPr id="51" name="Gráfico 50" descr="Flecha lineal: curva con sentido de las agujas del reloj con relleno sólido">
            <a:extLst>
              <a:ext uri="{FF2B5EF4-FFF2-40B4-BE49-F238E27FC236}">
                <a16:creationId xmlns:a16="http://schemas.microsoft.com/office/drawing/2014/main" id="{9426DC54-9CDC-2FD6-A44F-CBAD9B69C0E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205152" flipH="1">
            <a:off x="7810773" y="1922093"/>
            <a:ext cx="378983" cy="333662"/>
          </a:xfrm>
          <a:prstGeom prst="rect">
            <a:avLst/>
          </a:prstGeom>
          <a:effectLst>
            <a:outerShdw blurRad="50800" dist="38100" dir="2700000" algn="tl" rotWithShape="0">
              <a:prstClr val="black">
                <a:alpha val="40000"/>
              </a:prstClr>
            </a:outerShdw>
          </a:effectLst>
        </p:spPr>
      </p:pic>
      <p:pic>
        <p:nvPicPr>
          <p:cNvPr id="52" name="Gráfico 51" descr="Flecha lineal: curva con sentido de las agujas del reloj con relleno sólido">
            <a:extLst>
              <a:ext uri="{FF2B5EF4-FFF2-40B4-BE49-F238E27FC236}">
                <a16:creationId xmlns:a16="http://schemas.microsoft.com/office/drawing/2014/main" id="{E6219D49-6F66-7A85-87D7-B7783BCE955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205152" flipH="1">
            <a:off x="7830350" y="2313620"/>
            <a:ext cx="378983" cy="333662"/>
          </a:xfrm>
          <a:prstGeom prst="rect">
            <a:avLst/>
          </a:prstGeom>
          <a:effectLst>
            <a:outerShdw blurRad="50800" dist="38100" dir="2700000" algn="tl" rotWithShape="0">
              <a:prstClr val="black">
                <a:alpha val="40000"/>
              </a:prstClr>
            </a:outerShdw>
          </a:effectLst>
        </p:spPr>
      </p:pic>
      <p:pic>
        <p:nvPicPr>
          <p:cNvPr id="53" name="Gráfico 52" descr="Flecha lineal: curva con sentido de las agujas del reloj con relleno sólido">
            <a:extLst>
              <a:ext uri="{FF2B5EF4-FFF2-40B4-BE49-F238E27FC236}">
                <a16:creationId xmlns:a16="http://schemas.microsoft.com/office/drawing/2014/main" id="{086CF87C-94DE-B290-537B-3DACE1A73D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205152" flipH="1">
            <a:off x="7830351" y="2730216"/>
            <a:ext cx="378983" cy="333662"/>
          </a:xfrm>
          <a:prstGeom prst="rect">
            <a:avLst/>
          </a:prstGeom>
          <a:effectLst>
            <a:outerShdw blurRad="50800" dist="38100" dir="2700000" algn="tl" rotWithShape="0">
              <a:prstClr val="black">
                <a:alpha val="40000"/>
              </a:prstClr>
            </a:outerShdw>
          </a:effectLst>
        </p:spPr>
      </p:pic>
      <p:pic>
        <p:nvPicPr>
          <p:cNvPr id="54" name="Gráfico 53" descr="Flecha lineal: curva con sentido de las agujas del reloj con relleno sólido">
            <a:extLst>
              <a:ext uri="{FF2B5EF4-FFF2-40B4-BE49-F238E27FC236}">
                <a16:creationId xmlns:a16="http://schemas.microsoft.com/office/drawing/2014/main" id="{F905AEBA-439E-A350-29F0-6AB3E89A55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205152" flipH="1">
            <a:off x="7830350" y="3137144"/>
            <a:ext cx="378983" cy="333662"/>
          </a:xfrm>
          <a:prstGeom prst="rect">
            <a:avLst/>
          </a:prstGeom>
          <a:effectLst>
            <a:outerShdw blurRad="50800" dist="38100" dir="2700000" algn="tl" rotWithShape="0">
              <a:prstClr val="black">
                <a:alpha val="40000"/>
              </a:prstClr>
            </a:outerShdw>
          </a:effectLst>
        </p:spPr>
      </p:pic>
      <p:pic>
        <p:nvPicPr>
          <p:cNvPr id="55" name="Gráfico 54" descr="Flecha lineal: curva con sentido de las agujas del reloj con relleno sólido">
            <a:extLst>
              <a:ext uri="{FF2B5EF4-FFF2-40B4-BE49-F238E27FC236}">
                <a16:creationId xmlns:a16="http://schemas.microsoft.com/office/drawing/2014/main" id="{79724230-0633-6BC6-A195-4C81043A64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205152" flipH="1">
            <a:off x="7830347" y="3513603"/>
            <a:ext cx="378983" cy="333662"/>
          </a:xfrm>
          <a:prstGeom prst="rect">
            <a:avLst/>
          </a:prstGeom>
          <a:effectLst>
            <a:outerShdw blurRad="50800" dist="38100" dir="2700000" algn="tl" rotWithShape="0">
              <a:prstClr val="black">
                <a:alpha val="40000"/>
              </a:prstClr>
            </a:outerShdw>
          </a:effectLst>
        </p:spPr>
      </p:pic>
      <p:sp>
        <p:nvSpPr>
          <p:cNvPr id="56" name="Title 1">
            <a:extLst>
              <a:ext uri="{FF2B5EF4-FFF2-40B4-BE49-F238E27FC236}">
                <a16:creationId xmlns:a16="http://schemas.microsoft.com/office/drawing/2014/main" id="{C82C4864-E9E1-99A6-34B8-B735D474F98F}"/>
              </a:ext>
            </a:extLst>
          </p:cNvPr>
          <p:cNvSpPr txBox="1">
            <a:spLocks/>
          </p:cNvSpPr>
          <p:nvPr/>
        </p:nvSpPr>
        <p:spPr>
          <a:xfrm rot="18276484">
            <a:off x="7998316" y="1925932"/>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57" name="Title 1">
            <a:extLst>
              <a:ext uri="{FF2B5EF4-FFF2-40B4-BE49-F238E27FC236}">
                <a16:creationId xmlns:a16="http://schemas.microsoft.com/office/drawing/2014/main" id="{C18B7B85-52FD-E177-D095-B658DF8C70D6}"/>
              </a:ext>
            </a:extLst>
          </p:cNvPr>
          <p:cNvSpPr txBox="1">
            <a:spLocks/>
          </p:cNvSpPr>
          <p:nvPr/>
        </p:nvSpPr>
        <p:spPr>
          <a:xfrm rot="18276484">
            <a:off x="8022499" y="2311120"/>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58" name="Title 1">
            <a:extLst>
              <a:ext uri="{FF2B5EF4-FFF2-40B4-BE49-F238E27FC236}">
                <a16:creationId xmlns:a16="http://schemas.microsoft.com/office/drawing/2014/main" id="{766FA2C7-AE55-31A4-9ED5-A7829F585276}"/>
              </a:ext>
            </a:extLst>
          </p:cNvPr>
          <p:cNvSpPr txBox="1">
            <a:spLocks/>
          </p:cNvSpPr>
          <p:nvPr/>
        </p:nvSpPr>
        <p:spPr>
          <a:xfrm rot="18276484">
            <a:off x="8022498" y="2708891"/>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59" name="Title 1">
            <a:extLst>
              <a:ext uri="{FF2B5EF4-FFF2-40B4-BE49-F238E27FC236}">
                <a16:creationId xmlns:a16="http://schemas.microsoft.com/office/drawing/2014/main" id="{C3372C36-7BE8-762B-FC88-84F6F033175F}"/>
              </a:ext>
            </a:extLst>
          </p:cNvPr>
          <p:cNvSpPr txBox="1">
            <a:spLocks/>
          </p:cNvSpPr>
          <p:nvPr/>
        </p:nvSpPr>
        <p:spPr>
          <a:xfrm rot="18276484">
            <a:off x="8022497" y="3136127"/>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60" name="Title 1">
            <a:extLst>
              <a:ext uri="{FF2B5EF4-FFF2-40B4-BE49-F238E27FC236}">
                <a16:creationId xmlns:a16="http://schemas.microsoft.com/office/drawing/2014/main" id="{A1BDF13D-1CC7-D175-15EF-38778904DDA3}"/>
              </a:ext>
            </a:extLst>
          </p:cNvPr>
          <p:cNvSpPr txBox="1">
            <a:spLocks/>
          </p:cNvSpPr>
          <p:nvPr/>
        </p:nvSpPr>
        <p:spPr>
          <a:xfrm rot="18276484">
            <a:off x="8061639" y="3496145"/>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Tree>
    <p:extLst>
      <p:ext uri="{BB962C8B-B14F-4D97-AF65-F5344CB8AC3E}">
        <p14:creationId xmlns:p14="http://schemas.microsoft.com/office/powerpoint/2010/main" val="3460537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0C86-CD95-32D8-750F-A550D81F5AEF}"/>
            </a:ext>
          </a:extLst>
        </p:cNvPr>
        <p:cNvGrpSpPr/>
        <p:nvPr/>
      </p:nvGrpSpPr>
      <p:grpSpPr>
        <a:xfrm>
          <a:off x="0" y="0"/>
          <a:ext cx="0" cy="0"/>
          <a:chOff x="0" y="0"/>
          <a:chExt cx="0" cy="0"/>
        </a:xfrm>
      </p:grpSpPr>
      <p:sp>
        <p:nvSpPr>
          <p:cNvPr id="9" name="Rectángulo: esquinas redondeadas 8">
            <a:extLst>
              <a:ext uri="{FF2B5EF4-FFF2-40B4-BE49-F238E27FC236}">
                <a16:creationId xmlns:a16="http://schemas.microsoft.com/office/drawing/2014/main" id="{E7036069-F6FF-B34B-E681-DBB533B6C026}"/>
              </a:ext>
            </a:extLst>
          </p:cNvPr>
          <p:cNvSpPr/>
          <p:nvPr/>
        </p:nvSpPr>
        <p:spPr>
          <a:xfrm>
            <a:off x="143315" y="1307074"/>
            <a:ext cx="4024648" cy="260423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7" name="Imagen 6">
            <a:extLst>
              <a:ext uri="{FF2B5EF4-FFF2-40B4-BE49-F238E27FC236}">
                <a16:creationId xmlns:a16="http://schemas.microsoft.com/office/drawing/2014/main" id="{39A6BAEE-1DF4-4F7F-7E3D-CBCDFF0FB728}"/>
              </a:ext>
            </a:extLst>
          </p:cNvPr>
          <p:cNvPicPr>
            <a:picLocks noChangeAspect="1"/>
          </p:cNvPicPr>
          <p:nvPr/>
        </p:nvPicPr>
        <p:blipFill>
          <a:blip r:embed="rId2"/>
          <a:stretch>
            <a:fillRect/>
          </a:stretch>
        </p:blipFill>
        <p:spPr>
          <a:xfrm>
            <a:off x="246040" y="1612536"/>
            <a:ext cx="3819197" cy="2072118"/>
          </a:xfrm>
          <a:prstGeom prst="rect">
            <a:avLst/>
          </a:prstGeom>
        </p:spPr>
      </p:pic>
      <p:sp>
        <p:nvSpPr>
          <p:cNvPr id="2" name="Title 1">
            <a:extLst>
              <a:ext uri="{FF2B5EF4-FFF2-40B4-BE49-F238E27FC236}">
                <a16:creationId xmlns:a16="http://schemas.microsoft.com/office/drawing/2014/main" id="{2DE66A5B-A0AA-60DD-C528-313BB2040B0D}"/>
              </a:ext>
            </a:extLst>
          </p:cNvPr>
          <p:cNvSpPr>
            <a:spLocks noGrp="1"/>
          </p:cNvSpPr>
          <p:nvPr>
            <p:ph type="title"/>
          </p:nvPr>
        </p:nvSpPr>
        <p:spPr>
          <a:xfrm>
            <a:off x="330993" y="313420"/>
            <a:ext cx="8482014" cy="615553"/>
          </a:xfrm>
        </p:spPr>
        <p:txBody>
          <a:bodyPr/>
          <a:lstStyle/>
          <a:p>
            <a:pPr algn="ctr"/>
            <a:r>
              <a:rPr lang="es-MX" noProof="0"/>
              <a:t>5 Whys</a:t>
            </a:r>
            <a:br>
              <a:rPr lang="es-MX" noProof="0"/>
            </a:br>
            <a:endParaRPr lang="es-MX" noProof="0"/>
          </a:p>
        </p:txBody>
      </p:sp>
      <p:pic>
        <p:nvPicPr>
          <p:cNvPr id="5" name="Imagen 4" descr="Dibujo de una persona&#10;&#10;El contenido generado por IA puede ser incorrecto.">
            <a:extLst>
              <a:ext uri="{FF2B5EF4-FFF2-40B4-BE49-F238E27FC236}">
                <a16:creationId xmlns:a16="http://schemas.microsoft.com/office/drawing/2014/main" id="{6BA9E3D6-212B-9048-7B24-42B770DBAF9B}"/>
              </a:ext>
            </a:extLst>
          </p:cNvPr>
          <p:cNvPicPr>
            <a:picLocks noChangeAspect="1"/>
          </p:cNvPicPr>
          <p:nvPr/>
        </p:nvPicPr>
        <p:blipFill>
          <a:blip r:embed="rId3"/>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7BCEBA22-6B4D-973D-1F0A-E851B0685A42}"/>
              </a:ext>
            </a:extLst>
          </p:cNvPr>
          <p:cNvSpPr/>
          <p:nvPr/>
        </p:nvSpPr>
        <p:spPr>
          <a:xfrm>
            <a:off x="4471789" y="1274144"/>
            <a:ext cx="452889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3" name="CuadroTexto 22">
            <a:extLst>
              <a:ext uri="{FF2B5EF4-FFF2-40B4-BE49-F238E27FC236}">
                <a16:creationId xmlns:a16="http://schemas.microsoft.com/office/drawing/2014/main" id="{20E79792-E82B-E037-9FE8-E2E431C0AEFE}"/>
              </a:ext>
            </a:extLst>
          </p:cNvPr>
          <p:cNvSpPr txBox="1"/>
          <p:nvPr/>
        </p:nvSpPr>
        <p:spPr>
          <a:xfrm>
            <a:off x="585990" y="2379998"/>
            <a:ext cx="1122095"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Poor visibility of container stacks</a:t>
            </a:r>
          </a:p>
        </p:txBody>
      </p:sp>
      <p:sp>
        <p:nvSpPr>
          <p:cNvPr id="25" name="CuadroTexto 24">
            <a:extLst>
              <a:ext uri="{FF2B5EF4-FFF2-40B4-BE49-F238E27FC236}">
                <a16:creationId xmlns:a16="http://schemas.microsoft.com/office/drawing/2014/main" id="{4B6B43C9-D6BC-7C23-9A76-68007C1032E5}"/>
              </a:ext>
            </a:extLst>
          </p:cNvPr>
          <p:cNvSpPr txBox="1"/>
          <p:nvPr/>
        </p:nvSpPr>
        <p:spPr>
          <a:xfrm>
            <a:off x="585990" y="2595572"/>
            <a:ext cx="112209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Spreader failure</a:t>
            </a:r>
          </a:p>
        </p:txBody>
      </p:sp>
      <p:sp>
        <p:nvSpPr>
          <p:cNvPr id="26" name="CuadroTexto 25">
            <a:extLst>
              <a:ext uri="{FF2B5EF4-FFF2-40B4-BE49-F238E27FC236}">
                <a16:creationId xmlns:a16="http://schemas.microsoft.com/office/drawing/2014/main" id="{9BF3DD54-4914-6E71-1004-43EB8CFC0B69}"/>
              </a:ext>
            </a:extLst>
          </p:cNvPr>
          <p:cNvSpPr txBox="1"/>
          <p:nvPr/>
        </p:nvSpPr>
        <p:spPr>
          <a:xfrm>
            <a:off x="488807" y="2840722"/>
            <a:ext cx="1282351" cy="903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Absent supervisor</a:t>
            </a:r>
          </a:p>
        </p:txBody>
      </p:sp>
      <p:sp>
        <p:nvSpPr>
          <p:cNvPr id="28" name="CuadroTexto 27">
            <a:extLst>
              <a:ext uri="{FF2B5EF4-FFF2-40B4-BE49-F238E27FC236}">
                <a16:creationId xmlns:a16="http://schemas.microsoft.com/office/drawing/2014/main" id="{A28A61DC-290B-91B7-B661-FC58DF893981}"/>
              </a:ext>
            </a:extLst>
          </p:cNvPr>
          <p:cNvSpPr txBox="1"/>
          <p:nvPr/>
        </p:nvSpPr>
        <p:spPr>
          <a:xfrm>
            <a:off x="585990" y="3044068"/>
            <a:ext cx="1129866"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Shift start</a:t>
            </a:r>
          </a:p>
        </p:txBody>
      </p:sp>
      <p:sp>
        <p:nvSpPr>
          <p:cNvPr id="29" name="CuadroTexto 28">
            <a:extLst>
              <a:ext uri="{FF2B5EF4-FFF2-40B4-BE49-F238E27FC236}">
                <a16:creationId xmlns:a16="http://schemas.microsoft.com/office/drawing/2014/main" id="{1600D5C9-DEAB-0197-32E2-210FFBA733CF}"/>
              </a:ext>
            </a:extLst>
          </p:cNvPr>
          <p:cNvSpPr txBox="1"/>
          <p:nvPr/>
        </p:nvSpPr>
        <p:spPr>
          <a:xfrm>
            <a:off x="370891" y="3270829"/>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Terminal tractor waiting time</a:t>
            </a:r>
          </a:p>
        </p:txBody>
      </p:sp>
      <p:sp>
        <p:nvSpPr>
          <p:cNvPr id="36" name="CuadroTexto 35">
            <a:extLst>
              <a:ext uri="{FF2B5EF4-FFF2-40B4-BE49-F238E27FC236}">
                <a16:creationId xmlns:a16="http://schemas.microsoft.com/office/drawing/2014/main" id="{EE3A167E-F0BF-850D-3655-395703BB0319}"/>
              </a:ext>
            </a:extLst>
          </p:cNvPr>
          <p:cNvSpPr txBox="1"/>
          <p:nvPr/>
        </p:nvSpPr>
        <p:spPr>
          <a:xfrm>
            <a:off x="437686" y="3504643"/>
            <a:ext cx="1416196" cy="9728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Damaged twistlocks</a:t>
            </a:r>
          </a:p>
        </p:txBody>
      </p:sp>
      <p:sp>
        <p:nvSpPr>
          <p:cNvPr id="38" name="CuadroTexto 37">
            <a:extLst>
              <a:ext uri="{FF2B5EF4-FFF2-40B4-BE49-F238E27FC236}">
                <a16:creationId xmlns:a16="http://schemas.microsoft.com/office/drawing/2014/main" id="{5684CCC7-36BA-9D19-F0EF-95898A072418}"/>
              </a:ext>
            </a:extLst>
          </p:cNvPr>
          <p:cNvSpPr txBox="1"/>
          <p:nvPr/>
        </p:nvSpPr>
        <p:spPr>
          <a:xfrm>
            <a:off x="1790817" y="2371320"/>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39" name="CuadroTexto 38">
            <a:extLst>
              <a:ext uri="{FF2B5EF4-FFF2-40B4-BE49-F238E27FC236}">
                <a16:creationId xmlns:a16="http://schemas.microsoft.com/office/drawing/2014/main" id="{BDAD6B9A-1E78-8F75-ECCE-0964AE7F06FC}"/>
              </a:ext>
            </a:extLst>
          </p:cNvPr>
          <p:cNvSpPr txBox="1"/>
          <p:nvPr/>
        </p:nvSpPr>
        <p:spPr>
          <a:xfrm>
            <a:off x="2346125" y="2378266"/>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40" name="CuadroTexto 39">
            <a:extLst>
              <a:ext uri="{FF2B5EF4-FFF2-40B4-BE49-F238E27FC236}">
                <a16:creationId xmlns:a16="http://schemas.microsoft.com/office/drawing/2014/main" id="{AC089E04-4298-3231-789F-D766F58EA14A}"/>
              </a:ext>
            </a:extLst>
          </p:cNvPr>
          <p:cNvSpPr txBox="1"/>
          <p:nvPr/>
        </p:nvSpPr>
        <p:spPr>
          <a:xfrm>
            <a:off x="2830367" y="2372522"/>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47" name="CuadroTexto 46">
            <a:extLst>
              <a:ext uri="{FF2B5EF4-FFF2-40B4-BE49-F238E27FC236}">
                <a16:creationId xmlns:a16="http://schemas.microsoft.com/office/drawing/2014/main" id="{8E7B738D-F1D3-E2F7-56C6-C7294A7921E2}"/>
              </a:ext>
            </a:extLst>
          </p:cNvPr>
          <p:cNvSpPr txBox="1"/>
          <p:nvPr/>
        </p:nvSpPr>
        <p:spPr>
          <a:xfrm>
            <a:off x="3250517" y="2368115"/>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61" name="CuadroTexto 60">
            <a:extLst>
              <a:ext uri="{FF2B5EF4-FFF2-40B4-BE49-F238E27FC236}">
                <a16:creationId xmlns:a16="http://schemas.microsoft.com/office/drawing/2014/main" id="{AFFC1F8C-06C3-03B4-AEFD-FB464BEFD69F}"/>
              </a:ext>
            </a:extLst>
          </p:cNvPr>
          <p:cNvSpPr txBox="1"/>
          <p:nvPr/>
        </p:nvSpPr>
        <p:spPr>
          <a:xfrm>
            <a:off x="1790817" y="2598781"/>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62" name="CuadroTexto 61">
            <a:extLst>
              <a:ext uri="{FF2B5EF4-FFF2-40B4-BE49-F238E27FC236}">
                <a16:creationId xmlns:a16="http://schemas.microsoft.com/office/drawing/2014/main" id="{8EC92A8A-3B4C-2E77-170B-8588587692AB}"/>
              </a:ext>
            </a:extLst>
          </p:cNvPr>
          <p:cNvSpPr txBox="1"/>
          <p:nvPr/>
        </p:nvSpPr>
        <p:spPr>
          <a:xfrm>
            <a:off x="2340350" y="2598780"/>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63" name="CuadroTexto 62">
            <a:extLst>
              <a:ext uri="{FF2B5EF4-FFF2-40B4-BE49-F238E27FC236}">
                <a16:creationId xmlns:a16="http://schemas.microsoft.com/office/drawing/2014/main" id="{C0E670D4-03EC-1005-D794-F4A61DBC0E80}"/>
              </a:ext>
            </a:extLst>
          </p:cNvPr>
          <p:cNvSpPr txBox="1"/>
          <p:nvPr/>
        </p:nvSpPr>
        <p:spPr>
          <a:xfrm>
            <a:off x="2830366" y="2595297"/>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64" name="CuadroTexto 63">
            <a:extLst>
              <a:ext uri="{FF2B5EF4-FFF2-40B4-BE49-F238E27FC236}">
                <a16:creationId xmlns:a16="http://schemas.microsoft.com/office/drawing/2014/main" id="{8554547A-5B61-47A0-29D5-D92A5550C9C5}"/>
              </a:ext>
            </a:extLst>
          </p:cNvPr>
          <p:cNvSpPr txBox="1"/>
          <p:nvPr/>
        </p:nvSpPr>
        <p:spPr>
          <a:xfrm>
            <a:off x="3246991" y="2594255"/>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65" name="CuadroTexto 64">
            <a:extLst>
              <a:ext uri="{FF2B5EF4-FFF2-40B4-BE49-F238E27FC236}">
                <a16:creationId xmlns:a16="http://schemas.microsoft.com/office/drawing/2014/main" id="{0FE41D3F-BC9A-FA7C-8194-633976D9B037}"/>
              </a:ext>
            </a:extLst>
          </p:cNvPr>
          <p:cNvSpPr txBox="1"/>
          <p:nvPr/>
        </p:nvSpPr>
        <p:spPr>
          <a:xfrm>
            <a:off x="1797403" y="2825240"/>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66" name="CuadroTexto 65">
            <a:extLst>
              <a:ext uri="{FF2B5EF4-FFF2-40B4-BE49-F238E27FC236}">
                <a16:creationId xmlns:a16="http://schemas.microsoft.com/office/drawing/2014/main" id="{7E47918D-C1A3-C75F-3D62-6FF12030D913}"/>
              </a:ext>
            </a:extLst>
          </p:cNvPr>
          <p:cNvSpPr txBox="1"/>
          <p:nvPr/>
        </p:nvSpPr>
        <p:spPr>
          <a:xfrm>
            <a:off x="2347855" y="2825319"/>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67" name="CuadroTexto 66">
            <a:extLst>
              <a:ext uri="{FF2B5EF4-FFF2-40B4-BE49-F238E27FC236}">
                <a16:creationId xmlns:a16="http://schemas.microsoft.com/office/drawing/2014/main" id="{4CA6670A-C336-6EF5-8C11-466F4D41737A}"/>
              </a:ext>
            </a:extLst>
          </p:cNvPr>
          <p:cNvSpPr txBox="1"/>
          <p:nvPr/>
        </p:nvSpPr>
        <p:spPr>
          <a:xfrm>
            <a:off x="2830365" y="2826043"/>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68" name="CuadroTexto 67">
            <a:extLst>
              <a:ext uri="{FF2B5EF4-FFF2-40B4-BE49-F238E27FC236}">
                <a16:creationId xmlns:a16="http://schemas.microsoft.com/office/drawing/2014/main" id="{7AD7D9FD-7327-792A-B636-15EE2735AEBE}"/>
              </a:ext>
            </a:extLst>
          </p:cNvPr>
          <p:cNvSpPr txBox="1"/>
          <p:nvPr/>
        </p:nvSpPr>
        <p:spPr>
          <a:xfrm>
            <a:off x="3246990" y="2820395"/>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69" name="CuadroTexto 68">
            <a:extLst>
              <a:ext uri="{FF2B5EF4-FFF2-40B4-BE49-F238E27FC236}">
                <a16:creationId xmlns:a16="http://schemas.microsoft.com/office/drawing/2014/main" id="{3E0F1BB7-0DB8-D586-2246-BF133D063BDB}"/>
              </a:ext>
            </a:extLst>
          </p:cNvPr>
          <p:cNvSpPr txBox="1"/>
          <p:nvPr/>
        </p:nvSpPr>
        <p:spPr>
          <a:xfrm>
            <a:off x="1797402" y="3051699"/>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70" name="CuadroTexto 69">
            <a:extLst>
              <a:ext uri="{FF2B5EF4-FFF2-40B4-BE49-F238E27FC236}">
                <a16:creationId xmlns:a16="http://schemas.microsoft.com/office/drawing/2014/main" id="{7CB74D95-EAE8-CCFE-1935-1A0D3303858A}"/>
              </a:ext>
            </a:extLst>
          </p:cNvPr>
          <p:cNvSpPr txBox="1"/>
          <p:nvPr/>
        </p:nvSpPr>
        <p:spPr>
          <a:xfrm>
            <a:off x="2346546" y="3066708"/>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1" name="CuadroTexto 70">
            <a:extLst>
              <a:ext uri="{FF2B5EF4-FFF2-40B4-BE49-F238E27FC236}">
                <a16:creationId xmlns:a16="http://schemas.microsoft.com/office/drawing/2014/main" id="{4E7528FD-A962-9393-5379-D7BF339B950D}"/>
              </a:ext>
            </a:extLst>
          </p:cNvPr>
          <p:cNvSpPr txBox="1"/>
          <p:nvPr/>
        </p:nvSpPr>
        <p:spPr>
          <a:xfrm>
            <a:off x="2830364" y="3067693"/>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72" name="CuadroTexto 71">
            <a:extLst>
              <a:ext uri="{FF2B5EF4-FFF2-40B4-BE49-F238E27FC236}">
                <a16:creationId xmlns:a16="http://schemas.microsoft.com/office/drawing/2014/main" id="{3D4219A9-7E77-866F-29A8-D97A4143F375}"/>
              </a:ext>
            </a:extLst>
          </p:cNvPr>
          <p:cNvSpPr txBox="1"/>
          <p:nvPr/>
        </p:nvSpPr>
        <p:spPr>
          <a:xfrm>
            <a:off x="3246531" y="3062669"/>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3" name="CuadroTexto 72">
            <a:extLst>
              <a:ext uri="{FF2B5EF4-FFF2-40B4-BE49-F238E27FC236}">
                <a16:creationId xmlns:a16="http://schemas.microsoft.com/office/drawing/2014/main" id="{C1301FDC-6FEA-873C-638B-9C0BDAF061A5}"/>
              </a:ext>
            </a:extLst>
          </p:cNvPr>
          <p:cNvSpPr txBox="1"/>
          <p:nvPr/>
        </p:nvSpPr>
        <p:spPr>
          <a:xfrm>
            <a:off x="1790817" y="3270829"/>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4" name="CuadroTexto 73">
            <a:extLst>
              <a:ext uri="{FF2B5EF4-FFF2-40B4-BE49-F238E27FC236}">
                <a16:creationId xmlns:a16="http://schemas.microsoft.com/office/drawing/2014/main" id="{5CD76E2E-0A2E-7EBB-FC0F-A6489A1CB134}"/>
              </a:ext>
            </a:extLst>
          </p:cNvPr>
          <p:cNvSpPr txBox="1"/>
          <p:nvPr/>
        </p:nvSpPr>
        <p:spPr>
          <a:xfrm>
            <a:off x="2340349" y="3287713"/>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5" name="CuadroTexto 74">
            <a:extLst>
              <a:ext uri="{FF2B5EF4-FFF2-40B4-BE49-F238E27FC236}">
                <a16:creationId xmlns:a16="http://schemas.microsoft.com/office/drawing/2014/main" id="{3BAD04A7-D3F3-3439-C22D-19F539D3454E}"/>
              </a:ext>
            </a:extLst>
          </p:cNvPr>
          <p:cNvSpPr txBox="1"/>
          <p:nvPr/>
        </p:nvSpPr>
        <p:spPr>
          <a:xfrm>
            <a:off x="2828070" y="3287713"/>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6" name="CuadroTexto 75">
            <a:extLst>
              <a:ext uri="{FF2B5EF4-FFF2-40B4-BE49-F238E27FC236}">
                <a16:creationId xmlns:a16="http://schemas.microsoft.com/office/drawing/2014/main" id="{E4C26DE5-1AB0-2FCC-8901-EC36114890EC}"/>
              </a:ext>
            </a:extLst>
          </p:cNvPr>
          <p:cNvSpPr txBox="1"/>
          <p:nvPr/>
        </p:nvSpPr>
        <p:spPr>
          <a:xfrm>
            <a:off x="3237935" y="3300324"/>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7" name="CuadroTexto 76">
            <a:extLst>
              <a:ext uri="{FF2B5EF4-FFF2-40B4-BE49-F238E27FC236}">
                <a16:creationId xmlns:a16="http://schemas.microsoft.com/office/drawing/2014/main" id="{5DDB67DB-AE7E-A850-9732-123C50EEB558}"/>
              </a:ext>
            </a:extLst>
          </p:cNvPr>
          <p:cNvSpPr txBox="1"/>
          <p:nvPr/>
        </p:nvSpPr>
        <p:spPr>
          <a:xfrm>
            <a:off x="1797402" y="3502976"/>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78" name="CuadroTexto 77">
            <a:extLst>
              <a:ext uri="{FF2B5EF4-FFF2-40B4-BE49-F238E27FC236}">
                <a16:creationId xmlns:a16="http://schemas.microsoft.com/office/drawing/2014/main" id="{8136EF1D-919D-5C2B-8B8D-876266E914E0}"/>
              </a:ext>
            </a:extLst>
          </p:cNvPr>
          <p:cNvSpPr txBox="1"/>
          <p:nvPr/>
        </p:nvSpPr>
        <p:spPr>
          <a:xfrm>
            <a:off x="2338234" y="3511303"/>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79" name="CuadroTexto 78">
            <a:extLst>
              <a:ext uri="{FF2B5EF4-FFF2-40B4-BE49-F238E27FC236}">
                <a16:creationId xmlns:a16="http://schemas.microsoft.com/office/drawing/2014/main" id="{CA5D09B9-60D1-7565-F617-2912782BDC31}"/>
              </a:ext>
            </a:extLst>
          </p:cNvPr>
          <p:cNvSpPr txBox="1"/>
          <p:nvPr/>
        </p:nvSpPr>
        <p:spPr>
          <a:xfrm>
            <a:off x="2817474" y="3525127"/>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80" name="CuadroTexto 79">
            <a:extLst>
              <a:ext uri="{FF2B5EF4-FFF2-40B4-BE49-F238E27FC236}">
                <a16:creationId xmlns:a16="http://schemas.microsoft.com/office/drawing/2014/main" id="{08A8F672-8E48-7E65-4632-B34DB3B468F2}"/>
              </a:ext>
            </a:extLst>
          </p:cNvPr>
          <p:cNvSpPr txBox="1"/>
          <p:nvPr/>
        </p:nvSpPr>
        <p:spPr>
          <a:xfrm>
            <a:off x="3230352" y="3521309"/>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87" name="CuadroTexto 7">
            <a:extLst>
              <a:ext uri="{FF2B5EF4-FFF2-40B4-BE49-F238E27FC236}">
                <a16:creationId xmlns:a16="http://schemas.microsoft.com/office/drawing/2014/main" id="{D0F3C258-40F4-45E9-9405-DD78B557CA8F}"/>
              </a:ext>
            </a:extLst>
          </p:cNvPr>
          <p:cNvSpPr txBox="1"/>
          <p:nvPr/>
        </p:nvSpPr>
        <p:spPr>
          <a:xfrm>
            <a:off x="2509971" y="58283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Next Step</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6" name="Imagen 5">
            <a:extLst>
              <a:ext uri="{FF2B5EF4-FFF2-40B4-BE49-F238E27FC236}">
                <a16:creationId xmlns:a16="http://schemas.microsoft.com/office/drawing/2014/main" id="{D339680B-9C69-F8FD-0C8B-DECC98FD8163}"/>
              </a:ext>
            </a:extLst>
          </p:cNvPr>
          <p:cNvPicPr>
            <a:picLocks noChangeAspect="1"/>
          </p:cNvPicPr>
          <p:nvPr/>
        </p:nvPicPr>
        <p:blipFill>
          <a:blip r:embed="rId4"/>
          <a:stretch>
            <a:fillRect/>
          </a:stretch>
        </p:blipFill>
        <p:spPr>
          <a:xfrm>
            <a:off x="4771043" y="1500778"/>
            <a:ext cx="4041964" cy="2290445"/>
          </a:xfrm>
          <a:prstGeom prst="rect">
            <a:avLst/>
          </a:prstGeom>
        </p:spPr>
      </p:pic>
      <p:sp>
        <p:nvSpPr>
          <p:cNvPr id="8" name="CuadroTexto 7">
            <a:extLst>
              <a:ext uri="{FF2B5EF4-FFF2-40B4-BE49-F238E27FC236}">
                <a16:creationId xmlns:a16="http://schemas.microsoft.com/office/drawing/2014/main" id="{540A6098-44DC-CC22-F69F-714F59FFEBED}"/>
              </a:ext>
            </a:extLst>
          </p:cNvPr>
          <p:cNvSpPr txBox="1"/>
          <p:nvPr/>
        </p:nvSpPr>
        <p:spPr>
          <a:xfrm>
            <a:off x="3740703" y="2309618"/>
            <a:ext cx="319771" cy="212125"/>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99082B"/>
                </a:solidFill>
              </a:rPr>
              <a:t>2.8</a:t>
            </a:r>
            <a:endParaRPr lang="es-MX" sz="700" noProof="0" dirty="0">
              <a:solidFill>
                <a:srgbClr val="99082B"/>
              </a:solidFill>
            </a:endParaRPr>
          </a:p>
        </p:txBody>
      </p:sp>
      <p:sp>
        <p:nvSpPr>
          <p:cNvPr id="13" name="CuadroTexto 12">
            <a:extLst>
              <a:ext uri="{FF2B5EF4-FFF2-40B4-BE49-F238E27FC236}">
                <a16:creationId xmlns:a16="http://schemas.microsoft.com/office/drawing/2014/main" id="{356F5CBD-8DCE-D673-ED1E-3B25DE812B79}"/>
              </a:ext>
            </a:extLst>
          </p:cNvPr>
          <p:cNvSpPr txBox="1"/>
          <p:nvPr/>
        </p:nvSpPr>
        <p:spPr>
          <a:xfrm>
            <a:off x="3740703" y="2772327"/>
            <a:ext cx="319771" cy="212125"/>
          </a:xfrm>
          <a:prstGeom prst="rect">
            <a:avLst/>
          </a:prstGeom>
          <a:solidFill>
            <a:srgbClr val="C6EF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rgbClr val="246504"/>
                </a:solidFill>
              </a:rPr>
              <a:t>3</a:t>
            </a:r>
          </a:p>
        </p:txBody>
      </p:sp>
      <p:sp>
        <p:nvSpPr>
          <p:cNvPr id="14" name="CuadroTexto 13">
            <a:extLst>
              <a:ext uri="{FF2B5EF4-FFF2-40B4-BE49-F238E27FC236}">
                <a16:creationId xmlns:a16="http://schemas.microsoft.com/office/drawing/2014/main" id="{178AF279-57CB-78AE-2111-A2622F770BF8}"/>
              </a:ext>
            </a:extLst>
          </p:cNvPr>
          <p:cNvSpPr txBox="1"/>
          <p:nvPr/>
        </p:nvSpPr>
        <p:spPr>
          <a:xfrm>
            <a:off x="3740702" y="2999819"/>
            <a:ext cx="319771" cy="213351"/>
          </a:xfrm>
          <a:prstGeom prst="rect">
            <a:avLst/>
          </a:prstGeom>
          <a:solidFill>
            <a:srgbClr val="FFEB9C"/>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BDA25C"/>
                </a:solidFill>
              </a:rPr>
              <a:t>2.4</a:t>
            </a:r>
            <a:endParaRPr lang="es-MX" sz="700" noProof="0" dirty="0">
              <a:solidFill>
                <a:srgbClr val="BDA25C"/>
              </a:solidFill>
            </a:endParaRPr>
          </a:p>
        </p:txBody>
      </p:sp>
      <p:sp>
        <p:nvSpPr>
          <p:cNvPr id="16" name="CuadroTexto 15">
            <a:extLst>
              <a:ext uri="{FF2B5EF4-FFF2-40B4-BE49-F238E27FC236}">
                <a16:creationId xmlns:a16="http://schemas.microsoft.com/office/drawing/2014/main" id="{D020BE4F-3392-B5DC-38A1-A57609FFE071}"/>
              </a:ext>
            </a:extLst>
          </p:cNvPr>
          <p:cNvSpPr txBox="1"/>
          <p:nvPr/>
        </p:nvSpPr>
        <p:spPr>
          <a:xfrm>
            <a:off x="3741479" y="2537110"/>
            <a:ext cx="319771" cy="212125"/>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99082B"/>
                </a:solidFill>
              </a:rPr>
              <a:t>2.6</a:t>
            </a:r>
            <a:endParaRPr lang="es-MX" sz="700" noProof="0" dirty="0">
              <a:solidFill>
                <a:srgbClr val="99082B"/>
              </a:solidFill>
            </a:endParaRPr>
          </a:p>
        </p:txBody>
      </p:sp>
      <p:sp>
        <p:nvSpPr>
          <p:cNvPr id="17" name="CuadroTexto 16">
            <a:extLst>
              <a:ext uri="{FF2B5EF4-FFF2-40B4-BE49-F238E27FC236}">
                <a16:creationId xmlns:a16="http://schemas.microsoft.com/office/drawing/2014/main" id="{D3DCFD48-90A0-AAD9-F2DA-7620782DE956}"/>
              </a:ext>
            </a:extLst>
          </p:cNvPr>
          <p:cNvSpPr txBox="1"/>
          <p:nvPr/>
        </p:nvSpPr>
        <p:spPr>
          <a:xfrm>
            <a:off x="3740702" y="3465942"/>
            <a:ext cx="319771" cy="212125"/>
          </a:xfrm>
          <a:prstGeom prst="rect">
            <a:avLst/>
          </a:prstGeom>
          <a:solidFill>
            <a:srgbClr val="C6EF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246504"/>
                </a:solidFill>
              </a:rPr>
              <a:t>1.5</a:t>
            </a:r>
            <a:endParaRPr lang="es-MX" sz="700" noProof="0" dirty="0">
              <a:solidFill>
                <a:srgbClr val="246504"/>
              </a:solidFill>
            </a:endParaRPr>
          </a:p>
        </p:txBody>
      </p:sp>
      <p:sp>
        <p:nvSpPr>
          <p:cNvPr id="18" name="CuadroTexto 17">
            <a:extLst>
              <a:ext uri="{FF2B5EF4-FFF2-40B4-BE49-F238E27FC236}">
                <a16:creationId xmlns:a16="http://schemas.microsoft.com/office/drawing/2014/main" id="{E8262BAB-DE21-D7BE-28C5-68A88D4D4D87}"/>
              </a:ext>
            </a:extLst>
          </p:cNvPr>
          <p:cNvSpPr txBox="1"/>
          <p:nvPr/>
        </p:nvSpPr>
        <p:spPr>
          <a:xfrm>
            <a:off x="3740702" y="3227311"/>
            <a:ext cx="319771" cy="212125"/>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rgbClr val="99082B"/>
                </a:solidFill>
              </a:rPr>
              <a:t>3</a:t>
            </a:r>
          </a:p>
        </p:txBody>
      </p:sp>
    </p:spTree>
    <p:extLst>
      <p:ext uri="{BB962C8B-B14F-4D97-AF65-F5344CB8AC3E}">
        <p14:creationId xmlns:p14="http://schemas.microsoft.com/office/powerpoint/2010/main" val="3430626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4" grpId="0" animBg="1"/>
      <p:bldP spid="16" grpId="0" animBg="1"/>
      <p:bldP spid="17" grpId="0" animBg="1"/>
      <p:bldP spid="1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C571A-A2D2-E870-BE98-B82737BFD651}"/>
            </a:ext>
          </a:extLst>
        </p:cNvPr>
        <p:cNvGrpSpPr/>
        <p:nvPr/>
      </p:nvGrpSpPr>
      <p:grpSpPr>
        <a:xfrm>
          <a:off x="0" y="0"/>
          <a:ext cx="0" cy="0"/>
          <a:chOff x="0" y="0"/>
          <a:chExt cx="0" cy="0"/>
        </a:xfrm>
      </p:grpSpPr>
      <p:sp>
        <p:nvSpPr>
          <p:cNvPr id="9" name="Rectángulo: esquinas redondeadas 8">
            <a:extLst>
              <a:ext uri="{FF2B5EF4-FFF2-40B4-BE49-F238E27FC236}">
                <a16:creationId xmlns:a16="http://schemas.microsoft.com/office/drawing/2014/main" id="{37D5FD54-1FED-8E84-2BF7-18CD3DC25440}"/>
              </a:ext>
            </a:extLst>
          </p:cNvPr>
          <p:cNvSpPr/>
          <p:nvPr/>
        </p:nvSpPr>
        <p:spPr>
          <a:xfrm>
            <a:off x="143315" y="1307074"/>
            <a:ext cx="4024648" cy="260423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0" name="Imagen 19">
            <a:extLst>
              <a:ext uri="{FF2B5EF4-FFF2-40B4-BE49-F238E27FC236}">
                <a16:creationId xmlns:a16="http://schemas.microsoft.com/office/drawing/2014/main" id="{EA9A8852-FBC4-208C-C4F2-8F5A8ED09420}"/>
              </a:ext>
            </a:extLst>
          </p:cNvPr>
          <p:cNvPicPr>
            <a:picLocks noChangeAspect="1"/>
          </p:cNvPicPr>
          <p:nvPr/>
        </p:nvPicPr>
        <p:blipFill>
          <a:blip r:embed="rId2"/>
          <a:stretch>
            <a:fillRect/>
          </a:stretch>
        </p:blipFill>
        <p:spPr>
          <a:xfrm>
            <a:off x="240549" y="1609195"/>
            <a:ext cx="3839705" cy="2082228"/>
          </a:xfrm>
          <a:prstGeom prst="rect">
            <a:avLst/>
          </a:prstGeom>
        </p:spPr>
      </p:pic>
      <p:sp>
        <p:nvSpPr>
          <p:cNvPr id="11" name="Rectángulo: esquinas redondeadas 10">
            <a:extLst>
              <a:ext uri="{FF2B5EF4-FFF2-40B4-BE49-F238E27FC236}">
                <a16:creationId xmlns:a16="http://schemas.microsoft.com/office/drawing/2014/main" id="{B1E09770-4802-E466-BBDF-222B66523ED9}"/>
              </a:ext>
            </a:extLst>
          </p:cNvPr>
          <p:cNvSpPr/>
          <p:nvPr/>
        </p:nvSpPr>
        <p:spPr>
          <a:xfrm>
            <a:off x="4471789" y="1274144"/>
            <a:ext cx="452889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4" name="Imagen 23">
            <a:extLst>
              <a:ext uri="{FF2B5EF4-FFF2-40B4-BE49-F238E27FC236}">
                <a16:creationId xmlns:a16="http://schemas.microsoft.com/office/drawing/2014/main" id="{E80F4F8F-79AB-746F-7E23-18167B761D7B}"/>
              </a:ext>
            </a:extLst>
          </p:cNvPr>
          <p:cNvPicPr>
            <a:picLocks noChangeAspect="1"/>
          </p:cNvPicPr>
          <p:nvPr/>
        </p:nvPicPr>
        <p:blipFill>
          <a:blip r:embed="rId3"/>
          <a:stretch>
            <a:fillRect/>
          </a:stretch>
        </p:blipFill>
        <p:spPr>
          <a:xfrm>
            <a:off x="4771043" y="1496804"/>
            <a:ext cx="4041964" cy="2290445"/>
          </a:xfrm>
          <a:prstGeom prst="rect">
            <a:avLst/>
          </a:prstGeom>
        </p:spPr>
      </p:pic>
      <p:sp>
        <p:nvSpPr>
          <p:cNvPr id="2" name="Title 1">
            <a:extLst>
              <a:ext uri="{FF2B5EF4-FFF2-40B4-BE49-F238E27FC236}">
                <a16:creationId xmlns:a16="http://schemas.microsoft.com/office/drawing/2014/main" id="{72A9EC06-45C9-AF1C-0B4C-8864D00F2B6E}"/>
              </a:ext>
            </a:extLst>
          </p:cNvPr>
          <p:cNvSpPr>
            <a:spLocks noGrp="1"/>
          </p:cNvSpPr>
          <p:nvPr>
            <p:ph type="title"/>
          </p:nvPr>
        </p:nvSpPr>
        <p:spPr>
          <a:xfrm>
            <a:off x="330993" y="313420"/>
            <a:ext cx="8482014" cy="615553"/>
          </a:xfrm>
        </p:spPr>
        <p:txBody>
          <a:bodyPr/>
          <a:lstStyle/>
          <a:p>
            <a:pPr algn="ctr"/>
            <a:r>
              <a:rPr lang="es-MX" noProof="0"/>
              <a:t>5 Whys</a:t>
            </a:r>
            <a:br>
              <a:rPr lang="es-MX" noProof="0"/>
            </a:br>
            <a:endParaRPr lang="es-MX" noProof="0"/>
          </a:p>
        </p:txBody>
      </p:sp>
      <p:pic>
        <p:nvPicPr>
          <p:cNvPr id="5" name="Imagen 4" descr="Dibujo de una persona&#10;&#10;El contenido generado por IA puede ser incorrecto.">
            <a:extLst>
              <a:ext uri="{FF2B5EF4-FFF2-40B4-BE49-F238E27FC236}">
                <a16:creationId xmlns:a16="http://schemas.microsoft.com/office/drawing/2014/main" id="{690A499D-93B7-B1C3-8518-B5F1E9822F61}"/>
              </a:ext>
            </a:extLst>
          </p:cNvPr>
          <p:cNvPicPr>
            <a:picLocks noChangeAspect="1"/>
          </p:cNvPicPr>
          <p:nvPr/>
        </p:nvPicPr>
        <p:blipFill>
          <a:blip r:embed="rId4"/>
          <a:stretch>
            <a:fillRect/>
          </a:stretch>
        </p:blipFill>
        <p:spPr>
          <a:xfrm>
            <a:off x="8661417" y="109943"/>
            <a:ext cx="466952" cy="466952"/>
          </a:xfrm>
          <a:prstGeom prst="rect">
            <a:avLst/>
          </a:prstGeom>
        </p:spPr>
      </p:pic>
      <p:sp>
        <p:nvSpPr>
          <p:cNvPr id="29" name="CuadroTexto 28">
            <a:extLst>
              <a:ext uri="{FF2B5EF4-FFF2-40B4-BE49-F238E27FC236}">
                <a16:creationId xmlns:a16="http://schemas.microsoft.com/office/drawing/2014/main" id="{7633BE4B-82A9-C696-4A56-5534AE13C328}"/>
              </a:ext>
            </a:extLst>
          </p:cNvPr>
          <p:cNvSpPr txBox="1"/>
          <p:nvPr/>
        </p:nvSpPr>
        <p:spPr>
          <a:xfrm>
            <a:off x="6129781" y="1598979"/>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a:solidFill>
                  <a:schemeClr val="bg1"/>
                </a:solidFill>
              </a:rPr>
              <a:t>Terminal tractor waiting time</a:t>
            </a:r>
          </a:p>
        </p:txBody>
      </p:sp>
      <p:sp>
        <p:nvSpPr>
          <p:cNvPr id="87" name="CuadroTexto 7">
            <a:extLst>
              <a:ext uri="{FF2B5EF4-FFF2-40B4-BE49-F238E27FC236}">
                <a16:creationId xmlns:a16="http://schemas.microsoft.com/office/drawing/2014/main" id="{FAEDF6C8-E9D7-54E1-0D18-216ED149B41F}"/>
              </a:ext>
            </a:extLst>
          </p:cNvPr>
          <p:cNvSpPr txBox="1"/>
          <p:nvPr/>
        </p:nvSpPr>
        <p:spPr>
          <a:xfrm>
            <a:off x="2509971" y="58283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Next Step</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3" name="CuadroTexto 2">
            <a:extLst>
              <a:ext uri="{FF2B5EF4-FFF2-40B4-BE49-F238E27FC236}">
                <a16:creationId xmlns:a16="http://schemas.microsoft.com/office/drawing/2014/main" id="{52B61E18-35B1-E67E-774E-1ABD16FBDF84}"/>
              </a:ext>
            </a:extLst>
          </p:cNvPr>
          <p:cNvSpPr txBox="1"/>
          <p:nvPr/>
        </p:nvSpPr>
        <p:spPr>
          <a:xfrm>
            <a:off x="5866222" y="1902526"/>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distance between the yard and the crane is too great</a:t>
            </a:r>
          </a:p>
        </p:txBody>
      </p:sp>
      <p:sp>
        <p:nvSpPr>
          <p:cNvPr id="6" name="CuadroTexto 5">
            <a:extLst>
              <a:ext uri="{FF2B5EF4-FFF2-40B4-BE49-F238E27FC236}">
                <a16:creationId xmlns:a16="http://schemas.microsoft.com/office/drawing/2014/main" id="{9E7A35E7-2C4F-5C37-3763-38F01A49557D}"/>
              </a:ext>
            </a:extLst>
          </p:cNvPr>
          <p:cNvSpPr txBox="1"/>
          <p:nvPr/>
        </p:nvSpPr>
        <p:spPr>
          <a:xfrm>
            <a:off x="5866221" y="221215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Berth 1 is assigned during vessel planning</a:t>
            </a:r>
          </a:p>
        </p:txBody>
      </p:sp>
      <p:sp>
        <p:nvSpPr>
          <p:cNvPr id="7" name="CuadroTexto 6">
            <a:extLst>
              <a:ext uri="{FF2B5EF4-FFF2-40B4-BE49-F238E27FC236}">
                <a16:creationId xmlns:a16="http://schemas.microsoft.com/office/drawing/2014/main" id="{F5FCEEE5-EFC6-9D39-73D1-11D2DE70DDD6}"/>
              </a:ext>
            </a:extLst>
          </p:cNvPr>
          <p:cNvSpPr txBox="1"/>
          <p:nvPr/>
        </p:nvSpPr>
        <p:spPr>
          <a:xfrm>
            <a:off x="5866220" y="2524262"/>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Berth 5 is unavailable for container operations</a:t>
            </a:r>
          </a:p>
        </p:txBody>
      </p:sp>
      <p:sp>
        <p:nvSpPr>
          <p:cNvPr id="8" name="CuadroTexto 7">
            <a:extLst>
              <a:ext uri="{FF2B5EF4-FFF2-40B4-BE49-F238E27FC236}">
                <a16:creationId xmlns:a16="http://schemas.microsoft.com/office/drawing/2014/main" id="{2E234236-24A4-A269-ED27-11B6F166EB13}"/>
              </a:ext>
            </a:extLst>
          </p:cNvPr>
          <p:cNvSpPr txBox="1"/>
          <p:nvPr/>
        </p:nvSpPr>
        <p:spPr>
          <a:xfrm>
            <a:off x="5884086" y="2841288"/>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MHC crane cannot be positioned at Berth 5</a:t>
            </a:r>
          </a:p>
        </p:txBody>
      </p:sp>
      <p:sp>
        <p:nvSpPr>
          <p:cNvPr id="10" name="CuadroTexto 9">
            <a:extLst>
              <a:ext uri="{FF2B5EF4-FFF2-40B4-BE49-F238E27FC236}">
                <a16:creationId xmlns:a16="http://schemas.microsoft.com/office/drawing/2014/main" id="{A4A41E13-EA9E-02DA-CFC4-38A66D6D4F04}"/>
              </a:ext>
            </a:extLst>
          </p:cNvPr>
          <p:cNvSpPr txBox="1"/>
          <p:nvPr/>
        </p:nvSpPr>
        <p:spPr>
          <a:xfrm>
            <a:off x="5923972" y="3164622"/>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chemeClr val="bg1"/>
                </a:solidFill>
              </a:rPr>
              <a:t>The weight of the MHC crane affects the structure of Berth 5</a:t>
            </a:r>
          </a:p>
        </p:txBody>
      </p:sp>
      <p:sp>
        <p:nvSpPr>
          <p:cNvPr id="13" name="Rectángulo: esquinas redondeadas 12">
            <a:extLst>
              <a:ext uri="{FF2B5EF4-FFF2-40B4-BE49-F238E27FC236}">
                <a16:creationId xmlns:a16="http://schemas.microsoft.com/office/drawing/2014/main" id="{216F0396-E77F-43BB-F266-1D1139FFA4AF}"/>
              </a:ext>
            </a:extLst>
          </p:cNvPr>
          <p:cNvSpPr/>
          <p:nvPr/>
        </p:nvSpPr>
        <p:spPr>
          <a:xfrm>
            <a:off x="240549" y="2314312"/>
            <a:ext cx="3839704" cy="208962"/>
          </a:xfrm>
          <a:prstGeom prst="roundRect">
            <a:avLst/>
          </a:prstGeom>
          <a:noFill/>
          <a:ln w="28575"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Rectángulo: esquinas redondeadas 13">
            <a:extLst>
              <a:ext uri="{FF2B5EF4-FFF2-40B4-BE49-F238E27FC236}">
                <a16:creationId xmlns:a16="http://schemas.microsoft.com/office/drawing/2014/main" id="{5B98FC55-FBDF-FD9F-7801-637F8B3D8719}"/>
              </a:ext>
            </a:extLst>
          </p:cNvPr>
          <p:cNvSpPr/>
          <p:nvPr/>
        </p:nvSpPr>
        <p:spPr>
          <a:xfrm>
            <a:off x="240548" y="2541149"/>
            <a:ext cx="3839703" cy="208962"/>
          </a:xfrm>
          <a:prstGeom prst="roundRect">
            <a:avLst/>
          </a:prstGeom>
          <a:noFill/>
          <a:ln w="28575"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5" name="Rectángulo: esquinas redondeadas 14">
            <a:extLst>
              <a:ext uri="{FF2B5EF4-FFF2-40B4-BE49-F238E27FC236}">
                <a16:creationId xmlns:a16="http://schemas.microsoft.com/office/drawing/2014/main" id="{1D29D625-D8E6-59D3-523C-D6EF7EA331D4}"/>
              </a:ext>
            </a:extLst>
          </p:cNvPr>
          <p:cNvSpPr/>
          <p:nvPr/>
        </p:nvSpPr>
        <p:spPr>
          <a:xfrm>
            <a:off x="1894379" y="4067909"/>
            <a:ext cx="4765578" cy="96498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dirty="0">
                <a:solidFill>
                  <a:schemeClr val="bg1"/>
                </a:solidFill>
              </a:rPr>
              <a:t>The exercise must be performed for all causes with a score of 10 or higher</a:t>
            </a:r>
          </a:p>
        </p:txBody>
      </p:sp>
      <p:pic>
        <p:nvPicPr>
          <p:cNvPr id="16" name="Gráfico 15" descr="Flecha lineal: recto con relleno sólido">
            <a:extLst>
              <a:ext uri="{FF2B5EF4-FFF2-40B4-BE49-F238E27FC236}">
                <a16:creationId xmlns:a16="http://schemas.microsoft.com/office/drawing/2014/main" id="{E081F2CB-EA2C-1D74-1FAD-C3DAC4E3F5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8995160">
            <a:off x="3968627" y="1747904"/>
            <a:ext cx="562075" cy="723172"/>
          </a:xfrm>
          <a:prstGeom prst="rect">
            <a:avLst/>
          </a:prstGeom>
          <a:effectLst>
            <a:outerShdw blurRad="50800" dist="38100" dir="5400000" algn="t" rotWithShape="0">
              <a:prstClr val="black">
                <a:alpha val="40000"/>
              </a:prstClr>
            </a:outerShdw>
          </a:effectLst>
        </p:spPr>
      </p:pic>
      <p:pic>
        <p:nvPicPr>
          <p:cNvPr id="17" name="Gráfico 16" descr="Flecha lineal: recto con relleno sólido">
            <a:extLst>
              <a:ext uri="{FF2B5EF4-FFF2-40B4-BE49-F238E27FC236}">
                <a16:creationId xmlns:a16="http://schemas.microsoft.com/office/drawing/2014/main" id="{8C568D89-0725-7D45-CD75-A76105CBF2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8995160">
            <a:off x="4016681" y="2139240"/>
            <a:ext cx="562075" cy="723172"/>
          </a:xfrm>
          <a:prstGeom prst="rect">
            <a:avLst/>
          </a:prstGeom>
          <a:effectLst>
            <a:outerShdw blurRad="50800" dist="38100" dir="5400000" algn="t" rotWithShape="0">
              <a:prstClr val="black">
                <a:alpha val="40000"/>
              </a:prstClr>
            </a:outerShdw>
          </a:effectLst>
        </p:spPr>
      </p:pic>
      <p:sp>
        <p:nvSpPr>
          <p:cNvPr id="18" name="Rectángulo: esquinas redondeadas 17">
            <a:extLst>
              <a:ext uri="{FF2B5EF4-FFF2-40B4-BE49-F238E27FC236}">
                <a16:creationId xmlns:a16="http://schemas.microsoft.com/office/drawing/2014/main" id="{C28EA2AC-0245-B938-701C-076ACCA5E536}"/>
              </a:ext>
            </a:extLst>
          </p:cNvPr>
          <p:cNvSpPr/>
          <p:nvPr/>
        </p:nvSpPr>
        <p:spPr>
          <a:xfrm>
            <a:off x="240548" y="3234610"/>
            <a:ext cx="3839703" cy="201372"/>
          </a:xfrm>
          <a:prstGeom prst="roundRect">
            <a:avLst/>
          </a:prstGeom>
          <a:noFill/>
          <a:ln w="28575"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9" name="Gráfico 18" descr="Flecha lineal: recto con relleno sólido">
            <a:extLst>
              <a:ext uri="{FF2B5EF4-FFF2-40B4-BE49-F238E27FC236}">
                <a16:creationId xmlns:a16="http://schemas.microsoft.com/office/drawing/2014/main" id="{AB7A14D7-FFE8-7259-25DB-EB63D2D68C8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8995160">
            <a:off x="4013888" y="2859181"/>
            <a:ext cx="562075" cy="723172"/>
          </a:xfrm>
          <a:prstGeom prst="rect">
            <a:avLst/>
          </a:prstGeom>
          <a:effectLst>
            <a:outerShdw blurRad="50800" dist="38100" dir="5400000" algn="t" rotWithShape="0">
              <a:prstClr val="black">
                <a:alpha val="40000"/>
              </a:prstClr>
            </a:outerShdw>
          </a:effectLst>
        </p:spPr>
      </p:pic>
      <p:sp>
        <p:nvSpPr>
          <p:cNvPr id="22" name="CuadroTexto 21">
            <a:extLst>
              <a:ext uri="{FF2B5EF4-FFF2-40B4-BE49-F238E27FC236}">
                <a16:creationId xmlns:a16="http://schemas.microsoft.com/office/drawing/2014/main" id="{82119B19-9DBE-8B90-2722-487C44D59EDA}"/>
              </a:ext>
            </a:extLst>
          </p:cNvPr>
          <p:cNvSpPr txBox="1"/>
          <p:nvPr/>
        </p:nvSpPr>
        <p:spPr>
          <a:xfrm>
            <a:off x="5979390" y="3503284"/>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chemeClr val="accent6">
                    <a:lumMod val="20000"/>
                    <a:lumOff val="80000"/>
                  </a:schemeClr>
                </a:solidFill>
              </a:rPr>
              <a:t>The weight of the MHC crane affects the structure of Berth 5</a:t>
            </a:r>
          </a:p>
        </p:txBody>
      </p:sp>
    </p:spTree>
    <p:extLst>
      <p:ext uri="{BB962C8B-B14F-4D97-AF65-F5344CB8AC3E}">
        <p14:creationId xmlns:p14="http://schemas.microsoft.com/office/powerpoint/2010/main" val="3260758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P spid="10" grpId="0"/>
      <p:bldP spid="13" grpId="0" animBg="1"/>
      <p:bldP spid="14" grpId="0" animBg="1"/>
      <p:bldP spid="15" grpId="0" animBg="1"/>
      <p:bldP spid="18" grpId="0" animBg="1"/>
      <p:bldP spid="2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E4935-7E72-BAEA-32D5-2D046F6F7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478458-FD7D-38A2-DCBD-C4B455EB4E00}"/>
              </a:ext>
            </a:extLst>
          </p:cNvPr>
          <p:cNvSpPr>
            <a:spLocks noGrp="1"/>
          </p:cNvSpPr>
          <p:nvPr>
            <p:ph type="title"/>
          </p:nvPr>
        </p:nvSpPr>
        <p:spPr>
          <a:xfrm>
            <a:off x="330993" y="313420"/>
            <a:ext cx="8482014" cy="615553"/>
          </a:xfrm>
        </p:spPr>
        <p:txBody>
          <a:bodyPr/>
          <a:lstStyle/>
          <a:p>
            <a:pPr algn="ctr"/>
            <a:r>
              <a:rPr lang="es-MX" noProof="0"/>
              <a:t>5 Whys</a:t>
            </a:r>
            <a:br>
              <a:rPr lang="es-MX" noProof="0"/>
            </a:br>
            <a:endParaRPr lang="es-MX" noProof="0"/>
          </a:p>
        </p:txBody>
      </p:sp>
      <p:pic>
        <p:nvPicPr>
          <p:cNvPr id="5" name="Imagen 4" descr="Dibujo de una persona&#10;&#10;El contenido generado por IA puede ser incorrecto.">
            <a:extLst>
              <a:ext uri="{FF2B5EF4-FFF2-40B4-BE49-F238E27FC236}">
                <a16:creationId xmlns:a16="http://schemas.microsoft.com/office/drawing/2014/main" id="{D703023F-564E-6ED8-5638-73473C802F87}"/>
              </a:ext>
            </a:extLst>
          </p:cNvPr>
          <p:cNvPicPr>
            <a:picLocks noChangeAspect="1"/>
          </p:cNvPicPr>
          <p:nvPr/>
        </p:nvPicPr>
        <p:blipFill>
          <a:blip r:embed="rId2"/>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8C905098-F499-A02F-1F21-A18F798E3FBF}"/>
              </a:ext>
            </a:extLst>
          </p:cNvPr>
          <p:cNvSpPr/>
          <p:nvPr/>
        </p:nvSpPr>
        <p:spPr>
          <a:xfrm>
            <a:off x="330993" y="1175796"/>
            <a:ext cx="5171941" cy="2932014"/>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87" name="CuadroTexto 7">
            <a:extLst>
              <a:ext uri="{FF2B5EF4-FFF2-40B4-BE49-F238E27FC236}">
                <a16:creationId xmlns:a16="http://schemas.microsoft.com/office/drawing/2014/main" id="{1E847B74-F248-2A64-9A8D-0BC8B7E663AD}"/>
              </a:ext>
            </a:extLst>
          </p:cNvPr>
          <p:cNvSpPr txBox="1"/>
          <p:nvPr/>
        </p:nvSpPr>
        <p:spPr>
          <a:xfrm>
            <a:off x="2509971" y="58283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Validate using “Therefore”</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24" name="Rectángulo: esquinas redondeadas 23">
            <a:extLst>
              <a:ext uri="{FF2B5EF4-FFF2-40B4-BE49-F238E27FC236}">
                <a16:creationId xmlns:a16="http://schemas.microsoft.com/office/drawing/2014/main" id="{0FFB9BBF-106B-B761-325C-44ED5234F25B}"/>
              </a:ext>
            </a:extLst>
          </p:cNvPr>
          <p:cNvSpPr/>
          <p:nvPr/>
        </p:nvSpPr>
        <p:spPr>
          <a:xfrm>
            <a:off x="5799633" y="1232469"/>
            <a:ext cx="2223063" cy="76944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Reinforces the logic of the analysis</a:t>
            </a:r>
          </a:p>
        </p:txBody>
      </p:sp>
      <p:sp>
        <p:nvSpPr>
          <p:cNvPr id="27" name="Rectángulo: esquinas redondeadas 26">
            <a:extLst>
              <a:ext uri="{FF2B5EF4-FFF2-40B4-BE49-F238E27FC236}">
                <a16:creationId xmlns:a16="http://schemas.microsoft.com/office/drawing/2014/main" id="{4E0D4614-BB79-C410-8E7F-B2AA63C65001}"/>
              </a:ext>
            </a:extLst>
          </p:cNvPr>
          <p:cNvSpPr/>
          <p:nvPr/>
        </p:nvSpPr>
        <p:spPr>
          <a:xfrm>
            <a:off x="5799630" y="2241203"/>
            <a:ext cx="2223063" cy="76944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Connects the answer to the previous “why”</a:t>
            </a:r>
          </a:p>
        </p:txBody>
      </p:sp>
      <p:sp>
        <p:nvSpPr>
          <p:cNvPr id="30" name="Rectángulo: esquinas redondeadas 29">
            <a:extLst>
              <a:ext uri="{FF2B5EF4-FFF2-40B4-BE49-F238E27FC236}">
                <a16:creationId xmlns:a16="http://schemas.microsoft.com/office/drawing/2014/main" id="{88E44680-7CA2-A3CC-A9CC-FD795AC7F2DE}"/>
              </a:ext>
            </a:extLst>
          </p:cNvPr>
          <p:cNvSpPr/>
          <p:nvPr/>
        </p:nvSpPr>
        <p:spPr>
          <a:xfrm>
            <a:off x="5799631" y="3249938"/>
            <a:ext cx="2223063" cy="76944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Strengthens the reasoning</a:t>
            </a:r>
          </a:p>
        </p:txBody>
      </p:sp>
      <p:sp>
        <p:nvSpPr>
          <p:cNvPr id="31" name="Rectángulo: esquinas redondeadas 30">
            <a:extLst>
              <a:ext uri="{FF2B5EF4-FFF2-40B4-BE49-F238E27FC236}">
                <a16:creationId xmlns:a16="http://schemas.microsoft.com/office/drawing/2014/main" id="{F8BE39E9-8F67-BB1A-904E-C760F37ACA88}"/>
              </a:ext>
            </a:extLst>
          </p:cNvPr>
          <p:cNvSpPr/>
          <p:nvPr/>
        </p:nvSpPr>
        <p:spPr>
          <a:xfrm>
            <a:off x="2149597" y="4227294"/>
            <a:ext cx="4844805" cy="76944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It is easy to lose track during a 5 Whys analysis. The “Can Cause” prompt helps validate that our answers are consistent and that we are moving in the right direction.</a:t>
            </a:r>
          </a:p>
        </p:txBody>
      </p:sp>
      <p:pic>
        <p:nvPicPr>
          <p:cNvPr id="41" name="Gráfico 40" descr="Conectado con relleno sólido">
            <a:extLst>
              <a:ext uri="{FF2B5EF4-FFF2-40B4-BE49-F238E27FC236}">
                <a16:creationId xmlns:a16="http://schemas.microsoft.com/office/drawing/2014/main" id="{705B5AE1-FE4E-87B2-B77B-DC4A64189E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18182" y="2114550"/>
            <a:ext cx="914400" cy="914400"/>
          </a:xfrm>
          <a:prstGeom prst="rect">
            <a:avLst/>
          </a:prstGeom>
          <a:effectLst>
            <a:outerShdw blurRad="50800" dist="38100" dir="2700000" algn="tl" rotWithShape="0">
              <a:prstClr val="black">
                <a:alpha val="40000"/>
              </a:prstClr>
            </a:outerShdw>
          </a:effectLst>
        </p:spPr>
      </p:pic>
      <p:pic>
        <p:nvPicPr>
          <p:cNvPr id="45" name="Gráfico 44" descr="Burbuja de chat con relleno sólido">
            <a:extLst>
              <a:ext uri="{FF2B5EF4-FFF2-40B4-BE49-F238E27FC236}">
                <a16:creationId xmlns:a16="http://schemas.microsoft.com/office/drawing/2014/main" id="{CA95B0A0-CF28-45D5-A084-0740FF063C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18182" y="3193410"/>
            <a:ext cx="914400" cy="914400"/>
          </a:xfrm>
          <a:prstGeom prst="rect">
            <a:avLst/>
          </a:prstGeom>
          <a:effectLst>
            <a:outerShdw blurRad="50800" dist="38100" dir="2700000" algn="tl" rotWithShape="0">
              <a:prstClr val="black">
                <a:alpha val="40000"/>
              </a:prstClr>
            </a:outerShdw>
          </a:effectLst>
        </p:spPr>
      </p:pic>
      <p:pic>
        <p:nvPicPr>
          <p:cNvPr id="49" name="Gráfico 48" descr="Cerebro izquierdo con relleno sólido">
            <a:extLst>
              <a:ext uri="{FF2B5EF4-FFF2-40B4-BE49-F238E27FC236}">
                <a16:creationId xmlns:a16="http://schemas.microsoft.com/office/drawing/2014/main" id="{C47E11B4-87A3-5E84-1837-28530834C0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44110" y="1175055"/>
            <a:ext cx="914400" cy="914400"/>
          </a:xfrm>
          <a:prstGeom prst="rect">
            <a:avLst/>
          </a:prstGeom>
          <a:effectLst>
            <a:outerShdw blurRad="50800" dist="38100" dir="2700000" algn="tl" rotWithShape="0">
              <a:prstClr val="black">
                <a:alpha val="40000"/>
              </a:prstClr>
            </a:outerShdw>
          </a:effectLst>
        </p:spPr>
      </p:pic>
      <p:pic>
        <p:nvPicPr>
          <p:cNvPr id="4" name="Imagen 3">
            <a:extLst>
              <a:ext uri="{FF2B5EF4-FFF2-40B4-BE49-F238E27FC236}">
                <a16:creationId xmlns:a16="http://schemas.microsoft.com/office/drawing/2014/main" id="{FBCF94EE-D0A2-1AB1-862C-EB637BE9A02C}"/>
              </a:ext>
            </a:extLst>
          </p:cNvPr>
          <p:cNvPicPr>
            <a:picLocks noChangeAspect="1"/>
          </p:cNvPicPr>
          <p:nvPr/>
        </p:nvPicPr>
        <p:blipFill>
          <a:blip r:embed="rId6"/>
          <a:stretch>
            <a:fillRect/>
          </a:stretch>
        </p:blipFill>
        <p:spPr>
          <a:xfrm>
            <a:off x="632338" y="1343326"/>
            <a:ext cx="4569250" cy="2565193"/>
          </a:xfrm>
          <a:prstGeom prst="rect">
            <a:avLst/>
          </a:prstGeom>
        </p:spPr>
      </p:pic>
      <p:sp>
        <p:nvSpPr>
          <p:cNvPr id="46" name="Rectángulo: esquinas redondeadas 45">
            <a:extLst>
              <a:ext uri="{FF2B5EF4-FFF2-40B4-BE49-F238E27FC236}">
                <a16:creationId xmlns:a16="http://schemas.microsoft.com/office/drawing/2014/main" id="{E5832912-35C0-12A2-4118-72351F7EAE34}"/>
              </a:ext>
            </a:extLst>
          </p:cNvPr>
          <p:cNvSpPr/>
          <p:nvPr/>
        </p:nvSpPr>
        <p:spPr>
          <a:xfrm rot="5400000">
            <a:off x="3706981" y="2037152"/>
            <a:ext cx="2283365" cy="737501"/>
          </a:xfrm>
          <a:prstGeom prst="roundRect">
            <a:avLst/>
          </a:prstGeom>
          <a:noFill/>
          <a:ln w="28575"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Tree>
    <p:extLst>
      <p:ext uri="{BB962C8B-B14F-4D97-AF65-F5344CB8AC3E}">
        <p14:creationId xmlns:p14="http://schemas.microsoft.com/office/powerpoint/2010/main" val="1197291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7D7E7-BB6D-E2FD-FB1E-EFDC139B1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C82EB-5CE8-B7B7-7A43-9D5E82F8B6CA}"/>
              </a:ext>
            </a:extLst>
          </p:cNvPr>
          <p:cNvSpPr>
            <a:spLocks noGrp="1"/>
          </p:cNvSpPr>
          <p:nvPr>
            <p:ph type="title"/>
          </p:nvPr>
        </p:nvSpPr>
        <p:spPr>
          <a:xfrm>
            <a:off x="330993" y="313420"/>
            <a:ext cx="8482014" cy="307777"/>
          </a:xfrm>
        </p:spPr>
        <p:txBody>
          <a:bodyPr/>
          <a:lstStyle/>
          <a:p>
            <a:pPr algn="ctr"/>
            <a:r>
              <a:rPr lang="es-MX" noProof="0"/>
              <a:t>5 Whys</a:t>
            </a:r>
          </a:p>
        </p:txBody>
      </p:sp>
      <p:pic>
        <p:nvPicPr>
          <p:cNvPr id="5" name="Imagen 4" descr="Dibujo de una persona&#10;&#10;El contenido generado por IA puede ser incorrecto.">
            <a:extLst>
              <a:ext uri="{FF2B5EF4-FFF2-40B4-BE49-F238E27FC236}">
                <a16:creationId xmlns:a16="http://schemas.microsoft.com/office/drawing/2014/main" id="{4DE95172-7E83-FDE2-B75F-64729B6FF6A7}"/>
              </a:ext>
            </a:extLst>
          </p:cNvPr>
          <p:cNvPicPr>
            <a:picLocks noChangeAspect="1"/>
          </p:cNvPicPr>
          <p:nvPr/>
        </p:nvPicPr>
        <p:blipFill>
          <a:blip r:embed="rId2"/>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49EAAF8C-CE75-09EE-9410-B194644491FB}"/>
              </a:ext>
            </a:extLst>
          </p:cNvPr>
          <p:cNvSpPr/>
          <p:nvPr/>
        </p:nvSpPr>
        <p:spPr>
          <a:xfrm>
            <a:off x="1993443" y="1231300"/>
            <a:ext cx="5177358" cy="302144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8" name="Rectángulo 7">
            <a:extLst>
              <a:ext uri="{FF2B5EF4-FFF2-40B4-BE49-F238E27FC236}">
                <a16:creationId xmlns:a16="http://schemas.microsoft.com/office/drawing/2014/main" id="{343CAE7D-3D36-39EB-1401-1B5F6A31E6E7}"/>
              </a:ext>
            </a:extLst>
          </p:cNvPr>
          <p:cNvSpPr/>
          <p:nvPr/>
        </p:nvSpPr>
        <p:spPr>
          <a:xfrm>
            <a:off x="2789632" y="1388608"/>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5" name="Rectángulo 14">
            <a:extLst>
              <a:ext uri="{FF2B5EF4-FFF2-40B4-BE49-F238E27FC236}">
                <a16:creationId xmlns:a16="http://schemas.microsoft.com/office/drawing/2014/main" id="{D2AB1ED4-A7E9-2D81-8C1F-530426669229}"/>
              </a:ext>
            </a:extLst>
          </p:cNvPr>
          <p:cNvSpPr/>
          <p:nvPr/>
        </p:nvSpPr>
        <p:spPr>
          <a:xfrm>
            <a:off x="2789632" y="1833526"/>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8" name="Rectángulo 17">
            <a:extLst>
              <a:ext uri="{FF2B5EF4-FFF2-40B4-BE49-F238E27FC236}">
                <a16:creationId xmlns:a16="http://schemas.microsoft.com/office/drawing/2014/main" id="{19133136-973B-A558-F233-79169EE05035}"/>
              </a:ext>
            </a:extLst>
          </p:cNvPr>
          <p:cNvSpPr/>
          <p:nvPr/>
        </p:nvSpPr>
        <p:spPr>
          <a:xfrm>
            <a:off x="2789630" y="2205020"/>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9" name="Rectángulo 18">
            <a:extLst>
              <a:ext uri="{FF2B5EF4-FFF2-40B4-BE49-F238E27FC236}">
                <a16:creationId xmlns:a16="http://schemas.microsoft.com/office/drawing/2014/main" id="{F3F0D2B4-DA77-2313-0ED6-FC49FDF800E0}"/>
              </a:ext>
            </a:extLst>
          </p:cNvPr>
          <p:cNvSpPr/>
          <p:nvPr/>
        </p:nvSpPr>
        <p:spPr>
          <a:xfrm>
            <a:off x="2789631" y="2574196"/>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0" name="Rectángulo 19">
            <a:extLst>
              <a:ext uri="{FF2B5EF4-FFF2-40B4-BE49-F238E27FC236}">
                <a16:creationId xmlns:a16="http://schemas.microsoft.com/office/drawing/2014/main" id="{A55C9482-A758-3F01-0A5F-D0A7B2BE8003}"/>
              </a:ext>
            </a:extLst>
          </p:cNvPr>
          <p:cNvSpPr/>
          <p:nvPr/>
        </p:nvSpPr>
        <p:spPr>
          <a:xfrm>
            <a:off x="2789631" y="2949825"/>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2" name="Rectángulo 21">
            <a:extLst>
              <a:ext uri="{FF2B5EF4-FFF2-40B4-BE49-F238E27FC236}">
                <a16:creationId xmlns:a16="http://schemas.microsoft.com/office/drawing/2014/main" id="{2D315216-4EB9-F931-1CCA-C1CEE0B364DB}"/>
              </a:ext>
            </a:extLst>
          </p:cNvPr>
          <p:cNvSpPr/>
          <p:nvPr/>
        </p:nvSpPr>
        <p:spPr>
          <a:xfrm>
            <a:off x="2789630" y="3758909"/>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4" name="Rectángulo 23">
            <a:extLst>
              <a:ext uri="{FF2B5EF4-FFF2-40B4-BE49-F238E27FC236}">
                <a16:creationId xmlns:a16="http://schemas.microsoft.com/office/drawing/2014/main" id="{890ADB99-427C-65BA-4A47-876CDC754DFB}"/>
              </a:ext>
            </a:extLst>
          </p:cNvPr>
          <p:cNvSpPr/>
          <p:nvPr/>
        </p:nvSpPr>
        <p:spPr>
          <a:xfrm>
            <a:off x="2789632" y="1386472"/>
            <a:ext cx="653143"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Cause</a:t>
            </a:r>
          </a:p>
        </p:txBody>
      </p:sp>
      <p:sp>
        <p:nvSpPr>
          <p:cNvPr id="27" name="Rectángulo 26">
            <a:extLst>
              <a:ext uri="{FF2B5EF4-FFF2-40B4-BE49-F238E27FC236}">
                <a16:creationId xmlns:a16="http://schemas.microsoft.com/office/drawing/2014/main" id="{12759638-5B5E-BFFE-BF54-1A3DB38C8076}"/>
              </a:ext>
            </a:extLst>
          </p:cNvPr>
          <p:cNvSpPr/>
          <p:nvPr/>
        </p:nvSpPr>
        <p:spPr>
          <a:xfrm>
            <a:off x="2789630" y="2203788"/>
            <a:ext cx="653143" cy="330384"/>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2</a:t>
            </a:r>
          </a:p>
        </p:txBody>
      </p:sp>
      <p:sp>
        <p:nvSpPr>
          <p:cNvPr id="30" name="Rectángulo 29">
            <a:extLst>
              <a:ext uri="{FF2B5EF4-FFF2-40B4-BE49-F238E27FC236}">
                <a16:creationId xmlns:a16="http://schemas.microsoft.com/office/drawing/2014/main" id="{CA81DEBB-2364-163E-D99B-5F25F8EDD449}"/>
              </a:ext>
            </a:extLst>
          </p:cNvPr>
          <p:cNvSpPr/>
          <p:nvPr/>
        </p:nvSpPr>
        <p:spPr>
          <a:xfrm>
            <a:off x="2789631" y="1836833"/>
            <a:ext cx="653143" cy="325558"/>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1</a:t>
            </a:r>
          </a:p>
        </p:txBody>
      </p:sp>
      <p:sp>
        <p:nvSpPr>
          <p:cNvPr id="31" name="Rectángulo 30">
            <a:extLst>
              <a:ext uri="{FF2B5EF4-FFF2-40B4-BE49-F238E27FC236}">
                <a16:creationId xmlns:a16="http://schemas.microsoft.com/office/drawing/2014/main" id="{9BA3EF8E-C67C-AEF7-4E72-17DB377DA4E7}"/>
              </a:ext>
            </a:extLst>
          </p:cNvPr>
          <p:cNvSpPr/>
          <p:nvPr/>
        </p:nvSpPr>
        <p:spPr>
          <a:xfrm>
            <a:off x="2789630" y="2577226"/>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3</a:t>
            </a:r>
          </a:p>
        </p:txBody>
      </p:sp>
      <p:sp>
        <p:nvSpPr>
          <p:cNvPr id="32" name="Rectángulo 31">
            <a:extLst>
              <a:ext uri="{FF2B5EF4-FFF2-40B4-BE49-F238E27FC236}">
                <a16:creationId xmlns:a16="http://schemas.microsoft.com/office/drawing/2014/main" id="{AE1E56A7-74AF-5B88-E9DE-BADE54659E57}"/>
              </a:ext>
            </a:extLst>
          </p:cNvPr>
          <p:cNvSpPr/>
          <p:nvPr/>
        </p:nvSpPr>
        <p:spPr>
          <a:xfrm>
            <a:off x="2789630" y="2950076"/>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4</a:t>
            </a:r>
          </a:p>
        </p:txBody>
      </p:sp>
      <p:sp>
        <p:nvSpPr>
          <p:cNvPr id="33" name="Rectángulo 32">
            <a:extLst>
              <a:ext uri="{FF2B5EF4-FFF2-40B4-BE49-F238E27FC236}">
                <a16:creationId xmlns:a16="http://schemas.microsoft.com/office/drawing/2014/main" id="{29C4E7D8-68C3-6AEF-2006-BF238CE88182}"/>
              </a:ext>
            </a:extLst>
          </p:cNvPr>
          <p:cNvSpPr/>
          <p:nvPr/>
        </p:nvSpPr>
        <p:spPr>
          <a:xfrm>
            <a:off x="2789630" y="3321744"/>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34" name="Rectángulo 33">
            <a:extLst>
              <a:ext uri="{FF2B5EF4-FFF2-40B4-BE49-F238E27FC236}">
                <a16:creationId xmlns:a16="http://schemas.microsoft.com/office/drawing/2014/main" id="{CAC55E5D-E2E1-7314-70AA-F1237492EDE0}"/>
              </a:ext>
            </a:extLst>
          </p:cNvPr>
          <p:cNvSpPr/>
          <p:nvPr/>
        </p:nvSpPr>
        <p:spPr>
          <a:xfrm>
            <a:off x="2789629" y="3321995"/>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5</a:t>
            </a:r>
          </a:p>
        </p:txBody>
      </p:sp>
      <p:sp>
        <p:nvSpPr>
          <p:cNvPr id="35" name="Rectángulo 34">
            <a:extLst>
              <a:ext uri="{FF2B5EF4-FFF2-40B4-BE49-F238E27FC236}">
                <a16:creationId xmlns:a16="http://schemas.microsoft.com/office/drawing/2014/main" id="{D493C903-60DD-B755-983E-00CBF1E3F321}"/>
              </a:ext>
            </a:extLst>
          </p:cNvPr>
          <p:cNvSpPr/>
          <p:nvPr/>
        </p:nvSpPr>
        <p:spPr>
          <a:xfrm>
            <a:off x="2789631" y="3757550"/>
            <a:ext cx="653142"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rgbClr val="FFFFFF"/>
                </a:solidFill>
              </a:rPr>
              <a:t>Identified Root Cause</a:t>
            </a:r>
          </a:p>
        </p:txBody>
      </p:sp>
      <p:pic>
        <p:nvPicPr>
          <p:cNvPr id="37" name="Gráfico 36" descr="Flecha lineal: curva con sentido de las agujas del reloj con relleno sólido">
            <a:extLst>
              <a:ext uri="{FF2B5EF4-FFF2-40B4-BE49-F238E27FC236}">
                <a16:creationId xmlns:a16="http://schemas.microsoft.com/office/drawing/2014/main" id="{3E425AB8-F3FF-A1FB-E200-B8316890A5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1" y="2002843"/>
            <a:ext cx="378983" cy="333662"/>
          </a:xfrm>
          <a:prstGeom prst="rect">
            <a:avLst/>
          </a:prstGeom>
          <a:effectLst>
            <a:outerShdw blurRad="50800" dist="38100" dir="2700000" algn="tl" rotWithShape="0">
              <a:prstClr val="black">
                <a:alpha val="40000"/>
              </a:prstClr>
            </a:outerShdw>
          </a:effectLst>
        </p:spPr>
      </p:pic>
      <p:pic>
        <p:nvPicPr>
          <p:cNvPr id="41" name="Gráfico 40" descr="Flecha lineal: curva con sentido de las agujas del reloj con relleno sólido">
            <a:extLst>
              <a:ext uri="{FF2B5EF4-FFF2-40B4-BE49-F238E27FC236}">
                <a16:creationId xmlns:a16="http://schemas.microsoft.com/office/drawing/2014/main" id="{789632F0-D08E-69F7-D867-6F32E0352A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0" y="2398163"/>
            <a:ext cx="378983" cy="333662"/>
          </a:xfrm>
          <a:prstGeom prst="rect">
            <a:avLst/>
          </a:prstGeom>
          <a:effectLst>
            <a:outerShdw blurRad="50800" dist="38100" dir="2700000" algn="tl" rotWithShape="0">
              <a:prstClr val="black">
                <a:alpha val="40000"/>
              </a:prstClr>
            </a:outerShdw>
          </a:effectLst>
        </p:spPr>
      </p:pic>
      <p:pic>
        <p:nvPicPr>
          <p:cNvPr id="42" name="Gráfico 41" descr="Flecha lineal: curva con sentido de las agujas del reloj con relleno sólido">
            <a:extLst>
              <a:ext uri="{FF2B5EF4-FFF2-40B4-BE49-F238E27FC236}">
                <a16:creationId xmlns:a16="http://schemas.microsoft.com/office/drawing/2014/main" id="{0D6BAEF8-E762-1DDC-AD9E-FBC292FA4E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1" y="2795586"/>
            <a:ext cx="378983" cy="333662"/>
          </a:xfrm>
          <a:prstGeom prst="rect">
            <a:avLst/>
          </a:prstGeom>
          <a:effectLst>
            <a:outerShdw blurRad="50800" dist="38100" dir="2700000" algn="tl" rotWithShape="0">
              <a:prstClr val="black">
                <a:alpha val="40000"/>
              </a:prstClr>
            </a:outerShdw>
          </a:effectLst>
        </p:spPr>
      </p:pic>
      <p:pic>
        <p:nvPicPr>
          <p:cNvPr id="43" name="Gráfico 42" descr="Flecha lineal: curva con sentido de las agujas del reloj con relleno sólido">
            <a:extLst>
              <a:ext uri="{FF2B5EF4-FFF2-40B4-BE49-F238E27FC236}">
                <a16:creationId xmlns:a16="http://schemas.microsoft.com/office/drawing/2014/main" id="{4BA7E80F-E424-D13F-B91F-FD928C7C70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19" y="3200989"/>
            <a:ext cx="378983" cy="333662"/>
          </a:xfrm>
          <a:prstGeom prst="rect">
            <a:avLst/>
          </a:prstGeom>
          <a:effectLst>
            <a:outerShdw blurRad="50800" dist="38100" dir="2700000" algn="tl" rotWithShape="0">
              <a:prstClr val="black">
                <a:alpha val="40000"/>
              </a:prstClr>
            </a:outerShdw>
          </a:effectLst>
        </p:spPr>
      </p:pic>
      <p:sp>
        <p:nvSpPr>
          <p:cNvPr id="44" name="Title 1">
            <a:extLst>
              <a:ext uri="{FF2B5EF4-FFF2-40B4-BE49-F238E27FC236}">
                <a16:creationId xmlns:a16="http://schemas.microsoft.com/office/drawing/2014/main" id="{5AE1ABDD-73CA-A6AA-DF36-61C641A1DB1D}"/>
              </a:ext>
            </a:extLst>
          </p:cNvPr>
          <p:cNvSpPr txBox="1">
            <a:spLocks/>
          </p:cNvSpPr>
          <p:nvPr/>
        </p:nvSpPr>
        <p:spPr>
          <a:xfrm rot="18276484">
            <a:off x="2060572" y="1700065"/>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sp>
        <p:nvSpPr>
          <p:cNvPr id="45" name="Title 1">
            <a:extLst>
              <a:ext uri="{FF2B5EF4-FFF2-40B4-BE49-F238E27FC236}">
                <a16:creationId xmlns:a16="http://schemas.microsoft.com/office/drawing/2014/main" id="{DBB623AF-C661-5FEE-2103-0F9E2E02D767}"/>
              </a:ext>
            </a:extLst>
          </p:cNvPr>
          <p:cNvSpPr txBox="1">
            <a:spLocks/>
          </p:cNvSpPr>
          <p:nvPr/>
        </p:nvSpPr>
        <p:spPr>
          <a:xfrm rot="18276484">
            <a:off x="2066975" y="2551482"/>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sp>
        <p:nvSpPr>
          <p:cNvPr id="46" name="Title 1">
            <a:extLst>
              <a:ext uri="{FF2B5EF4-FFF2-40B4-BE49-F238E27FC236}">
                <a16:creationId xmlns:a16="http://schemas.microsoft.com/office/drawing/2014/main" id="{F4D645B4-39F0-5FEE-9290-C804B9DCEA2F}"/>
              </a:ext>
            </a:extLst>
          </p:cNvPr>
          <p:cNvSpPr txBox="1">
            <a:spLocks/>
          </p:cNvSpPr>
          <p:nvPr/>
        </p:nvSpPr>
        <p:spPr>
          <a:xfrm rot="18276484">
            <a:off x="2066159" y="2967060"/>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sp>
        <p:nvSpPr>
          <p:cNvPr id="48" name="Title 1">
            <a:extLst>
              <a:ext uri="{FF2B5EF4-FFF2-40B4-BE49-F238E27FC236}">
                <a16:creationId xmlns:a16="http://schemas.microsoft.com/office/drawing/2014/main" id="{109395ED-F1A5-3F3D-6A54-9645986272D5}"/>
              </a:ext>
            </a:extLst>
          </p:cNvPr>
          <p:cNvSpPr txBox="1">
            <a:spLocks/>
          </p:cNvSpPr>
          <p:nvPr/>
        </p:nvSpPr>
        <p:spPr>
          <a:xfrm rot="18276484">
            <a:off x="2069057" y="3365961"/>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pic>
        <p:nvPicPr>
          <p:cNvPr id="49" name="Gráfico 48" descr="Flecha lineal: curva con sentido de las agujas del reloj con relleno sólido">
            <a:extLst>
              <a:ext uri="{FF2B5EF4-FFF2-40B4-BE49-F238E27FC236}">
                <a16:creationId xmlns:a16="http://schemas.microsoft.com/office/drawing/2014/main" id="{7B9719F3-5B37-9531-2867-54AA36CEEC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95211" y="1577751"/>
            <a:ext cx="378983" cy="333662"/>
          </a:xfrm>
          <a:prstGeom prst="rect">
            <a:avLst/>
          </a:prstGeom>
          <a:effectLst>
            <a:outerShdw blurRad="50800" dist="38100" dir="2700000" algn="tl" rotWithShape="0">
              <a:prstClr val="black">
                <a:alpha val="40000"/>
              </a:prstClr>
            </a:outerShdw>
          </a:effectLst>
        </p:spPr>
      </p:pic>
      <p:sp>
        <p:nvSpPr>
          <p:cNvPr id="50" name="Title 1">
            <a:extLst>
              <a:ext uri="{FF2B5EF4-FFF2-40B4-BE49-F238E27FC236}">
                <a16:creationId xmlns:a16="http://schemas.microsoft.com/office/drawing/2014/main" id="{1378D218-2768-0B5F-2D08-AA8541DCCC13}"/>
              </a:ext>
            </a:extLst>
          </p:cNvPr>
          <p:cNvSpPr txBox="1">
            <a:spLocks/>
          </p:cNvSpPr>
          <p:nvPr/>
        </p:nvSpPr>
        <p:spPr>
          <a:xfrm rot="18276484">
            <a:off x="2066160" y="2165205"/>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pic>
        <p:nvPicPr>
          <p:cNvPr id="51" name="Gráfico 50" descr="Flecha lineal: curva con sentido de las agujas del reloj con relleno sólido">
            <a:extLst>
              <a:ext uri="{FF2B5EF4-FFF2-40B4-BE49-F238E27FC236}">
                <a16:creationId xmlns:a16="http://schemas.microsoft.com/office/drawing/2014/main" id="{09DAF7E1-F46B-0463-7918-7A42C114FF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74083" y="1570797"/>
            <a:ext cx="378983" cy="333662"/>
          </a:xfrm>
          <a:prstGeom prst="rect">
            <a:avLst/>
          </a:prstGeom>
          <a:effectLst>
            <a:outerShdw blurRad="50800" dist="38100" dir="2700000" algn="tl" rotWithShape="0">
              <a:prstClr val="black">
                <a:alpha val="40000"/>
              </a:prstClr>
            </a:outerShdw>
          </a:effectLst>
        </p:spPr>
      </p:pic>
      <p:pic>
        <p:nvPicPr>
          <p:cNvPr id="52" name="Gráfico 51" descr="Flecha lineal: curva con sentido de las agujas del reloj con relleno sólido">
            <a:extLst>
              <a:ext uri="{FF2B5EF4-FFF2-40B4-BE49-F238E27FC236}">
                <a16:creationId xmlns:a16="http://schemas.microsoft.com/office/drawing/2014/main" id="{C070EDAF-9D0C-FFC8-6941-ADBC9977DA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0" y="1962324"/>
            <a:ext cx="378983" cy="333662"/>
          </a:xfrm>
          <a:prstGeom prst="rect">
            <a:avLst/>
          </a:prstGeom>
          <a:effectLst>
            <a:outerShdw blurRad="50800" dist="38100" dir="2700000" algn="tl" rotWithShape="0">
              <a:prstClr val="black">
                <a:alpha val="40000"/>
              </a:prstClr>
            </a:outerShdw>
          </a:effectLst>
        </p:spPr>
      </p:pic>
      <p:pic>
        <p:nvPicPr>
          <p:cNvPr id="53" name="Gráfico 52" descr="Flecha lineal: curva con sentido de las agujas del reloj con relleno sólido">
            <a:extLst>
              <a:ext uri="{FF2B5EF4-FFF2-40B4-BE49-F238E27FC236}">
                <a16:creationId xmlns:a16="http://schemas.microsoft.com/office/drawing/2014/main" id="{AC99FA33-55FD-5AF3-8D6B-A08BA366EB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1" y="2378920"/>
            <a:ext cx="378983" cy="333662"/>
          </a:xfrm>
          <a:prstGeom prst="rect">
            <a:avLst/>
          </a:prstGeom>
          <a:effectLst>
            <a:outerShdw blurRad="50800" dist="38100" dir="2700000" algn="tl" rotWithShape="0">
              <a:prstClr val="black">
                <a:alpha val="40000"/>
              </a:prstClr>
            </a:outerShdw>
          </a:effectLst>
        </p:spPr>
      </p:pic>
      <p:pic>
        <p:nvPicPr>
          <p:cNvPr id="54" name="Gráfico 53" descr="Flecha lineal: curva con sentido de las agujas del reloj con relleno sólido">
            <a:extLst>
              <a:ext uri="{FF2B5EF4-FFF2-40B4-BE49-F238E27FC236}">
                <a16:creationId xmlns:a16="http://schemas.microsoft.com/office/drawing/2014/main" id="{E614C589-1013-02EE-0D51-0F3B1EC964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0" y="2785848"/>
            <a:ext cx="378983" cy="333662"/>
          </a:xfrm>
          <a:prstGeom prst="rect">
            <a:avLst/>
          </a:prstGeom>
          <a:effectLst>
            <a:outerShdw blurRad="50800" dist="38100" dir="2700000" algn="tl" rotWithShape="0">
              <a:prstClr val="black">
                <a:alpha val="40000"/>
              </a:prstClr>
            </a:outerShdw>
          </a:effectLst>
        </p:spPr>
      </p:pic>
      <p:pic>
        <p:nvPicPr>
          <p:cNvPr id="55" name="Gráfico 54" descr="Flecha lineal: curva con sentido de las agujas del reloj con relleno sólido">
            <a:extLst>
              <a:ext uri="{FF2B5EF4-FFF2-40B4-BE49-F238E27FC236}">
                <a16:creationId xmlns:a16="http://schemas.microsoft.com/office/drawing/2014/main" id="{B0B9ED62-2B46-EDC4-26E0-66294DD23E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57" y="3162307"/>
            <a:ext cx="378983" cy="333662"/>
          </a:xfrm>
          <a:prstGeom prst="rect">
            <a:avLst/>
          </a:prstGeom>
          <a:effectLst>
            <a:outerShdw blurRad="50800" dist="38100" dir="2700000" algn="tl" rotWithShape="0">
              <a:prstClr val="black">
                <a:alpha val="40000"/>
              </a:prstClr>
            </a:outerShdw>
          </a:effectLst>
        </p:spPr>
      </p:pic>
      <p:sp>
        <p:nvSpPr>
          <p:cNvPr id="56" name="Title 1">
            <a:extLst>
              <a:ext uri="{FF2B5EF4-FFF2-40B4-BE49-F238E27FC236}">
                <a16:creationId xmlns:a16="http://schemas.microsoft.com/office/drawing/2014/main" id="{BF4170C6-635B-9D0A-07A4-B0D5DD2F960C}"/>
              </a:ext>
            </a:extLst>
          </p:cNvPr>
          <p:cNvSpPr txBox="1">
            <a:spLocks/>
          </p:cNvSpPr>
          <p:nvPr/>
        </p:nvSpPr>
        <p:spPr>
          <a:xfrm rot="18276484">
            <a:off x="6361626" y="1574636"/>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57" name="Title 1">
            <a:extLst>
              <a:ext uri="{FF2B5EF4-FFF2-40B4-BE49-F238E27FC236}">
                <a16:creationId xmlns:a16="http://schemas.microsoft.com/office/drawing/2014/main" id="{46D24F5D-C8AE-DE21-ADEF-7277B5991115}"/>
              </a:ext>
            </a:extLst>
          </p:cNvPr>
          <p:cNvSpPr txBox="1">
            <a:spLocks/>
          </p:cNvSpPr>
          <p:nvPr/>
        </p:nvSpPr>
        <p:spPr>
          <a:xfrm rot="18276484">
            <a:off x="6385809" y="1959824"/>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58" name="Title 1">
            <a:extLst>
              <a:ext uri="{FF2B5EF4-FFF2-40B4-BE49-F238E27FC236}">
                <a16:creationId xmlns:a16="http://schemas.microsoft.com/office/drawing/2014/main" id="{3A24D2EB-CC87-AD22-5BBB-A6CA3334D426}"/>
              </a:ext>
            </a:extLst>
          </p:cNvPr>
          <p:cNvSpPr txBox="1">
            <a:spLocks/>
          </p:cNvSpPr>
          <p:nvPr/>
        </p:nvSpPr>
        <p:spPr>
          <a:xfrm rot="18276484">
            <a:off x="6385808" y="2357595"/>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59" name="Title 1">
            <a:extLst>
              <a:ext uri="{FF2B5EF4-FFF2-40B4-BE49-F238E27FC236}">
                <a16:creationId xmlns:a16="http://schemas.microsoft.com/office/drawing/2014/main" id="{872E3000-B43F-E778-5966-644CCA731512}"/>
              </a:ext>
            </a:extLst>
          </p:cNvPr>
          <p:cNvSpPr txBox="1">
            <a:spLocks/>
          </p:cNvSpPr>
          <p:nvPr/>
        </p:nvSpPr>
        <p:spPr>
          <a:xfrm rot="18276484">
            <a:off x="6385807" y="2784831"/>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60" name="Title 1">
            <a:extLst>
              <a:ext uri="{FF2B5EF4-FFF2-40B4-BE49-F238E27FC236}">
                <a16:creationId xmlns:a16="http://schemas.microsoft.com/office/drawing/2014/main" id="{909B3585-D235-5402-C30C-E825D5C9AE97}"/>
              </a:ext>
            </a:extLst>
          </p:cNvPr>
          <p:cNvSpPr txBox="1">
            <a:spLocks/>
          </p:cNvSpPr>
          <p:nvPr/>
        </p:nvSpPr>
        <p:spPr>
          <a:xfrm rot="18276484">
            <a:off x="6424949" y="3144849"/>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3" name="CuadroTexto 7">
            <a:extLst>
              <a:ext uri="{FF2B5EF4-FFF2-40B4-BE49-F238E27FC236}">
                <a16:creationId xmlns:a16="http://schemas.microsoft.com/office/drawing/2014/main" id="{617A525E-7660-DC95-AA4A-21ABE6429D9C}"/>
              </a:ext>
            </a:extLst>
          </p:cNvPr>
          <p:cNvSpPr txBox="1"/>
          <p:nvPr/>
        </p:nvSpPr>
        <p:spPr>
          <a:xfrm>
            <a:off x="2509971" y="582837"/>
            <a:ext cx="4149986" cy="51552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Alternative Paths</a:t>
            </a:r>
            <a:endParaRPr lang="es-MX" sz="1100" noProof="0">
              <a:solidFill>
                <a:schemeClr val="tx1"/>
              </a:solidFill>
            </a:endParaRPr>
          </a:p>
          <a:p>
            <a:pPr algn="just"/>
            <a:endParaRPr lang="es-MX" sz="1100" noProof="0">
              <a:solidFill>
                <a:schemeClr val="tx1"/>
              </a:solidFill>
            </a:endParaRPr>
          </a:p>
        </p:txBody>
      </p:sp>
      <p:sp>
        <p:nvSpPr>
          <p:cNvPr id="4" name="CuadroTexto 3">
            <a:extLst>
              <a:ext uri="{FF2B5EF4-FFF2-40B4-BE49-F238E27FC236}">
                <a16:creationId xmlns:a16="http://schemas.microsoft.com/office/drawing/2014/main" id="{20ACEC21-137B-E7A4-5F11-589309324C0D}"/>
              </a:ext>
            </a:extLst>
          </p:cNvPr>
          <p:cNvSpPr txBox="1"/>
          <p:nvPr/>
        </p:nvSpPr>
        <p:spPr>
          <a:xfrm>
            <a:off x="3983801" y="1488082"/>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a:solidFill>
                  <a:schemeClr val="bg1"/>
                </a:solidFill>
              </a:rPr>
              <a:t>Terminal tractor waiting time</a:t>
            </a:r>
          </a:p>
        </p:txBody>
      </p:sp>
      <p:sp>
        <p:nvSpPr>
          <p:cNvPr id="6" name="CuadroTexto 5">
            <a:extLst>
              <a:ext uri="{FF2B5EF4-FFF2-40B4-BE49-F238E27FC236}">
                <a16:creationId xmlns:a16="http://schemas.microsoft.com/office/drawing/2014/main" id="{44DA9931-DC2B-4414-BC67-9BA25DD3CDB2}"/>
              </a:ext>
            </a:extLst>
          </p:cNvPr>
          <p:cNvSpPr txBox="1"/>
          <p:nvPr/>
        </p:nvSpPr>
        <p:spPr>
          <a:xfrm>
            <a:off x="3716313" y="190975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distance between the yard and the crane is too great</a:t>
            </a:r>
          </a:p>
        </p:txBody>
      </p:sp>
      <p:sp>
        <p:nvSpPr>
          <p:cNvPr id="9" name="CuadroTexto 8">
            <a:extLst>
              <a:ext uri="{FF2B5EF4-FFF2-40B4-BE49-F238E27FC236}">
                <a16:creationId xmlns:a16="http://schemas.microsoft.com/office/drawing/2014/main" id="{7A2545DC-DD94-D877-FB87-013B13BC45B4}"/>
              </a:ext>
            </a:extLst>
          </p:cNvPr>
          <p:cNvSpPr txBox="1"/>
          <p:nvPr/>
        </p:nvSpPr>
        <p:spPr>
          <a:xfrm>
            <a:off x="3737801" y="228364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Berth 1 is assigned during vessel planning</a:t>
            </a:r>
          </a:p>
        </p:txBody>
      </p:sp>
      <p:sp>
        <p:nvSpPr>
          <p:cNvPr id="10" name="CuadroTexto 9">
            <a:extLst>
              <a:ext uri="{FF2B5EF4-FFF2-40B4-BE49-F238E27FC236}">
                <a16:creationId xmlns:a16="http://schemas.microsoft.com/office/drawing/2014/main" id="{AFC90643-70F6-1678-078D-82086B3E6BCE}"/>
              </a:ext>
            </a:extLst>
          </p:cNvPr>
          <p:cNvSpPr txBox="1"/>
          <p:nvPr/>
        </p:nvSpPr>
        <p:spPr>
          <a:xfrm>
            <a:off x="3774064" y="2655219"/>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Berth 5 is unavailable for container operations</a:t>
            </a:r>
          </a:p>
        </p:txBody>
      </p:sp>
      <p:sp>
        <p:nvSpPr>
          <p:cNvPr id="12" name="CuadroTexto 11">
            <a:extLst>
              <a:ext uri="{FF2B5EF4-FFF2-40B4-BE49-F238E27FC236}">
                <a16:creationId xmlns:a16="http://schemas.microsoft.com/office/drawing/2014/main" id="{E066D540-5E46-F4CE-3799-362D2DC18172}"/>
              </a:ext>
            </a:extLst>
          </p:cNvPr>
          <p:cNvSpPr txBox="1"/>
          <p:nvPr/>
        </p:nvSpPr>
        <p:spPr>
          <a:xfrm>
            <a:off x="3774065" y="3053930"/>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MHC crane cannot be positioned at Berth 5</a:t>
            </a:r>
          </a:p>
        </p:txBody>
      </p:sp>
      <p:sp>
        <p:nvSpPr>
          <p:cNvPr id="13" name="CuadroTexto 12">
            <a:extLst>
              <a:ext uri="{FF2B5EF4-FFF2-40B4-BE49-F238E27FC236}">
                <a16:creationId xmlns:a16="http://schemas.microsoft.com/office/drawing/2014/main" id="{A120B210-63A2-D2C6-0020-92824833031B}"/>
              </a:ext>
            </a:extLst>
          </p:cNvPr>
          <p:cNvSpPr txBox="1"/>
          <p:nvPr/>
        </p:nvSpPr>
        <p:spPr>
          <a:xfrm>
            <a:off x="3787318" y="3395971"/>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weight of the MHC crane affects the structure of Berth 5</a:t>
            </a:r>
          </a:p>
        </p:txBody>
      </p:sp>
      <p:sp>
        <p:nvSpPr>
          <p:cNvPr id="21" name="CuadroTexto 20">
            <a:extLst>
              <a:ext uri="{FF2B5EF4-FFF2-40B4-BE49-F238E27FC236}">
                <a16:creationId xmlns:a16="http://schemas.microsoft.com/office/drawing/2014/main" id="{C0EA4428-A9DA-F008-D673-02962BF90092}"/>
              </a:ext>
            </a:extLst>
          </p:cNvPr>
          <p:cNvSpPr txBox="1"/>
          <p:nvPr/>
        </p:nvSpPr>
        <p:spPr>
          <a:xfrm>
            <a:off x="3716310" y="3854599"/>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Structural damage to Berth 5</a:t>
            </a:r>
          </a:p>
        </p:txBody>
      </p:sp>
    </p:spTree>
    <p:extLst>
      <p:ext uri="{BB962C8B-B14F-4D97-AF65-F5344CB8AC3E}">
        <p14:creationId xmlns:p14="http://schemas.microsoft.com/office/powerpoint/2010/main" val="1158821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BE2BF-3EB4-E2D1-B953-AE9C0D9A9E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4A776-F69E-2500-4B8D-7F78CB88DD23}"/>
              </a:ext>
            </a:extLst>
          </p:cNvPr>
          <p:cNvSpPr>
            <a:spLocks noGrp="1"/>
          </p:cNvSpPr>
          <p:nvPr>
            <p:ph type="title"/>
          </p:nvPr>
        </p:nvSpPr>
        <p:spPr>
          <a:xfrm>
            <a:off x="330993" y="313420"/>
            <a:ext cx="8482014" cy="307777"/>
          </a:xfrm>
        </p:spPr>
        <p:txBody>
          <a:bodyPr/>
          <a:lstStyle/>
          <a:p>
            <a:pPr algn="ctr"/>
            <a:r>
              <a:rPr lang="es-MX" noProof="0"/>
              <a:t>5 Whys</a:t>
            </a:r>
          </a:p>
        </p:txBody>
      </p:sp>
      <p:pic>
        <p:nvPicPr>
          <p:cNvPr id="5" name="Imagen 4" descr="Dibujo de una persona&#10;&#10;El contenido generado por IA puede ser incorrecto.">
            <a:extLst>
              <a:ext uri="{FF2B5EF4-FFF2-40B4-BE49-F238E27FC236}">
                <a16:creationId xmlns:a16="http://schemas.microsoft.com/office/drawing/2014/main" id="{568CDF63-329C-C650-1199-3D7CB3220F31}"/>
              </a:ext>
            </a:extLst>
          </p:cNvPr>
          <p:cNvPicPr>
            <a:picLocks noChangeAspect="1"/>
          </p:cNvPicPr>
          <p:nvPr/>
        </p:nvPicPr>
        <p:blipFill>
          <a:blip r:embed="rId2"/>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EC69BE10-53C3-555D-5EB8-A87244782A2C}"/>
              </a:ext>
            </a:extLst>
          </p:cNvPr>
          <p:cNvSpPr/>
          <p:nvPr/>
        </p:nvSpPr>
        <p:spPr>
          <a:xfrm>
            <a:off x="1993443" y="1231300"/>
            <a:ext cx="5177358" cy="302144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8" name="Rectángulo 7">
            <a:extLst>
              <a:ext uri="{FF2B5EF4-FFF2-40B4-BE49-F238E27FC236}">
                <a16:creationId xmlns:a16="http://schemas.microsoft.com/office/drawing/2014/main" id="{C1998B42-D65B-9135-D2F8-F19E5D41C76F}"/>
              </a:ext>
            </a:extLst>
          </p:cNvPr>
          <p:cNvSpPr/>
          <p:nvPr/>
        </p:nvSpPr>
        <p:spPr>
          <a:xfrm>
            <a:off x="2789632" y="1388608"/>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5" name="Rectángulo 14">
            <a:extLst>
              <a:ext uri="{FF2B5EF4-FFF2-40B4-BE49-F238E27FC236}">
                <a16:creationId xmlns:a16="http://schemas.microsoft.com/office/drawing/2014/main" id="{046BF1E7-051A-D1DE-C824-505B78CE71DE}"/>
              </a:ext>
            </a:extLst>
          </p:cNvPr>
          <p:cNvSpPr/>
          <p:nvPr/>
        </p:nvSpPr>
        <p:spPr>
          <a:xfrm>
            <a:off x="2789632" y="1833526"/>
            <a:ext cx="1891925"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8" name="Rectángulo 17">
            <a:extLst>
              <a:ext uri="{FF2B5EF4-FFF2-40B4-BE49-F238E27FC236}">
                <a16:creationId xmlns:a16="http://schemas.microsoft.com/office/drawing/2014/main" id="{5A89579A-304A-516F-FAF8-DB74D3B04215}"/>
              </a:ext>
            </a:extLst>
          </p:cNvPr>
          <p:cNvSpPr/>
          <p:nvPr/>
        </p:nvSpPr>
        <p:spPr>
          <a:xfrm>
            <a:off x="2789630" y="2205020"/>
            <a:ext cx="189192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9" name="Rectángulo 18">
            <a:extLst>
              <a:ext uri="{FF2B5EF4-FFF2-40B4-BE49-F238E27FC236}">
                <a16:creationId xmlns:a16="http://schemas.microsoft.com/office/drawing/2014/main" id="{194B5268-A6EB-08C2-5C81-8C67EC9F186B}"/>
              </a:ext>
            </a:extLst>
          </p:cNvPr>
          <p:cNvSpPr/>
          <p:nvPr/>
        </p:nvSpPr>
        <p:spPr>
          <a:xfrm>
            <a:off x="2789631" y="2574196"/>
            <a:ext cx="1891927"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0" name="Rectángulo 19">
            <a:extLst>
              <a:ext uri="{FF2B5EF4-FFF2-40B4-BE49-F238E27FC236}">
                <a16:creationId xmlns:a16="http://schemas.microsoft.com/office/drawing/2014/main" id="{689EDB96-EE29-0D76-5431-CCDCCBB5CE85}"/>
              </a:ext>
            </a:extLst>
          </p:cNvPr>
          <p:cNvSpPr/>
          <p:nvPr/>
        </p:nvSpPr>
        <p:spPr>
          <a:xfrm>
            <a:off x="2789631" y="2949825"/>
            <a:ext cx="1891927"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2" name="Rectángulo 21">
            <a:extLst>
              <a:ext uri="{FF2B5EF4-FFF2-40B4-BE49-F238E27FC236}">
                <a16:creationId xmlns:a16="http://schemas.microsoft.com/office/drawing/2014/main" id="{C97A534D-B4A3-BE51-8023-204784DCFD17}"/>
              </a:ext>
            </a:extLst>
          </p:cNvPr>
          <p:cNvSpPr/>
          <p:nvPr/>
        </p:nvSpPr>
        <p:spPr>
          <a:xfrm>
            <a:off x="2789630" y="3758909"/>
            <a:ext cx="1891927"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4" name="Rectángulo 23">
            <a:extLst>
              <a:ext uri="{FF2B5EF4-FFF2-40B4-BE49-F238E27FC236}">
                <a16:creationId xmlns:a16="http://schemas.microsoft.com/office/drawing/2014/main" id="{48813544-A1A3-9008-A332-6B123211DFE0}"/>
              </a:ext>
            </a:extLst>
          </p:cNvPr>
          <p:cNvSpPr/>
          <p:nvPr/>
        </p:nvSpPr>
        <p:spPr>
          <a:xfrm>
            <a:off x="2789632" y="1386472"/>
            <a:ext cx="653143"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Cause</a:t>
            </a:r>
          </a:p>
        </p:txBody>
      </p:sp>
      <p:sp>
        <p:nvSpPr>
          <p:cNvPr id="27" name="Rectángulo 26">
            <a:extLst>
              <a:ext uri="{FF2B5EF4-FFF2-40B4-BE49-F238E27FC236}">
                <a16:creationId xmlns:a16="http://schemas.microsoft.com/office/drawing/2014/main" id="{C8D95E4A-F0CF-337D-A7CE-ABB55F0956EB}"/>
              </a:ext>
            </a:extLst>
          </p:cNvPr>
          <p:cNvSpPr/>
          <p:nvPr/>
        </p:nvSpPr>
        <p:spPr>
          <a:xfrm>
            <a:off x="2789630" y="2203788"/>
            <a:ext cx="653143" cy="330384"/>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2</a:t>
            </a:r>
          </a:p>
        </p:txBody>
      </p:sp>
      <p:sp>
        <p:nvSpPr>
          <p:cNvPr id="30" name="Rectángulo 29">
            <a:extLst>
              <a:ext uri="{FF2B5EF4-FFF2-40B4-BE49-F238E27FC236}">
                <a16:creationId xmlns:a16="http://schemas.microsoft.com/office/drawing/2014/main" id="{2D1401CB-A58C-34F2-F2BA-2D2E19FA5E6A}"/>
              </a:ext>
            </a:extLst>
          </p:cNvPr>
          <p:cNvSpPr/>
          <p:nvPr/>
        </p:nvSpPr>
        <p:spPr>
          <a:xfrm>
            <a:off x="2789631" y="1836833"/>
            <a:ext cx="653143" cy="325558"/>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1</a:t>
            </a:r>
          </a:p>
        </p:txBody>
      </p:sp>
      <p:sp>
        <p:nvSpPr>
          <p:cNvPr id="31" name="Rectángulo 30">
            <a:extLst>
              <a:ext uri="{FF2B5EF4-FFF2-40B4-BE49-F238E27FC236}">
                <a16:creationId xmlns:a16="http://schemas.microsoft.com/office/drawing/2014/main" id="{9790C004-73DE-434F-5BF5-5FB4DAEC6F93}"/>
              </a:ext>
            </a:extLst>
          </p:cNvPr>
          <p:cNvSpPr/>
          <p:nvPr/>
        </p:nvSpPr>
        <p:spPr>
          <a:xfrm>
            <a:off x="2789630" y="2577226"/>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3</a:t>
            </a:r>
          </a:p>
        </p:txBody>
      </p:sp>
      <p:sp>
        <p:nvSpPr>
          <p:cNvPr id="32" name="Rectángulo 31">
            <a:extLst>
              <a:ext uri="{FF2B5EF4-FFF2-40B4-BE49-F238E27FC236}">
                <a16:creationId xmlns:a16="http://schemas.microsoft.com/office/drawing/2014/main" id="{13C309E4-4892-AFC0-729F-11BA84EB0E10}"/>
              </a:ext>
            </a:extLst>
          </p:cNvPr>
          <p:cNvSpPr/>
          <p:nvPr/>
        </p:nvSpPr>
        <p:spPr>
          <a:xfrm>
            <a:off x="2789630" y="2950076"/>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4</a:t>
            </a:r>
          </a:p>
        </p:txBody>
      </p:sp>
      <p:sp>
        <p:nvSpPr>
          <p:cNvPr id="33" name="Rectángulo 32">
            <a:extLst>
              <a:ext uri="{FF2B5EF4-FFF2-40B4-BE49-F238E27FC236}">
                <a16:creationId xmlns:a16="http://schemas.microsoft.com/office/drawing/2014/main" id="{67E33DD8-6A7C-AB83-1675-CE605CA9F3E7}"/>
              </a:ext>
            </a:extLst>
          </p:cNvPr>
          <p:cNvSpPr/>
          <p:nvPr/>
        </p:nvSpPr>
        <p:spPr>
          <a:xfrm>
            <a:off x="2789630" y="3321744"/>
            <a:ext cx="1891927"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34" name="Rectángulo 33">
            <a:extLst>
              <a:ext uri="{FF2B5EF4-FFF2-40B4-BE49-F238E27FC236}">
                <a16:creationId xmlns:a16="http://schemas.microsoft.com/office/drawing/2014/main" id="{DBFF0283-F498-5358-01B9-285EC4BA911C}"/>
              </a:ext>
            </a:extLst>
          </p:cNvPr>
          <p:cNvSpPr/>
          <p:nvPr/>
        </p:nvSpPr>
        <p:spPr>
          <a:xfrm>
            <a:off x="2789629" y="3321995"/>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5</a:t>
            </a:r>
          </a:p>
        </p:txBody>
      </p:sp>
      <p:sp>
        <p:nvSpPr>
          <p:cNvPr id="35" name="Rectángulo 34">
            <a:extLst>
              <a:ext uri="{FF2B5EF4-FFF2-40B4-BE49-F238E27FC236}">
                <a16:creationId xmlns:a16="http://schemas.microsoft.com/office/drawing/2014/main" id="{AE4BFDF6-5A8F-1DC0-1F7A-369509463E55}"/>
              </a:ext>
            </a:extLst>
          </p:cNvPr>
          <p:cNvSpPr/>
          <p:nvPr/>
        </p:nvSpPr>
        <p:spPr>
          <a:xfrm>
            <a:off x="2789631" y="3757550"/>
            <a:ext cx="653142"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rgbClr val="FFFFFF"/>
                </a:solidFill>
              </a:rPr>
              <a:t>Identified Root Cause</a:t>
            </a:r>
          </a:p>
        </p:txBody>
      </p:sp>
      <p:pic>
        <p:nvPicPr>
          <p:cNvPr id="37" name="Gráfico 36" descr="Flecha lineal: curva con sentido de las agujas del reloj con relleno sólido">
            <a:extLst>
              <a:ext uri="{FF2B5EF4-FFF2-40B4-BE49-F238E27FC236}">
                <a16:creationId xmlns:a16="http://schemas.microsoft.com/office/drawing/2014/main" id="{1D9B63AA-58F1-F300-1DC1-C911DDA38A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1" y="2002843"/>
            <a:ext cx="378983" cy="333662"/>
          </a:xfrm>
          <a:prstGeom prst="rect">
            <a:avLst/>
          </a:prstGeom>
          <a:effectLst>
            <a:outerShdw blurRad="50800" dist="38100" dir="2700000" algn="tl" rotWithShape="0">
              <a:prstClr val="black">
                <a:alpha val="40000"/>
              </a:prstClr>
            </a:outerShdw>
          </a:effectLst>
        </p:spPr>
      </p:pic>
      <p:pic>
        <p:nvPicPr>
          <p:cNvPr id="41" name="Gráfico 40" descr="Flecha lineal: curva con sentido de las agujas del reloj con relleno sólido">
            <a:extLst>
              <a:ext uri="{FF2B5EF4-FFF2-40B4-BE49-F238E27FC236}">
                <a16:creationId xmlns:a16="http://schemas.microsoft.com/office/drawing/2014/main" id="{FDB64E37-FE2B-1275-9B8A-5671301D45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0" y="2398163"/>
            <a:ext cx="378983" cy="333662"/>
          </a:xfrm>
          <a:prstGeom prst="rect">
            <a:avLst/>
          </a:prstGeom>
          <a:effectLst>
            <a:outerShdw blurRad="50800" dist="38100" dir="2700000" algn="tl" rotWithShape="0">
              <a:prstClr val="black">
                <a:alpha val="40000"/>
              </a:prstClr>
            </a:outerShdw>
          </a:effectLst>
        </p:spPr>
      </p:pic>
      <p:pic>
        <p:nvPicPr>
          <p:cNvPr id="42" name="Gráfico 41" descr="Flecha lineal: curva con sentido de las agujas del reloj con relleno sólido">
            <a:extLst>
              <a:ext uri="{FF2B5EF4-FFF2-40B4-BE49-F238E27FC236}">
                <a16:creationId xmlns:a16="http://schemas.microsoft.com/office/drawing/2014/main" id="{CA54D29F-6B43-68F2-2224-F618E0C6B5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1" y="2795586"/>
            <a:ext cx="378983" cy="333662"/>
          </a:xfrm>
          <a:prstGeom prst="rect">
            <a:avLst/>
          </a:prstGeom>
          <a:effectLst>
            <a:outerShdw blurRad="50800" dist="38100" dir="2700000" algn="tl" rotWithShape="0">
              <a:prstClr val="black">
                <a:alpha val="40000"/>
              </a:prstClr>
            </a:outerShdw>
          </a:effectLst>
        </p:spPr>
      </p:pic>
      <p:pic>
        <p:nvPicPr>
          <p:cNvPr id="43" name="Gráfico 42" descr="Flecha lineal: curva con sentido de las agujas del reloj con relleno sólido">
            <a:extLst>
              <a:ext uri="{FF2B5EF4-FFF2-40B4-BE49-F238E27FC236}">
                <a16:creationId xmlns:a16="http://schemas.microsoft.com/office/drawing/2014/main" id="{07E30804-741B-0AB2-3465-93FF745B73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19" y="3200989"/>
            <a:ext cx="378983" cy="333662"/>
          </a:xfrm>
          <a:prstGeom prst="rect">
            <a:avLst/>
          </a:prstGeom>
          <a:effectLst>
            <a:outerShdw blurRad="50800" dist="38100" dir="2700000" algn="tl" rotWithShape="0">
              <a:prstClr val="black">
                <a:alpha val="40000"/>
              </a:prstClr>
            </a:outerShdw>
          </a:effectLst>
        </p:spPr>
      </p:pic>
      <p:sp>
        <p:nvSpPr>
          <p:cNvPr id="44" name="Title 1">
            <a:extLst>
              <a:ext uri="{FF2B5EF4-FFF2-40B4-BE49-F238E27FC236}">
                <a16:creationId xmlns:a16="http://schemas.microsoft.com/office/drawing/2014/main" id="{D0983DB0-1E34-17C2-862D-175A622EC49A}"/>
              </a:ext>
            </a:extLst>
          </p:cNvPr>
          <p:cNvSpPr txBox="1">
            <a:spLocks/>
          </p:cNvSpPr>
          <p:nvPr/>
        </p:nvSpPr>
        <p:spPr>
          <a:xfrm rot="18276484">
            <a:off x="2060572" y="1700065"/>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sp>
        <p:nvSpPr>
          <p:cNvPr id="45" name="Title 1">
            <a:extLst>
              <a:ext uri="{FF2B5EF4-FFF2-40B4-BE49-F238E27FC236}">
                <a16:creationId xmlns:a16="http://schemas.microsoft.com/office/drawing/2014/main" id="{2E125AEF-D8BA-4117-1C43-29FC46092FA7}"/>
              </a:ext>
            </a:extLst>
          </p:cNvPr>
          <p:cNvSpPr txBox="1">
            <a:spLocks/>
          </p:cNvSpPr>
          <p:nvPr/>
        </p:nvSpPr>
        <p:spPr>
          <a:xfrm rot="18276484">
            <a:off x="2066975" y="2551482"/>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sp>
        <p:nvSpPr>
          <p:cNvPr id="46" name="Title 1">
            <a:extLst>
              <a:ext uri="{FF2B5EF4-FFF2-40B4-BE49-F238E27FC236}">
                <a16:creationId xmlns:a16="http://schemas.microsoft.com/office/drawing/2014/main" id="{82546748-2886-9316-0B30-BE2176073660}"/>
              </a:ext>
            </a:extLst>
          </p:cNvPr>
          <p:cNvSpPr txBox="1">
            <a:spLocks/>
          </p:cNvSpPr>
          <p:nvPr/>
        </p:nvSpPr>
        <p:spPr>
          <a:xfrm rot="18276484">
            <a:off x="2066159" y="2967060"/>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sp>
        <p:nvSpPr>
          <p:cNvPr id="48" name="Title 1">
            <a:extLst>
              <a:ext uri="{FF2B5EF4-FFF2-40B4-BE49-F238E27FC236}">
                <a16:creationId xmlns:a16="http://schemas.microsoft.com/office/drawing/2014/main" id="{5634F339-A5E2-0C6F-1ECC-45ACBE5E063C}"/>
              </a:ext>
            </a:extLst>
          </p:cNvPr>
          <p:cNvSpPr txBox="1">
            <a:spLocks/>
          </p:cNvSpPr>
          <p:nvPr/>
        </p:nvSpPr>
        <p:spPr>
          <a:xfrm rot="18276484">
            <a:off x="2069057" y="3365961"/>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pic>
        <p:nvPicPr>
          <p:cNvPr id="49" name="Gráfico 48" descr="Flecha lineal: curva con sentido de las agujas del reloj con relleno sólido">
            <a:extLst>
              <a:ext uri="{FF2B5EF4-FFF2-40B4-BE49-F238E27FC236}">
                <a16:creationId xmlns:a16="http://schemas.microsoft.com/office/drawing/2014/main" id="{0F137454-AA78-AFCC-0478-52E3F9C8C7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95211" y="1577751"/>
            <a:ext cx="378983" cy="333662"/>
          </a:xfrm>
          <a:prstGeom prst="rect">
            <a:avLst/>
          </a:prstGeom>
          <a:effectLst>
            <a:outerShdw blurRad="50800" dist="38100" dir="2700000" algn="tl" rotWithShape="0">
              <a:prstClr val="black">
                <a:alpha val="40000"/>
              </a:prstClr>
            </a:outerShdw>
          </a:effectLst>
        </p:spPr>
      </p:pic>
      <p:sp>
        <p:nvSpPr>
          <p:cNvPr id="50" name="Title 1">
            <a:extLst>
              <a:ext uri="{FF2B5EF4-FFF2-40B4-BE49-F238E27FC236}">
                <a16:creationId xmlns:a16="http://schemas.microsoft.com/office/drawing/2014/main" id="{EEB777B2-CFB5-42F2-4B3F-89893DFB3C2A}"/>
              </a:ext>
            </a:extLst>
          </p:cNvPr>
          <p:cNvSpPr txBox="1">
            <a:spLocks/>
          </p:cNvSpPr>
          <p:nvPr/>
        </p:nvSpPr>
        <p:spPr>
          <a:xfrm rot="18276484">
            <a:off x="2066160" y="2165205"/>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Why?</a:t>
            </a:r>
          </a:p>
        </p:txBody>
      </p:sp>
      <p:pic>
        <p:nvPicPr>
          <p:cNvPr id="51" name="Gráfico 50" descr="Flecha lineal: curva con sentido de las agujas del reloj con relleno sólido">
            <a:extLst>
              <a:ext uri="{FF2B5EF4-FFF2-40B4-BE49-F238E27FC236}">
                <a16:creationId xmlns:a16="http://schemas.microsoft.com/office/drawing/2014/main" id="{A5EF2DD5-0824-BA43-21D2-F0F9D853F2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74083" y="1570797"/>
            <a:ext cx="378983" cy="333662"/>
          </a:xfrm>
          <a:prstGeom prst="rect">
            <a:avLst/>
          </a:prstGeom>
          <a:effectLst>
            <a:outerShdw blurRad="50800" dist="38100" dir="2700000" algn="tl" rotWithShape="0">
              <a:prstClr val="black">
                <a:alpha val="40000"/>
              </a:prstClr>
            </a:outerShdw>
          </a:effectLst>
        </p:spPr>
      </p:pic>
      <p:pic>
        <p:nvPicPr>
          <p:cNvPr id="52" name="Gráfico 51" descr="Flecha lineal: curva con sentido de las agujas del reloj con relleno sólido">
            <a:extLst>
              <a:ext uri="{FF2B5EF4-FFF2-40B4-BE49-F238E27FC236}">
                <a16:creationId xmlns:a16="http://schemas.microsoft.com/office/drawing/2014/main" id="{2FD3880A-2B05-06B7-0083-65A237914F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0" y="1962324"/>
            <a:ext cx="378983" cy="333662"/>
          </a:xfrm>
          <a:prstGeom prst="rect">
            <a:avLst/>
          </a:prstGeom>
          <a:effectLst>
            <a:outerShdw blurRad="50800" dist="38100" dir="2700000" algn="tl" rotWithShape="0">
              <a:prstClr val="black">
                <a:alpha val="40000"/>
              </a:prstClr>
            </a:outerShdw>
          </a:effectLst>
        </p:spPr>
      </p:pic>
      <p:pic>
        <p:nvPicPr>
          <p:cNvPr id="53" name="Gráfico 52" descr="Flecha lineal: curva con sentido de las agujas del reloj con relleno sólido">
            <a:extLst>
              <a:ext uri="{FF2B5EF4-FFF2-40B4-BE49-F238E27FC236}">
                <a16:creationId xmlns:a16="http://schemas.microsoft.com/office/drawing/2014/main" id="{582A73D6-8559-53D0-1077-BDEB81BC48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1" y="2378920"/>
            <a:ext cx="378983" cy="333662"/>
          </a:xfrm>
          <a:prstGeom prst="rect">
            <a:avLst/>
          </a:prstGeom>
          <a:effectLst>
            <a:outerShdw blurRad="50800" dist="38100" dir="2700000" algn="tl" rotWithShape="0">
              <a:prstClr val="black">
                <a:alpha val="40000"/>
              </a:prstClr>
            </a:outerShdw>
          </a:effectLst>
        </p:spPr>
      </p:pic>
      <p:pic>
        <p:nvPicPr>
          <p:cNvPr id="54" name="Gráfico 53" descr="Flecha lineal: curva con sentido de las agujas del reloj con relleno sólido">
            <a:extLst>
              <a:ext uri="{FF2B5EF4-FFF2-40B4-BE49-F238E27FC236}">
                <a16:creationId xmlns:a16="http://schemas.microsoft.com/office/drawing/2014/main" id="{DA6846B1-6572-900F-B70C-D9A13925DF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0" y="2785848"/>
            <a:ext cx="378983" cy="333662"/>
          </a:xfrm>
          <a:prstGeom prst="rect">
            <a:avLst/>
          </a:prstGeom>
          <a:effectLst>
            <a:outerShdw blurRad="50800" dist="38100" dir="2700000" algn="tl" rotWithShape="0">
              <a:prstClr val="black">
                <a:alpha val="40000"/>
              </a:prstClr>
            </a:outerShdw>
          </a:effectLst>
        </p:spPr>
      </p:pic>
      <p:pic>
        <p:nvPicPr>
          <p:cNvPr id="55" name="Gráfico 54" descr="Flecha lineal: curva con sentido de las agujas del reloj con relleno sólido">
            <a:extLst>
              <a:ext uri="{FF2B5EF4-FFF2-40B4-BE49-F238E27FC236}">
                <a16:creationId xmlns:a16="http://schemas.microsoft.com/office/drawing/2014/main" id="{6890D066-D23D-546C-2377-A81A0EC265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57" y="3162307"/>
            <a:ext cx="378983" cy="333662"/>
          </a:xfrm>
          <a:prstGeom prst="rect">
            <a:avLst/>
          </a:prstGeom>
          <a:effectLst>
            <a:outerShdw blurRad="50800" dist="38100" dir="2700000" algn="tl" rotWithShape="0">
              <a:prstClr val="black">
                <a:alpha val="40000"/>
              </a:prstClr>
            </a:outerShdw>
          </a:effectLst>
        </p:spPr>
      </p:pic>
      <p:sp>
        <p:nvSpPr>
          <p:cNvPr id="56" name="Title 1">
            <a:extLst>
              <a:ext uri="{FF2B5EF4-FFF2-40B4-BE49-F238E27FC236}">
                <a16:creationId xmlns:a16="http://schemas.microsoft.com/office/drawing/2014/main" id="{2BFD590F-341E-7A8F-2F7C-0845F8CCAC1A}"/>
              </a:ext>
            </a:extLst>
          </p:cNvPr>
          <p:cNvSpPr txBox="1">
            <a:spLocks/>
          </p:cNvSpPr>
          <p:nvPr/>
        </p:nvSpPr>
        <p:spPr>
          <a:xfrm rot="18276484">
            <a:off x="6361626" y="1574636"/>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57" name="Title 1">
            <a:extLst>
              <a:ext uri="{FF2B5EF4-FFF2-40B4-BE49-F238E27FC236}">
                <a16:creationId xmlns:a16="http://schemas.microsoft.com/office/drawing/2014/main" id="{D42C89C2-13F2-940D-F12A-7BD74758C395}"/>
              </a:ext>
            </a:extLst>
          </p:cNvPr>
          <p:cNvSpPr txBox="1">
            <a:spLocks/>
          </p:cNvSpPr>
          <p:nvPr/>
        </p:nvSpPr>
        <p:spPr>
          <a:xfrm rot="18276484">
            <a:off x="6385809" y="1959824"/>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58" name="Title 1">
            <a:extLst>
              <a:ext uri="{FF2B5EF4-FFF2-40B4-BE49-F238E27FC236}">
                <a16:creationId xmlns:a16="http://schemas.microsoft.com/office/drawing/2014/main" id="{D51E11EF-DC08-BC69-97C0-AED09764BEF8}"/>
              </a:ext>
            </a:extLst>
          </p:cNvPr>
          <p:cNvSpPr txBox="1">
            <a:spLocks/>
          </p:cNvSpPr>
          <p:nvPr/>
        </p:nvSpPr>
        <p:spPr>
          <a:xfrm rot="18276484">
            <a:off x="6385808" y="2357595"/>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59" name="Title 1">
            <a:extLst>
              <a:ext uri="{FF2B5EF4-FFF2-40B4-BE49-F238E27FC236}">
                <a16:creationId xmlns:a16="http://schemas.microsoft.com/office/drawing/2014/main" id="{5378B352-75CE-FD3C-CDB4-119135E803A2}"/>
              </a:ext>
            </a:extLst>
          </p:cNvPr>
          <p:cNvSpPr txBox="1">
            <a:spLocks/>
          </p:cNvSpPr>
          <p:nvPr/>
        </p:nvSpPr>
        <p:spPr>
          <a:xfrm rot="18276484">
            <a:off x="6385807" y="2784831"/>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60" name="Title 1">
            <a:extLst>
              <a:ext uri="{FF2B5EF4-FFF2-40B4-BE49-F238E27FC236}">
                <a16:creationId xmlns:a16="http://schemas.microsoft.com/office/drawing/2014/main" id="{BBC06B54-EF21-D9D5-B1DC-194280ADD677}"/>
              </a:ext>
            </a:extLst>
          </p:cNvPr>
          <p:cNvSpPr txBox="1">
            <a:spLocks/>
          </p:cNvSpPr>
          <p:nvPr/>
        </p:nvSpPr>
        <p:spPr>
          <a:xfrm rot="18276484">
            <a:off x="6424949" y="3144849"/>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Can Cause</a:t>
            </a:r>
          </a:p>
        </p:txBody>
      </p:sp>
      <p:sp>
        <p:nvSpPr>
          <p:cNvPr id="3" name="CuadroTexto 7">
            <a:extLst>
              <a:ext uri="{FF2B5EF4-FFF2-40B4-BE49-F238E27FC236}">
                <a16:creationId xmlns:a16="http://schemas.microsoft.com/office/drawing/2014/main" id="{1EC92BB5-96D3-6999-EAF1-64167883EE38}"/>
              </a:ext>
            </a:extLst>
          </p:cNvPr>
          <p:cNvSpPr txBox="1"/>
          <p:nvPr/>
        </p:nvSpPr>
        <p:spPr>
          <a:xfrm>
            <a:off x="2509971" y="582837"/>
            <a:ext cx="4149986" cy="51552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Alternative Paths</a:t>
            </a:r>
            <a:endParaRPr lang="es-MX" sz="1100" noProof="0">
              <a:solidFill>
                <a:schemeClr val="tx1"/>
              </a:solidFill>
            </a:endParaRPr>
          </a:p>
          <a:p>
            <a:pPr algn="just"/>
            <a:endParaRPr lang="es-MX" sz="1100" noProof="0">
              <a:solidFill>
                <a:schemeClr val="tx1"/>
              </a:solidFill>
            </a:endParaRPr>
          </a:p>
        </p:txBody>
      </p:sp>
      <p:sp>
        <p:nvSpPr>
          <p:cNvPr id="4" name="CuadroTexto 3">
            <a:extLst>
              <a:ext uri="{FF2B5EF4-FFF2-40B4-BE49-F238E27FC236}">
                <a16:creationId xmlns:a16="http://schemas.microsoft.com/office/drawing/2014/main" id="{2181ECBE-2673-1AF0-3ED3-9445A728D24E}"/>
              </a:ext>
            </a:extLst>
          </p:cNvPr>
          <p:cNvSpPr txBox="1"/>
          <p:nvPr/>
        </p:nvSpPr>
        <p:spPr>
          <a:xfrm>
            <a:off x="3983801" y="1488082"/>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a:solidFill>
                  <a:schemeClr val="bg1"/>
                </a:solidFill>
              </a:rPr>
              <a:t>Terminal tractor waiting time</a:t>
            </a:r>
          </a:p>
        </p:txBody>
      </p:sp>
      <p:sp>
        <p:nvSpPr>
          <p:cNvPr id="9" name="Rectángulo 8">
            <a:extLst>
              <a:ext uri="{FF2B5EF4-FFF2-40B4-BE49-F238E27FC236}">
                <a16:creationId xmlns:a16="http://schemas.microsoft.com/office/drawing/2014/main" id="{7299631C-8231-8F25-634C-A4C16C98561E}"/>
              </a:ext>
            </a:extLst>
          </p:cNvPr>
          <p:cNvSpPr/>
          <p:nvPr/>
        </p:nvSpPr>
        <p:spPr>
          <a:xfrm>
            <a:off x="4712541" y="1832125"/>
            <a:ext cx="1527251" cy="337549"/>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3" name="Rectángulo 12">
            <a:extLst>
              <a:ext uri="{FF2B5EF4-FFF2-40B4-BE49-F238E27FC236}">
                <a16:creationId xmlns:a16="http://schemas.microsoft.com/office/drawing/2014/main" id="{819E93FD-161D-7878-130E-23EC651360A6}"/>
              </a:ext>
            </a:extLst>
          </p:cNvPr>
          <p:cNvSpPr/>
          <p:nvPr/>
        </p:nvSpPr>
        <p:spPr>
          <a:xfrm>
            <a:off x="4717303" y="2942497"/>
            <a:ext cx="1527251" cy="337549"/>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4" name="Rectángulo 13">
            <a:extLst>
              <a:ext uri="{FF2B5EF4-FFF2-40B4-BE49-F238E27FC236}">
                <a16:creationId xmlns:a16="http://schemas.microsoft.com/office/drawing/2014/main" id="{F5778C9F-DAFB-A002-5C66-B0C6E0308312}"/>
              </a:ext>
            </a:extLst>
          </p:cNvPr>
          <p:cNvSpPr/>
          <p:nvPr/>
        </p:nvSpPr>
        <p:spPr>
          <a:xfrm>
            <a:off x="4717302" y="2566778"/>
            <a:ext cx="1527251" cy="337549"/>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6" name="Rectángulo 15">
            <a:extLst>
              <a:ext uri="{FF2B5EF4-FFF2-40B4-BE49-F238E27FC236}">
                <a16:creationId xmlns:a16="http://schemas.microsoft.com/office/drawing/2014/main" id="{245F482E-5E87-AE74-6961-44448AC77F47}"/>
              </a:ext>
            </a:extLst>
          </p:cNvPr>
          <p:cNvSpPr/>
          <p:nvPr/>
        </p:nvSpPr>
        <p:spPr>
          <a:xfrm>
            <a:off x="4717302" y="2203788"/>
            <a:ext cx="1527251" cy="331259"/>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7" name="Rectángulo 16">
            <a:extLst>
              <a:ext uri="{FF2B5EF4-FFF2-40B4-BE49-F238E27FC236}">
                <a16:creationId xmlns:a16="http://schemas.microsoft.com/office/drawing/2014/main" id="{CA68B75A-1E08-5FD7-437E-F9013467E35C}"/>
              </a:ext>
            </a:extLst>
          </p:cNvPr>
          <p:cNvSpPr/>
          <p:nvPr/>
        </p:nvSpPr>
        <p:spPr>
          <a:xfrm>
            <a:off x="4717302" y="3317401"/>
            <a:ext cx="1527251" cy="337549"/>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1" name="Rectángulo 20">
            <a:extLst>
              <a:ext uri="{FF2B5EF4-FFF2-40B4-BE49-F238E27FC236}">
                <a16:creationId xmlns:a16="http://schemas.microsoft.com/office/drawing/2014/main" id="{24BF5537-3FBF-41A8-2484-057754379CF3}"/>
              </a:ext>
            </a:extLst>
          </p:cNvPr>
          <p:cNvSpPr/>
          <p:nvPr/>
        </p:nvSpPr>
        <p:spPr>
          <a:xfrm rot="10800000" flipV="1">
            <a:off x="3445945" y="1755362"/>
            <a:ext cx="1235612" cy="6598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400" b="1" noProof="0">
              <a:solidFill>
                <a:srgbClr val="FFFFFF"/>
              </a:solidFill>
            </a:endParaRPr>
          </a:p>
        </p:txBody>
      </p:sp>
      <p:sp>
        <p:nvSpPr>
          <p:cNvPr id="23" name="Rectángulo 22">
            <a:extLst>
              <a:ext uri="{FF2B5EF4-FFF2-40B4-BE49-F238E27FC236}">
                <a16:creationId xmlns:a16="http://schemas.microsoft.com/office/drawing/2014/main" id="{73C2F6E1-60A3-A4EA-18E8-3D98330DDDBE}"/>
              </a:ext>
            </a:extLst>
          </p:cNvPr>
          <p:cNvSpPr/>
          <p:nvPr/>
        </p:nvSpPr>
        <p:spPr>
          <a:xfrm rot="10800000" flipV="1">
            <a:off x="4715677" y="1755554"/>
            <a:ext cx="1527251" cy="65986"/>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400" b="1" noProof="0">
              <a:solidFill>
                <a:srgbClr val="FFFFFF"/>
              </a:solidFill>
            </a:endParaRPr>
          </a:p>
        </p:txBody>
      </p:sp>
      <p:sp>
        <p:nvSpPr>
          <p:cNvPr id="25" name="CuadroTexto 24">
            <a:extLst>
              <a:ext uri="{FF2B5EF4-FFF2-40B4-BE49-F238E27FC236}">
                <a16:creationId xmlns:a16="http://schemas.microsoft.com/office/drawing/2014/main" id="{9DDE2EC4-45C2-9363-590A-6BC111F56EAF}"/>
              </a:ext>
            </a:extLst>
          </p:cNvPr>
          <p:cNvSpPr txBox="1"/>
          <p:nvPr/>
        </p:nvSpPr>
        <p:spPr>
          <a:xfrm>
            <a:off x="3865583" y="1751652"/>
            <a:ext cx="355600" cy="7676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500" b="1" noProof="0">
                <a:solidFill>
                  <a:schemeClr val="bg1"/>
                </a:solidFill>
              </a:rPr>
              <a:t>A</a:t>
            </a:r>
          </a:p>
        </p:txBody>
      </p:sp>
      <p:sp>
        <p:nvSpPr>
          <p:cNvPr id="26" name="CuadroTexto 25">
            <a:extLst>
              <a:ext uri="{FF2B5EF4-FFF2-40B4-BE49-F238E27FC236}">
                <a16:creationId xmlns:a16="http://schemas.microsoft.com/office/drawing/2014/main" id="{111441EA-C8BA-5E82-89FB-5F846E2841DE}"/>
              </a:ext>
            </a:extLst>
          </p:cNvPr>
          <p:cNvSpPr txBox="1"/>
          <p:nvPr/>
        </p:nvSpPr>
        <p:spPr>
          <a:xfrm>
            <a:off x="5322308" y="1753689"/>
            <a:ext cx="355600" cy="7676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500" b="1" noProof="0">
                <a:solidFill>
                  <a:schemeClr val="bg1"/>
                </a:solidFill>
              </a:rPr>
              <a:t>B</a:t>
            </a:r>
          </a:p>
        </p:txBody>
      </p:sp>
      <p:sp>
        <p:nvSpPr>
          <p:cNvPr id="28" name="Rectángulo 27">
            <a:extLst>
              <a:ext uri="{FF2B5EF4-FFF2-40B4-BE49-F238E27FC236}">
                <a16:creationId xmlns:a16="http://schemas.microsoft.com/office/drawing/2014/main" id="{7B2596C2-0F3A-2BDF-435C-BFA9EFA5D932}"/>
              </a:ext>
            </a:extLst>
          </p:cNvPr>
          <p:cNvSpPr/>
          <p:nvPr/>
        </p:nvSpPr>
        <p:spPr>
          <a:xfrm>
            <a:off x="4715677" y="3758909"/>
            <a:ext cx="1527251"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9" name="CuadroTexto 28">
            <a:extLst>
              <a:ext uri="{FF2B5EF4-FFF2-40B4-BE49-F238E27FC236}">
                <a16:creationId xmlns:a16="http://schemas.microsoft.com/office/drawing/2014/main" id="{66B68F62-F2A5-82B6-8B9F-4FA614EE152C}"/>
              </a:ext>
            </a:extLst>
          </p:cNvPr>
          <p:cNvSpPr txBox="1"/>
          <p:nvPr/>
        </p:nvSpPr>
        <p:spPr>
          <a:xfrm>
            <a:off x="3525613" y="1911545"/>
            <a:ext cx="1064819"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distance between the yard and the crane is too great</a:t>
            </a:r>
          </a:p>
        </p:txBody>
      </p:sp>
      <p:sp>
        <p:nvSpPr>
          <p:cNvPr id="36" name="CuadroTexto 35">
            <a:extLst>
              <a:ext uri="{FF2B5EF4-FFF2-40B4-BE49-F238E27FC236}">
                <a16:creationId xmlns:a16="http://schemas.microsoft.com/office/drawing/2014/main" id="{C2428E91-9D5F-A2BA-FF44-39AFD1A8B02A}"/>
              </a:ext>
            </a:extLst>
          </p:cNvPr>
          <p:cNvSpPr txBox="1"/>
          <p:nvPr/>
        </p:nvSpPr>
        <p:spPr>
          <a:xfrm>
            <a:off x="3459584" y="2283643"/>
            <a:ext cx="1196875"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Berth 1 is assigned during vessel planning</a:t>
            </a:r>
          </a:p>
        </p:txBody>
      </p:sp>
      <p:sp>
        <p:nvSpPr>
          <p:cNvPr id="38" name="CuadroTexto 37">
            <a:extLst>
              <a:ext uri="{FF2B5EF4-FFF2-40B4-BE49-F238E27FC236}">
                <a16:creationId xmlns:a16="http://schemas.microsoft.com/office/drawing/2014/main" id="{1C8735E3-5DA7-8EC0-2A54-2886A464A86E}"/>
              </a:ext>
            </a:extLst>
          </p:cNvPr>
          <p:cNvSpPr txBox="1"/>
          <p:nvPr/>
        </p:nvSpPr>
        <p:spPr>
          <a:xfrm>
            <a:off x="3531656" y="2652410"/>
            <a:ext cx="1072452"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Berth 5 is unavailable for container operations</a:t>
            </a:r>
          </a:p>
        </p:txBody>
      </p:sp>
      <p:sp>
        <p:nvSpPr>
          <p:cNvPr id="39" name="CuadroTexto 38">
            <a:extLst>
              <a:ext uri="{FF2B5EF4-FFF2-40B4-BE49-F238E27FC236}">
                <a16:creationId xmlns:a16="http://schemas.microsoft.com/office/drawing/2014/main" id="{5976DEDD-3FDD-F841-9347-18E95C235937}"/>
              </a:ext>
            </a:extLst>
          </p:cNvPr>
          <p:cNvSpPr txBox="1"/>
          <p:nvPr/>
        </p:nvSpPr>
        <p:spPr>
          <a:xfrm>
            <a:off x="3530720" y="3025934"/>
            <a:ext cx="1059712"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MHC crane cannot be positioned at Berth 5</a:t>
            </a:r>
          </a:p>
        </p:txBody>
      </p:sp>
      <p:sp>
        <p:nvSpPr>
          <p:cNvPr id="40" name="CuadroTexto 39">
            <a:extLst>
              <a:ext uri="{FF2B5EF4-FFF2-40B4-BE49-F238E27FC236}">
                <a16:creationId xmlns:a16="http://schemas.microsoft.com/office/drawing/2014/main" id="{0834158D-4BEE-EFB3-23D9-8F40300F5D23}"/>
              </a:ext>
            </a:extLst>
          </p:cNvPr>
          <p:cNvSpPr txBox="1"/>
          <p:nvPr/>
        </p:nvSpPr>
        <p:spPr>
          <a:xfrm>
            <a:off x="3607220" y="3404861"/>
            <a:ext cx="945634"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weight of the MHC crane affects the structure of Berth 5</a:t>
            </a:r>
          </a:p>
        </p:txBody>
      </p:sp>
      <p:sp>
        <p:nvSpPr>
          <p:cNvPr id="47" name="CuadroTexto 46">
            <a:extLst>
              <a:ext uri="{FF2B5EF4-FFF2-40B4-BE49-F238E27FC236}">
                <a16:creationId xmlns:a16="http://schemas.microsoft.com/office/drawing/2014/main" id="{88F51140-AB71-023B-26A1-93AF1097B1A3}"/>
              </a:ext>
            </a:extLst>
          </p:cNvPr>
          <p:cNvSpPr txBox="1"/>
          <p:nvPr/>
        </p:nvSpPr>
        <p:spPr>
          <a:xfrm>
            <a:off x="3448450" y="3834689"/>
            <a:ext cx="1233107"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Structural damage to Berth 5</a:t>
            </a:r>
          </a:p>
        </p:txBody>
      </p:sp>
      <p:sp>
        <p:nvSpPr>
          <p:cNvPr id="61" name="CuadroTexto 60">
            <a:extLst>
              <a:ext uri="{FF2B5EF4-FFF2-40B4-BE49-F238E27FC236}">
                <a16:creationId xmlns:a16="http://schemas.microsoft.com/office/drawing/2014/main" id="{9469BAFD-693F-C1AC-149C-FA49FC74CB1B}"/>
              </a:ext>
            </a:extLst>
          </p:cNvPr>
          <p:cNvSpPr txBox="1"/>
          <p:nvPr/>
        </p:nvSpPr>
        <p:spPr>
          <a:xfrm>
            <a:off x="4941559" y="1934087"/>
            <a:ext cx="1064819"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terminal tractor takes too long in the yard</a:t>
            </a:r>
          </a:p>
        </p:txBody>
      </p:sp>
      <p:sp>
        <p:nvSpPr>
          <p:cNvPr id="62" name="CuadroTexto 61">
            <a:extLst>
              <a:ext uri="{FF2B5EF4-FFF2-40B4-BE49-F238E27FC236}">
                <a16:creationId xmlns:a16="http://schemas.microsoft.com/office/drawing/2014/main" id="{C26FD80E-D24E-4F66-5FAD-C0A28C722239}"/>
              </a:ext>
            </a:extLst>
          </p:cNvPr>
          <p:cNvSpPr txBox="1"/>
          <p:nvPr/>
        </p:nvSpPr>
        <p:spPr>
          <a:xfrm>
            <a:off x="4961090" y="2270173"/>
            <a:ext cx="1064819"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A line of terminal tractors is waiting in the yard</a:t>
            </a:r>
          </a:p>
        </p:txBody>
      </p:sp>
      <p:sp>
        <p:nvSpPr>
          <p:cNvPr id="63" name="CuadroTexto 62">
            <a:extLst>
              <a:ext uri="{FF2B5EF4-FFF2-40B4-BE49-F238E27FC236}">
                <a16:creationId xmlns:a16="http://schemas.microsoft.com/office/drawing/2014/main" id="{7E9F104F-D179-E2ED-B7A5-7B3815B711AC}"/>
              </a:ext>
            </a:extLst>
          </p:cNvPr>
          <p:cNvSpPr txBox="1"/>
          <p:nvPr/>
        </p:nvSpPr>
        <p:spPr>
          <a:xfrm>
            <a:off x="4831722" y="2648668"/>
            <a:ext cx="132355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reach stacker is performing restow moves</a:t>
            </a:r>
          </a:p>
        </p:txBody>
      </p:sp>
      <p:sp>
        <p:nvSpPr>
          <p:cNvPr id="64" name="CuadroTexto 63">
            <a:extLst>
              <a:ext uri="{FF2B5EF4-FFF2-40B4-BE49-F238E27FC236}">
                <a16:creationId xmlns:a16="http://schemas.microsoft.com/office/drawing/2014/main" id="{BE55BD32-0C81-65E3-D890-F0B29C594CA3}"/>
              </a:ext>
            </a:extLst>
          </p:cNvPr>
          <p:cNvSpPr txBox="1"/>
          <p:nvPr/>
        </p:nvSpPr>
        <p:spPr>
          <a:xfrm>
            <a:off x="4831722" y="3018300"/>
            <a:ext cx="132355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loading sequence was not planned early enough to keep the cargo readily accessible</a:t>
            </a:r>
          </a:p>
        </p:txBody>
      </p:sp>
      <p:sp>
        <p:nvSpPr>
          <p:cNvPr id="65" name="CuadroTexto 64">
            <a:extLst>
              <a:ext uri="{FF2B5EF4-FFF2-40B4-BE49-F238E27FC236}">
                <a16:creationId xmlns:a16="http://schemas.microsoft.com/office/drawing/2014/main" id="{03E746EF-29CC-7BFF-135D-92569E1CACB5}"/>
              </a:ext>
            </a:extLst>
          </p:cNvPr>
          <p:cNvSpPr txBox="1"/>
          <p:nvPr/>
        </p:nvSpPr>
        <p:spPr>
          <a:xfrm>
            <a:off x="4856230" y="3400184"/>
            <a:ext cx="132355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loading list was sent at short notice</a:t>
            </a:r>
          </a:p>
        </p:txBody>
      </p:sp>
      <p:sp>
        <p:nvSpPr>
          <p:cNvPr id="66" name="CuadroTexto 65">
            <a:extLst>
              <a:ext uri="{FF2B5EF4-FFF2-40B4-BE49-F238E27FC236}">
                <a16:creationId xmlns:a16="http://schemas.microsoft.com/office/drawing/2014/main" id="{FFC1CE18-BBF6-1B18-82F4-636C875D3F11}"/>
              </a:ext>
            </a:extLst>
          </p:cNvPr>
          <p:cNvSpPr txBox="1"/>
          <p:nvPr/>
        </p:nvSpPr>
        <p:spPr>
          <a:xfrm>
            <a:off x="4856230" y="3830432"/>
            <a:ext cx="132355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Loading information is received too late</a:t>
            </a:r>
          </a:p>
        </p:txBody>
      </p:sp>
      <p:sp>
        <p:nvSpPr>
          <p:cNvPr id="67" name="Rectángulo: esquinas redondeadas 66">
            <a:extLst>
              <a:ext uri="{FF2B5EF4-FFF2-40B4-BE49-F238E27FC236}">
                <a16:creationId xmlns:a16="http://schemas.microsoft.com/office/drawing/2014/main" id="{F1F76A76-5E0A-A7CB-E3D1-FB5B09CD4664}"/>
              </a:ext>
            </a:extLst>
          </p:cNvPr>
          <p:cNvSpPr/>
          <p:nvPr/>
        </p:nvSpPr>
        <p:spPr>
          <a:xfrm>
            <a:off x="2015429" y="4378536"/>
            <a:ext cx="5177358" cy="55519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Alternative paths may lead to the same root cause</a:t>
            </a:r>
          </a:p>
        </p:txBody>
      </p:sp>
    </p:spTree>
    <p:extLst>
      <p:ext uri="{BB962C8B-B14F-4D97-AF65-F5344CB8AC3E}">
        <p14:creationId xmlns:p14="http://schemas.microsoft.com/office/powerpoint/2010/main" val="840489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F32D0-2735-D2EE-5F2F-6812C4241216}"/>
            </a:ext>
          </a:extLst>
        </p:cNvPr>
        <p:cNvGrpSpPr/>
        <p:nvPr/>
      </p:nvGrpSpPr>
      <p:grpSpPr>
        <a:xfrm>
          <a:off x="0" y="0"/>
          <a:ext cx="0" cy="0"/>
          <a:chOff x="0" y="0"/>
          <a:chExt cx="0" cy="0"/>
        </a:xfrm>
      </p:grpSpPr>
      <p:sp>
        <p:nvSpPr>
          <p:cNvPr id="11" name="Rectángulo: esquinas redondeadas 10">
            <a:extLst>
              <a:ext uri="{FF2B5EF4-FFF2-40B4-BE49-F238E27FC236}">
                <a16:creationId xmlns:a16="http://schemas.microsoft.com/office/drawing/2014/main" id="{AF7BB692-70B1-9FF6-39EA-4F5C1F0AB393}"/>
              </a:ext>
            </a:extLst>
          </p:cNvPr>
          <p:cNvSpPr/>
          <p:nvPr/>
        </p:nvSpPr>
        <p:spPr>
          <a:xfrm>
            <a:off x="4811838" y="1163353"/>
            <a:ext cx="4064664" cy="3408646"/>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graphicFrame>
        <p:nvGraphicFramePr>
          <p:cNvPr id="18" name="think-cell data - do not delete" hidden="1">
            <a:extLst>
              <a:ext uri="{FF2B5EF4-FFF2-40B4-BE49-F238E27FC236}">
                <a16:creationId xmlns:a16="http://schemas.microsoft.com/office/drawing/2014/main" id="{D3B82F16-B6A4-80DE-9D9B-BDA70A3CA35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D3B82F16-B6A4-80DE-9D9B-BDA70A3CA35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B61082F7-4082-3B95-353C-8B5B9AC793F1}"/>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4A76A944-A072-D745-F7A2-ADB2632C93FB}"/>
              </a:ext>
            </a:extLst>
          </p:cNvPr>
          <p:cNvSpPr/>
          <p:nvPr/>
        </p:nvSpPr>
        <p:spPr>
          <a:xfrm>
            <a:off x="440614" y="1195802"/>
            <a:ext cx="4064664" cy="337619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 name="Gráfico 1" descr="Advertencia con relleno sólido">
            <a:extLst>
              <a:ext uri="{FF2B5EF4-FFF2-40B4-BE49-F238E27FC236}">
                <a16:creationId xmlns:a16="http://schemas.microsoft.com/office/drawing/2014/main" id="{C6BD259C-6D4B-5C8F-A719-8599C388F9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39517" y="1367205"/>
            <a:ext cx="776307" cy="776307"/>
          </a:xfrm>
          <a:prstGeom prst="rect">
            <a:avLst/>
          </a:prstGeom>
        </p:spPr>
      </p:pic>
      <p:sp>
        <p:nvSpPr>
          <p:cNvPr id="6" name="Title 1">
            <a:extLst>
              <a:ext uri="{FF2B5EF4-FFF2-40B4-BE49-F238E27FC236}">
                <a16:creationId xmlns:a16="http://schemas.microsoft.com/office/drawing/2014/main" id="{84505DAD-B24A-60E8-5FCD-235566A966D7}"/>
              </a:ext>
            </a:extLst>
          </p:cNvPr>
          <p:cNvSpPr txBox="1">
            <a:spLocks/>
          </p:cNvSpPr>
          <p:nvPr/>
        </p:nvSpPr>
        <p:spPr>
          <a:xfrm>
            <a:off x="653586" y="2680100"/>
            <a:ext cx="3751435" cy="125271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Ask the questions as a team
Use data, not assumptions
Apply “therefore”
Stop when you reach the root cause</a:t>
            </a: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p:txBody>
      </p:sp>
      <p:sp>
        <p:nvSpPr>
          <p:cNvPr id="9" name="Title 1">
            <a:extLst>
              <a:ext uri="{FF2B5EF4-FFF2-40B4-BE49-F238E27FC236}">
                <a16:creationId xmlns:a16="http://schemas.microsoft.com/office/drawing/2014/main" id="{72D87584-5998-E8C6-C7C9-09B0FB612510}"/>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5 Whys</a:t>
            </a:r>
          </a:p>
        </p:txBody>
      </p:sp>
      <p:sp>
        <p:nvSpPr>
          <p:cNvPr id="10" name="CuadroTexto 7">
            <a:extLst>
              <a:ext uri="{FF2B5EF4-FFF2-40B4-BE49-F238E27FC236}">
                <a16:creationId xmlns:a16="http://schemas.microsoft.com/office/drawing/2014/main" id="{86274E80-1E2E-795A-7561-9EE6C440A756}"/>
              </a:ext>
            </a:extLst>
          </p:cNvPr>
          <p:cNvSpPr txBox="1"/>
          <p:nvPr/>
        </p:nvSpPr>
        <p:spPr>
          <a:xfrm>
            <a:off x="2378510" y="50679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err="1">
                <a:solidFill>
                  <a:schemeClr val="bg1"/>
                </a:solidFill>
              </a:rPr>
              <a:t>Tips and Common Mistakes</a:t>
            </a:r>
          </a:p>
          <a:p>
            <a:pPr algn="ctr">
              <a:lnSpc>
                <a:spcPct val="150000"/>
              </a:lnSpc>
            </a:pPr>
            <a:endParaRPr lang="es-MX" sz="1100" b="1" noProof="0" dirty="0">
              <a:solidFill>
                <a:schemeClr val="accent6"/>
              </a:solidFill>
            </a:endParaRP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sp>
        <p:nvSpPr>
          <p:cNvPr id="12" name="Title 1">
            <a:extLst>
              <a:ext uri="{FF2B5EF4-FFF2-40B4-BE49-F238E27FC236}">
                <a16:creationId xmlns:a16="http://schemas.microsoft.com/office/drawing/2014/main" id="{96943968-8C5C-339F-3120-62CE98A49A8F}"/>
              </a:ext>
            </a:extLst>
          </p:cNvPr>
          <p:cNvSpPr txBox="1">
            <a:spLocks/>
          </p:cNvSpPr>
          <p:nvPr/>
        </p:nvSpPr>
        <p:spPr>
          <a:xfrm>
            <a:off x="4951951" y="2685843"/>
            <a:ext cx="3751435" cy="189904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Stopping at surface symptoms
Vague or generic answers
Forcing the analysis to reach five questions
Failing to validate the root cause</a:t>
            </a: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algn="just">
              <a:lnSpc>
                <a:spcPct val="150000"/>
              </a:lnSpc>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p:txBody>
      </p:sp>
      <p:pic>
        <p:nvPicPr>
          <p:cNvPr id="14" name="Gráfico 13" descr="Señal de pulgar hacia arriba  con relleno sólido">
            <a:extLst>
              <a:ext uri="{FF2B5EF4-FFF2-40B4-BE49-F238E27FC236}">
                <a16:creationId xmlns:a16="http://schemas.microsoft.com/office/drawing/2014/main" id="{233A0FC6-9347-2975-A382-9DE0999EF9B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48679" y="1266335"/>
            <a:ext cx="914400" cy="914400"/>
          </a:xfrm>
          <a:prstGeom prst="rect">
            <a:avLst/>
          </a:prstGeom>
        </p:spPr>
      </p:pic>
      <p:sp>
        <p:nvSpPr>
          <p:cNvPr id="15" name="CuadroTexto 14">
            <a:extLst>
              <a:ext uri="{FF2B5EF4-FFF2-40B4-BE49-F238E27FC236}">
                <a16:creationId xmlns:a16="http://schemas.microsoft.com/office/drawing/2014/main" id="{54E87C61-17EA-D20B-2BFE-E24DBBE4EAEC}"/>
              </a:ext>
            </a:extLst>
          </p:cNvPr>
          <p:cNvSpPr txBox="1"/>
          <p:nvPr/>
        </p:nvSpPr>
        <p:spPr>
          <a:xfrm>
            <a:off x="5933148" y="2175390"/>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Avoid</a:t>
            </a:r>
          </a:p>
        </p:txBody>
      </p:sp>
      <p:sp>
        <p:nvSpPr>
          <p:cNvPr id="17" name="CuadroTexto 16">
            <a:extLst>
              <a:ext uri="{FF2B5EF4-FFF2-40B4-BE49-F238E27FC236}">
                <a16:creationId xmlns:a16="http://schemas.microsoft.com/office/drawing/2014/main" id="{5902ED29-FB13-42B1-4190-EFF11309EE39}"/>
              </a:ext>
            </a:extLst>
          </p:cNvPr>
          <p:cNvSpPr txBox="1"/>
          <p:nvPr/>
        </p:nvSpPr>
        <p:spPr>
          <a:xfrm>
            <a:off x="1397956" y="2181571"/>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Consider</a:t>
            </a:r>
          </a:p>
        </p:txBody>
      </p:sp>
    </p:spTree>
    <p:extLst>
      <p:ext uri="{BB962C8B-B14F-4D97-AF65-F5344CB8AC3E}">
        <p14:creationId xmlns:p14="http://schemas.microsoft.com/office/powerpoint/2010/main" val="1001983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67330-DF81-68CA-EF3F-CB195556EEB7}"/>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28457DFE-EC52-CB53-7F00-D2E8FCC982FE}"/>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06E1B47A-CA8B-E3E3-627F-F2C96116330E}"/>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8D9A305B-C337-3AC5-FDF9-CA4D04079EAF}"/>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1AC9BED7-CA5A-8400-CFF7-4F9771D5F374}"/>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12816FD2-C1C7-D4AC-F3C5-9396D5088157}"/>
              </a:ext>
            </a:extLst>
          </p:cNvPr>
          <p:cNvSpPr>
            <a:spLocks noGrp="1"/>
          </p:cNvSpPr>
          <p:nvPr>
            <p:ph type="title"/>
          </p:nvPr>
        </p:nvSpPr>
        <p:spPr>
          <a:xfrm>
            <a:off x="330993" y="313420"/>
            <a:ext cx="8482014" cy="307777"/>
          </a:xfrm>
        </p:spPr>
        <p:txBody>
          <a:bodyPr/>
          <a:lstStyle/>
          <a:p>
            <a:pPr algn="ctr"/>
            <a:r>
              <a:rPr lang="es-MX" noProof="0" dirty="0"/>
              <a:t>Activity 8</a:t>
            </a:r>
          </a:p>
        </p:txBody>
      </p:sp>
      <p:sp>
        <p:nvSpPr>
          <p:cNvPr id="3" name="CuadroTexto 7">
            <a:extLst>
              <a:ext uri="{FF2B5EF4-FFF2-40B4-BE49-F238E27FC236}">
                <a16:creationId xmlns:a16="http://schemas.microsoft.com/office/drawing/2014/main" id="{EB8690E7-DC47-F712-6ADB-43D6A53D4B3D}"/>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a:solidFill>
                  <a:schemeClr val="accent6"/>
                </a:solidFill>
              </a:rPr>
              <a:t>Uncovering the Truth</a:t>
            </a: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B2504C91-2FBE-275C-984A-FAF20E9523D8}"/>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805A96C1-9154-8186-B779-68E347EFA9DF}"/>
              </a:ext>
            </a:extLst>
          </p:cNvPr>
          <p:cNvSpPr txBox="1">
            <a:spLocks/>
          </p:cNvSpPr>
          <p:nvPr/>
        </p:nvSpPr>
        <p:spPr>
          <a:xfrm>
            <a:off x="3812322" y="2918453"/>
            <a:ext cx="1519355"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5 Whys Template</a:t>
            </a:r>
          </a:p>
        </p:txBody>
      </p:sp>
      <p:sp>
        <p:nvSpPr>
          <p:cNvPr id="25" name="CuadroTexto 7">
            <a:extLst>
              <a:ext uri="{FF2B5EF4-FFF2-40B4-BE49-F238E27FC236}">
                <a16:creationId xmlns:a16="http://schemas.microsoft.com/office/drawing/2014/main" id="{773A83AB-B400-037F-75AA-3C1AA5CF578C}"/>
              </a:ext>
            </a:extLst>
          </p:cNvPr>
          <p:cNvSpPr txBox="1"/>
          <p:nvPr/>
        </p:nvSpPr>
        <p:spPr>
          <a:xfrm>
            <a:off x="2512674" y="3872239"/>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Deliverable:
Final project progress through the 5 Whys analysis</a:t>
            </a:r>
          </a:p>
          <a:p>
            <a:pPr algn="ctr"/>
            <a:endParaRPr lang="es-MX" sz="1100" noProof="0">
              <a:solidFill>
                <a:schemeClr val="bg1"/>
              </a:solidFill>
            </a:endParaRPr>
          </a:p>
          <a:p>
            <a:pPr algn="ctr"/>
            <a:endParaRPr lang="es-MX" sz="1100" noProof="0">
              <a:solidFill>
                <a:schemeClr val="bg1"/>
              </a:solidFill>
            </a:endParaRPr>
          </a:p>
        </p:txBody>
      </p:sp>
      <p:sp>
        <p:nvSpPr>
          <p:cNvPr id="8" name="Title 1">
            <a:extLst>
              <a:ext uri="{FF2B5EF4-FFF2-40B4-BE49-F238E27FC236}">
                <a16:creationId xmlns:a16="http://schemas.microsoft.com/office/drawing/2014/main" id="{60C8F547-E549-E5EC-F015-5BDDCC59F968}"/>
              </a:ext>
            </a:extLst>
          </p:cNvPr>
          <p:cNvSpPr txBox="1">
            <a:spLocks/>
          </p:cNvSpPr>
          <p:nvPr/>
        </p:nvSpPr>
        <p:spPr>
          <a:xfrm>
            <a:off x="1042066" y="3026174"/>
            <a:ext cx="157826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Pair Activity</a:t>
            </a:r>
            <a:endParaRPr lang="es-MX" sz="1400" b="0" noProof="0">
              <a:solidFill>
                <a:schemeClr val="bg1"/>
              </a:solidFill>
            </a:endParaRPr>
          </a:p>
        </p:txBody>
      </p:sp>
      <p:sp>
        <p:nvSpPr>
          <p:cNvPr id="20" name="Title 1">
            <a:extLst>
              <a:ext uri="{FF2B5EF4-FFF2-40B4-BE49-F238E27FC236}">
                <a16:creationId xmlns:a16="http://schemas.microsoft.com/office/drawing/2014/main" id="{AB094605-E7C6-A708-8F72-94E60DA6934F}"/>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Team reflection</a:t>
            </a:r>
          </a:p>
        </p:txBody>
      </p:sp>
      <p:pic>
        <p:nvPicPr>
          <p:cNvPr id="21" name="Gráfico 20" descr="Lluvia de ideas de grupo con relleno sólido">
            <a:extLst>
              <a:ext uri="{FF2B5EF4-FFF2-40B4-BE49-F238E27FC236}">
                <a16:creationId xmlns:a16="http://schemas.microsoft.com/office/drawing/2014/main" id="{F2B4F83F-2B37-F95B-CA8C-91AF86CCE1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43239" y="1747596"/>
            <a:ext cx="1112454" cy="1112454"/>
          </a:xfrm>
          <a:prstGeom prst="rect">
            <a:avLst/>
          </a:prstGeom>
        </p:spPr>
      </p:pic>
      <p:pic>
        <p:nvPicPr>
          <p:cNvPr id="4" name="Gráfico 3" descr="Perfil de hombre con relleno sólido">
            <a:extLst>
              <a:ext uri="{FF2B5EF4-FFF2-40B4-BE49-F238E27FC236}">
                <a16:creationId xmlns:a16="http://schemas.microsoft.com/office/drawing/2014/main" id="{753389AA-0E58-43BF-EFE0-F9490CBD9C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436" y="1665521"/>
            <a:ext cx="1102058" cy="1102058"/>
          </a:xfrm>
          <a:prstGeom prst="rect">
            <a:avLst/>
          </a:prstGeom>
        </p:spPr>
      </p:pic>
      <p:pic>
        <p:nvPicPr>
          <p:cNvPr id="12" name="Gráfico 11" descr="Perfil de hombre con relleno sólido">
            <a:extLst>
              <a:ext uri="{FF2B5EF4-FFF2-40B4-BE49-F238E27FC236}">
                <a16:creationId xmlns:a16="http://schemas.microsoft.com/office/drawing/2014/main" id="{A0B81E1A-FC33-E0FB-F759-DD59F92383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8877" y="1665521"/>
            <a:ext cx="1102058" cy="1102058"/>
          </a:xfrm>
          <a:prstGeom prst="rect">
            <a:avLst/>
          </a:prstGeom>
        </p:spPr>
      </p:pic>
      <p:sp>
        <p:nvSpPr>
          <p:cNvPr id="14" name="Rectángulo 13">
            <a:extLst>
              <a:ext uri="{FF2B5EF4-FFF2-40B4-BE49-F238E27FC236}">
                <a16:creationId xmlns:a16="http://schemas.microsoft.com/office/drawing/2014/main" id="{DBE0505B-C0A1-7CBD-0321-692E2062A23E}"/>
              </a:ext>
            </a:extLst>
          </p:cNvPr>
          <p:cNvSpPr/>
          <p:nvPr/>
        </p:nvSpPr>
        <p:spPr>
          <a:xfrm flipV="1">
            <a:off x="4138519" y="1747596"/>
            <a:ext cx="849227" cy="151139"/>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7" name="Rectángulo 16">
            <a:extLst>
              <a:ext uri="{FF2B5EF4-FFF2-40B4-BE49-F238E27FC236}">
                <a16:creationId xmlns:a16="http://schemas.microsoft.com/office/drawing/2014/main" id="{B70C2B2D-76B8-2224-37FB-795EAC07FBAC}"/>
              </a:ext>
            </a:extLst>
          </p:cNvPr>
          <p:cNvSpPr/>
          <p:nvPr/>
        </p:nvSpPr>
        <p:spPr>
          <a:xfrm flipV="1">
            <a:off x="4147385" y="1953169"/>
            <a:ext cx="849227" cy="151139"/>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9" name="Rectángulo 18">
            <a:extLst>
              <a:ext uri="{FF2B5EF4-FFF2-40B4-BE49-F238E27FC236}">
                <a16:creationId xmlns:a16="http://schemas.microsoft.com/office/drawing/2014/main" id="{01D7711A-4F11-640D-814D-8F649213F5BA}"/>
              </a:ext>
            </a:extLst>
          </p:cNvPr>
          <p:cNvSpPr/>
          <p:nvPr/>
        </p:nvSpPr>
        <p:spPr>
          <a:xfrm flipV="1">
            <a:off x="4147384" y="2170205"/>
            <a:ext cx="849227" cy="151139"/>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2" name="Rectángulo 21">
            <a:extLst>
              <a:ext uri="{FF2B5EF4-FFF2-40B4-BE49-F238E27FC236}">
                <a16:creationId xmlns:a16="http://schemas.microsoft.com/office/drawing/2014/main" id="{4323E6C9-6D59-81F3-26BF-EF39B9833BC5}"/>
              </a:ext>
            </a:extLst>
          </p:cNvPr>
          <p:cNvSpPr/>
          <p:nvPr/>
        </p:nvSpPr>
        <p:spPr>
          <a:xfrm flipV="1">
            <a:off x="4147383" y="2389180"/>
            <a:ext cx="849227" cy="151139"/>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6" name="Rectángulo 25">
            <a:extLst>
              <a:ext uri="{FF2B5EF4-FFF2-40B4-BE49-F238E27FC236}">
                <a16:creationId xmlns:a16="http://schemas.microsoft.com/office/drawing/2014/main" id="{010E69C2-4602-EB1B-0A5B-C1B40259A660}"/>
              </a:ext>
            </a:extLst>
          </p:cNvPr>
          <p:cNvSpPr/>
          <p:nvPr/>
        </p:nvSpPr>
        <p:spPr>
          <a:xfrm flipV="1">
            <a:off x="4147383" y="2603182"/>
            <a:ext cx="849227" cy="151139"/>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7" name="Gráfico 26" descr="Flecha lineal: curva con sentido de las agujas del reloj con relleno sólido">
            <a:extLst>
              <a:ext uri="{FF2B5EF4-FFF2-40B4-BE49-F238E27FC236}">
                <a16:creationId xmlns:a16="http://schemas.microsoft.com/office/drawing/2014/main" id="{2D403E86-A5F1-F180-DF06-E7BD932CC0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954590" flipH="1">
            <a:off x="3964072" y="1831649"/>
            <a:ext cx="221847" cy="195317"/>
          </a:xfrm>
          <a:prstGeom prst="rect">
            <a:avLst/>
          </a:prstGeom>
          <a:effectLst>
            <a:outerShdw blurRad="50800" dist="38100" dir="2700000" algn="tl" rotWithShape="0">
              <a:prstClr val="black">
                <a:alpha val="40000"/>
              </a:prstClr>
            </a:outerShdw>
          </a:effectLst>
        </p:spPr>
      </p:pic>
      <p:pic>
        <p:nvPicPr>
          <p:cNvPr id="29" name="Gráfico 28" descr="Flecha lineal: curva con sentido de las agujas del reloj con relleno sólido">
            <a:extLst>
              <a:ext uri="{FF2B5EF4-FFF2-40B4-BE49-F238E27FC236}">
                <a16:creationId xmlns:a16="http://schemas.microsoft.com/office/drawing/2014/main" id="{AF6F2807-1237-792D-EBD9-EA5CF65760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954590" flipH="1">
            <a:off x="3968620" y="2083038"/>
            <a:ext cx="221847" cy="195317"/>
          </a:xfrm>
          <a:prstGeom prst="rect">
            <a:avLst/>
          </a:prstGeom>
          <a:effectLst>
            <a:outerShdw blurRad="50800" dist="38100" dir="2700000" algn="tl" rotWithShape="0">
              <a:prstClr val="black">
                <a:alpha val="40000"/>
              </a:prstClr>
            </a:outerShdw>
          </a:effectLst>
        </p:spPr>
      </p:pic>
      <p:pic>
        <p:nvPicPr>
          <p:cNvPr id="30" name="Gráfico 29" descr="Flecha lineal: curva con sentido de las agujas del reloj con relleno sólido">
            <a:extLst>
              <a:ext uri="{FF2B5EF4-FFF2-40B4-BE49-F238E27FC236}">
                <a16:creationId xmlns:a16="http://schemas.microsoft.com/office/drawing/2014/main" id="{0CA70026-890A-9D5F-37A2-513F6F5D296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954590" flipH="1">
            <a:off x="3964072" y="2301063"/>
            <a:ext cx="221847" cy="195317"/>
          </a:xfrm>
          <a:prstGeom prst="rect">
            <a:avLst/>
          </a:prstGeom>
          <a:effectLst>
            <a:outerShdw blurRad="50800" dist="38100" dir="2700000" algn="tl" rotWithShape="0">
              <a:prstClr val="black">
                <a:alpha val="40000"/>
              </a:prstClr>
            </a:outerShdw>
          </a:effectLst>
        </p:spPr>
      </p:pic>
      <p:pic>
        <p:nvPicPr>
          <p:cNvPr id="34" name="Gráfico 33" descr="Flecha lineal: curva con sentido de las agujas del reloj con relleno sólido">
            <a:extLst>
              <a:ext uri="{FF2B5EF4-FFF2-40B4-BE49-F238E27FC236}">
                <a16:creationId xmlns:a16="http://schemas.microsoft.com/office/drawing/2014/main" id="{CBE93378-2A25-44FF-8CBF-015FC6916EF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954590" flipH="1">
            <a:off x="3959522" y="2552743"/>
            <a:ext cx="221847" cy="195317"/>
          </a:xfrm>
          <a:prstGeom prst="rect">
            <a:avLst/>
          </a:prstGeom>
          <a:effectLst>
            <a:outerShdw blurRad="50800" dist="38100" dir="2700000" algn="tl" rotWithShape="0">
              <a:prstClr val="black">
                <a:alpha val="40000"/>
              </a:prstClr>
            </a:outerShdw>
          </a:effectLst>
        </p:spPr>
      </p:pic>
      <p:pic>
        <p:nvPicPr>
          <p:cNvPr id="35" name="Gráfico 34" descr="Flecha lineal: curva con sentido de las agujas del reloj con relleno sólido">
            <a:extLst>
              <a:ext uri="{FF2B5EF4-FFF2-40B4-BE49-F238E27FC236}">
                <a16:creationId xmlns:a16="http://schemas.microsoft.com/office/drawing/2014/main" id="{C073F579-22C0-E663-DF28-E62D33373FB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656065" flipH="1">
            <a:off x="4953804" y="1830407"/>
            <a:ext cx="221847" cy="195317"/>
          </a:xfrm>
          <a:prstGeom prst="rect">
            <a:avLst/>
          </a:prstGeom>
          <a:effectLst>
            <a:outerShdw blurRad="50800" dist="38100" dir="2700000" algn="tl" rotWithShape="0">
              <a:prstClr val="black">
                <a:alpha val="40000"/>
              </a:prstClr>
            </a:outerShdw>
          </a:effectLst>
        </p:spPr>
      </p:pic>
      <p:pic>
        <p:nvPicPr>
          <p:cNvPr id="36" name="Gráfico 35" descr="Flecha lineal: curva con sentido de las agujas del reloj con relleno sólido">
            <a:extLst>
              <a:ext uri="{FF2B5EF4-FFF2-40B4-BE49-F238E27FC236}">
                <a16:creationId xmlns:a16="http://schemas.microsoft.com/office/drawing/2014/main" id="{57647373-60FF-E03F-A621-35E04D475E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656065" flipH="1">
            <a:off x="4958352" y="2067688"/>
            <a:ext cx="221847" cy="195317"/>
          </a:xfrm>
          <a:prstGeom prst="rect">
            <a:avLst/>
          </a:prstGeom>
          <a:effectLst>
            <a:outerShdw blurRad="50800" dist="38100" dir="2700000" algn="tl" rotWithShape="0">
              <a:prstClr val="black">
                <a:alpha val="40000"/>
              </a:prstClr>
            </a:outerShdw>
          </a:effectLst>
        </p:spPr>
      </p:pic>
      <p:pic>
        <p:nvPicPr>
          <p:cNvPr id="37" name="Gráfico 36" descr="Flecha lineal: curva con sentido de las agujas del reloj con relleno sólido">
            <a:extLst>
              <a:ext uri="{FF2B5EF4-FFF2-40B4-BE49-F238E27FC236}">
                <a16:creationId xmlns:a16="http://schemas.microsoft.com/office/drawing/2014/main" id="{F07BEC82-902E-A8DB-2EE3-E1C1E95B9A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656065" flipH="1">
            <a:off x="4965083" y="2297237"/>
            <a:ext cx="221847" cy="195317"/>
          </a:xfrm>
          <a:prstGeom prst="rect">
            <a:avLst/>
          </a:prstGeom>
          <a:effectLst>
            <a:outerShdw blurRad="50800" dist="38100" dir="2700000" algn="tl" rotWithShape="0">
              <a:prstClr val="black">
                <a:alpha val="40000"/>
              </a:prstClr>
            </a:outerShdw>
          </a:effectLst>
        </p:spPr>
      </p:pic>
      <p:pic>
        <p:nvPicPr>
          <p:cNvPr id="38" name="Gráfico 37" descr="Flecha lineal: curva con sentido de las agujas del reloj con relleno sólido">
            <a:extLst>
              <a:ext uri="{FF2B5EF4-FFF2-40B4-BE49-F238E27FC236}">
                <a16:creationId xmlns:a16="http://schemas.microsoft.com/office/drawing/2014/main" id="{9D1DAF4C-8AAA-A48C-77D9-400B1BD227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656065" flipH="1">
            <a:off x="4969634" y="2527652"/>
            <a:ext cx="221847" cy="195317"/>
          </a:xfrm>
          <a:prstGeom prst="rect">
            <a:avLst/>
          </a:prstGeom>
          <a:effectLst>
            <a:outerShdw blurRad="50800" dist="38100" dir="2700000" algn="tl" rotWithShape="0">
              <a:prstClr val="black">
                <a:alpha val="40000"/>
              </a:prstClr>
            </a:outerShdw>
          </a:effectLst>
        </p:spPr>
      </p:pic>
      <p:pic>
        <p:nvPicPr>
          <p:cNvPr id="18" name="Gráfico 17" descr="Cursor con relleno sólido">
            <a:extLst>
              <a:ext uri="{FF2B5EF4-FFF2-40B4-BE49-F238E27FC236}">
                <a16:creationId xmlns:a16="http://schemas.microsoft.com/office/drawing/2014/main" id="{121FCA18-5B3A-D679-623D-21EB9ADE7E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15804" y="4314686"/>
            <a:ext cx="515394" cy="515394"/>
          </a:xfrm>
          <a:prstGeom prst="rect">
            <a:avLst/>
          </a:prstGeom>
        </p:spPr>
      </p:pic>
      <p:sp>
        <p:nvSpPr>
          <p:cNvPr id="9" name="CuadroTexto 8">
            <a:extLst>
              <a:ext uri="{FF2B5EF4-FFF2-40B4-BE49-F238E27FC236}">
                <a16:creationId xmlns:a16="http://schemas.microsoft.com/office/drawing/2014/main" id="{86570A8E-69E4-C793-2683-DA5840B51BD8}"/>
              </a:ext>
            </a:extLst>
          </p:cNvPr>
          <p:cNvSpPr txBox="1"/>
          <p:nvPr/>
        </p:nvSpPr>
        <p:spPr>
          <a:xfrm>
            <a:off x="434271" y="4048408"/>
            <a:ext cx="4572000" cy="30008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7">
                  <a:extLst>
                    <a:ext uri="{A12FA001-AC4F-418D-AE19-62706E023703}">
                      <ahyp:hlinkClr xmlns:ahyp="http://schemas.microsoft.com/office/drawing/2018/hyperlinkcolor" val="tx"/>
                    </a:ext>
                  </a:extLst>
                </a:hlinkClick>
              </a:rPr>
              <a:t>5 Whys Template.</a:t>
            </a:r>
            <a:endParaRPr lang="es-MX" noProof="0">
              <a:solidFill>
                <a:schemeClr val="accent6"/>
              </a:solidFill>
            </a:endParaRPr>
          </a:p>
        </p:txBody>
      </p:sp>
    </p:spTree>
    <p:extLst>
      <p:ext uri="{BB962C8B-B14F-4D97-AF65-F5344CB8AC3E}">
        <p14:creationId xmlns:p14="http://schemas.microsoft.com/office/powerpoint/2010/main" val="2283906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091BC-3C78-788B-E399-33D4038483D7}"/>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3D2CD168-1BC5-682A-0031-860DD899083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3D2CD168-1BC5-682A-0031-860DD899083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73CF26FD-D773-BD18-4F2D-A46A998AA9AD}"/>
              </a:ext>
            </a:extLst>
          </p:cNvPr>
          <p:cNvSpPr>
            <a:spLocks noGrp="1"/>
          </p:cNvSpPr>
          <p:nvPr>
            <p:ph type="title"/>
          </p:nvPr>
        </p:nvSpPr>
        <p:spPr>
          <a:xfrm>
            <a:off x="3937397" y="242102"/>
            <a:ext cx="1708118" cy="307777"/>
          </a:xfrm>
        </p:spPr>
        <p:txBody>
          <a:bodyPr vert="horz"/>
          <a:lstStyle/>
          <a:p>
            <a:r>
              <a:rPr lang="es-MX" noProof="0"/>
              <a:t>Reflection</a:t>
            </a:r>
          </a:p>
        </p:txBody>
      </p:sp>
      <p:pic>
        <p:nvPicPr>
          <p:cNvPr id="4" name="Imagen 3" descr="Imagen que contiene Icono&#10;&#10;El contenido generado por IA puede ser incorrecto.">
            <a:extLst>
              <a:ext uri="{FF2B5EF4-FFF2-40B4-BE49-F238E27FC236}">
                <a16:creationId xmlns:a16="http://schemas.microsoft.com/office/drawing/2014/main" id="{2C72823C-4161-32B0-2703-4C1A07D2083A}"/>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6B9478EE-A28C-60CE-56C9-3B57CE948B18}"/>
              </a:ext>
            </a:extLst>
          </p:cNvPr>
          <p:cNvSpPr/>
          <p:nvPr/>
        </p:nvSpPr>
        <p:spPr>
          <a:xfrm>
            <a:off x="836676" y="1403116"/>
            <a:ext cx="7470648" cy="294568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600" b="1" noProof="0" dirty="0">
                <a:solidFill>
                  <a:srgbClr val="FFFFFF"/>
                </a:solidFill>
              </a:rPr>
              <a:t>Do </a:t>
            </a:r>
            <a:r>
              <a:rPr lang="es-MX" sz="1600" b="1" noProof="0" dirty="0" err="1">
                <a:solidFill>
                  <a:srgbClr val="FFFFFF"/>
                </a:solidFill>
              </a:rPr>
              <a:t>you</a:t>
            </a:r>
            <a:r>
              <a:rPr lang="es-MX" sz="1600" b="1" noProof="0" dirty="0">
                <a:solidFill>
                  <a:srgbClr val="FFFFFF"/>
                </a:solidFill>
              </a:rPr>
              <a:t> </a:t>
            </a:r>
            <a:r>
              <a:rPr lang="es-MX" sz="1600" b="1" noProof="0" dirty="0" err="1">
                <a:solidFill>
                  <a:srgbClr val="FFFFFF"/>
                </a:solidFill>
              </a:rPr>
              <a:t>think</a:t>
            </a:r>
            <a:r>
              <a:rPr lang="es-MX" sz="1600" b="1" noProof="0" dirty="0">
                <a:solidFill>
                  <a:srgbClr val="FFFFFF"/>
                </a:solidFill>
              </a:rPr>
              <a:t> </a:t>
            </a:r>
            <a:r>
              <a:rPr lang="es-MX" sz="1600" b="1" noProof="0" dirty="0" err="1">
                <a:solidFill>
                  <a:srgbClr val="FFFFFF"/>
                </a:solidFill>
              </a:rPr>
              <a:t>finding</a:t>
            </a:r>
            <a:r>
              <a:rPr lang="es-MX" sz="1600" b="1" noProof="0" dirty="0">
                <a:solidFill>
                  <a:srgbClr val="FFFFFF"/>
                </a:solidFill>
              </a:rPr>
              <a:t> the </a:t>
            </a:r>
            <a:r>
              <a:rPr lang="es-MX" sz="1600" b="1" noProof="0" dirty="0" err="1">
                <a:solidFill>
                  <a:srgbClr val="FFFFFF"/>
                </a:solidFill>
              </a:rPr>
              <a:t>root</a:t>
            </a:r>
            <a:r>
              <a:rPr lang="es-MX" sz="1600" b="1" noProof="0" dirty="0">
                <a:solidFill>
                  <a:srgbClr val="FFFFFF"/>
                </a:solidFill>
              </a:rPr>
              <a:t> cause </a:t>
            </a:r>
            <a:r>
              <a:rPr lang="es-MX" sz="1600" b="1" noProof="0" dirty="0" err="1">
                <a:solidFill>
                  <a:srgbClr val="FFFFFF"/>
                </a:solidFill>
              </a:rPr>
              <a:t>is</a:t>
            </a:r>
            <a:r>
              <a:rPr lang="es-MX" sz="1600" b="1" noProof="0" dirty="0">
                <a:solidFill>
                  <a:srgbClr val="FFFFFF"/>
                </a:solidFill>
              </a:rPr>
              <a:t> </a:t>
            </a:r>
            <a:r>
              <a:rPr lang="es-MX" sz="1600" b="1" noProof="0" dirty="0" err="1">
                <a:solidFill>
                  <a:srgbClr val="FFFFFF"/>
                </a:solidFill>
              </a:rPr>
              <a:t>difficult</a:t>
            </a:r>
            <a:r>
              <a:rPr lang="es-MX" sz="1600" b="1" noProof="0" dirty="0">
                <a:solidFill>
                  <a:srgbClr val="FFFFFF"/>
                </a:solidFill>
              </a:rPr>
              <a:t>?
</a:t>
            </a:r>
            <a:r>
              <a:rPr lang="es-MX" sz="1600" b="1" noProof="0" dirty="0" err="1">
                <a:solidFill>
                  <a:srgbClr val="FFFFFF"/>
                </a:solidFill>
              </a:rPr>
              <a:t>What</a:t>
            </a:r>
            <a:r>
              <a:rPr lang="es-MX" sz="1600" b="1" noProof="0" dirty="0">
                <a:solidFill>
                  <a:srgbClr val="FFFFFF"/>
                </a:solidFill>
              </a:rPr>
              <a:t> </a:t>
            </a:r>
            <a:r>
              <a:rPr lang="es-MX" sz="1600" b="1" noProof="0" dirty="0" err="1">
                <a:solidFill>
                  <a:srgbClr val="FFFFFF"/>
                </a:solidFill>
              </a:rPr>
              <a:t>were</a:t>
            </a:r>
            <a:r>
              <a:rPr lang="es-MX" sz="1600" b="1" noProof="0" dirty="0">
                <a:solidFill>
                  <a:srgbClr val="FFFFFF"/>
                </a:solidFill>
              </a:rPr>
              <a:t> the </a:t>
            </a:r>
            <a:r>
              <a:rPr lang="es-MX" sz="1600" b="1" noProof="0" dirty="0" err="1">
                <a:solidFill>
                  <a:srgbClr val="FFFFFF"/>
                </a:solidFill>
              </a:rPr>
              <a:t>main</a:t>
            </a:r>
            <a:r>
              <a:rPr lang="es-MX" sz="1600" b="1" noProof="0" dirty="0">
                <a:solidFill>
                  <a:srgbClr val="FFFFFF"/>
                </a:solidFill>
              </a:rPr>
              <a:t> </a:t>
            </a:r>
            <a:r>
              <a:rPr lang="es-MX" sz="1600" b="1" noProof="0" dirty="0" err="1">
                <a:solidFill>
                  <a:srgbClr val="FFFFFF"/>
                </a:solidFill>
              </a:rPr>
              <a:t>challenges</a:t>
            </a:r>
            <a:r>
              <a:rPr lang="es-MX" sz="1600" b="1" noProof="0" dirty="0">
                <a:solidFill>
                  <a:srgbClr val="FFFFFF"/>
                </a:solidFill>
              </a:rPr>
              <a:t> </a:t>
            </a:r>
            <a:r>
              <a:rPr lang="es-MX" sz="1600" b="1" noProof="0" dirty="0" err="1">
                <a:solidFill>
                  <a:srgbClr val="FFFFFF"/>
                </a:solidFill>
              </a:rPr>
              <a:t>during</a:t>
            </a:r>
            <a:r>
              <a:rPr lang="es-MX" sz="1600" b="1" noProof="0" dirty="0">
                <a:solidFill>
                  <a:srgbClr val="FFFFFF"/>
                </a:solidFill>
              </a:rPr>
              <a:t> the </a:t>
            </a:r>
            <a:r>
              <a:rPr lang="es-MX" sz="1600" b="1" noProof="0" dirty="0" err="1">
                <a:solidFill>
                  <a:srgbClr val="FFFFFF"/>
                </a:solidFill>
              </a:rPr>
              <a:t>analysis</a:t>
            </a:r>
            <a:r>
              <a:rPr lang="es-MX" sz="1600" b="1" noProof="0" dirty="0">
                <a:solidFill>
                  <a:srgbClr val="FFFFFF"/>
                </a:solidFill>
              </a:rPr>
              <a:t>?
</a:t>
            </a:r>
            <a:r>
              <a:rPr lang="es-MX" sz="1600" b="1" noProof="0" dirty="0" err="1">
                <a:solidFill>
                  <a:srgbClr val="FFFFFF"/>
                </a:solidFill>
              </a:rPr>
              <a:t>What</a:t>
            </a:r>
            <a:r>
              <a:rPr lang="es-MX" sz="1600" b="1" noProof="0" dirty="0">
                <a:solidFill>
                  <a:srgbClr val="FFFFFF"/>
                </a:solidFill>
              </a:rPr>
              <a:t> </a:t>
            </a:r>
            <a:r>
              <a:rPr lang="es-MX" sz="1600" b="1" noProof="0" dirty="0" err="1">
                <a:solidFill>
                  <a:srgbClr val="FFFFFF"/>
                </a:solidFill>
              </a:rPr>
              <a:t>advice</a:t>
            </a:r>
            <a:r>
              <a:rPr lang="es-MX" sz="1600" b="1" noProof="0" dirty="0">
                <a:solidFill>
                  <a:srgbClr val="FFFFFF"/>
                </a:solidFill>
              </a:rPr>
              <a:t> </a:t>
            </a:r>
            <a:r>
              <a:rPr lang="es-MX" sz="1600" b="1" noProof="0" dirty="0" err="1">
                <a:solidFill>
                  <a:srgbClr val="FFFFFF"/>
                </a:solidFill>
              </a:rPr>
              <a:t>would</a:t>
            </a:r>
            <a:r>
              <a:rPr lang="es-MX" sz="1600" b="1" noProof="0" dirty="0">
                <a:solidFill>
                  <a:srgbClr val="FFFFFF"/>
                </a:solidFill>
              </a:rPr>
              <a:t> </a:t>
            </a:r>
            <a:r>
              <a:rPr lang="es-MX" sz="1600" b="1" noProof="0" dirty="0" err="1">
                <a:solidFill>
                  <a:srgbClr val="FFFFFF"/>
                </a:solidFill>
              </a:rPr>
              <a:t>you</a:t>
            </a:r>
            <a:r>
              <a:rPr lang="es-MX" sz="1600" b="1" noProof="0" dirty="0">
                <a:solidFill>
                  <a:srgbClr val="FFFFFF"/>
                </a:solidFill>
              </a:rPr>
              <a:t> </a:t>
            </a:r>
            <a:r>
              <a:rPr lang="es-MX" sz="1600" b="1" noProof="0" dirty="0" err="1">
                <a:solidFill>
                  <a:srgbClr val="FFFFFF"/>
                </a:solidFill>
              </a:rPr>
              <a:t>give</a:t>
            </a:r>
            <a:r>
              <a:rPr lang="es-MX" sz="1600" b="1" noProof="0" dirty="0">
                <a:solidFill>
                  <a:srgbClr val="FFFFFF"/>
                </a:solidFill>
              </a:rPr>
              <a:t> a </a:t>
            </a:r>
            <a:r>
              <a:rPr lang="es-MX" sz="1600" b="1" noProof="0" dirty="0" err="1">
                <a:solidFill>
                  <a:srgbClr val="FFFFFF"/>
                </a:solidFill>
              </a:rPr>
              <a:t>newcomer</a:t>
            </a:r>
            <a:r>
              <a:rPr lang="es-MX" sz="1600" b="1" noProof="0" dirty="0">
                <a:solidFill>
                  <a:srgbClr val="FFFFFF"/>
                </a:solidFill>
              </a:rPr>
              <a:t> to </a:t>
            </a:r>
            <a:r>
              <a:rPr lang="es-MX" sz="1600" b="1" noProof="0" dirty="0" err="1">
                <a:solidFill>
                  <a:srgbClr val="FFFFFF"/>
                </a:solidFill>
              </a:rPr>
              <a:t>help</a:t>
            </a:r>
            <a:r>
              <a:rPr lang="es-MX" sz="1600" b="1" noProof="0" dirty="0">
                <a:solidFill>
                  <a:srgbClr val="FFFFFF"/>
                </a:solidFill>
              </a:rPr>
              <a:t> </a:t>
            </a:r>
            <a:r>
              <a:rPr lang="es-MX" sz="1600" b="1" noProof="0" dirty="0" err="1">
                <a:solidFill>
                  <a:srgbClr val="FFFFFF"/>
                </a:solidFill>
              </a:rPr>
              <a:t>them</a:t>
            </a:r>
            <a:r>
              <a:rPr lang="es-MX" sz="1600" b="1" noProof="0" dirty="0">
                <a:solidFill>
                  <a:srgbClr val="FFFFFF"/>
                </a:solidFill>
              </a:rPr>
              <a:t> </a:t>
            </a:r>
            <a:r>
              <a:rPr lang="es-MX" sz="1600" b="1" noProof="0" dirty="0" err="1">
                <a:solidFill>
                  <a:srgbClr val="FFFFFF"/>
                </a:solidFill>
              </a:rPr>
              <a:t>conduct</a:t>
            </a:r>
            <a:r>
              <a:rPr lang="es-MX" sz="1600" b="1" noProof="0" dirty="0">
                <a:solidFill>
                  <a:srgbClr val="FFFFFF"/>
                </a:solidFill>
              </a:rPr>
              <a:t> a </a:t>
            </a:r>
            <a:r>
              <a:rPr lang="es-MX" sz="1600" b="1" noProof="0" dirty="0" err="1">
                <a:solidFill>
                  <a:srgbClr val="FFFFFF"/>
                </a:solidFill>
              </a:rPr>
              <a:t>good</a:t>
            </a:r>
            <a:r>
              <a:rPr lang="es-MX" sz="1600" b="1" noProof="0" dirty="0">
                <a:solidFill>
                  <a:srgbClr val="FFFFFF"/>
                </a:solidFill>
              </a:rPr>
              <a:t> </a:t>
            </a:r>
            <a:r>
              <a:rPr lang="es-MX" sz="1600" b="1" noProof="0" dirty="0" err="1">
                <a:solidFill>
                  <a:srgbClr val="FFFFFF"/>
                </a:solidFill>
              </a:rPr>
              <a:t>analysis</a:t>
            </a:r>
            <a:r>
              <a:rPr lang="es-MX" sz="1600" b="1" noProof="0" dirty="0">
                <a:solidFill>
                  <a:srgbClr val="FFFFFF"/>
                </a:solidFill>
              </a:rPr>
              <a:t>?</a:t>
            </a:r>
          </a:p>
          <a:p>
            <a:pPr algn="ctr">
              <a:lnSpc>
                <a:spcPct val="250000"/>
              </a:lnSpc>
            </a:pPr>
            <a:endParaRPr lang="es-MX" sz="1600" b="1" noProof="0" dirty="0">
              <a:solidFill>
                <a:srgbClr val="FFFFFF"/>
              </a:solidFill>
            </a:endParaRPr>
          </a:p>
        </p:txBody>
      </p:sp>
    </p:spTree>
    <p:extLst>
      <p:ext uri="{BB962C8B-B14F-4D97-AF65-F5344CB8AC3E}">
        <p14:creationId xmlns:p14="http://schemas.microsoft.com/office/powerpoint/2010/main" val="755044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FA57D-2885-E4EE-A184-24283CD40376}"/>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CCB1BCA1-836A-1267-EE36-C89DAC0391D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CCB1BCA1-836A-1267-EE36-C89DAC0391D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6DF38653-51BE-2BCE-99C1-CDBF2DF01661}"/>
              </a:ext>
            </a:extLst>
          </p:cNvPr>
          <p:cNvSpPr>
            <a:spLocks noGrp="1"/>
          </p:cNvSpPr>
          <p:nvPr>
            <p:ph type="title"/>
          </p:nvPr>
        </p:nvSpPr>
        <p:spPr>
          <a:xfrm>
            <a:off x="3547797" y="242102"/>
            <a:ext cx="2240766" cy="615553"/>
          </a:xfrm>
        </p:spPr>
        <p:txBody>
          <a:bodyPr vert="horz"/>
          <a:lstStyle/>
          <a:p>
            <a:r>
              <a:rPr lang="es-MX" noProof="0"/>
              <a:t>Countermeasures</a:t>
            </a:r>
          </a:p>
        </p:txBody>
      </p:sp>
      <p:pic>
        <p:nvPicPr>
          <p:cNvPr id="4" name="Imagen 3" descr="Imagen que contiene Icono&#10;&#10;El contenido generado por IA puede ser incorrecto.">
            <a:extLst>
              <a:ext uri="{FF2B5EF4-FFF2-40B4-BE49-F238E27FC236}">
                <a16:creationId xmlns:a16="http://schemas.microsoft.com/office/drawing/2014/main" id="{1694E445-57F1-F1B2-FF8B-118F28FD3856}"/>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EF5BF51E-CD96-8AEE-02E7-08B7A7D80BFE}"/>
              </a:ext>
            </a:extLst>
          </p:cNvPr>
          <p:cNvSpPr/>
          <p:nvPr/>
        </p:nvSpPr>
        <p:spPr>
          <a:xfrm>
            <a:off x="836676" y="1243781"/>
            <a:ext cx="3457028" cy="3229378"/>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 name="CuadroTexto 7">
            <a:extLst>
              <a:ext uri="{FF2B5EF4-FFF2-40B4-BE49-F238E27FC236}">
                <a16:creationId xmlns:a16="http://schemas.microsoft.com/office/drawing/2014/main" id="{D9AF51CB-E615-4136-2F41-6B4AE16B37D1}"/>
              </a:ext>
            </a:extLst>
          </p:cNvPr>
          <p:cNvSpPr txBox="1"/>
          <p:nvPr/>
        </p:nvSpPr>
        <p:spPr>
          <a:xfrm>
            <a:off x="2440122" y="496605"/>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bg1"/>
                </a:solidFill>
              </a:rPr>
              <a:t>Actions to reduce or eliminate the root cause of a problem</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5" name="Rectángulo: esquinas redondeadas 4">
            <a:extLst>
              <a:ext uri="{FF2B5EF4-FFF2-40B4-BE49-F238E27FC236}">
                <a16:creationId xmlns:a16="http://schemas.microsoft.com/office/drawing/2014/main" id="{FB192637-7893-8B95-D666-F6CF1CDD53F1}"/>
              </a:ext>
            </a:extLst>
          </p:cNvPr>
          <p:cNvSpPr/>
          <p:nvPr/>
        </p:nvSpPr>
        <p:spPr>
          <a:xfrm>
            <a:off x="4572000" y="1243781"/>
            <a:ext cx="3457028" cy="3229378"/>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6" name="Rectángulo: esquinas redondeadas 5">
            <a:extLst>
              <a:ext uri="{FF2B5EF4-FFF2-40B4-BE49-F238E27FC236}">
                <a16:creationId xmlns:a16="http://schemas.microsoft.com/office/drawing/2014/main" id="{50831EAC-7CF3-380A-353E-D42BCD5D4A28}"/>
              </a:ext>
            </a:extLst>
          </p:cNvPr>
          <p:cNvSpPr/>
          <p:nvPr/>
        </p:nvSpPr>
        <p:spPr>
          <a:xfrm>
            <a:off x="836677" y="1151717"/>
            <a:ext cx="3457027" cy="769441"/>
          </a:xfrm>
          <a:prstGeom prst="roundRect">
            <a:avLst>
              <a:gd name="adj" fmla="val 10705"/>
            </a:avLst>
          </a:prstGeom>
          <a:solidFill>
            <a:srgbClr val="0D4479"/>
          </a:solidFill>
          <a:ln w="9525" cap="rnd" cmpd="sng" algn="ctr">
            <a:solidFill>
              <a:srgbClr val="0C4478"/>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7" name="Rectángulo 6">
            <a:extLst>
              <a:ext uri="{FF2B5EF4-FFF2-40B4-BE49-F238E27FC236}">
                <a16:creationId xmlns:a16="http://schemas.microsoft.com/office/drawing/2014/main" id="{F5A7D46A-F754-4009-7F95-D06A5972B877}"/>
              </a:ext>
            </a:extLst>
          </p:cNvPr>
          <p:cNvSpPr/>
          <p:nvPr/>
        </p:nvSpPr>
        <p:spPr>
          <a:xfrm>
            <a:off x="838234" y="1536437"/>
            <a:ext cx="3457028" cy="424385"/>
          </a:xfrm>
          <a:prstGeom prst="rect">
            <a:avLst/>
          </a:prstGeom>
          <a:solidFill>
            <a:srgbClr val="0D4479"/>
          </a:solidFill>
          <a:ln w="9525" cap="rnd" cmpd="sng" algn="ctr">
            <a:solidFill>
              <a:srgbClr val="0C4478"/>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8" name="Rectángulo: esquinas redondeadas 7">
            <a:extLst>
              <a:ext uri="{FF2B5EF4-FFF2-40B4-BE49-F238E27FC236}">
                <a16:creationId xmlns:a16="http://schemas.microsoft.com/office/drawing/2014/main" id="{00FE3838-90E6-48AC-CC84-17F1AC7CD26E}"/>
              </a:ext>
            </a:extLst>
          </p:cNvPr>
          <p:cNvSpPr/>
          <p:nvPr/>
        </p:nvSpPr>
        <p:spPr>
          <a:xfrm>
            <a:off x="4572000" y="1151717"/>
            <a:ext cx="3462559" cy="769441"/>
          </a:xfrm>
          <a:prstGeom prst="roundRect">
            <a:avLst>
              <a:gd name="adj" fmla="val 10705"/>
            </a:avLst>
          </a:prstGeom>
          <a:solidFill>
            <a:srgbClr val="238242"/>
          </a:solidFill>
          <a:ln w="9525" cap="rnd" cmpd="sng" algn="ctr">
            <a:solidFill>
              <a:srgbClr val="238242"/>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9" name="Rectángulo 8">
            <a:extLst>
              <a:ext uri="{FF2B5EF4-FFF2-40B4-BE49-F238E27FC236}">
                <a16:creationId xmlns:a16="http://schemas.microsoft.com/office/drawing/2014/main" id="{47EFE60D-15EA-BF45-A0D7-CF0811879636}"/>
              </a:ext>
            </a:extLst>
          </p:cNvPr>
          <p:cNvSpPr/>
          <p:nvPr/>
        </p:nvSpPr>
        <p:spPr>
          <a:xfrm>
            <a:off x="4572000" y="1536437"/>
            <a:ext cx="3457028" cy="424385"/>
          </a:xfrm>
          <a:prstGeom prst="rect">
            <a:avLst/>
          </a:prstGeom>
          <a:solidFill>
            <a:srgbClr val="238242"/>
          </a:solidFill>
          <a:ln w="9525" cap="rnd" cmpd="sng" algn="ctr">
            <a:solidFill>
              <a:srgbClr val="23824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10" name="Title 1">
            <a:extLst>
              <a:ext uri="{FF2B5EF4-FFF2-40B4-BE49-F238E27FC236}">
                <a16:creationId xmlns:a16="http://schemas.microsoft.com/office/drawing/2014/main" id="{3E426BEC-5DEA-D016-4AA2-53657A92E307}"/>
              </a:ext>
            </a:extLst>
          </p:cNvPr>
          <p:cNvSpPr txBox="1">
            <a:spLocks/>
          </p:cNvSpPr>
          <p:nvPr/>
        </p:nvSpPr>
        <p:spPr>
          <a:xfrm>
            <a:off x="1010203" y="2248513"/>
            <a:ext cx="282113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b="0" noProof="0">
                <a:solidFill>
                  <a:schemeClr val="bg1"/>
                </a:solidFill>
              </a:rPr>
              <a:t>They reduce the impact of the problem but do not eliminate the root cause.</a:t>
            </a:r>
          </a:p>
        </p:txBody>
      </p:sp>
      <p:sp>
        <p:nvSpPr>
          <p:cNvPr id="11" name="Title 1">
            <a:extLst>
              <a:ext uri="{FF2B5EF4-FFF2-40B4-BE49-F238E27FC236}">
                <a16:creationId xmlns:a16="http://schemas.microsoft.com/office/drawing/2014/main" id="{0466E7D3-54E1-6F8A-EB00-4F983D61E8DE}"/>
              </a:ext>
            </a:extLst>
          </p:cNvPr>
          <p:cNvSpPr txBox="1">
            <a:spLocks/>
          </p:cNvSpPr>
          <p:nvPr/>
        </p:nvSpPr>
        <p:spPr>
          <a:xfrm>
            <a:off x="1010203" y="3647508"/>
            <a:ext cx="3021374" cy="64633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noProof="0">
                <a:solidFill>
                  <a:schemeClr val="bg1"/>
                </a:solidFill>
              </a:rPr>
              <a:t>Example:
Install a fan to reduce excessive heat</a:t>
            </a:r>
          </a:p>
          <a:p>
            <a:pPr algn="just"/>
            <a:endParaRPr lang="es-MX" sz="1400" noProof="0">
              <a:solidFill>
                <a:schemeClr val="bg1"/>
              </a:solidFill>
            </a:endParaRPr>
          </a:p>
        </p:txBody>
      </p:sp>
      <p:sp>
        <p:nvSpPr>
          <p:cNvPr id="14" name="Elipse 13">
            <a:extLst>
              <a:ext uri="{FF2B5EF4-FFF2-40B4-BE49-F238E27FC236}">
                <a16:creationId xmlns:a16="http://schemas.microsoft.com/office/drawing/2014/main" id="{C3864E9B-6247-EE05-AB4A-24C87B97C7D4}"/>
              </a:ext>
            </a:extLst>
          </p:cNvPr>
          <p:cNvSpPr/>
          <p:nvPr/>
        </p:nvSpPr>
        <p:spPr>
          <a:xfrm>
            <a:off x="3117177" y="2787222"/>
            <a:ext cx="914400" cy="914400"/>
          </a:xfrm>
          <a:prstGeom prst="ellipse">
            <a:avLst/>
          </a:prstGeom>
          <a:solidFill>
            <a:srgbClr val="0D4479"/>
          </a:solidFill>
          <a:ln w="9525" cap="rnd" cmpd="sng" algn="ctr">
            <a:solidFill>
              <a:srgbClr val="0C4478"/>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3" name="Imagen 12" descr="Imagen en blanco y negro&#10;&#10;El contenido generado por IA puede ser incorrecto.">
            <a:extLst>
              <a:ext uri="{FF2B5EF4-FFF2-40B4-BE49-F238E27FC236}">
                <a16:creationId xmlns:a16="http://schemas.microsoft.com/office/drawing/2014/main" id="{F6467F92-9F92-FE6B-3959-EDF6561B1ACC}"/>
              </a:ext>
            </a:extLst>
          </p:cNvPr>
          <p:cNvPicPr>
            <a:picLocks noChangeAspect="1"/>
          </p:cNvPicPr>
          <p:nvPr/>
        </p:nvPicPr>
        <p:blipFill>
          <a:blip r:embed="rId7">
            <a:lum bright="70000" contrast="-70000"/>
            <a:extLst>
              <a:ext uri="{BEBA8EAE-BF5A-486C-A8C5-ECC9F3942E4B}">
                <a14:imgProps xmlns:a14="http://schemas.microsoft.com/office/drawing/2010/main">
                  <a14:imgLayer r:embed="rId8">
                    <a14:imgEffect>
                      <a14:colorTemperature colorTemp="8800"/>
                    </a14:imgEffect>
                  </a14:imgLayer>
                </a14:imgProps>
              </a:ext>
            </a:extLst>
          </a:blip>
          <a:stretch>
            <a:fillRect/>
          </a:stretch>
        </p:blipFill>
        <p:spPr>
          <a:xfrm>
            <a:off x="3251289" y="2910646"/>
            <a:ext cx="659162" cy="659162"/>
          </a:xfrm>
          <a:prstGeom prst="rect">
            <a:avLst/>
          </a:prstGeom>
        </p:spPr>
      </p:pic>
      <p:sp>
        <p:nvSpPr>
          <p:cNvPr id="15" name="Title 1">
            <a:extLst>
              <a:ext uri="{FF2B5EF4-FFF2-40B4-BE49-F238E27FC236}">
                <a16:creationId xmlns:a16="http://schemas.microsoft.com/office/drawing/2014/main" id="{2F6F8310-AE29-586D-A2EF-04E7FCAC81F9}"/>
              </a:ext>
            </a:extLst>
          </p:cNvPr>
          <p:cNvSpPr txBox="1">
            <a:spLocks/>
          </p:cNvSpPr>
          <p:nvPr/>
        </p:nvSpPr>
        <p:spPr>
          <a:xfrm>
            <a:off x="1169892" y="1295252"/>
            <a:ext cx="2821134"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800" noProof="0">
                <a:solidFill>
                  <a:schemeClr val="bg1"/>
                </a:solidFill>
              </a:rPr>
              <a:t>Mitigation Countermeasures</a:t>
            </a:r>
          </a:p>
        </p:txBody>
      </p:sp>
      <p:sp>
        <p:nvSpPr>
          <p:cNvPr id="17" name="Title 1">
            <a:extLst>
              <a:ext uri="{FF2B5EF4-FFF2-40B4-BE49-F238E27FC236}">
                <a16:creationId xmlns:a16="http://schemas.microsoft.com/office/drawing/2014/main" id="{55C1380D-E7B5-C90E-7A75-94C4E66FB86E}"/>
              </a:ext>
            </a:extLst>
          </p:cNvPr>
          <p:cNvSpPr txBox="1">
            <a:spLocks/>
          </p:cNvSpPr>
          <p:nvPr/>
        </p:nvSpPr>
        <p:spPr>
          <a:xfrm>
            <a:off x="4889947" y="1282826"/>
            <a:ext cx="2821134"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800" noProof="0">
                <a:solidFill>
                  <a:schemeClr val="bg1"/>
                </a:solidFill>
              </a:rPr>
              <a:t>Countermeasures that eliminate the root cause</a:t>
            </a:r>
          </a:p>
        </p:txBody>
      </p:sp>
      <p:sp>
        <p:nvSpPr>
          <p:cNvPr id="19" name="Title 1">
            <a:extLst>
              <a:ext uri="{FF2B5EF4-FFF2-40B4-BE49-F238E27FC236}">
                <a16:creationId xmlns:a16="http://schemas.microsoft.com/office/drawing/2014/main" id="{91EF6750-D6F7-90D9-E64D-4E099F38D188}"/>
              </a:ext>
            </a:extLst>
          </p:cNvPr>
          <p:cNvSpPr txBox="1">
            <a:spLocks/>
          </p:cNvSpPr>
          <p:nvPr/>
        </p:nvSpPr>
        <p:spPr>
          <a:xfrm>
            <a:off x="4889947" y="2213814"/>
            <a:ext cx="282113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b="0" noProof="0">
                <a:solidFill>
                  <a:schemeClr val="bg1"/>
                </a:solidFill>
              </a:rPr>
              <a:t>They directly address the root cause and prevent recurrence.</a:t>
            </a:r>
          </a:p>
        </p:txBody>
      </p:sp>
      <p:sp>
        <p:nvSpPr>
          <p:cNvPr id="20" name="Title 1">
            <a:extLst>
              <a:ext uri="{FF2B5EF4-FFF2-40B4-BE49-F238E27FC236}">
                <a16:creationId xmlns:a16="http://schemas.microsoft.com/office/drawing/2014/main" id="{A364D49D-8CE7-CAFD-460F-EDE1A6EA2BC0}"/>
              </a:ext>
            </a:extLst>
          </p:cNvPr>
          <p:cNvSpPr txBox="1">
            <a:spLocks/>
          </p:cNvSpPr>
          <p:nvPr/>
        </p:nvSpPr>
        <p:spPr>
          <a:xfrm>
            <a:off x="4789827" y="3647508"/>
            <a:ext cx="3021374" cy="64633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noProof="0">
                <a:solidFill>
                  <a:schemeClr val="bg1"/>
                </a:solidFill>
              </a:rPr>
              <a:t>Example:
Repair the faulty cooling system</a:t>
            </a:r>
          </a:p>
          <a:p>
            <a:pPr algn="just"/>
            <a:endParaRPr lang="es-MX" sz="1400" noProof="0">
              <a:solidFill>
                <a:schemeClr val="bg1"/>
              </a:solidFill>
            </a:endParaRPr>
          </a:p>
        </p:txBody>
      </p:sp>
      <p:sp>
        <p:nvSpPr>
          <p:cNvPr id="21" name="Elipse 20">
            <a:extLst>
              <a:ext uri="{FF2B5EF4-FFF2-40B4-BE49-F238E27FC236}">
                <a16:creationId xmlns:a16="http://schemas.microsoft.com/office/drawing/2014/main" id="{70767DD8-5CD1-216E-C9AE-0760B4297841}"/>
              </a:ext>
            </a:extLst>
          </p:cNvPr>
          <p:cNvSpPr/>
          <p:nvPr/>
        </p:nvSpPr>
        <p:spPr>
          <a:xfrm>
            <a:off x="6784356" y="2787222"/>
            <a:ext cx="914400" cy="914400"/>
          </a:xfrm>
          <a:prstGeom prst="ellipse">
            <a:avLst/>
          </a:prstGeom>
          <a:solidFill>
            <a:srgbClr val="238242"/>
          </a:solidFill>
          <a:ln w="9525" cap="rnd" cmpd="sng" algn="ctr">
            <a:solidFill>
              <a:srgbClr val="238242"/>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23" name="Imagen 22" descr="Forma&#10;&#10;El contenido generado por IA puede ser incorrecto.">
            <a:extLst>
              <a:ext uri="{FF2B5EF4-FFF2-40B4-BE49-F238E27FC236}">
                <a16:creationId xmlns:a16="http://schemas.microsoft.com/office/drawing/2014/main" id="{0D0A0635-9269-0357-A209-A1FE536B302D}"/>
              </a:ext>
            </a:extLst>
          </p:cNvPr>
          <p:cNvPicPr>
            <a:picLocks noChangeAspect="1"/>
          </p:cNvPicPr>
          <p:nvPr/>
        </p:nvPicPr>
        <p:blipFill>
          <a:blip r:embed="rId9">
            <a:lum bright="70000" contrast="-70000"/>
          </a:blip>
          <a:stretch>
            <a:fillRect/>
          </a:stretch>
        </p:blipFill>
        <p:spPr>
          <a:xfrm>
            <a:off x="6896167" y="2863740"/>
            <a:ext cx="720785" cy="720785"/>
          </a:xfrm>
          <a:prstGeom prst="rect">
            <a:avLst/>
          </a:prstGeom>
        </p:spPr>
      </p:pic>
    </p:spTree>
    <p:extLst>
      <p:ext uri="{BB962C8B-B14F-4D97-AF65-F5344CB8AC3E}">
        <p14:creationId xmlns:p14="http://schemas.microsoft.com/office/powerpoint/2010/main" val="432263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D5618-2624-9AC5-0F83-56F58C06D806}"/>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BD165A96-9425-3812-D999-FF51C518E797}"/>
              </a:ext>
            </a:extLst>
          </p:cNvPr>
          <p:cNvPicPr>
            <a:picLocks noChangeAspect="1"/>
          </p:cNvPicPr>
          <p:nvPr/>
        </p:nvPicPr>
        <p:blipFill>
          <a:blip r:embed="rId2"/>
          <a:stretch>
            <a:fillRect/>
          </a:stretch>
        </p:blipFill>
        <p:spPr>
          <a:xfrm>
            <a:off x="8661417" y="109943"/>
            <a:ext cx="466952" cy="466952"/>
          </a:xfrm>
          <a:prstGeom prst="rect">
            <a:avLst/>
          </a:prstGeom>
        </p:spPr>
      </p:pic>
      <p:sp>
        <p:nvSpPr>
          <p:cNvPr id="9" name="Rectángulo: esquinas redondeadas 8">
            <a:extLst>
              <a:ext uri="{FF2B5EF4-FFF2-40B4-BE49-F238E27FC236}">
                <a16:creationId xmlns:a16="http://schemas.microsoft.com/office/drawing/2014/main" id="{662EC266-59D9-78AA-9972-BD4D5B8671AB}"/>
              </a:ext>
            </a:extLst>
          </p:cNvPr>
          <p:cNvSpPr/>
          <p:nvPr/>
        </p:nvSpPr>
        <p:spPr>
          <a:xfrm>
            <a:off x="616115" y="1007360"/>
            <a:ext cx="8045302" cy="3458314"/>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87" name="CuadroTexto 7">
            <a:extLst>
              <a:ext uri="{FF2B5EF4-FFF2-40B4-BE49-F238E27FC236}">
                <a16:creationId xmlns:a16="http://schemas.microsoft.com/office/drawing/2014/main" id="{2EA14EA2-5C23-4BB3-D396-3CE7AF1F9890}"/>
              </a:ext>
            </a:extLst>
          </p:cNvPr>
          <p:cNvSpPr txBox="1"/>
          <p:nvPr/>
        </p:nvSpPr>
        <p:spPr>
          <a:xfrm>
            <a:off x="2440122" y="496605"/>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8 Criteria</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7" name="Title 15">
            <a:extLst>
              <a:ext uri="{FF2B5EF4-FFF2-40B4-BE49-F238E27FC236}">
                <a16:creationId xmlns:a16="http://schemas.microsoft.com/office/drawing/2014/main" id="{1D841644-834B-71A5-F5C0-E53ADEF4EB30}"/>
              </a:ext>
            </a:extLst>
          </p:cNvPr>
          <p:cNvSpPr txBox="1">
            <a:spLocks/>
          </p:cNvSpPr>
          <p:nvPr/>
        </p:nvSpPr>
        <p:spPr>
          <a:xfrm>
            <a:off x="177031"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Countermeasures</a:t>
            </a:r>
          </a:p>
        </p:txBody>
      </p:sp>
      <p:sp>
        <p:nvSpPr>
          <p:cNvPr id="8" name="Rectángulo: esquinas redondeadas 7">
            <a:extLst>
              <a:ext uri="{FF2B5EF4-FFF2-40B4-BE49-F238E27FC236}">
                <a16:creationId xmlns:a16="http://schemas.microsoft.com/office/drawing/2014/main" id="{4951BA7E-0C1F-064A-B488-8E81E84A849B}"/>
              </a:ext>
            </a:extLst>
          </p:cNvPr>
          <p:cNvSpPr/>
          <p:nvPr/>
        </p:nvSpPr>
        <p:spPr>
          <a:xfrm>
            <a:off x="985284" y="1266046"/>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1</a:t>
            </a:r>
          </a:p>
        </p:txBody>
      </p:sp>
      <p:sp>
        <p:nvSpPr>
          <p:cNvPr id="10" name="Rectángulo: esquinas redondeadas 9">
            <a:extLst>
              <a:ext uri="{FF2B5EF4-FFF2-40B4-BE49-F238E27FC236}">
                <a16:creationId xmlns:a16="http://schemas.microsoft.com/office/drawing/2014/main" id="{00D2D0D2-1990-876D-CB27-4DC7DF0AD46A}"/>
              </a:ext>
            </a:extLst>
          </p:cNvPr>
          <p:cNvSpPr/>
          <p:nvPr/>
        </p:nvSpPr>
        <p:spPr>
          <a:xfrm>
            <a:off x="985284" y="2030059"/>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2</a:t>
            </a:r>
          </a:p>
        </p:txBody>
      </p:sp>
      <p:sp>
        <p:nvSpPr>
          <p:cNvPr id="12" name="Rectángulo: esquinas redondeadas 11">
            <a:extLst>
              <a:ext uri="{FF2B5EF4-FFF2-40B4-BE49-F238E27FC236}">
                <a16:creationId xmlns:a16="http://schemas.microsoft.com/office/drawing/2014/main" id="{DE20576D-118B-E475-2B96-9A880EC228F2}"/>
              </a:ext>
            </a:extLst>
          </p:cNvPr>
          <p:cNvSpPr/>
          <p:nvPr/>
        </p:nvSpPr>
        <p:spPr>
          <a:xfrm>
            <a:off x="985284" y="2842513"/>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3</a:t>
            </a:r>
          </a:p>
        </p:txBody>
      </p:sp>
      <p:sp>
        <p:nvSpPr>
          <p:cNvPr id="13" name="Rectángulo: esquinas redondeadas 12">
            <a:extLst>
              <a:ext uri="{FF2B5EF4-FFF2-40B4-BE49-F238E27FC236}">
                <a16:creationId xmlns:a16="http://schemas.microsoft.com/office/drawing/2014/main" id="{3926AC18-F092-644C-3F09-FED3FDAD8927}"/>
              </a:ext>
            </a:extLst>
          </p:cNvPr>
          <p:cNvSpPr/>
          <p:nvPr/>
        </p:nvSpPr>
        <p:spPr>
          <a:xfrm>
            <a:off x="985284" y="3659524"/>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4</a:t>
            </a:r>
          </a:p>
        </p:txBody>
      </p:sp>
      <p:sp>
        <p:nvSpPr>
          <p:cNvPr id="14" name="Rectángulo: esquinas redondeadas 13">
            <a:extLst>
              <a:ext uri="{FF2B5EF4-FFF2-40B4-BE49-F238E27FC236}">
                <a16:creationId xmlns:a16="http://schemas.microsoft.com/office/drawing/2014/main" id="{0035F72D-5CCD-04EE-6BC0-60D69475220F}"/>
              </a:ext>
            </a:extLst>
          </p:cNvPr>
          <p:cNvSpPr/>
          <p:nvPr/>
        </p:nvSpPr>
        <p:spPr>
          <a:xfrm>
            <a:off x="4699405" y="1260652"/>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5</a:t>
            </a:r>
          </a:p>
        </p:txBody>
      </p:sp>
      <p:sp>
        <p:nvSpPr>
          <p:cNvPr id="15" name="Rectángulo: esquinas redondeadas 14">
            <a:extLst>
              <a:ext uri="{FF2B5EF4-FFF2-40B4-BE49-F238E27FC236}">
                <a16:creationId xmlns:a16="http://schemas.microsoft.com/office/drawing/2014/main" id="{E52B70F3-ECDD-477B-6596-83EDF9101C5C}"/>
              </a:ext>
            </a:extLst>
          </p:cNvPr>
          <p:cNvSpPr/>
          <p:nvPr/>
        </p:nvSpPr>
        <p:spPr>
          <a:xfrm>
            <a:off x="4699405" y="2035453"/>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6</a:t>
            </a:r>
          </a:p>
        </p:txBody>
      </p:sp>
      <p:sp>
        <p:nvSpPr>
          <p:cNvPr id="16" name="Rectángulo: esquinas redondeadas 15">
            <a:extLst>
              <a:ext uri="{FF2B5EF4-FFF2-40B4-BE49-F238E27FC236}">
                <a16:creationId xmlns:a16="http://schemas.microsoft.com/office/drawing/2014/main" id="{4F555B32-E272-BD50-5766-13D8C058913E}"/>
              </a:ext>
            </a:extLst>
          </p:cNvPr>
          <p:cNvSpPr/>
          <p:nvPr/>
        </p:nvSpPr>
        <p:spPr>
          <a:xfrm>
            <a:off x="4699405" y="2847907"/>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7</a:t>
            </a:r>
          </a:p>
        </p:txBody>
      </p:sp>
      <p:sp>
        <p:nvSpPr>
          <p:cNvPr id="17" name="Rectángulo: esquinas redondeadas 16">
            <a:extLst>
              <a:ext uri="{FF2B5EF4-FFF2-40B4-BE49-F238E27FC236}">
                <a16:creationId xmlns:a16="http://schemas.microsoft.com/office/drawing/2014/main" id="{1B2C6F09-023D-0E2B-90F2-697BE97B65B2}"/>
              </a:ext>
            </a:extLst>
          </p:cNvPr>
          <p:cNvSpPr/>
          <p:nvPr/>
        </p:nvSpPr>
        <p:spPr>
          <a:xfrm>
            <a:off x="4699405" y="3664918"/>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8</a:t>
            </a:r>
          </a:p>
        </p:txBody>
      </p:sp>
      <p:sp>
        <p:nvSpPr>
          <p:cNvPr id="18" name="Rectángulo: esquinas redondeadas 17">
            <a:extLst>
              <a:ext uri="{FF2B5EF4-FFF2-40B4-BE49-F238E27FC236}">
                <a16:creationId xmlns:a16="http://schemas.microsoft.com/office/drawing/2014/main" id="{6F42EF6C-6FB4-54A1-0ADE-8939AA934A80}"/>
              </a:ext>
            </a:extLst>
          </p:cNvPr>
          <p:cNvSpPr/>
          <p:nvPr/>
        </p:nvSpPr>
        <p:spPr>
          <a:xfrm>
            <a:off x="1608170" y="1260652"/>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Focus on the root cause</a:t>
            </a:r>
          </a:p>
        </p:txBody>
      </p:sp>
      <p:sp>
        <p:nvSpPr>
          <p:cNvPr id="19" name="Rectángulo: esquinas redondeadas 18">
            <a:extLst>
              <a:ext uri="{FF2B5EF4-FFF2-40B4-BE49-F238E27FC236}">
                <a16:creationId xmlns:a16="http://schemas.microsoft.com/office/drawing/2014/main" id="{A97F251A-13DC-6DB5-EE2D-BCE96078E50C}"/>
              </a:ext>
            </a:extLst>
          </p:cNvPr>
          <p:cNvSpPr/>
          <p:nvPr/>
        </p:nvSpPr>
        <p:spPr>
          <a:xfrm>
            <a:off x="1608170" y="2030059"/>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Feasible with available resources</a:t>
            </a:r>
          </a:p>
        </p:txBody>
      </p:sp>
      <p:sp>
        <p:nvSpPr>
          <p:cNvPr id="20" name="Rectángulo: esquinas redondeadas 19">
            <a:extLst>
              <a:ext uri="{FF2B5EF4-FFF2-40B4-BE49-F238E27FC236}">
                <a16:creationId xmlns:a16="http://schemas.microsoft.com/office/drawing/2014/main" id="{D09B121C-02A1-5B13-158B-BA600964BB86}"/>
              </a:ext>
            </a:extLst>
          </p:cNvPr>
          <p:cNvSpPr/>
          <p:nvPr/>
        </p:nvSpPr>
        <p:spPr>
          <a:xfrm>
            <a:off x="1608169" y="2842512"/>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Favorable cost-benefit ratio</a:t>
            </a:r>
          </a:p>
        </p:txBody>
      </p:sp>
      <p:sp>
        <p:nvSpPr>
          <p:cNvPr id="22" name="Rectángulo: esquinas redondeadas 21">
            <a:extLst>
              <a:ext uri="{FF2B5EF4-FFF2-40B4-BE49-F238E27FC236}">
                <a16:creationId xmlns:a16="http://schemas.microsoft.com/office/drawing/2014/main" id="{88ED0C77-9063-3195-EF08-97E07CBC9D7D}"/>
              </a:ext>
            </a:extLst>
          </p:cNvPr>
          <p:cNvSpPr/>
          <p:nvPr/>
        </p:nvSpPr>
        <p:spPr>
          <a:xfrm>
            <a:off x="1608168" y="3659524"/>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Sustainable over time</a:t>
            </a:r>
          </a:p>
        </p:txBody>
      </p:sp>
      <p:sp>
        <p:nvSpPr>
          <p:cNvPr id="24" name="Rectángulo: esquinas redondeadas 23">
            <a:extLst>
              <a:ext uri="{FF2B5EF4-FFF2-40B4-BE49-F238E27FC236}">
                <a16:creationId xmlns:a16="http://schemas.microsoft.com/office/drawing/2014/main" id="{81FC5DAA-C4F6-6685-C520-CF6F88117605}"/>
              </a:ext>
            </a:extLst>
          </p:cNvPr>
          <p:cNvSpPr/>
          <p:nvPr/>
        </p:nvSpPr>
        <p:spPr>
          <a:xfrm>
            <a:off x="5353174" y="1260652"/>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Compliance with regulatory and safety requirements</a:t>
            </a:r>
          </a:p>
        </p:txBody>
      </p:sp>
      <p:sp>
        <p:nvSpPr>
          <p:cNvPr id="27" name="Rectángulo: esquinas redondeadas 26">
            <a:extLst>
              <a:ext uri="{FF2B5EF4-FFF2-40B4-BE49-F238E27FC236}">
                <a16:creationId xmlns:a16="http://schemas.microsoft.com/office/drawing/2014/main" id="{B8FF9C58-004F-3E43-4A21-61261461E41E}"/>
              </a:ext>
            </a:extLst>
          </p:cNvPr>
          <p:cNvSpPr/>
          <p:nvPr/>
        </p:nvSpPr>
        <p:spPr>
          <a:xfrm>
            <a:off x="5353174" y="2030059"/>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Easy to implement</a:t>
            </a:r>
          </a:p>
        </p:txBody>
      </p:sp>
      <p:sp>
        <p:nvSpPr>
          <p:cNvPr id="30" name="Rectángulo: esquinas redondeadas 29">
            <a:extLst>
              <a:ext uri="{FF2B5EF4-FFF2-40B4-BE49-F238E27FC236}">
                <a16:creationId xmlns:a16="http://schemas.microsoft.com/office/drawing/2014/main" id="{EFA9B844-D375-3D30-ED7F-44608C6A099C}"/>
              </a:ext>
            </a:extLst>
          </p:cNvPr>
          <p:cNvSpPr/>
          <p:nvPr/>
        </p:nvSpPr>
        <p:spPr>
          <a:xfrm>
            <a:off x="5353173" y="2842512"/>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Measurable and verifiable</a:t>
            </a:r>
          </a:p>
        </p:txBody>
      </p:sp>
      <p:sp>
        <p:nvSpPr>
          <p:cNvPr id="31" name="Rectángulo: esquinas redondeadas 30">
            <a:extLst>
              <a:ext uri="{FF2B5EF4-FFF2-40B4-BE49-F238E27FC236}">
                <a16:creationId xmlns:a16="http://schemas.microsoft.com/office/drawing/2014/main" id="{F042BC53-2713-8322-8672-8044ADB670DB}"/>
              </a:ext>
            </a:extLst>
          </p:cNvPr>
          <p:cNvSpPr/>
          <p:nvPr/>
        </p:nvSpPr>
        <p:spPr>
          <a:xfrm>
            <a:off x="5353172" y="3659524"/>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Team acceptance</a:t>
            </a:r>
          </a:p>
        </p:txBody>
      </p:sp>
    </p:spTree>
    <p:extLst>
      <p:ext uri="{BB962C8B-B14F-4D97-AF65-F5344CB8AC3E}">
        <p14:creationId xmlns:p14="http://schemas.microsoft.com/office/powerpoint/2010/main" val="19521533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AAD71-8C8A-F3C7-5CFA-8303632544DE}"/>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2FED91D0-D34B-5346-ED7C-581831F6758E}"/>
              </a:ext>
            </a:extLst>
          </p:cNvPr>
          <p:cNvPicPr>
            <a:picLocks noChangeAspect="1"/>
          </p:cNvPicPr>
          <p:nvPr/>
        </p:nvPicPr>
        <p:blipFill>
          <a:blip r:embed="rId2"/>
          <a:stretch>
            <a:fillRect/>
          </a:stretch>
        </p:blipFill>
        <p:spPr>
          <a:xfrm>
            <a:off x="8661417" y="109943"/>
            <a:ext cx="466952" cy="466952"/>
          </a:xfrm>
          <a:prstGeom prst="rect">
            <a:avLst/>
          </a:prstGeom>
        </p:spPr>
      </p:pic>
      <p:sp>
        <p:nvSpPr>
          <p:cNvPr id="87" name="CuadroTexto 7">
            <a:extLst>
              <a:ext uri="{FF2B5EF4-FFF2-40B4-BE49-F238E27FC236}">
                <a16:creationId xmlns:a16="http://schemas.microsoft.com/office/drawing/2014/main" id="{2B85B595-4D9F-4594-AE24-6B1941E5F5DB}"/>
              </a:ext>
            </a:extLst>
          </p:cNvPr>
          <p:cNvSpPr txBox="1"/>
          <p:nvPr/>
        </p:nvSpPr>
        <p:spPr>
          <a:xfrm>
            <a:off x="2440122" y="496605"/>
            <a:ext cx="4149986" cy="31489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First Steps</a:t>
            </a:r>
          </a:p>
        </p:txBody>
      </p:sp>
      <p:sp>
        <p:nvSpPr>
          <p:cNvPr id="7" name="Title 15">
            <a:extLst>
              <a:ext uri="{FF2B5EF4-FFF2-40B4-BE49-F238E27FC236}">
                <a16:creationId xmlns:a16="http://schemas.microsoft.com/office/drawing/2014/main" id="{73BAEB7B-49F6-3F9B-67F4-ACEB37849226}"/>
              </a:ext>
            </a:extLst>
          </p:cNvPr>
          <p:cNvSpPr txBox="1">
            <a:spLocks/>
          </p:cNvSpPr>
          <p:nvPr/>
        </p:nvSpPr>
        <p:spPr>
          <a:xfrm>
            <a:off x="177031"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Countermeasures</a:t>
            </a:r>
          </a:p>
        </p:txBody>
      </p:sp>
      <p:sp>
        <p:nvSpPr>
          <p:cNvPr id="11" name="Rectángulo: esquinas redondeadas 10">
            <a:extLst>
              <a:ext uri="{FF2B5EF4-FFF2-40B4-BE49-F238E27FC236}">
                <a16:creationId xmlns:a16="http://schemas.microsoft.com/office/drawing/2014/main" id="{2CCE09A4-FD1C-3619-9161-61B2815FF7BB}"/>
              </a:ext>
            </a:extLst>
          </p:cNvPr>
          <p:cNvSpPr/>
          <p:nvPr/>
        </p:nvSpPr>
        <p:spPr>
          <a:xfrm>
            <a:off x="4825635" y="1380468"/>
            <a:ext cx="414998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1" name="Rectángulo: esquinas redondeadas 20">
            <a:extLst>
              <a:ext uri="{FF2B5EF4-FFF2-40B4-BE49-F238E27FC236}">
                <a16:creationId xmlns:a16="http://schemas.microsoft.com/office/drawing/2014/main" id="{3A18DCC3-7C90-3C98-C767-FD9C0E08C9AE}"/>
              </a:ext>
            </a:extLst>
          </p:cNvPr>
          <p:cNvSpPr/>
          <p:nvPr/>
        </p:nvSpPr>
        <p:spPr>
          <a:xfrm>
            <a:off x="140027" y="1380468"/>
            <a:ext cx="452889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3" name="Imagen 22">
            <a:extLst>
              <a:ext uri="{FF2B5EF4-FFF2-40B4-BE49-F238E27FC236}">
                <a16:creationId xmlns:a16="http://schemas.microsoft.com/office/drawing/2014/main" id="{A6123DA1-5BB8-9803-58BC-9632EBFFDF4F}"/>
              </a:ext>
            </a:extLst>
          </p:cNvPr>
          <p:cNvPicPr>
            <a:picLocks noChangeAspect="1"/>
          </p:cNvPicPr>
          <p:nvPr/>
        </p:nvPicPr>
        <p:blipFill>
          <a:blip r:embed="rId3"/>
          <a:stretch>
            <a:fillRect/>
          </a:stretch>
        </p:blipFill>
        <p:spPr>
          <a:xfrm>
            <a:off x="280690" y="1503681"/>
            <a:ext cx="4200555" cy="2390742"/>
          </a:xfrm>
          <a:prstGeom prst="rect">
            <a:avLst/>
          </a:prstGeom>
        </p:spPr>
      </p:pic>
      <p:sp>
        <p:nvSpPr>
          <p:cNvPr id="25" name="CuadroTexto 24">
            <a:extLst>
              <a:ext uri="{FF2B5EF4-FFF2-40B4-BE49-F238E27FC236}">
                <a16:creationId xmlns:a16="http://schemas.microsoft.com/office/drawing/2014/main" id="{5B35057F-D4FD-B8AC-A0F0-81B7AE5BCD60}"/>
              </a:ext>
            </a:extLst>
          </p:cNvPr>
          <p:cNvSpPr txBox="1"/>
          <p:nvPr/>
        </p:nvSpPr>
        <p:spPr>
          <a:xfrm>
            <a:off x="1810297" y="1632128"/>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a:solidFill>
                  <a:schemeClr val="bg1"/>
                </a:solidFill>
              </a:rPr>
              <a:t>Terminal tractor waiting time</a:t>
            </a:r>
          </a:p>
        </p:txBody>
      </p:sp>
      <p:sp>
        <p:nvSpPr>
          <p:cNvPr id="26" name="CuadroTexto 25">
            <a:extLst>
              <a:ext uri="{FF2B5EF4-FFF2-40B4-BE49-F238E27FC236}">
                <a16:creationId xmlns:a16="http://schemas.microsoft.com/office/drawing/2014/main" id="{D584C75F-558D-18FE-D2D9-CAD6D7A38F9D}"/>
              </a:ext>
            </a:extLst>
          </p:cNvPr>
          <p:cNvSpPr txBox="1"/>
          <p:nvPr/>
        </p:nvSpPr>
        <p:spPr>
          <a:xfrm>
            <a:off x="1565764" y="1985177"/>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distance between the yard and the crane is too great</a:t>
            </a:r>
          </a:p>
        </p:txBody>
      </p:sp>
      <p:sp>
        <p:nvSpPr>
          <p:cNvPr id="28" name="CuadroTexto 27">
            <a:extLst>
              <a:ext uri="{FF2B5EF4-FFF2-40B4-BE49-F238E27FC236}">
                <a16:creationId xmlns:a16="http://schemas.microsoft.com/office/drawing/2014/main" id="{8F74E047-C905-AC96-5A04-BE2AFF85AC83}"/>
              </a:ext>
            </a:extLst>
          </p:cNvPr>
          <p:cNvSpPr txBox="1"/>
          <p:nvPr/>
        </p:nvSpPr>
        <p:spPr>
          <a:xfrm>
            <a:off x="1565763" y="2294804"/>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Berth 1 is assigned during vessel planning</a:t>
            </a:r>
          </a:p>
        </p:txBody>
      </p:sp>
      <p:sp>
        <p:nvSpPr>
          <p:cNvPr id="29" name="CuadroTexto 28">
            <a:extLst>
              <a:ext uri="{FF2B5EF4-FFF2-40B4-BE49-F238E27FC236}">
                <a16:creationId xmlns:a16="http://schemas.microsoft.com/office/drawing/2014/main" id="{040B64F1-DEAE-5888-F9D9-EECCB3C60330}"/>
              </a:ext>
            </a:extLst>
          </p:cNvPr>
          <p:cNvSpPr txBox="1"/>
          <p:nvPr/>
        </p:nvSpPr>
        <p:spPr>
          <a:xfrm>
            <a:off x="1565762" y="260691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Berth 5 is unavailable for container operations</a:t>
            </a:r>
          </a:p>
        </p:txBody>
      </p:sp>
      <p:sp>
        <p:nvSpPr>
          <p:cNvPr id="32" name="CuadroTexto 31">
            <a:extLst>
              <a:ext uri="{FF2B5EF4-FFF2-40B4-BE49-F238E27FC236}">
                <a16:creationId xmlns:a16="http://schemas.microsoft.com/office/drawing/2014/main" id="{7E17DCCD-DEEB-BEFA-2EB2-534E83BF3633}"/>
              </a:ext>
            </a:extLst>
          </p:cNvPr>
          <p:cNvSpPr txBox="1"/>
          <p:nvPr/>
        </p:nvSpPr>
        <p:spPr>
          <a:xfrm>
            <a:off x="1583628" y="2923939"/>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MHC crane cannot be positioned at Berth 5</a:t>
            </a:r>
          </a:p>
        </p:txBody>
      </p:sp>
      <p:sp>
        <p:nvSpPr>
          <p:cNvPr id="33" name="CuadroTexto 32">
            <a:extLst>
              <a:ext uri="{FF2B5EF4-FFF2-40B4-BE49-F238E27FC236}">
                <a16:creationId xmlns:a16="http://schemas.microsoft.com/office/drawing/2014/main" id="{6035318E-B1C6-9EE1-4CC1-E5EA701695A6}"/>
              </a:ext>
            </a:extLst>
          </p:cNvPr>
          <p:cNvSpPr txBox="1"/>
          <p:nvPr/>
        </p:nvSpPr>
        <p:spPr>
          <a:xfrm>
            <a:off x="1623514" y="324727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weight of the MHC crane affects the structure of Berth 5</a:t>
            </a:r>
          </a:p>
        </p:txBody>
      </p:sp>
      <p:sp>
        <p:nvSpPr>
          <p:cNvPr id="34" name="CuadroTexto 33">
            <a:extLst>
              <a:ext uri="{FF2B5EF4-FFF2-40B4-BE49-F238E27FC236}">
                <a16:creationId xmlns:a16="http://schemas.microsoft.com/office/drawing/2014/main" id="{B5B53783-3D33-9599-1A41-CDD9A8B2174E}"/>
              </a:ext>
            </a:extLst>
          </p:cNvPr>
          <p:cNvSpPr txBox="1"/>
          <p:nvPr/>
        </p:nvSpPr>
        <p:spPr>
          <a:xfrm>
            <a:off x="1588367" y="3592444"/>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Structural damage to Berth 5</a:t>
            </a:r>
          </a:p>
        </p:txBody>
      </p:sp>
      <p:graphicFrame>
        <p:nvGraphicFramePr>
          <p:cNvPr id="3" name="Table 6">
            <a:extLst>
              <a:ext uri="{FF2B5EF4-FFF2-40B4-BE49-F238E27FC236}">
                <a16:creationId xmlns:a16="http://schemas.microsoft.com/office/drawing/2014/main" id="{0EE0BE8F-3A42-CD5B-883B-C582C8244C24}"/>
              </a:ext>
            </a:extLst>
          </p:cNvPr>
          <p:cNvGraphicFramePr>
            <a:graphicFrameLocks noGrp="1"/>
          </p:cNvGraphicFramePr>
          <p:nvPr>
            <p:extLst>
              <p:ext uri="{D42A27DB-BD31-4B8C-83A1-F6EECF244321}">
                <p14:modId xmlns:p14="http://schemas.microsoft.com/office/powerpoint/2010/main" val="903469796"/>
              </p:ext>
            </p:extLst>
          </p:nvPr>
        </p:nvGraphicFramePr>
        <p:xfrm>
          <a:off x="5045875" y="1552575"/>
          <a:ext cx="3731521" cy="2279350"/>
        </p:xfrm>
        <a:graphic>
          <a:graphicData uri="http://schemas.openxmlformats.org/drawingml/2006/table">
            <a:tbl>
              <a:tblPr firstRow="1" bandRow="1">
                <a:tableStyleId>{5940675A-B579-460E-94D1-54222C63F5DA}</a:tableStyleId>
              </a:tblPr>
              <a:tblGrid>
                <a:gridCol w="1354925">
                  <a:extLst>
                    <a:ext uri="{9D8B030D-6E8A-4147-A177-3AD203B41FA5}">
                      <a16:colId xmlns:a16="http://schemas.microsoft.com/office/drawing/2014/main" val="1251009115"/>
                    </a:ext>
                  </a:extLst>
                </a:gridCol>
                <a:gridCol w="1219200">
                  <a:extLst>
                    <a:ext uri="{9D8B030D-6E8A-4147-A177-3AD203B41FA5}">
                      <a16:colId xmlns:a16="http://schemas.microsoft.com/office/drawing/2014/main" val="3952995582"/>
                    </a:ext>
                  </a:extLst>
                </a:gridCol>
                <a:gridCol w="616688">
                  <a:extLst>
                    <a:ext uri="{9D8B030D-6E8A-4147-A177-3AD203B41FA5}">
                      <a16:colId xmlns:a16="http://schemas.microsoft.com/office/drawing/2014/main" val="1602179548"/>
                    </a:ext>
                  </a:extLst>
                </a:gridCol>
                <a:gridCol w="540708">
                  <a:extLst>
                    <a:ext uri="{9D8B030D-6E8A-4147-A177-3AD203B41FA5}">
                      <a16:colId xmlns:a16="http://schemas.microsoft.com/office/drawing/2014/main" val="3972208118"/>
                    </a:ext>
                  </a:extLst>
                </a:gridCol>
              </a:tblGrid>
              <a:tr h="301100">
                <a:tc gridSpan="4">
                  <a:txBody>
                    <a:bodyPr/>
                    <a:lstStyle/>
                    <a:p>
                      <a:pPr algn="ctr"/>
                      <a:r>
                        <a:rPr lang="es-MX" sz="1200" b="1" noProof="0">
                          <a:solidFill>
                            <a:schemeClr val="bg1"/>
                          </a:solidFill>
                        </a:rPr>
                        <a:t>Contramedidas</a:t>
                      </a:r>
                    </a:p>
                  </a:txBody>
                  <a:tcPr>
                    <a:solidFill>
                      <a:schemeClr val="accent6"/>
                    </a:solidFill>
                  </a:tcPr>
                </a:tc>
                <a:tc hMerge="1">
                  <a:txBody>
                    <a:bodyPr/>
                    <a:lstStyle/>
                    <a:p>
                      <a:endParaRPr lang="es-MX"/>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13857654"/>
                  </a:ext>
                </a:extLst>
              </a:tr>
              <a:tr h="269042">
                <a:tc>
                  <a:txBody>
                    <a:bodyPr/>
                    <a:lstStyle/>
                    <a:p>
                      <a:pPr algn="ctr"/>
                      <a:r>
                        <a:rPr lang="es-MX" sz="900" noProof="0">
                          <a:solidFill>
                            <a:schemeClr val="bg1"/>
                          </a:solidFill>
                        </a:rPr>
                        <a:t>Causa raíz</a:t>
                      </a:r>
                    </a:p>
                  </a:txBody>
                  <a:tcPr anchor="ctr">
                    <a:solidFill>
                      <a:schemeClr val="accent5"/>
                    </a:solidFill>
                  </a:tcPr>
                </a:tc>
                <a:tc>
                  <a:txBody>
                    <a:bodyPr/>
                    <a:lstStyle/>
                    <a:p>
                      <a:pPr algn="ctr"/>
                      <a:r>
                        <a:rPr lang="es-MX" sz="900" noProof="0">
                          <a:solidFill>
                            <a:schemeClr val="bg1"/>
                          </a:solidFill>
                        </a:rPr>
                        <a:t>Acción</a:t>
                      </a:r>
                    </a:p>
                  </a:txBody>
                  <a:tcPr anchor="ctr">
                    <a:solidFill>
                      <a:schemeClr val="accent5"/>
                    </a:solidFill>
                  </a:tcPr>
                </a:tc>
                <a:tc>
                  <a:txBody>
                    <a:bodyPr/>
                    <a:lstStyle/>
                    <a:p>
                      <a:pPr algn="ctr"/>
                      <a:r>
                        <a:rPr lang="es-MX" sz="900" noProof="0">
                          <a:solidFill>
                            <a:schemeClr val="bg1"/>
                          </a:solidFill>
                        </a:rPr>
                        <a:t>Quien</a:t>
                      </a:r>
                    </a:p>
                  </a:txBody>
                  <a:tcPr anchor="ctr">
                    <a:solidFill>
                      <a:schemeClr val="accent5"/>
                    </a:solidFill>
                  </a:tcPr>
                </a:tc>
                <a:tc>
                  <a:txBody>
                    <a:bodyPr/>
                    <a:lstStyle/>
                    <a:p>
                      <a:r>
                        <a:rPr lang="es-MX" sz="900" noProof="0">
                          <a:solidFill>
                            <a:schemeClr val="bg1"/>
                          </a:solidFill>
                        </a:rPr>
                        <a:t>Fecha</a:t>
                      </a:r>
                    </a:p>
                  </a:txBody>
                  <a:tcPr>
                    <a:solidFill>
                      <a:schemeClr val="accent5"/>
                    </a:solidFill>
                  </a:tcPr>
                </a:tc>
                <a:extLst>
                  <a:ext uri="{0D108BD9-81ED-4DB2-BD59-A6C34878D82A}">
                    <a16:rowId xmlns:a16="http://schemas.microsoft.com/office/drawing/2014/main" val="2426604569"/>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656974264"/>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258483285"/>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092968453"/>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649096743"/>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869567622"/>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1075875363"/>
                  </a:ext>
                </a:extLst>
              </a:tr>
            </a:tbl>
          </a:graphicData>
        </a:graphic>
      </p:graphicFrame>
    </p:spTree>
    <p:extLst>
      <p:ext uri="{BB962C8B-B14F-4D97-AF65-F5344CB8AC3E}">
        <p14:creationId xmlns:p14="http://schemas.microsoft.com/office/powerpoint/2010/main" val="3519558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5E8BD-5FAA-9A84-0045-8860B6576E93}"/>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D6AD9BA3-2A58-00F0-4F9F-9364223255D8}"/>
              </a:ext>
            </a:extLst>
          </p:cNvPr>
          <p:cNvPicPr>
            <a:picLocks noChangeAspect="1"/>
          </p:cNvPicPr>
          <p:nvPr/>
        </p:nvPicPr>
        <p:blipFill>
          <a:blip r:embed="rId2"/>
          <a:stretch>
            <a:fillRect/>
          </a:stretch>
        </p:blipFill>
        <p:spPr>
          <a:xfrm>
            <a:off x="8661417" y="109943"/>
            <a:ext cx="466952" cy="466952"/>
          </a:xfrm>
          <a:prstGeom prst="rect">
            <a:avLst/>
          </a:prstGeom>
        </p:spPr>
      </p:pic>
      <p:sp>
        <p:nvSpPr>
          <p:cNvPr id="87" name="CuadroTexto 7">
            <a:extLst>
              <a:ext uri="{FF2B5EF4-FFF2-40B4-BE49-F238E27FC236}">
                <a16:creationId xmlns:a16="http://schemas.microsoft.com/office/drawing/2014/main" id="{DC6FB313-2E67-AB2F-B5A4-BAFC5B971CBD}"/>
              </a:ext>
            </a:extLst>
          </p:cNvPr>
          <p:cNvSpPr txBox="1"/>
          <p:nvPr/>
        </p:nvSpPr>
        <p:spPr>
          <a:xfrm>
            <a:off x="2440122" y="496605"/>
            <a:ext cx="4149986" cy="31489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First Steps</a:t>
            </a:r>
          </a:p>
        </p:txBody>
      </p:sp>
      <p:sp>
        <p:nvSpPr>
          <p:cNvPr id="7" name="Title 15">
            <a:extLst>
              <a:ext uri="{FF2B5EF4-FFF2-40B4-BE49-F238E27FC236}">
                <a16:creationId xmlns:a16="http://schemas.microsoft.com/office/drawing/2014/main" id="{940050C7-BB84-0A28-F3D4-5D581A861EE5}"/>
              </a:ext>
            </a:extLst>
          </p:cNvPr>
          <p:cNvSpPr txBox="1">
            <a:spLocks/>
          </p:cNvSpPr>
          <p:nvPr/>
        </p:nvSpPr>
        <p:spPr>
          <a:xfrm>
            <a:off x="177031"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Countermeasures</a:t>
            </a:r>
          </a:p>
        </p:txBody>
      </p:sp>
      <p:sp>
        <p:nvSpPr>
          <p:cNvPr id="11" name="Rectángulo: esquinas redondeadas 10">
            <a:extLst>
              <a:ext uri="{FF2B5EF4-FFF2-40B4-BE49-F238E27FC236}">
                <a16:creationId xmlns:a16="http://schemas.microsoft.com/office/drawing/2014/main" id="{63039A12-7A5D-E665-F8F2-7094BDC50C4B}"/>
              </a:ext>
            </a:extLst>
          </p:cNvPr>
          <p:cNvSpPr/>
          <p:nvPr/>
        </p:nvSpPr>
        <p:spPr>
          <a:xfrm>
            <a:off x="4825635" y="1380468"/>
            <a:ext cx="414998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1" name="Rectángulo: esquinas redondeadas 20">
            <a:extLst>
              <a:ext uri="{FF2B5EF4-FFF2-40B4-BE49-F238E27FC236}">
                <a16:creationId xmlns:a16="http://schemas.microsoft.com/office/drawing/2014/main" id="{027365F3-2876-CAF3-05CF-0F001CC4F841}"/>
              </a:ext>
            </a:extLst>
          </p:cNvPr>
          <p:cNvSpPr/>
          <p:nvPr/>
        </p:nvSpPr>
        <p:spPr>
          <a:xfrm>
            <a:off x="140027" y="1380468"/>
            <a:ext cx="452889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3" name="Imagen 22">
            <a:extLst>
              <a:ext uri="{FF2B5EF4-FFF2-40B4-BE49-F238E27FC236}">
                <a16:creationId xmlns:a16="http://schemas.microsoft.com/office/drawing/2014/main" id="{1DE88E41-C9DF-379F-0208-BD8F8C69BC65}"/>
              </a:ext>
            </a:extLst>
          </p:cNvPr>
          <p:cNvPicPr>
            <a:picLocks noChangeAspect="1"/>
          </p:cNvPicPr>
          <p:nvPr/>
        </p:nvPicPr>
        <p:blipFill>
          <a:blip r:embed="rId3"/>
          <a:stretch>
            <a:fillRect/>
          </a:stretch>
        </p:blipFill>
        <p:spPr>
          <a:xfrm>
            <a:off x="280690" y="1503681"/>
            <a:ext cx="4200555" cy="2390742"/>
          </a:xfrm>
          <a:prstGeom prst="rect">
            <a:avLst/>
          </a:prstGeom>
        </p:spPr>
      </p:pic>
      <p:sp>
        <p:nvSpPr>
          <p:cNvPr id="26" name="CuadroTexto 25">
            <a:extLst>
              <a:ext uri="{FF2B5EF4-FFF2-40B4-BE49-F238E27FC236}">
                <a16:creationId xmlns:a16="http://schemas.microsoft.com/office/drawing/2014/main" id="{276FF796-1C4F-92C0-BCB3-68E573D909E9}"/>
              </a:ext>
            </a:extLst>
          </p:cNvPr>
          <p:cNvSpPr txBox="1"/>
          <p:nvPr/>
        </p:nvSpPr>
        <p:spPr>
          <a:xfrm>
            <a:off x="1565764" y="1985177"/>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distance between the yard and the crane is too great</a:t>
            </a:r>
          </a:p>
        </p:txBody>
      </p:sp>
      <p:sp>
        <p:nvSpPr>
          <p:cNvPr id="28" name="CuadroTexto 27">
            <a:extLst>
              <a:ext uri="{FF2B5EF4-FFF2-40B4-BE49-F238E27FC236}">
                <a16:creationId xmlns:a16="http://schemas.microsoft.com/office/drawing/2014/main" id="{36E52D82-1CCD-70E9-8632-512E800A6763}"/>
              </a:ext>
            </a:extLst>
          </p:cNvPr>
          <p:cNvSpPr txBox="1"/>
          <p:nvPr/>
        </p:nvSpPr>
        <p:spPr>
          <a:xfrm>
            <a:off x="1565763" y="2294804"/>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Berth 1 is assigned during vessel planning</a:t>
            </a:r>
          </a:p>
        </p:txBody>
      </p:sp>
      <p:sp>
        <p:nvSpPr>
          <p:cNvPr id="29" name="CuadroTexto 28">
            <a:extLst>
              <a:ext uri="{FF2B5EF4-FFF2-40B4-BE49-F238E27FC236}">
                <a16:creationId xmlns:a16="http://schemas.microsoft.com/office/drawing/2014/main" id="{F4D4FD72-01A6-6C76-AAFA-3E432D382800}"/>
              </a:ext>
            </a:extLst>
          </p:cNvPr>
          <p:cNvSpPr txBox="1"/>
          <p:nvPr/>
        </p:nvSpPr>
        <p:spPr>
          <a:xfrm>
            <a:off x="1565762" y="260691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Berth 5 is unavailable for container operations</a:t>
            </a:r>
          </a:p>
        </p:txBody>
      </p:sp>
      <p:sp>
        <p:nvSpPr>
          <p:cNvPr id="32" name="CuadroTexto 31">
            <a:extLst>
              <a:ext uri="{FF2B5EF4-FFF2-40B4-BE49-F238E27FC236}">
                <a16:creationId xmlns:a16="http://schemas.microsoft.com/office/drawing/2014/main" id="{1A2E62B6-0B9A-071C-D6E5-403275A9DD22}"/>
              </a:ext>
            </a:extLst>
          </p:cNvPr>
          <p:cNvSpPr txBox="1"/>
          <p:nvPr/>
        </p:nvSpPr>
        <p:spPr>
          <a:xfrm>
            <a:off x="1583628" y="2923939"/>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MHC crane cannot be positioned at Berth 5</a:t>
            </a:r>
          </a:p>
        </p:txBody>
      </p:sp>
      <p:sp>
        <p:nvSpPr>
          <p:cNvPr id="33" name="CuadroTexto 32">
            <a:extLst>
              <a:ext uri="{FF2B5EF4-FFF2-40B4-BE49-F238E27FC236}">
                <a16:creationId xmlns:a16="http://schemas.microsoft.com/office/drawing/2014/main" id="{4B8199D1-8D60-6D84-754F-544F9B855B78}"/>
              </a:ext>
            </a:extLst>
          </p:cNvPr>
          <p:cNvSpPr txBox="1"/>
          <p:nvPr/>
        </p:nvSpPr>
        <p:spPr>
          <a:xfrm>
            <a:off x="1623514" y="324727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The weight of the MHC crane affects the structure of Berth 5</a:t>
            </a:r>
          </a:p>
        </p:txBody>
      </p:sp>
      <p:graphicFrame>
        <p:nvGraphicFramePr>
          <p:cNvPr id="35" name="Table 6">
            <a:extLst>
              <a:ext uri="{FF2B5EF4-FFF2-40B4-BE49-F238E27FC236}">
                <a16:creationId xmlns:a16="http://schemas.microsoft.com/office/drawing/2014/main" id="{98904894-CF1F-438D-E5D4-7522D85E867E}"/>
              </a:ext>
            </a:extLst>
          </p:cNvPr>
          <p:cNvGraphicFramePr>
            <a:graphicFrameLocks noGrp="1"/>
          </p:cNvGraphicFramePr>
          <p:nvPr>
            <p:extLst>
              <p:ext uri="{D42A27DB-BD31-4B8C-83A1-F6EECF244321}">
                <p14:modId xmlns:p14="http://schemas.microsoft.com/office/powerpoint/2010/main" val="4055050395"/>
              </p:ext>
            </p:extLst>
          </p:nvPr>
        </p:nvGraphicFramePr>
        <p:xfrm>
          <a:off x="5045875" y="1552575"/>
          <a:ext cx="3731521" cy="2279350"/>
        </p:xfrm>
        <a:graphic>
          <a:graphicData uri="http://schemas.openxmlformats.org/drawingml/2006/table">
            <a:tbl>
              <a:tblPr firstRow="1" bandRow="1">
                <a:tableStyleId>{5940675A-B579-460E-94D1-54222C63F5DA}</a:tableStyleId>
              </a:tblPr>
              <a:tblGrid>
                <a:gridCol w="1354925">
                  <a:extLst>
                    <a:ext uri="{9D8B030D-6E8A-4147-A177-3AD203B41FA5}">
                      <a16:colId xmlns:a16="http://schemas.microsoft.com/office/drawing/2014/main" val="1251009115"/>
                    </a:ext>
                  </a:extLst>
                </a:gridCol>
                <a:gridCol w="1219200">
                  <a:extLst>
                    <a:ext uri="{9D8B030D-6E8A-4147-A177-3AD203B41FA5}">
                      <a16:colId xmlns:a16="http://schemas.microsoft.com/office/drawing/2014/main" val="3952995582"/>
                    </a:ext>
                  </a:extLst>
                </a:gridCol>
                <a:gridCol w="616688">
                  <a:extLst>
                    <a:ext uri="{9D8B030D-6E8A-4147-A177-3AD203B41FA5}">
                      <a16:colId xmlns:a16="http://schemas.microsoft.com/office/drawing/2014/main" val="1602179548"/>
                    </a:ext>
                  </a:extLst>
                </a:gridCol>
                <a:gridCol w="540708">
                  <a:extLst>
                    <a:ext uri="{9D8B030D-6E8A-4147-A177-3AD203B41FA5}">
                      <a16:colId xmlns:a16="http://schemas.microsoft.com/office/drawing/2014/main" val="3972208118"/>
                    </a:ext>
                  </a:extLst>
                </a:gridCol>
              </a:tblGrid>
              <a:tr h="301100">
                <a:tc gridSpan="4">
                  <a:txBody>
                    <a:bodyPr/>
                    <a:lstStyle/>
                    <a:p>
                      <a:pPr algn="ctr"/>
                      <a:r>
                        <a:rPr lang="es-MX" sz="1200" b="1" noProof="0">
                          <a:solidFill>
                            <a:schemeClr val="bg1"/>
                          </a:solidFill>
                        </a:rPr>
                        <a:t>Contramedidas</a:t>
                      </a:r>
                    </a:p>
                  </a:txBody>
                  <a:tcPr>
                    <a:solidFill>
                      <a:schemeClr val="accent6"/>
                    </a:solidFill>
                  </a:tcPr>
                </a:tc>
                <a:tc hMerge="1">
                  <a:txBody>
                    <a:bodyPr/>
                    <a:lstStyle/>
                    <a:p>
                      <a:endParaRPr lang="es-MX"/>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13857654"/>
                  </a:ext>
                </a:extLst>
              </a:tr>
              <a:tr h="269042">
                <a:tc>
                  <a:txBody>
                    <a:bodyPr/>
                    <a:lstStyle/>
                    <a:p>
                      <a:pPr algn="ctr"/>
                      <a:r>
                        <a:rPr lang="es-MX" sz="900" noProof="0">
                          <a:solidFill>
                            <a:schemeClr val="bg1"/>
                          </a:solidFill>
                        </a:rPr>
                        <a:t>Causa raíz</a:t>
                      </a:r>
                    </a:p>
                  </a:txBody>
                  <a:tcPr anchor="ctr">
                    <a:solidFill>
                      <a:schemeClr val="accent5"/>
                    </a:solidFill>
                  </a:tcPr>
                </a:tc>
                <a:tc>
                  <a:txBody>
                    <a:bodyPr/>
                    <a:lstStyle/>
                    <a:p>
                      <a:pPr algn="ctr"/>
                      <a:r>
                        <a:rPr lang="es-MX" sz="900" noProof="0">
                          <a:solidFill>
                            <a:schemeClr val="bg1"/>
                          </a:solidFill>
                        </a:rPr>
                        <a:t>Acción</a:t>
                      </a:r>
                    </a:p>
                  </a:txBody>
                  <a:tcPr anchor="ctr">
                    <a:solidFill>
                      <a:schemeClr val="accent5"/>
                    </a:solidFill>
                  </a:tcPr>
                </a:tc>
                <a:tc>
                  <a:txBody>
                    <a:bodyPr/>
                    <a:lstStyle/>
                    <a:p>
                      <a:pPr algn="ctr"/>
                      <a:r>
                        <a:rPr lang="es-MX" sz="900" noProof="0">
                          <a:solidFill>
                            <a:schemeClr val="bg1"/>
                          </a:solidFill>
                        </a:rPr>
                        <a:t>Quien</a:t>
                      </a:r>
                    </a:p>
                  </a:txBody>
                  <a:tcPr anchor="ctr">
                    <a:solidFill>
                      <a:schemeClr val="accent5"/>
                    </a:solidFill>
                  </a:tcPr>
                </a:tc>
                <a:tc>
                  <a:txBody>
                    <a:bodyPr/>
                    <a:lstStyle/>
                    <a:p>
                      <a:r>
                        <a:rPr lang="es-MX" sz="900" noProof="0">
                          <a:solidFill>
                            <a:schemeClr val="bg1"/>
                          </a:solidFill>
                        </a:rPr>
                        <a:t>Fecha</a:t>
                      </a:r>
                    </a:p>
                  </a:txBody>
                  <a:tcPr>
                    <a:solidFill>
                      <a:schemeClr val="accent5"/>
                    </a:solidFill>
                  </a:tcPr>
                </a:tc>
                <a:extLst>
                  <a:ext uri="{0D108BD9-81ED-4DB2-BD59-A6C34878D82A}">
                    <a16:rowId xmlns:a16="http://schemas.microsoft.com/office/drawing/2014/main" val="2426604569"/>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656974264"/>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258483285"/>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092968453"/>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649096743"/>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869567622"/>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1075875363"/>
                  </a:ext>
                </a:extLst>
              </a:tr>
            </a:tbl>
          </a:graphicData>
        </a:graphic>
      </p:graphicFrame>
      <p:sp>
        <p:nvSpPr>
          <p:cNvPr id="2" name="CuadroTexto 1">
            <a:extLst>
              <a:ext uri="{FF2B5EF4-FFF2-40B4-BE49-F238E27FC236}">
                <a16:creationId xmlns:a16="http://schemas.microsoft.com/office/drawing/2014/main" id="{29E8D5D7-A1B3-D0BC-08A9-10903230B0B4}"/>
              </a:ext>
            </a:extLst>
          </p:cNvPr>
          <p:cNvSpPr txBox="1"/>
          <p:nvPr/>
        </p:nvSpPr>
        <p:spPr>
          <a:xfrm>
            <a:off x="4956656" y="2122565"/>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5"/>
                </a:solidFill>
              </a:rPr>
              <a:t>Structural damage to Berth 5</a:t>
            </a:r>
          </a:p>
        </p:txBody>
      </p:sp>
      <p:sp>
        <p:nvSpPr>
          <p:cNvPr id="3" name="CuadroTexto 2">
            <a:extLst>
              <a:ext uri="{FF2B5EF4-FFF2-40B4-BE49-F238E27FC236}">
                <a16:creationId xmlns:a16="http://schemas.microsoft.com/office/drawing/2014/main" id="{53C8B246-0A6C-11B9-B71B-5484C90FE6FC}"/>
              </a:ext>
            </a:extLst>
          </p:cNvPr>
          <p:cNvSpPr txBox="1"/>
          <p:nvPr/>
        </p:nvSpPr>
        <p:spPr>
          <a:xfrm>
            <a:off x="1810297" y="1632128"/>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a:solidFill>
                  <a:schemeClr val="bg1"/>
                </a:solidFill>
              </a:rPr>
              <a:t>Terminal tractor waiting time</a:t>
            </a:r>
          </a:p>
        </p:txBody>
      </p:sp>
      <p:sp>
        <p:nvSpPr>
          <p:cNvPr id="4" name="CuadroTexto 3">
            <a:extLst>
              <a:ext uri="{FF2B5EF4-FFF2-40B4-BE49-F238E27FC236}">
                <a16:creationId xmlns:a16="http://schemas.microsoft.com/office/drawing/2014/main" id="{C25269B4-7E3A-5B7A-6291-AD4A9CE0FB9C}"/>
              </a:ext>
            </a:extLst>
          </p:cNvPr>
          <p:cNvSpPr txBox="1"/>
          <p:nvPr/>
        </p:nvSpPr>
        <p:spPr>
          <a:xfrm>
            <a:off x="6496910" y="2136151"/>
            <a:ext cx="1218658"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700" noProof="0">
                <a:solidFill>
                  <a:schemeClr val="accent5"/>
                </a:solidFill>
              </a:rPr>
              <a:t>Repair of Berth 5</a:t>
            </a:r>
          </a:p>
        </p:txBody>
      </p:sp>
      <p:sp>
        <p:nvSpPr>
          <p:cNvPr id="8" name="CuadroTexto 7">
            <a:extLst>
              <a:ext uri="{FF2B5EF4-FFF2-40B4-BE49-F238E27FC236}">
                <a16:creationId xmlns:a16="http://schemas.microsoft.com/office/drawing/2014/main" id="{68395DB8-97D2-9BAD-22F5-0D2B96D5A796}"/>
              </a:ext>
            </a:extLst>
          </p:cNvPr>
          <p:cNvSpPr txBox="1"/>
          <p:nvPr/>
        </p:nvSpPr>
        <p:spPr>
          <a:xfrm>
            <a:off x="8268958" y="2134587"/>
            <a:ext cx="537184"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s-MX" sz="700" noProof="0">
              <a:solidFill>
                <a:schemeClr val="accent5"/>
              </a:solidFill>
            </a:endParaRPr>
          </a:p>
        </p:txBody>
      </p:sp>
      <p:sp>
        <p:nvSpPr>
          <p:cNvPr id="9" name="Rectángulo: esquinas redondeadas 8">
            <a:extLst>
              <a:ext uri="{FF2B5EF4-FFF2-40B4-BE49-F238E27FC236}">
                <a16:creationId xmlns:a16="http://schemas.microsoft.com/office/drawing/2014/main" id="{E33A5880-2920-9BB2-D648-28BBB1328782}"/>
              </a:ext>
            </a:extLst>
          </p:cNvPr>
          <p:cNvSpPr/>
          <p:nvPr/>
        </p:nvSpPr>
        <p:spPr>
          <a:xfrm>
            <a:off x="2500486" y="4271717"/>
            <a:ext cx="4528896" cy="51952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Each root cause identified in the 5 Whys analysis must have a corresponding countermeasure</a:t>
            </a:r>
          </a:p>
        </p:txBody>
      </p:sp>
      <p:sp>
        <p:nvSpPr>
          <p:cNvPr id="10" name="CuadroTexto 9">
            <a:extLst>
              <a:ext uri="{FF2B5EF4-FFF2-40B4-BE49-F238E27FC236}">
                <a16:creationId xmlns:a16="http://schemas.microsoft.com/office/drawing/2014/main" id="{AF3DDD98-44C1-8B20-C73F-C5020581029A}"/>
              </a:ext>
            </a:extLst>
          </p:cNvPr>
          <p:cNvSpPr txBox="1"/>
          <p:nvPr/>
        </p:nvSpPr>
        <p:spPr>
          <a:xfrm>
            <a:off x="4956656" y="2424236"/>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5"/>
                </a:solidFill>
              </a:rPr>
              <a:t>Insufficient terminal tractors</a:t>
            </a:r>
          </a:p>
        </p:txBody>
      </p:sp>
      <p:sp>
        <p:nvSpPr>
          <p:cNvPr id="12" name="CuadroTexto 11">
            <a:extLst>
              <a:ext uri="{FF2B5EF4-FFF2-40B4-BE49-F238E27FC236}">
                <a16:creationId xmlns:a16="http://schemas.microsoft.com/office/drawing/2014/main" id="{1D9957D2-75E4-723F-E37B-BCF734DB0237}"/>
              </a:ext>
            </a:extLst>
          </p:cNvPr>
          <p:cNvSpPr txBox="1"/>
          <p:nvPr/>
        </p:nvSpPr>
        <p:spPr>
          <a:xfrm>
            <a:off x="4956655" y="2696845"/>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5"/>
                </a:solidFill>
              </a:rPr>
              <a:t>Root Cause 3</a:t>
            </a:r>
          </a:p>
        </p:txBody>
      </p:sp>
      <p:sp>
        <p:nvSpPr>
          <p:cNvPr id="13" name="CuadroTexto 12">
            <a:extLst>
              <a:ext uri="{FF2B5EF4-FFF2-40B4-BE49-F238E27FC236}">
                <a16:creationId xmlns:a16="http://schemas.microsoft.com/office/drawing/2014/main" id="{1D4D6182-23DE-9BED-15A0-77F0ECE512F7}"/>
              </a:ext>
            </a:extLst>
          </p:cNvPr>
          <p:cNvSpPr txBox="1"/>
          <p:nvPr/>
        </p:nvSpPr>
        <p:spPr>
          <a:xfrm>
            <a:off x="6342859" y="2430330"/>
            <a:ext cx="1304157" cy="2285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5"/>
                </a:solidFill>
              </a:rPr>
              <a:t>Terminal tractor standard based on yard distances</a:t>
            </a:r>
          </a:p>
        </p:txBody>
      </p:sp>
      <p:sp>
        <p:nvSpPr>
          <p:cNvPr id="14" name="CuadroTexto 13">
            <a:extLst>
              <a:ext uri="{FF2B5EF4-FFF2-40B4-BE49-F238E27FC236}">
                <a16:creationId xmlns:a16="http://schemas.microsoft.com/office/drawing/2014/main" id="{7CE9594E-A28A-799D-EAF7-3CAD17483D91}"/>
              </a:ext>
            </a:extLst>
          </p:cNvPr>
          <p:cNvSpPr txBox="1"/>
          <p:nvPr/>
        </p:nvSpPr>
        <p:spPr>
          <a:xfrm>
            <a:off x="6257695" y="2710326"/>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5"/>
                </a:solidFill>
              </a:rPr>
              <a:t>Action 3</a:t>
            </a:r>
          </a:p>
        </p:txBody>
      </p:sp>
    </p:spTree>
    <p:extLst>
      <p:ext uri="{BB962C8B-B14F-4D97-AF65-F5344CB8AC3E}">
        <p14:creationId xmlns:p14="http://schemas.microsoft.com/office/powerpoint/2010/main" val="1172570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animBg="1"/>
      <p:bldP spid="10" grpId="0"/>
      <p:bldP spid="12" grpId="0"/>
      <p:bldP spid="13" grpId="0"/>
      <p:bldP spid="1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05634-2FAB-E231-6885-82B14C152967}"/>
            </a:ext>
          </a:extLst>
        </p:cNvPr>
        <p:cNvGrpSpPr/>
        <p:nvPr/>
      </p:nvGrpSpPr>
      <p:grpSpPr>
        <a:xfrm>
          <a:off x="0" y="0"/>
          <a:ext cx="0" cy="0"/>
          <a:chOff x="0" y="0"/>
          <a:chExt cx="0" cy="0"/>
        </a:xfrm>
      </p:grpSpPr>
      <p:sp>
        <p:nvSpPr>
          <p:cNvPr id="23" name="Rectángulo: esquinas redondeadas 22">
            <a:extLst>
              <a:ext uri="{FF2B5EF4-FFF2-40B4-BE49-F238E27FC236}">
                <a16:creationId xmlns:a16="http://schemas.microsoft.com/office/drawing/2014/main" id="{10A2E424-A6D8-6615-9C6D-7DEE4C10498E}"/>
              </a:ext>
            </a:extLst>
          </p:cNvPr>
          <p:cNvSpPr/>
          <p:nvPr/>
        </p:nvSpPr>
        <p:spPr>
          <a:xfrm>
            <a:off x="3225089" y="1652959"/>
            <a:ext cx="2607770" cy="245695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5" name="Imagen 4" descr="Dibujo de una persona&#10;&#10;El contenido generado por IA puede ser incorrecto.">
            <a:extLst>
              <a:ext uri="{FF2B5EF4-FFF2-40B4-BE49-F238E27FC236}">
                <a16:creationId xmlns:a16="http://schemas.microsoft.com/office/drawing/2014/main" id="{2555D607-4C14-BFAE-0775-08B30398D2A7}"/>
              </a:ext>
            </a:extLst>
          </p:cNvPr>
          <p:cNvPicPr>
            <a:picLocks noChangeAspect="1"/>
          </p:cNvPicPr>
          <p:nvPr/>
        </p:nvPicPr>
        <p:blipFill>
          <a:blip r:embed="rId3"/>
          <a:stretch>
            <a:fillRect/>
          </a:stretch>
        </p:blipFill>
        <p:spPr>
          <a:xfrm>
            <a:off x="8661417" y="109943"/>
            <a:ext cx="466952" cy="466952"/>
          </a:xfrm>
          <a:prstGeom prst="rect">
            <a:avLst/>
          </a:prstGeom>
        </p:spPr>
      </p:pic>
      <p:sp>
        <p:nvSpPr>
          <p:cNvPr id="7" name="Title 15">
            <a:extLst>
              <a:ext uri="{FF2B5EF4-FFF2-40B4-BE49-F238E27FC236}">
                <a16:creationId xmlns:a16="http://schemas.microsoft.com/office/drawing/2014/main" id="{87B3C9AC-DB5C-1C3E-611D-9314717F03EF}"/>
              </a:ext>
            </a:extLst>
          </p:cNvPr>
          <p:cNvSpPr txBox="1">
            <a:spLocks/>
          </p:cNvSpPr>
          <p:nvPr/>
        </p:nvSpPr>
        <p:spPr>
          <a:xfrm>
            <a:off x="177031"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Countermeasure Prioritization</a:t>
            </a:r>
          </a:p>
        </p:txBody>
      </p:sp>
      <p:sp>
        <p:nvSpPr>
          <p:cNvPr id="2" name="Rectángulo: esquinas redondeadas 1">
            <a:extLst>
              <a:ext uri="{FF2B5EF4-FFF2-40B4-BE49-F238E27FC236}">
                <a16:creationId xmlns:a16="http://schemas.microsoft.com/office/drawing/2014/main" id="{4638EE21-E9FE-A3AD-461C-EC9DFC35C8CD}"/>
              </a:ext>
            </a:extLst>
          </p:cNvPr>
          <p:cNvSpPr/>
          <p:nvPr/>
        </p:nvSpPr>
        <p:spPr>
          <a:xfrm>
            <a:off x="217975" y="1652959"/>
            <a:ext cx="2607770" cy="245695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 name="CuadroTexto 2">
            <a:extLst>
              <a:ext uri="{FF2B5EF4-FFF2-40B4-BE49-F238E27FC236}">
                <a16:creationId xmlns:a16="http://schemas.microsoft.com/office/drawing/2014/main" id="{29FDE0CD-05D1-FEF1-5E5F-4DD04B4A0E5C}"/>
              </a:ext>
            </a:extLst>
          </p:cNvPr>
          <p:cNvSpPr txBox="1"/>
          <p:nvPr/>
        </p:nvSpPr>
        <p:spPr>
          <a:xfrm>
            <a:off x="280390" y="1785530"/>
            <a:ext cx="2482939" cy="97173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s-MX" sz="1200" noProof="0">
                <a:solidFill>
                  <a:schemeClr val="bg1"/>
                </a:solidFill>
              </a:rPr>
              <a:t>The proposed countermeasures must be evaluated by the area coordinator/supervisor, who will assign owners.</a:t>
            </a:r>
          </a:p>
          <a:p>
            <a:pPr algn="ctr"/>
            <a:endParaRPr lang="es-MX" sz="1200" b="1" noProof="0">
              <a:solidFill>
                <a:schemeClr val="bg1"/>
              </a:solidFill>
            </a:endParaRPr>
          </a:p>
        </p:txBody>
      </p:sp>
      <p:pic>
        <p:nvPicPr>
          <p:cNvPr id="19" name="Gráfico 18" descr="Sala de juntas con relleno sólido">
            <a:extLst>
              <a:ext uri="{FF2B5EF4-FFF2-40B4-BE49-F238E27FC236}">
                <a16:creationId xmlns:a16="http://schemas.microsoft.com/office/drawing/2014/main" id="{6A92B223-97E5-FA0D-01FB-9A934FCF01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8895" y="2511927"/>
            <a:ext cx="1451633" cy="1451633"/>
          </a:xfrm>
          <a:prstGeom prst="rect">
            <a:avLst/>
          </a:prstGeom>
        </p:spPr>
      </p:pic>
      <p:sp>
        <p:nvSpPr>
          <p:cNvPr id="20" name="CuadroTexto 19">
            <a:extLst>
              <a:ext uri="{FF2B5EF4-FFF2-40B4-BE49-F238E27FC236}">
                <a16:creationId xmlns:a16="http://schemas.microsoft.com/office/drawing/2014/main" id="{A9E892BC-CDE4-FF30-844E-3660F2B57894}"/>
              </a:ext>
            </a:extLst>
          </p:cNvPr>
          <p:cNvSpPr txBox="1"/>
          <p:nvPr/>
        </p:nvSpPr>
        <p:spPr>
          <a:xfrm>
            <a:off x="3302764" y="1744117"/>
            <a:ext cx="2495842" cy="97173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s-MX" sz="1200" noProof="0">
                <a:solidFill>
                  <a:schemeClr val="bg1"/>
                </a:solidFill>
              </a:rPr>
              <a:t>Feedback is provided to the Problem Solving leader on the solutions discussed.</a:t>
            </a:r>
          </a:p>
          <a:p>
            <a:pPr algn="ctr"/>
            <a:endParaRPr lang="es-MX" sz="1200" b="1" noProof="0">
              <a:solidFill>
                <a:schemeClr val="bg1"/>
              </a:solidFill>
            </a:endParaRPr>
          </a:p>
        </p:txBody>
      </p:sp>
      <p:sp>
        <p:nvSpPr>
          <p:cNvPr id="25" name="Rectángulo: esquinas redondeadas 24">
            <a:extLst>
              <a:ext uri="{FF2B5EF4-FFF2-40B4-BE49-F238E27FC236}">
                <a16:creationId xmlns:a16="http://schemas.microsoft.com/office/drawing/2014/main" id="{BC0ED4CB-F039-BFE5-6BF5-CEC9EC628A62}"/>
              </a:ext>
            </a:extLst>
          </p:cNvPr>
          <p:cNvSpPr/>
          <p:nvPr/>
        </p:nvSpPr>
        <p:spPr>
          <a:xfrm>
            <a:off x="6275624" y="1681067"/>
            <a:ext cx="2607770" cy="245695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6" name="CuadroTexto 25">
            <a:extLst>
              <a:ext uri="{FF2B5EF4-FFF2-40B4-BE49-F238E27FC236}">
                <a16:creationId xmlns:a16="http://schemas.microsoft.com/office/drawing/2014/main" id="{635157CE-89E7-1C45-9692-0C6B1D551637}"/>
              </a:ext>
            </a:extLst>
          </p:cNvPr>
          <p:cNvSpPr txBox="1"/>
          <p:nvPr/>
        </p:nvSpPr>
        <p:spPr>
          <a:xfrm>
            <a:off x="6398580" y="1891350"/>
            <a:ext cx="2361853" cy="97173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s-MX" sz="1200" noProof="0">
                <a:solidFill>
                  <a:schemeClr val="bg1"/>
                </a:solidFill>
              </a:rPr>
              <a:t>The leader formally notifies the action-plan owner, who must develop the plan and set a committed due date.</a:t>
            </a:r>
          </a:p>
          <a:p>
            <a:pPr algn="ctr"/>
            <a:endParaRPr lang="es-MX" sz="1200" b="1" noProof="0">
              <a:solidFill>
                <a:schemeClr val="bg1"/>
              </a:solidFill>
            </a:endParaRPr>
          </a:p>
        </p:txBody>
      </p:sp>
      <p:pic>
        <p:nvPicPr>
          <p:cNvPr id="28" name="Gráfico 27" descr="Persona con idea con relleno sólido">
            <a:extLst>
              <a:ext uri="{FF2B5EF4-FFF2-40B4-BE49-F238E27FC236}">
                <a16:creationId xmlns:a16="http://schemas.microsoft.com/office/drawing/2014/main" id="{B8E746DC-2C68-A12F-0159-9A319EB4881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22675" y="2766281"/>
            <a:ext cx="1113665" cy="1113665"/>
          </a:xfrm>
          <a:prstGeom prst="rect">
            <a:avLst/>
          </a:prstGeom>
        </p:spPr>
      </p:pic>
      <p:pic>
        <p:nvPicPr>
          <p:cNvPr id="36" name="Gráfico 35" descr="Flecha lineal: curva con sentido de las agujas del reloj con relleno sólido">
            <a:extLst>
              <a:ext uri="{FF2B5EF4-FFF2-40B4-BE49-F238E27FC236}">
                <a16:creationId xmlns:a16="http://schemas.microsoft.com/office/drawing/2014/main" id="{83C7D3C0-2D61-CC31-E9E3-9B76C759161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404711" flipH="1" flipV="1">
            <a:off x="2480318" y="709874"/>
            <a:ext cx="964889" cy="1377518"/>
          </a:xfrm>
          <a:prstGeom prst="rect">
            <a:avLst/>
          </a:prstGeom>
          <a:effectLst>
            <a:outerShdw blurRad="50800" dist="38100" dir="2700000" algn="tl" rotWithShape="0">
              <a:prstClr val="black">
                <a:alpha val="40000"/>
              </a:prstClr>
            </a:outerShdw>
          </a:effectLst>
        </p:spPr>
      </p:pic>
      <p:pic>
        <p:nvPicPr>
          <p:cNvPr id="37" name="Gráfico 36" descr="Flecha lineal: curva con sentido de las agujas del reloj con relleno sólido">
            <a:extLst>
              <a:ext uri="{FF2B5EF4-FFF2-40B4-BE49-F238E27FC236}">
                <a16:creationId xmlns:a16="http://schemas.microsoft.com/office/drawing/2014/main" id="{8BEA0B83-EA26-41F5-B0B4-5B936FA5775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404711" flipH="1" flipV="1">
            <a:off x="5530853" y="756651"/>
            <a:ext cx="964889" cy="1377518"/>
          </a:xfrm>
          <a:prstGeom prst="rect">
            <a:avLst/>
          </a:prstGeom>
          <a:effectLst>
            <a:outerShdw blurRad="50800" dist="38100" dir="2700000" algn="tl" rotWithShape="0">
              <a:prstClr val="black">
                <a:alpha val="40000"/>
              </a:prstClr>
            </a:outerShdw>
          </a:effectLst>
        </p:spPr>
      </p:pic>
      <p:pic>
        <p:nvPicPr>
          <p:cNvPr id="6" name="Gráfico 5" descr="Hombre trabajador de la construcción con relleno sólido">
            <a:extLst>
              <a:ext uri="{FF2B5EF4-FFF2-40B4-BE49-F238E27FC236}">
                <a16:creationId xmlns:a16="http://schemas.microsoft.com/office/drawing/2014/main" id="{D3357D89-4919-0376-F84A-60E9B5CF55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8911" y="2726505"/>
            <a:ext cx="1022478" cy="1022478"/>
          </a:xfrm>
          <a:prstGeom prst="rect">
            <a:avLst/>
          </a:prstGeom>
        </p:spPr>
      </p:pic>
      <p:sp>
        <p:nvSpPr>
          <p:cNvPr id="4" name="Rectángulo 3">
            <a:extLst>
              <a:ext uri="{FF2B5EF4-FFF2-40B4-BE49-F238E27FC236}">
                <a16:creationId xmlns:a16="http://schemas.microsoft.com/office/drawing/2014/main" id="{9144F5A7-46E2-67B2-C168-196E76DD8058}"/>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2648349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93E31-4657-583B-5490-FB03E0E6CB2E}"/>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49DA8564-50E1-D919-7853-6200D75AF01F}"/>
              </a:ext>
            </a:extLst>
          </p:cNvPr>
          <p:cNvPicPr>
            <a:picLocks noChangeAspect="1"/>
          </p:cNvPicPr>
          <p:nvPr/>
        </p:nvPicPr>
        <p:blipFill>
          <a:blip r:embed="rId2"/>
          <a:stretch>
            <a:fillRect/>
          </a:stretch>
        </p:blipFill>
        <p:spPr>
          <a:xfrm>
            <a:off x="8661417" y="109943"/>
            <a:ext cx="466952" cy="466952"/>
          </a:xfrm>
          <a:prstGeom prst="rect">
            <a:avLst/>
          </a:prstGeom>
        </p:spPr>
      </p:pic>
      <p:sp>
        <p:nvSpPr>
          <p:cNvPr id="7" name="Title 15">
            <a:extLst>
              <a:ext uri="{FF2B5EF4-FFF2-40B4-BE49-F238E27FC236}">
                <a16:creationId xmlns:a16="http://schemas.microsoft.com/office/drawing/2014/main" id="{01D8160B-B658-B9AB-C736-D1F283F71142}"/>
              </a:ext>
            </a:extLst>
          </p:cNvPr>
          <p:cNvSpPr txBox="1">
            <a:spLocks/>
          </p:cNvSpPr>
          <p:nvPr/>
        </p:nvSpPr>
        <p:spPr>
          <a:xfrm>
            <a:off x="177031"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Countermeasure Prioritization</a:t>
            </a:r>
          </a:p>
        </p:txBody>
      </p:sp>
      <p:sp>
        <p:nvSpPr>
          <p:cNvPr id="2" name="Rectángulo: esquinas redondeadas 1">
            <a:extLst>
              <a:ext uri="{FF2B5EF4-FFF2-40B4-BE49-F238E27FC236}">
                <a16:creationId xmlns:a16="http://schemas.microsoft.com/office/drawing/2014/main" id="{9D9915F8-1150-467E-1BDD-F2E2BFB66946}"/>
              </a:ext>
            </a:extLst>
          </p:cNvPr>
          <p:cNvSpPr/>
          <p:nvPr/>
        </p:nvSpPr>
        <p:spPr>
          <a:xfrm>
            <a:off x="508077" y="997575"/>
            <a:ext cx="5892723" cy="358237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graphicFrame>
        <p:nvGraphicFramePr>
          <p:cNvPr id="4" name="Table 6">
            <a:extLst>
              <a:ext uri="{FF2B5EF4-FFF2-40B4-BE49-F238E27FC236}">
                <a16:creationId xmlns:a16="http://schemas.microsoft.com/office/drawing/2014/main" id="{E65F548C-1630-C156-8E35-EDA4E4EAABC7}"/>
              </a:ext>
            </a:extLst>
          </p:cNvPr>
          <p:cNvGraphicFramePr>
            <a:graphicFrameLocks noGrp="1"/>
          </p:cNvGraphicFramePr>
          <p:nvPr>
            <p:extLst>
              <p:ext uri="{D42A27DB-BD31-4B8C-83A1-F6EECF244321}">
                <p14:modId xmlns:p14="http://schemas.microsoft.com/office/powerpoint/2010/main" val="1313326622"/>
              </p:ext>
            </p:extLst>
          </p:nvPr>
        </p:nvGraphicFramePr>
        <p:xfrm>
          <a:off x="773216" y="1205283"/>
          <a:ext cx="5327128" cy="3096311"/>
        </p:xfrm>
        <a:graphic>
          <a:graphicData uri="http://schemas.openxmlformats.org/drawingml/2006/table">
            <a:tbl>
              <a:tblPr firstRow="1" bandRow="1">
                <a:tableStyleId>{5940675A-B579-460E-94D1-54222C63F5DA}</a:tableStyleId>
              </a:tblPr>
              <a:tblGrid>
                <a:gridCol w="1934294">
                  <a:extLst>
                    <a:ext uri="{9D8B030D-6E8A-4147-A177-3AD203B41FA5}">
                      <a16:colId xmlns:a16="http://schemas.microsoft.com/office/drawing/2014/main" val="1251009115"/>
                    </a:ext>
                  </a:extLst>
                </a:gridCol>
                <a:gridCol w="1740533">
                  <a:extLst>
                    <a:ext uri="{9D8B030D-6E8A-4147-A177-3AD203B41FA5}">
                      <a16:colId xmlns:a16="http://schemas.microsoft.com/office/drawing/2014/main" val="3952995582"/>
                    </a:ext>
                  </a:extLst>
                </a:gridCol>
                <a:gridCol w="880385">
                  <a:extLst>
                    <a:ext uri="{9D8B030D-6E8A-4147-A177-3AD203B41FA5}">
                      <a16:colId xmlns:a16="http://schemas.microsoft.com/office/drawing/2014/main" val="1602179548"/>
                    </a:ext>
                  </a:extLst>
                </a:gridCol>
                <a:gridCol w="771916">
                  <a:extLst>
                    <a:ext uri="{9D8B030D-6E8A-4147-A177-3AD203B41FA5}">
                      <a16:colId xmlns:a16="http://schemas.microsoft.com/office/drawing/2014/main" val="3972208118"/>
                    </a:ext>
                  </a:extLst>
                </a:gridCol>
              </a:tblGrid>
              <a:tr h="409020">
                <a:tc gridSpan="4">
                  <a:txBody>
                    <a:bodyPr/>
                    <a:lstStyle/>
                    <a:p>
                      <a:pPr algn="ctr"/>
                      <a:r>
                        <a:rPr lang="es-MX" sz="1800" b="1" noProof="0">
                          <a:solidFill>
                            <a:schemeClr val="bg1"/>
                          </a:solidFill>
                        </a:rPr>
                        <a:t>Contramedidas</a:t>
                      </a:r>
                    </a:p>
                  </a:txBody>
                  <a:tcPr>
                    <a:solidFill>
                      <a:schemeClr val="accent6"/>
                    </a:solidFill>
                  </a:tcPr>
                </a:tc>
                <a:tc hMerge="1">
                  <a:txBody>
                    <a:bodyPr/>
                    <a:lstStyle/>
                    <a:p>
                      <a:endParaRPr lang="es-MX"/>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13857654"/>
                  </a:ext>
                </a:extLst>
              </a:tr>
              <a:tr h="365471">
                <a:tc>
                  <a:txBody>
                    <a:bodyPr/>
                    <a:lstStyle/>
                    <a:p>
                      <a:pPr algn="ctr"/>
                      <a:r>
                        <a:rPr lang="es-MX" sz="1100" noProof="0">
                          <a:solidFill>
                            <a:schemeClr val="bg1"/>
                          </a:solidFill>
                        </a:rPr>
                        <a:t>Causa raíz</a:t>
                      </a:r>
                    </a:p>
                  </a:txBody>
                  <a:tcPr anchor="ctr">
                    <a:solidFill>
                      <a:schemeClr val="accent5"/>
                    </a:solidFill>
                  </a:tcPr>
                </a:tc>
                <a:tc>
                  <a:txBody>
                    <a:bodyPr/>
                    <a:lstStyle/>
                    <a:p>
                      <a:pPr algn="ctr"/>
                      <a:r>
                        <a:rPr lang="es-MX" sz="1100" noProof="0">
                          <a:solidFill>
                            <a:schemeClr val="bg1"/>
                          </a:solidFill>
                        </a:rPr>
                        <a:t>Acción</a:t>
                      </a:r>
                    </a:p>
                  </a:txBody>
                  <a:tcPr anchor="ctr">
                    <a:solidFill>
                      <a:schemeClr val="accent5"/>
                    </a:solidFill>
                  </a:tcPr>
                </a:tc>
                <a:tc>
                  <a:txBody>
                    <a:bodyPr/>
                    <a:lstStyle/>
                    <a:p>
                      <a:pPr algn="ctr"/>
                      <a:r>
                        <a:rPr lang="es-MX" sz="1100" noProof="0">
                          <a:solidFill>
                            <a:schemeClr val="bg1"/>
                          </a:solidFill>
                        </a:rPr>
                        <a:t>Quien</a:t>
                      </a:r>
                    </a:p>
                  </a:txBody>
                  <a:tcPr anchor="ctr">
                    <a:solidFill>
                      <a:schemeClr val="accent5"/>
                    </a:solidFill>
                  </a:tcPr>
                </a:tc>
                <a:tc>
                  <a:txBody>
                    <a:bodyPr/>
                    <a:lstStyle/>
                    <a:p>
                      <a:pPr algn="ctr"/>
                      <a:r>
                        <a:rPr lang="es-MX" sz="1100" noProof="0">
                          <a:solidFill>
                            <a:schemeClr val="bg1"/>
                          </a:solidFill>
                        </a:rPr>
                        <a:t>Fecha</a:t>
                      </a:r>
                    </a:p>
                  </a:txBody>
                  <a:tcPr anchor="ctr">
                    <a:solidFill>
                      <a:schemeClr val="accent5"/>
                    </a:solidFill>
                  </a:tcPr>
                </a:tc>
                <a:extLst>
                  <a:ext uri="{0D108BD9-81ED-4DB2-BD59-A6C34878D82A}">
                    <a16:rowId xmlns:a16="http://schemas.microsoft.com/office/drawing/2014/main" val="2426604569"/>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10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656974264"/>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258483285"/>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092968453"/>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649096743"/>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869567622"/>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1075875363"/>
                  </a:ext>
                </a:extLst>
              </a:tr>
            </a:tbl>
          </a:graphicData>
        </a:graphic>
      </p:graphicFrame>
      <p:sp>
        <p:nvSpPr>
          <p:cNvPr id="6" name="CuadroTexto 5">
            <a:extLst>
              <a:ext uri="{FF2B5EF4-FFF2-40B4-BE49-F238E27FC236}">
                <a16:creationId xmlns:a16="http://schemas.microsoft.com/office/drawing/2014/main" id="{62EA94C6-82A9-89E3-A5DB-3A4ACDB443DF}"/>
              </a:ext>
            </a:extLst>
          </p:cNvPr>
          <p:cNvSpPr txBox="1"/>
          <p:nvPr/>
        </p:nvSpPr>
        <p:spPr>
          <a:xfrm>
            <a:off x="777532" y="2065389"/>
            <a:ext cx="1911720"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noProof="0">
                <a:solidFill>
                  <a:schemeClr val="accent5"/>
                </a:solidFill>
              </a:rPr>
              <a:t>Structural damage to Berth 5</a:t>
            </a:r>
          </a:p>
        </p:txBody>
      </p:sp>
      <p:sp>
        <p:nvSpPr>
          <p:cNvPr id="10" name="CuadroTexto 9">
            <a:extLst>
              <a:ext uri="{FF2B5EF4-FFF2-40B4-BE49-F238E27FC236}">
                <a16:creationId xmlns:a16="http://schemas.microsoft.com/office/drawing/2014/main" id="{101752BD-4F5C-6C1D-4F94-1735371216A5}"/>
              </a:ext>
            </a:extLst>
          </p:cNvPr>
          <p:cNvSpPr txBox="1"/>
          <p:nvPr/>
        </p:nvSpPr>
        <p:spPr>
          <a:xfrm>
            <a:off x="4572604" y="2050401"/>
            <a:ext cx="627549" cy="25379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José L.</a:t>
            </a:r>
          </a:p>
        </p:txBody>
      </p:sp>
      <p:sp>
        <p:nvSpPr>
          <p:cNvPr id="12" name="CuadroTexto 11">
            <a:extLst>
              <a:ext uri="{FF2B5EF4-FFF2-40B4-BE49-F238E27FC236}">
                <a16:creationId xmlns:a16="http://schemas.microsoft.com/office/drawing/2014/main" id="{1A588A1E-62B0-B6CC-AC1B-FDE93A1CA0BE}"/>
              </a:ext>
            </a:extLst>
          </p:cNvPr>
          <p:cNvSpPr txBox="1"/>
          <p:nvPr/>
        </p:nvSpPr>
        <p:spPr>
          <a:xfrm>
            <a:off x="996970" y="2436642"/>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noProof="0">
                <a:solidFill>
                  <a:schemeClr val="accent5"/>
                </a:solidFill>
              </a:rPr>
              <a:t>Insufficient terminal tractors</a:t>
            </a:r>
          </a:p>
        </p:txBody>
      </p:sp>
      <p:sp>
        <p:nvSpPr>
          <p:cNvPr id="13" name="CuadroTexto 12">
            <a:extLst>
              <a:ext uri="{FF2B5EF4-FFF2-40B4-BE49-F238E27FC236}">
                <a16:creationId xmlns:a16="http://schemas.microsoft.com/office/drawing/2014/main" id="{C713F42E-CBE3-D68E-65CB-A56B0189DFC1}"/>
              </a:ext>
            </a:extLst>
          </p:cNvPr>
          <p:cNvSpPr txBox="1"/>
          <p:nvPr/>
        </p:nvSpPr>
        <p:spPr>
          <a:xfrm>
            <a:off x="996970" y="2832245"/>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noProof="0">
                <a:solidFill>
                  <a:schemeClr val="accent5"/>
                </a:solidFill>
              </a:rPr>
              <a:t>Root Cause 3</a:t>
            </a:r>
          </a:p>
        </p:txBody>
      </p:sp>
      <p:sp>
        <p:nvSpPr>
          <p:cNvPr id="15" name="CuadroTexto 14">
            <a:extLst>
              <a:ext uri="{FF2B5EF4-FFF2-40B4-BE49-F238E27FC236}">
                <a16:creationId xmlns:a16="http://schemas.microsoft.com/office/drawing/2014/main" id="{2934DE3D-8BCC-02C4-A9D0-AE84792D9546}"/>
              </a:ext>
            </a:extLst>
          </p:cNvPr>
          <p:cNvSpPr txBox="1"/>
          <p:nvPr/>
        </p:nvSpPr>
        <p:spPr>
          <a:xfrm>
            <a:off x="2764094" y="2809562"/>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noProof="0">
                <a:solidFill>
                  <a:schemeClr val="accent5"/>
                </a:solidFill>
              </a:rPr>
              <a:t>Action 3</a:t>
            </a:r>
          </a:p>
        </p:txBody>
      </p:sp>
      <p:sp>
        <p:nvSpPr>
          <p:cNvPr id="22" name="CuadroTexto 21">
            <a:extLst>
              <a:ext uri="{FF2B5EF4-FFF2-40B4-BE49-F238E27FC236}">
                <a16:creationId xmlns:a16="http://schemas.microsoft.com/office/drawing/2014/main" id="{4347B8B2-6A4C-A37F-1C72-6267F6B0F87C}"/>
              </a:ext>
            </a:extLst>
          </p:cNvPr>
          <p:cNvSpPr txBox="1"/>
          <p:nvPr/>
        </p:nvSpPr>
        <p:spPr>
          <a:xfrm>
            <a:off x="2819003" y="2061929"/>
            <a:ext cx="1488462" cy="25379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Repair of Berth 5</a:t>
            </a:r>
          </a:p>
        </p:txBody>
      </p:sp>
      <p:sp>
        <p:nvSpPr>
          <p:cNvPr id="24" name="CuadroTexto 23">
            <a:extLst>
              <a:ext uri="{FF2B5EF4-FFF2-40B4-BE49-F238E27FC236}">
                <a16:creationId xmlns:a16="http://schemas.microsoft.com/office/drawing/2014/main" id="{DE455FE1-8049-FB04-8724-B70201D9301D}"/>
              </a:ext>
            </a:extLst>
          </p:cNvPr>
          <p:cNvSpPr txBox="1"/>
          <p:nvPr/>
        </p:nvSpPr>
        <p:spPr>
          <a:xfrm>
            <a:off x="2665225" y="2430133"/>
            <a:ext cx="1796017" cy="24741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noProof="0">
                <a:solidFill>
                  <a:schemeClr val="accent5"/>
                </a:solidFill>
              </a:rPr>
              <a:t>Terminal tractor standard based on yard distances</a:t>
            </a:r>
          </a:p>
        </p:txBody>
      </p:sp>
      <p:sp>
        <p:nvSpPr>
          <p:cNvPr id="27" name="CuadroTexto 26">
            <a:extLst>
              <a:ext uri="{FF2B5EF4-FFF2-40B4-BE49-F238E27FC236}">
                <a16:creationId xmlns:a16="http://schemas.microsoft.com/office/drawing/2014/main" id="{444DB6D7-16BD-0B5D-E5EB-AD1D62D1B45D}"/>
              </a:ext>
            </a:extLst>
          </p:cNvPr>
          <p:cNvSpPr txBox="1"/>
          <p:nvPr/>
        </p:nvSpPr>
        <p:spPr>
          <a:xfrm>
            <a:off x="4500999" y="2451296"/>
            <a:ext cx="786575" cy="24090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Miguel C</a:t>
            </a:r>
            <a:r>
              <a:rPr lang="es-MX" sz="700" noProof="0">
                <a:solidFill>
                  <a:schemeClr val="accent5"/>
                </a:solidFill>
              </a:rPr>
              <a:t>.</a:t>
            </a:r>
          </a:p>
        </p:txBody>
      </p:sp>
      <p:sp>
        <p:nvSpPr>
          <p:cNvPr id="30" name="CuadroTexto 29">
            <a:extLst>
              <a:ext uri="{FF2B5EF4-FFF2-40B4-BE49-F238E27FC236}">
                <a16:creationId xmlns:a16="http://schemas.microsoft.com/office/drawing/2014/main" id="{A9F3E34A-545F-8E71-029D-BE1B8AE4050C}"/>
              </a:ext>
            </a:extLst>
          </p:cNvPr>
          <p:cNvSpPr txBox="1"/>
          <p:nvPr/>
        </p:nvSpPr>
        <p:spPr>
          <a:xfrm>
            <a:off x="4500999" y="2818672"/>
            <a:ext cx="905888" cy="25001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Roberto G.</a:t>
            </a:r>
            <a:endParaRPr lang="es-MX" sz="700" noProof="0">
              <a:solidFill>
                <a:schemeClr val="accent5"/>
              </a:solidFill>
            </a:endParaRPr>
          </a:p>
        </p:txBody>
      </p:sp>
      <p:sp>
        <p:nvSpPr>
          <p:cNvPr id="31" name="CuadroTexto 30">
            <a:extLst>
              <a:ext uri="{FF2B5EF4-FFF2-40B4-BE49-F238E27FC236}">
                <a16:creationId xmlns:a16="http://schemas.microsoft.com/office/drawing/2014/main" id="{4B98F9FA-6A0F-A84B-D02D-58C3AEB5B633}"/>
              </a:ext>
            </a:extLst>
          </p:cNvPr>
          <p:cNvSpPr txBox="1"/>
          <p:nvPr/>
        </p:nvSpPr>
        <p:spPr>
          <a:xfrm>
            <a:off x="5465292" y="2050400"/>
            <a:ext cx="627549" cy="25379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01</a:t>
            </a:r>
            <a:r>
              <a:rPr lang="es-MX" sz="1100" noProof="0">
                <a:solidFill>
                  <a:schemeClr val="accent5"/>
                </a:solidFill>
              </a:rPr>
              <a:t>/</a:t>
            </a:r>
            <a:r>
              <a:rPr lang="es-MX" sz="1000" noProof="0">
                <a:solidFill>
                  <a:schemeClr val="accent5"/>
                </a:solidFill>
              </a:rPr>
              <a:t>01</a:t>
            </a:r>
            <a:endParaRPr lang="es-MX" sz="1100" noProof="0">
              <a:solidFill>
                <a:schemeClr val="accent5"/>
              </a:solidFill>
            </a:endParaRPr>
          </a:p>
        </p:txBody>
      </p:sp>
      <p:sp>
        <p:nvSpPr>
          <p:cNvPr id="35" name="CuadroTexto 34">
            <a:extLst>
              <a:ext uri="{FF2B5EF4-FFF2-40B4-BE49-F238E27FC236}">
                <a16:creationId xmlns:a16="http://schemas.microsoft.com/office/drawing/2014/main" id="{A9E2469A-2AB9-710E-B86F-C0F6C39E1235}"/>
              </a:ext>
            </a:extLst>
          </p:cNvPr>
          <p:cNvSpPr txBox="1"/>
          <p:nvPr/>
        </p:nvSpPr>
        <p:spPr>
          <a:xfrm>
            <a:off x="5472795" y="2426944"/>
            <a:ext cx="627549" cy="25379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15</a:t>
            </a:r>
            <a:r>
              <a:rPr lang="es-MX" sz="1100" noProof="0">
                <a:solidFill>
                  <a:schemeClr val="accent5"/>
                </a:solidFill>
              </a:rPr>
              <a:t>/</a:t>
            </a:r>
            <a:r>
              <a:rPr lang="es-MX" sz="1000" noProof="0">
                <a:solidFill>
                  <a:schemeClr val="accent5"/>
                </a:solidFill>
              </a:rPr>
              <a:t>01</a:t>
            </a:r>
            <a:endParaRPr lang="es-MX" sz="1100" noProof="0">
              <a:solidFill>
                <a:schemeClr val="accent5"/>
              </a:solidFill>
            </a:endParaRPr>
          </a:p>
        </p:txBody>
      </p:sp>
      <p:sp>
        <p:nvSpPr>
          <p:cNvPr id="36" name="CuadroTexto 35">
            <a:extLst>
              <a:ext uri="{FF2B5EF4-FFF2-40B4-BE49-F238E27FC236}">
                <a16:creationId xmlns:a16="http://schemas.microsoft.com/office/drawing/2014/main" id="{293FE523-CD5F-99A2-BC36-A7FEF41B1552}"/>
              </a:ext>
            </a:extLst>
          </p:cNvPr>
          <p:cNvSpPr txBox="1"/>
          <p:nvPr/>
        </p:nvSpPr>
        <p:spPr>
          <a:xfrm>
            <a:off x="5465292" y="2791515"/>
            <a:ext cx="627549" cy="25379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15</a:t>
            </a:r>
            <a:r>
              <a:rPr lang="es-MX" sz="1100" noProof="0">
                <a:solidFill>
                  <a:schemeClr val="accent5"/>
                </a:solidFill>
              </a:rPr>
              <a:t>/</a:t>
            </a:r>
            <a:r>
              <a:rPr lang="es-MX" sz="1000" noProof="0">
                <a:solidFill>
                  <a:schemeClr val="accent5"/>
                </a:solidFill>
              </a:rPr>
              <a:t>01</a:t>
            </a:r>
            <a:endParaRPr lang="es-MX" sz="1100" noProof="0">
              <a:solidFill>
                <a:schemeClr val="accent5"/>
              </a:solidFill>
            </a:endParaRPr>
          </a:p>
        </p:txBody>
      </p:sp>
      <p:sp>
        <p:nvSpPr>
          <p:cNvPr id="37" name="Rectángulo: esquinas redondeadas 36">
            <a:extLst>
              <a:ext uri="{FF2B5EF4-FFF2-40B4-BE49-F238E27FC236}">
                <a16:creationId xmlns:a16="http://schemas.microsoft.com/office/drawing/2014/main" id="{255DF252-CA65-6819-7B9B-4E6B0FB4D515}"/>
              </a:ext>
            </a:extLst>
          </p:cNvPr>
          <p:cNvSpPr/>
          <p:nvPr/>
        </p:nvSpPr>
        <p:spPr>
          <a:xfrm>
            <a:off x="6862086" y="1097408"/>
            <a:ext cx="1887608" cy="158368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Complete the countermeasure table by adding owners and committed due dates.</a:t>
            </a:r>
          </a:p>
        </p:txBody>
      </p:sp>
    </p:spTree>
    <p:extLst>
      <p:ext uri="{BB962C8B-B14F-4D97-AF65-F5344CB8AC3E}">
        <p14:creationId xmlns:p14="http://schemas.microsoft.com/office/powerpoint/2010/main" val="1093955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P spid="30" grpId="0"/>
      <p:bldP spid="31" grpId="0"/>
      <p:bldP spid="35" grpId="0"/>
      <p:bldP spid="36" grpId="0"/>
      <p:bldP spid="3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985E4-EA65-ED86-E087-363CDC1780AF}"/>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503BABBC-A58C-626B-25EF-85D40A6243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503BABBC-A58C-626B-25EF-85D40A6243F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C9EDC10F-7D2F-F2C0-6026-083D6A076561}"/>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E68ED819-CE87-F75D-262E-2CD1F20BDE0C}"/>
              </a:ext>
            </a:extLst>
          </p:cNvPr>
          <p:cNvSpPr/>
          <p:nvPr/>
        </p:nvSpPr>
        <p:spPr>
          <a:xfrm>
            <a:off x="403969" y="935167"/>
            <a:ext cx="8334560" cy="37021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9" name="Elipse 8">
            <a:extLst>
              <a:ext uri="{FF2B5EF4-FFF2-40B4-BE49-F238E27FC236}">
                <a16:creationId xmlns:a16="http://schemas.microsoft.com/office/drawing/2014/main" id="{69C12C89-7B10-55A5-5E8D-8E2158604552}"/>
              </a:ext>
            </a:extLst>
          </p:cNvPr>
          <p:cNvSpPr/>
          <p:nvPr/>
        </p:nvSpPr>
        <p:spPr>
          <a:xfrm>
            <a:off x="7730706" y="1055132"/>
            <a:ext cx="713515" cy="702030"/>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Forma&#10;&#10;El contenido generado por IA puede ser incorrecto.">
            <a:extLst>
              <a:ext uri="{FF2B5EF4-FFF2-40B4-BE49-F238E27FC236}">
                <a16:creationId xmlns:a16="http://schemas.microsoft.com/office/drawing/2014/main" id="{17B08D7D-1C93-0F36-CCB8-22F5B34CFF33}"/>
              </a:ext>
            </a:extLst>
          </p:cNvPr>
          <p:cNvPicPr>
            <a:picLocks noChangeAspect="1"/>
          </p:cNvPicPr>
          <p:nvPr/>
        </p:nvPicPr>
        <p:blipFill>
          <a:blip r:embed="rId7">
            <a:lum bright="70000" contrast="-70000"/>
          </a:blip>
          <a:stretch>
            <a:fillRect/>
          </a:stretch>
        </p:blipFill>
        <p:spPr>
          <a:xfrm>
            <a:off x="7813920" y="1132604"/>
            <a:ext cx="547085" cy="547085"/>
          </a:xfrm>
          <a:prstGeom prst="rect">
            <a:avLst/>
          </a:prstGeom>
        </p:spPr>
      </p:pic>
      <p:sp>
        <p:nvSpPr>
          <p:cNvPr id="10" name="Title 1">
            <a:extLst>
              <a:ext uri="{FF2B5EF4-FFF2-40B4-BE49-F238E27FC236}">
                <a16:creationId xmlns:a16="http://schemas.microsoft.com/office/drawing/2014/main" id="{1E952CCA-769F-A143-E7B7-CA25C749E57E}"/>
              </a:ext>
            </a:extLst>
          </p:cNvPr>
          <p:cNvSpPr txBox="1">
            <a:spLocks/>
          </p:cNvSpPr>
          <p:nvPr/>
        </p:nvSpPr>
        <p:spPr>
          <a:xfrm>
            <a:off x="1259337" y="1224045"/>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Do…</a:t>
            </a:r>
          </a:p>
        </p:txBody>
      </p:sp>
      <p:pic>
        <p:nvPicPr>
          <p:cNvPr id="12" name="Gráfico 11" descr="Señal de pulgar hacia arriba  con relleno sólido">
            <a:extLst>
              <a:ext uri="{FF2B5EF4-FFF2-40B4-BE49-F238E27FC236}">
                <a16:creationId xmlns:a16="http://schemas.microsoft.com/office/drawing/2014/main" id="{B5E179BF-6378-E9E0-A8E8-B95E9F8A7EB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2095" y="1132604"/>
            <a:ext cx="464026" cy="464026"/>
          </a:xfrm>
          <a:prstGeom prst="rect">
            <a:avLst/>
          </a:prstGeom>
          <a:effectLst>
            <a:outerShdw blurRad="50800" dist="38100" dir="2700000" algn="tl" rotWithShape="0">
              <a:prstClr val="black">
                <a:alpha val="40000"/>
              </a:prstClr>
            </a:outerShdw>
          </a:effectLst>
        </p:spPr>
      </p:pic>
      <p:sp>
        <p:nvSpPr>
          <p:cNvPr id="13" name="Title 1">
            <a:extLst>
              <a:ext uri="{FF2B5EF4-FFF2-40B4-BE49-F238E27FC236}">
                <a16:creationId xmlns:a16="http://schemas.microsoft.com/office/drawing/2014/main" id="{08B32494-8987-671B-C722-07CA89C8A2A0}"/>
              </a:ext>
            </a:extLst>
          </p:cNvPr>
          <p:cNvSpPr txBox="1">
            <a:spLocks/>
          </p:cNvSpPr>
          <p:nvPr/>
        </p:nvSpPr>
        <p:spPr>
          <a:xfrm>
            <a:off x="1259337" y="3021000"/>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No…</a:t>
            </a:r>
          </a:p>
        </p:txBody>
      </p:sp>
      <p:pic>
        <p:nvPicPr>
          <p:cNvPr id="14" name="Gráfico 13" descr="Señal de pulgar hacia arriba  con relleno sólido">
            <a:extLst>
              <a:ext uri="{FF2B5EF4-FFF2-40B4-BE49-F238E27FC236}">
                <a16:creationId xmlns:a16="http://schemas.microsoft.com/office/drawing/2014/main" id="{7CC6A0CB-4D97-15C8-141F-32401D00C04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V="1">
            <a:off x="712095" y="3073447"/>
            <a:ext cx="464026" cy="413555"/>
          </a:xfrm>
          <a:prstGeom prst="rect">
            <a:avLst/>
          </a:prstGeom>
          <a:effectLst>
            <a:outerShdw blurRad="50800" dist="38100" dir="2700000" algn="tl" rotWithShape="0">
              <a:prstClr val="black">
                <a:alpha val="40000"/>
              </a:prstClr>
            </a:outerShdw>
          </a:effectLst>
        </p:spPr>
      </p:pic>
      <p:sp>
        <p:nvSpPr>
          <p:cNvPr id="15" name="Title 1">
            <a:extLst>
              <a:ext uri="{FF2B5EF4-FFF2-40B4-BE49-F238E27FC236}">
                <a16:creationId xmlns:a16="http://schemas.microsoft.com/office/drawing/2014/main" id="{FDF7D383-0018-7764-8783-8C41674A2EC8}"/>
              </a:ext>
            </a:extLst>
          </p:cNvPr>
          <p:cNvSpPr txBox="1">
            <a:spLocks/>
          </p:cNvSpPr>
          <p:nvPr/>
        </p:nvSpPr>
        <p:spPr>
          <a:xfrm>
            <a:off x="712094" y="1710261"/>
            <a:ext cx="7299141" cy="118192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Ask questions that guide the team toward discovering the root cause</a:t>
            </a:r>
          </a:p>
          <a:p>
            <a:pPr marL="285750" indent="-285750" algn="just">
              <a:lnSpc>
                <a:spcPct val="150000"/>
              </a:lnSpc>
              <a:buFont typeface="Arial" panose="020B0604020202020204" pitchFamily="34" charset="0"/>
              <a:buChar char="•"/>
            </a:pPr>
            <a:r>
              <a:rPr lang="es-MX" sz="1050" b="0" noProof="0">
                <a:solidFill>
                  <a:schemeClr val="bg1"/>
                </a:solidFill>
              </a:rPr>
              <a:t>Validate each “why” with evidence</a:t>
            </a:r>
          </a:p>
          <a:p>
            <a:pPr marL="285750" indent="-285750" algn="just">
              <a:lnSpc>
                <a:spcPct val="150000"/>
              </a:lnSpc>
              <a:buFont typeface="Arial" panose="020B0604020202020204" pitchFamily="34" charset="0"/>
              <a:buChar char="•"/>
            </a:pPr>
            <a:r>
              <a:rPr lang="es-MX" sz="1050" b="0" noProof="0">
                <a:solidFill>
                  <a:schemeClr val="bg1"/>
                </a:solidFill>
              </a:rPr>
              <a:t>Stay focused on the original cause and use the “Can Cause” prompt to avoid going off track</a:t>
            </a:r>
          </a:p>
          <a:p>
            <a:pPr marL="285750" indent="-285750" algn="just">
              <a:lnSpc>
                <a:spcPct val="150000"/>
              </a:lnSpc>
              <a:buFont typeface="Arial" panose="020B0604020202020204" pitchFamily="34" charset="0"/>
              <a:buChar char="•"/>
            </a:pPr>
            <a:r>
              <a:rPr lang="es-MX" sz="1050" b="0" noProof="0">
                <a:solidFill>
                  <a:schemeClr val="bg1"/>
                </a:solidFill>
              </a:rPr>
              <a:t>Involve the team in proposing practical, sustainable solutions</a:t>
            </a:r>
          </a:p>
          <a:p>
            <a:pPr marL="285750" indent="-285750" algn="just">
              <a:lnSpc>
                <a:spcPct val="150000"/>
              </a:lnSpc>
              <a:buFont typeface="Arial" panose="020B0604020202020204" pitchFamily="34" charset="0"/>
              <a:buChar char="•"/>
            </a:pPr>
            <a:r>
              <a:rPr lang="es-MX" sz="1050" b="0" noProof="0">
                <a:solidFill>
                  <a:schemeClr val="bg1"/>
                </a:solidFill>
              </a:rPr>
              <a:t>Prioritize solutions that address the root cause</a:t>
            </a:r>
          </a:p>
        </p:txBody>
      </p:sp>
      <p:sp>
        <p:nvSpPr>
          <p:cNvPr id="17" name="Title 1">
            <a:extLst>
              <a:ext uri="{FF2B5EF4-FFF2-40B4-BE49-F238E27FC236}">
                <a16:creationId xmlns:a16="http://schemas.microsoft.com/office/drawing/2014/main" id="{C052E2B8-6103-809F-4CE1-E043637430DC}"/>
              </a:ext>
            </a:extLst>
          </p:cNvPr>
          <p:cNvSpPr txBox="1">
            <a:spLocks/>
          </p:cNvSpPr>
          <p:nvPr/>
        </p:nvSpPr>
        <p:spPr>
          <a:xfrm>
            <a:off x="712094" y="3533542"/>
            <a:ext cx="7299141" cy="93955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Accepting vague answers such as “because it has always been this way” or “because there is a lack of commitment”</a:t>
            </a:r>
          </a:p>
          <a:p>
            <a:pPr marL="285750" indent="-285750" algn="just">
              <a:lnSpc>
                <a:spcPct val="150000"/>
              </a:lnSpc>
              <a:buFont typeface="Arial" panose="020B0604020202020204" pitchFamily="34" charset="0"/>
              <a:buChar char="•"/>
            </a:pPr>
            <a:r>
              <a:rPr lang="es-MX" sz="1050" b="0" noProof="0">
                <a:solidFill>
                  <a:schemeClr val="bg1"/>
                </a:solidFill>
              </a:rPr>
              <a:t>Imposing countermeasures without consensus</a:t>
            </a:r>
          </a:p>
          <a:p>
            <a:pPr marL="285750" indent="-285750" algn="just">
              <a:lnSpc>
                <a:spcPct val="150000"/>
              </a:lnSpc>
              <a:buFont typeface="Arial" panose="020B0604020202020204" pitchFamily="34" charset="0"/>
              <a:buChar char="•"/>
            </a:pPr>
            <a:r>
              <a:rPr lang="es-MX" sz="1050" b="0" noProof="0">
                <a:solidFill>
                  <a:schemeClr val="bg1"/>
                </a:solidFill>
              </a:rPr>
              <a:t>Confusing an immediate action with a permanent solution</a:t>
            </a:r>
          </a:p>
          <a:p>
            <a:pPr marL="285750" indent="-285750" algn="just">
              <a:lnSpc>
                <a:spcPct val="150000"/>
              </a:lnSpc>
              <a:buFont typeface="Arial" panose="020B0604020202020204" pitchFamily="34" charset="0"/>
              <a:buChar char="•"/>
            </a:pPr>
            <a:endParaRPr lang="es-MX" sz="1050" b="0" noProof="0">
              <a:solidFill>
                <a:schemeClr val="bg1"/>
              </a:solidFill>
            </a:endParaRPr>
          </a:p>
        </p:txBody>
      </p:sp>
      <p:sp>
        <p:nvSpPr>
          <p:cNvPr id="6" name="Title 15">
            <a:extLst>
              <a:ext uri="{FF2B5EF4-FFF2-40B4-BE49-F238E27FC236}">
                <a16:creationId xmlns:a16="http://schemas.microsoft.com/office/drawing/2014/main" id="{1DF92C96-86FE-128B-AF74-6C6393103CC0}"/>
              </a:ext>
            </a:extLst>
          </p:cNvPr>
          <p:cNvSpPr txBox="1">
            <a:spLocks/>
          </p:cNvSpPr>
          <p:nvPr/>
        </p:nvSpPr>
        <p:spPr>
          <a:xfrm>
            <a:off x="1176121" y="252375"/>
            <a:ext cx="7082429" cy="46935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dirty="0" err="1"/>
              <a:t>Tips for Leaders_x000B_Phase: Observe and Analyze, Part 2</a:t>
            </a:r>
            <a:br>
              <a:rPr lang="es-MX" noProof="0" dirty="0"/>
            </a:br>
            <a:endParaRPr lang="es-MX" noProof="0" dirty="0">
              <a:solidFill>
                <a:schemeClr val="bg1"/>
              </a:solidFill>
            </a:endParaRPr>
          </a:p>
        </p:txBody>
      </p:sp>
      <p:sp>
        <p:nvSpPr>
          <p:cNvPr id="2" name="Rectángulo 1">
            <a:extLst>
              <a:ext uri="{FF2B5EF4-FFF2-40B4-BE49-F238E27FC236}">
                <a16:creationId xmlns:a16="http://schemas.microsoft.com/office/drawing/2014/main" id="{15F14584-A8C7-DDC0-6355-262DFD5FAF6C}"/>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3094022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41847-B5F8-52BA-D7F9-523AA18303AF}"/>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3F936CED-A0C9-7C80-E33C-F075440293B8}"/>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AD706CB3-D8B0-4E76-86BD-017CC53D7E31}"/>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9CF341A4-5FFF-3482-8C55-A45E3B8E4588}"/>
              </a:ext>
            </a:extLst>
          </p:cNvPr>
          <p:cNvSpPr/>
          <p:nvPr/>
        </p:nvSpPr>
        <p:spPr>
          <a:xfrm>
            <a:off x="2442949" y="3872239"/>
            <a:ext cx="483625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D76BA6B8-8EFA-C419-B95C-08B3789D932E}"/>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9CE3F159-978D-89C3-4D2A-1928F59B155C}"/>
              </a:ext>
            </a:extLst>
          </p:cNvPr>
          <p:cNvSpPr>
            <a:spLocks noGrp="1"/>
          </p:cNvSpPr>
          <p:nvPr>
            <p:ph type="title"/>
          </p:nvPr>
        </p:nvSpPr>
        <p:spPr>
          <a:xfrm>
            <a:off x="330993" y="313420"/>
            <a:ext cx="8482014" cy="307777"/>
          </a:xfrm>
        </p:spPr>
        <p:txBody>
          <a:bodyPr/>
          <a:lstStyle/>
          <a:p>
            <a:pPr algn="ctr"/>
            <a:r>
              <a:rPr lang="es-MX" noProof="0" dirty="0"/>
              <a:t>Activity 9</a:t>
            </a:r>
          </a:p>
        </p:txBody>
      </p:sp>
      <p:sp>
        <p:nvSpPr>
          <p:cNvPr id="3" name="CuadroTexto 7">
            <a:extLst>
              <a:ext uri="{FF2B5EF4-FFF2-40B4-BE49-F238E27FC236}">
                <a16:creationId xmlns:a16="http://schemas.microsoft.com/office/drawing/2014/main" id="{D4DB2C94-CEFB-D5BF-FF50-E50C4D8F003C}"/>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From Cause to Solution</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4EF408C2-34D4-FDEF-0C8F-0C45931D4849}"/>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11F89F62-28B9-5F1A-CFFF-E2AF57ABF6F9}"/>
              </a:ext>
            </a:extLst>
          </p:cNvPr>
          <p:cNvSpPr txBox="1">
            <a:spLocks/>
          </p:cNvSpPr>
          <p:nvPr/>
        </p:nvSpPr>
        <p:spPr>
          <a:xfrm>
            <a:off x="3812322" y="2918453"/>
            <a:ext cx="1519355"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Propose Countermeasures</a:t>
            </a:r>
          </a:p>
        </p:txBody>
      </p:sp>
      <p:sp>
        <p:nvSpPr>
          <p:cNvPr id="25" name="CuadroTexto 7">
            <a:extLst>
              <a:ext uri="{FF2B5EF4-FFF2-40B4-BE49-F238E27FC236}">
                <a16:creationId xmlns:a16="http://schemas.microsoft.com/office/drawing/2014/main" id="{D7EBE994-CF29-8259-9180-C268C5A27816}"/>
              </a:ext>
            </a:extLst>
          </p:cNvPr>
          <p:cNvSpPr txBox="1"/>
          <p:nvPr/>
        </p:nvSpPr>
        <p:spPr>
          <a:xfrm>
            <a:off x="2512674" y="3872239"/>
            <a:ext cx="4687326" cy="110799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dirty="0" err="1">
                <a:solidFill>
                  <a:schemeClr val="accent6"/>
                </a:solidFill>
              </a:rPr>
              <a:t>Deliverable</a:t>
            </a:r>
            <a:r>
              <a:rPr lang="es-MX" sz="1100" b="1" noProof="0" dirty="0">
                <a:solidFill>
                  <a:schemeClr val="accent6"/>
                </a:solidFill>
              </a:rPr>
              <a:t>:
</a:t>
            </a:r>
            <a:r>
              <a:rPr lang="es-MX" sz="1100" b="1" noProof="0" dirty="0" err="1">
                <a:solidFill>
                  <a:schemeClr val="accent6"/>
                </a:solidFill>
              </a:rPr>
              <a:t>Proposed</a:t>
            </a:r>
            <a:r>
              <a:rPr lang="es-MX" sz="1100" b="1" noProof="0" dirty="0">
                <a:solidFill>
                  <a:schemeClr val="accent6"/>
                </a:solidFill>
              </a:rPr>
              <a:t> </a:t>
            </a:r>
            <a:r>
              <a:rPr lang="es-MX" sz="1100" b="1" noProof="0" dirty="0" err="1">
                <a:solidFill>
                  <a:schemeClr val="accent6"/>
                </a:solidFill>
              </a:rPr>
              <a:t>countermeasures</a:t>
            </a:r>
            <a:r>
              <a:rPr lang="es-MX" sz="1100" b="1" noProof="0" dirty="0">
                <a:solidFill>
                  <a:schemeClr val="accent6"/>
                </a:solidFill>
              </a:rPr>
              <a:t> </a:t>
            </a:r>
            <a:r>
              <a:rPr lang="es-MX" sz="1100" b="1" noProof="0" dirty="0" err="1">
                <a:solidFill>
                  <a:schemeClr val="accent6"/>
                </a:solidFill>
              </a:rPr>
              <a:t>entered</a:t>
            </a:r>
            <a:r>
              <a:rPr lang="es-MX" sz="1100" b="1" noProof="0" dirty="0">
                <a:solidFill>
                  <a:schemeClr val="accent6"/>
                </a:solidFill>
              </a:rPr>
              <a:t> in the </a:t>
            </a:r>
            <a:r>
              <a:rPr lang="es-MX" sz="1100" b="1" noProof="0" dirty="0" err="1">
                <a:solidFill>
                  <a:schemeClr val="accent6"/>
                </a:solidFill>
              </a:rPr>
              <a:t>template</a:t>
            </a:r>
            <a:r>
              <a:rPr lang="es-MX" sz="1100" b="1" noProof="0" dirty="0">
                <a:solidFill>
                  <a:schemeClr val="accent6"/>
                </a:solidFill>
              </a:rPr>
              <a:t> table (</a:t>
            </a:r>
            <a:r>
              <a:rPr lang="es-MX" sz="1100" b="1" noProof="0" dirty="0" err="1">
                <a:solidFill>
                  <a:schemeClr val="accent6"/>
                </a:solidFill>
              </a:rPr>
              <a:t>without</a:t>
            </a:r>
            <a:r>
              <a:rPr lang="es-MX" sz="1100" b="1" noProof="0" dirty="0">
                <a:solidFill>
                  <a:schemeClr val="accent6"/>
                </a:solidFill>
              </a:rPr>
              <a:t> </a:t>
            </a:r>
            <a:r>
              <a:rPr lang="es-MX" sz="1100" b="1" noProof="0" dirty="0" err="1">
                <a:solidFill>
                  <a:schemeClr val="accent6"/>
                </a:solidFill>
              </a:rPr>
              <a:t>owners</a:t>
            </a:r>
            <a:r>
              <a:rPr lang="es-MX" sz="1100" b="1" noProof="0" dirty="0">
                <a:solidFill>
                  <a:schemeClr val="accent6"/>
                </a:solidFill>
              </a:rPr>
              <a:t> </a:t>
            </a:r>
            <a:r>
              <a:rPr lang="es-MX" sz="1100" b="1" noProof="0" dirty="0" err="1">
                <a:solidFill>
                  <a:schemeClr val="accent6"/>
                </a:solidFill>
              </a:rPr>
              <a:t>or</a:t>
            </a:r>
            <a:r>
              <a:rPr lang="es-MX" sz="1100" b="1" noProof="0" dirty="0">
                <a:solidFill>
                  <a:schemeClr val="accent6"/>
                </a:solidFill>
              </a:rPr>
              <a:t> </a:t>
            </a:r>
            <a:r>
              <a:rPr lang="es-MX" sz="1100" b="1" noProof="0" dirty="0" err="1">
                <a:solidFill>
                  <a:schemeClr val="accent6"/>
                </a:solidFill>
              </a:rPr>
              <a:t>due</a:t>
            </a:r>
            <a:r>
              <a:rPr lang="es-MX" sz="1100" b="1" noProof="0" dirty="0">
                <a:solidFill>
                  <a:schemeClr val="accent6"/>
                </a:solidFill>
              </a:rPr>
              <a:t> dates), to be </a:t>
            </a:r>
            <a:r>
              <a:rPr lang="es-MX" sz="1100" b="1" noProof="0" dirty="0" err="1">
                <a:solidFill>
                  <a:schemeClr val="accent6"/>
                </a:solidFill>
              </a:rPr>
              <a:t>presented</a:t>
            </a:r>
            <a:r>
              <a:rPr lang="es-MX" sz="1100" b="1" noProof="0" dirty="0">
                <a:solidFill>
                  <a:schemeClr val="accent6"/>
                </a:solidFill>
              </a:rPr>
              <a:t> in the </a:t>
            </a:r>
            <a:r>
              <a:rPr lang="es-MX" sz="1100" b="1" noProof="0" dirty="0" err="1">
                <a:solidFill>
                  <a:schemeClr val="accent6"/>
                </a:solidFill>
              </a:rPr>
              <a:t>next</a:t>
            </a:r>
            <a:r>
              <a:rPr lang="es-MX" sz="1100" b="1" noProof="0" dirty="0">
                <a:solidFill>
                  <a:schemeClr val="accent6"/>
                </a:solidFill>
              </a:rPr>
              <a:t> </a:t>
            </a:r>
            <a:r>
              <a:rPr lang="es-MX" sz="1100" b="1" noProof="0" dirty="0" err="1">
                <a:solidFill>
                  <a:schemeClr val="accent6"/>
                </a:solidFill>
              </a:rPr>
              <a:t>session</a:t>
            </a:r>
            <a:endParaRPr lang="es-MX" sz="1100" b="1" noProof="0" dirty="0">
              <a:solidFill>
                <a:schemeClr val="accent6"/>
              </a:solidFill>
            </a:endParaRPr>
          </a:p>
          <a:p>
            <a:pPr algn="ctr"/>
            <a:endParaRPr lang="es-MX" sz="1100" noProof="0" dirty="0">
              <a:solidFill>
                <a:schemeClr val="bg1"/>
              </a:solidFill>
            </a:endParaRPr>
          </a:p>
          <a:p>
            <a:pPr algn="ctr"/>
            <a:endParaRPr lang="es-MX" sz="1100" noProof="0" dirty="0">
              <a:solidFill>
                <a:schemeClr val="bg1"/>
              </a:solidFill>
            </a:endParaRPr>
          </a:p>
        </p:txBody>
      </p:sp>
      <p:sp>
        <p:nvSpPr>
          <p:cNvPr id="8" name="Title 1">
            <a:extLst>
              <a:ext uri="{FF2B5EF4-FFF2-40B4-BE49-F238E27FC236}">
                <a16:creationId xmlns:a16="http://schemas.microsoft.com/office/drawing/2014/main" id="{EFBFD768-1730-D5CB-D0B3-1ED726CD439F}"/>
              </a:ext>
            </a:extLst>
          </p:cNvPr>
          <p:cNvSpPr txBox="1">
            <a:spLocks/>
          </p:cNvSpPr>
          <p:nvPr/>
        </p:nvSpPr>
        <p:spPr>
          <a:xfrm>
            <a:off x="1042066" y="3026174"/>
            <a:ext cx="157826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Pair Activity</a:t>
            </a:r>
            <a:endParaRPr lang="es-MX" sz="1400" b="0" noProof="0">
              <a:solidFill>
                <a:schemeClr val="bg1"/>
              </a:solidFill>
            </a:endParaRPr>
          </a:p>
        </p:txBody>
      </p:sp>
      <p:sp>
        <p:nvSpPr>
          <p:cNvPr id="20" name="Title 1">
            <a:extLst>
              <a:ext uri="{FF2B5EF4-FFF2-40B4-BE49-F238E27FC236}">
                <a16:creationId xmlns:a16="http://schemas.microsoft.com/office/drawing/2014/main" id="{F6A033B8-7498-4DD5-CE1B-13CD191BB5D6}"/>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Presentation of Proposals</a:t>
            </a:r>
          </a:p>
        </p:txBody>
      </p:sp>
      <p:pic>
        <p:nvPicPr>
          <p:cNvPr id="4" name="Gráfico 3" descr="Perfil de hombre con relleno sólido">
            <a:extLst>
              <a:ext uri="{FF2B5EF4-FFF2-40B4-BE49-F238E27FC236}">
                <a16:creationId xmlns:a16="http://schemas.microsoft.com/office/drawing/2014/main" id="{F4511A50-B90F-5C6D-1BC2-66EE737E00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6" y="1747596"/>
            <a:ext cx="1102058" cy="1102058"/>
          </a:xfrm>
          <a:prstGeom prst="rect">
            <a:avLst/>
          </a:prstGeom>
        </p:spPr>
      </p:pic>
      <p:pic>
        <p:nvPicPr>
          <p:cNvPr id="12" name="Gráfico 11" descr="Perfil de hombre con relleno sólido">
            <a:extLst>
              <a:ext uri="{FF2B5EF4-FFF2-40B4-BE49-F238E27FC236}">
                <a16:creationId xmlns:a16="http://schemas.microsoft.com/office/drawing/2014/main" id="{1EC8BE34-EA43-1263-A4B8-5BA6B36369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8877" y="1747596"/>
            <a:ext cx="1102058" cy="1102058"/>
          </a:xfrm>
          <a:prstGeom prst="rect">
            <a:avLst/>
          </a:prstGeom>
        </p:spPr>
      </p:pic>
      <p:sp>
        <p:nvSpPr>
          <p:cNvPr id="7" name="Rectángulo 6">
            <a:extLst>
              <a:ext uri="{FF2B5EF4-FFF2-40B4-BE49-F238E27FC236}">
                <a16:creationId xmlns:a16="http://schemas.microsoft.com/office/drawing/2014/main" id="{92230822-FEBC-2D9F-04EA-853AD81DCF1A}"/>
              </a:ext>
            </a:extLst>
          </p:cNvPr>
          <p:cNvSpPr/>
          <p:nvPr/>
        </p:nvSpPr>
        <p:spPr>
          <a:xfrm>
            <a:off x="3846279" y="1806192"/>
            <a:ext cx="1451441" cy="193378"/>
          </a:xfrm>
          <a:prstGeom prst="rect">
            <a:avLst/>
          </a:prstGeom>
          <a:solidFill>
            <a:schemeClr val="bg1"/>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8">
            <a:extLst>
              <a:ext uri="{FF2B5EF4-FFF2-40B4-BE49-F238E27FC236}">
                <a16:creationId xmlns:a16="http://schemas.microsoft.com/office/drawing/2014/main" id="{FE475018-C32E-906E-8283-09233B9FFFCD}"/>
              </a:ext>
            </a:extLst>
          </p:cNvPr>
          <p:cNvSpPr/>
          <p:nvPr/>
        </p:nvSpPr>
        <p:spPr>
          <a:xfrm>
            <a:off x="3846279" y="1999570"/>
            <a:ext cx="1451441" cy="778819"/>
          </a:xfrm>
          <a:prstGeom prst="rect">
            <a:avLst/>
          </a:prstGeom>
          <a:solidFill>
            <a:schemeClr val="bg1"/>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cxnSp>
        <p:nvCxnSpPr>
          <p:cNvPr id="11" name="Conector recto 10">
            <a:extLst>
              <a:ext uri="{FF2B5EF4-FFF2-40B4-BE49-F238E27FC236}">
                <a16:creationId xmlns:a16="http://schemas.microsoft.com/office/drawing/2014/main" id="{D97DC2AC-1CAE-E882-9636-5BE216BBF77C}"/>
              </a:ext>
            </a:extLst>
          </p:cNvPr>
          <p:cNvCxnSpPr/>
          <p:nvPr/>
        </p:nvCxnSpPr>
        <p:spPr>
          <a:xfrm>
            <a:off x="3846279" y="2186609"/>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26D3FA89-835C-FA15-9FD6-C7DC664A7A3A}"/>
              </a:ext>
            </a:extLst>
          </p:cNvPr>
          <p:cNvCxnSpPr/>
          <p:nvPr/>
        </p:nvCxnSpPr>
        <p:spPr>
          <a:xfrm>
            <a:off x="3846279" y="2354912"/>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E435E1E3-5B59-E9F4-96FC-E1E1ED744C23}"/>
              </a:ext>
            </a:extLst>
          </p:cNvPr>
          <p:cNvCxnSpPr/>
          <p:nvPr/>
        </p:nvCxnSpPr>
        <p:spPr>
          <a:xfrm>
            <a:off x="3846279" y="2582352"/>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BB1BA45A-2037-5FB3-23AB-FF2E3707219E}"/>
              </a:ext>
            </a:extLst>
          </p:cNvPr>
          <p:cNvCxnSpPr>
            <a:cxnSpLocks/>
          </p:cNvCxnSpPr>
          <p:nvPr/>
        </p:nvCxnSpPr>
        <p:spPr>
          <a:xfrm>
            <a:off x="4269023" y="1999570"/>
            <a:ext cx="0" cy="778819"/>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A6DB84AE-94F7-935C-9495-C275C52D347A}"/>
              </a:ext>
            </a:extLst>
          </p:cNvPr>
          <p:cNvCxnSpPr>
            <a:cxnSpLocks/>
          </p:cNvCxnSpPr>
          <p:nvPr/>
        </p:nvCxnSpPr>
        <p:spPr>
          <a:xfrm>
            <a:off x="4723572" y="1999570"/>
            <a:ext cx="0" cy="778819"/>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1173FA9E-B34E-E20E-8F08-CF7828E8D29E}"/>
              </a:ext>
            </a:extLst>
          </p:cNvPr>
          <p:cNvCxnSpPr>
            <a:cxnSpLocks/>
          </p:cNvCxnSpPr>
          <p:nvPr/>
        </p:nvCxnSpPr>
        <p:spPr>
          <a:xfrm>
            <a:off x="5019095" y="2002221"/>
            <a:ext cx="0" cy="778819"/>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9" name="Gráfico 38" descr="Maestro con relleno sólido">
            <a:extLst>
              <a:ext uri="{FF2B5EF4-FFF2-40B4-BE49-F238E27FC236}">
                <a16:creationId xmlns:a16="http://schemas.microsoft.com/office/drawing/2014/main" id="{FFEADBDC-E0B9-7CF1-A267-35D31E27FF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75686" y="1697024"/>
            <a:ext cx="1176076" cy="1176076"/>
          </a:xfrm>
          <a:prstGeom prst="rect">
            <a:avLst/>
          </a:prstGeom>
        </p:spPr>
      </p:pic>
      <p:sp>
        <p:nvSpPr>
          <p:cNvPr id="14" name="CuadroTexto 13">
            <a:extLst>
              <a:ext uri="{FF2B5EF4-FFF2-40B4-BE49-F238E27FC236}">
                <a16:creationId xmlns:a16="http://schemas.microsoft.com/office/drawing/2014/main" id="{9DC542FF-E4B2-185D-7C68-8F4BE1302A17}"/>
              </a:ext>
            </a:extLst>
          </p:cNvPr>
          <p:cNvSpPr txBox="1"/>
          <p:nvPr/>
        </p:nvSpPr>
        <p:spPr>
          <a:xfrm>
            <a:off x="224557" y="3872239"/>
            <a:ext cx="2451815"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5">
                  <a:extLst>
                    <a:ext uri="{A12FA001-AC4F-418D-AE19-62706E023703}">
                      <ahyp:hlinkClr xmlns:ahyp="http://schemas.microsoft.com/office/drawing/2018/hyperlinkcolor" val="tx"/>
                    </a:ext>
                  </a:extLst>
                </a:hlinkClick>
              </a:rPr>
              <a:t>Countermeasure Definition Template.</a:t>
            </a:r>
            <a:endParaRPr lang="es-MX" noProof="0">
              <a:solidFill>
                <a:schemeClr val="accent6"/>
              </a:solidFill>
            </a:endParaRPr>
          </a:p>
        </p:txBody>
      </p:sp>
      <p:pic>
        <p:nvPicPr>
          <p:cNvPr id="17" name="Gráfico 16" descr="Cursor con relleno sólido">
            <a:extLst>
              <a:ext uri="{FF2B5EF4-FFF2-40B4-BE49-F238E27FC236}">
                <a16:creationId xmlns:a16="http://schemas.microsoft.com/office/drawing/2014/main" id="{99CCB8AE-ACCE-930A-8517-133A49D5528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11180" y="4311330"/>
            <a:ext cx="515394" cy="515394"/>
          </a:xfrm>
          <a:prstGeom prst="rect">
            <a:avLst/>
          </a:prstGeom>
        </p:spPr>
      </p:pic>
    </p:spTree>
    <p:extLst>
      <p:ext uri="{BB962C8B-B14F-4D97-AF65-F5344CB8AC3E}">
        <p14:creationId xmlns:p14="http://schemas.microsoft.com/office/powerpoint/2010/main" val="35639093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02909-49CF-1020-CE26-407F636FA5C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D30489E-0C88-29D7-701F-9A86AB4D528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DD30489E-0C88-29D7-701F-9A86AB4D52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D4859BA-AC0B-2DCA-56BE-0474064CB713}"/>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9D13FB22-E915-FEC3-38AD-8F4800F73543}"/>
              </a:ext>
            </a:extLst>
          </p:cNvPr>
          <p:cNvSpPr>
            <a:spLocks noGrp="1"/>
          </p:cNvSpPr>
          <p:nvPr>
            <p:ph type="subTitle" idx="1"/>
          </p:nvPr>
        </p:nvSpPr>
        <p:spPr>
          <a:xfrm>
            <a:off x="4500665" y="2369320"/>
            <a:ext cx="4174902" cy="292931"/>
          </a:xfrm>
        </p:spPr>
        <p:txBody>
          <a:bodyPr/>
          <a:lstStyle/>
          <a:p>
            <a:pPr>
              <a:buNone/>
            </a:pPr>
            <a:r>
              <a:rPr lang="es-MX" noProof="0" err="1"/>
              <a:t>Problem Solving System (PORT™)
Week 5: Resolve with Actions</a:t>
            </a:r>
          </a:p>
          <a:p>
            <a:pPr>
              <a:buNone/>
            </a:pPr>
            <a:endParaRPr lang="es-MX" i="1" noProof="0">
              <a:solidFill>
                <a:schemeClr val="accent6"/>
              </a:solidFill>
            </a:endParaRPr>
          </a:p>
          <a:p>
            <a:pPr>
              <a:buNone/>
            </a:pP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A8DB52DA-6D02-39EE-EDF1-070757B5A62E}"/>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1176136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1E21-9D12-390E-DCCD-7E170E5EDECF}"/>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624FF7A1-3B22-0A14-5EA9-C001AC5F858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624FF7A1-3B22-0A14-5EA9-C001AC5F858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35C4177A-BBE4-601C-8940-189CDD6D001C}"/>
              </a:ext>
            </a:extLst>
          </p:cNvPr>
          <p:cNvSpPr>
            <a:spLocks noGrp="1"/>
          </p:cNvSpPr>
          <p:nvPr>
            <p:ph type="title"/>
          </p:nvPr>
        </p:nvSpPr>
        <p:spPr>
          <a:xfrm>
            <a:off x="135922" y="242102"/>
            <a:ext cx="8789937" cy="307777"/>
          </a:xfrm>
        </p:spPr>
        <p:txBody>
          <a:bodyPr vert="horz"/>
          <a:lstStyle/>
          <a:p>
            <a:pPr algn="ctr"/>
            <a:r>
              <a:rPr lang="es-MX" noProof="0"/>
              <a:t>Training</a:t>
            </a:r>
          </a:p>
        </p:txBody>
      </p:sp>
      <p:sp>
        <p:nvSpPr>
          <p:cNvPr id="5" name="TextBox 4">
            <a:extLst>
              <a:ext uri="{FF2B5EF4-FFF2-40B4-BE49-F238E27FC236}">
                <a16:creationId xmlns:a16="http://schemas.microsoft.com/office/drawing/2014/main" id="{E7F70885-C380-65DF-39BC-37E69B7E14FB}"/>
              </a:ext>
            </a:extLst>
          </p:cNvPr>
          <p:cNvSpPr txBox="1"/>
          <p:nvPr/>
        </p:nvSpPr>
        <p:spPr>
          <a:xfrm>
            <a:off x="212093" y="869405"/>
            <a:ext cx="3501929" cy="4206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5: Resolve with Actions</a:t>
            </a:r>
          </a:p>
          <a:p>
            <a:pPr>
              <a:spcBef>
                <a:spcPts val="225"/>
              </a:spcBef>
              <a:spcAft>
                <a:spcPts val="225"/>
              </a:spcAft>
              <a:buClr>
                <a:srgbClr val="000000"/>
              </a:buClr>
              <a:defRPr/>
            </a:pPr>
            <a:endPar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6" name="Straight Connector 79">
            <a:extLst>
              <a:ext uri="{FF2B5EF4-FFF2-40B4-BE49-F238E27FC236}">
                <a16:creationId xmlns:a16="http://schemas.microsoft.com/office/drawing/2014/main" id="{B0BC3FD9-AD27-38D9-72F5-A0C747BF363B}"/>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Imagen 2" descr="Imagen que contiene Icono&#10;&#10;El contenido generado por IA puede ser incorrecto.">
            <a:extLst>
              <a:ext uri="{FF2B5EF4-FFF2-40B4-BE49-F238E27FC236}">
                <a16:creationId xmlns:a16="http://schemas.microsoft.com/office/drawing/2014/main" id="{EC14B40F-9824-E2EF-84A8-81D2AEBA395E}"/>
              </a:ext>
            </a:extLst>
          </p:cNvPr>
          <p:cNvPicPr>
            <a:picLocks noChangeAspect="1"/>
          </p:cNvPicPr>
          <p:nvPr/>
        </p:nvPicPr>
        <p:blipFill>
          <a:blip r:embed="rId6"/>
          <a:stretch>
            <a:fillRect/>
          </a:stretch>
        </p:blipFill>
        <p:spPr>
          <a:xfrm>
            <a:off x="8738529" y="130779"/>
            <a:ext cx="297258" cy="419100"/>
          </a:xfrm>
          <a:prstGeom prst="rect">
            <a:avLst/>
          </a:prstGeom>
        </p:spPr>
      </p:pic>
      <p:sp>
        <p:nvSpPr>
          <p:cNvPr id="2" name="TextBox 4">
            <a:extLst>
              <a:ext uri="{FF2B5EF4-FFF2-40B4-BE49-F238E27FC236}">
                <a16:creationId xmlns:a16="http://schemas.microsoft.com/office/drawing/2014/main" id="{2AA9CAAC-0DE9-485D-0B30-9843959522D3}"/>
              </a:ext>
            </a:extLst>
          </p:cNvPr>
          <p:cNvSpPr txBox="1"/>
          <p:nvPr/>
        </p:nvSpPr>
        <p:spPr>
          <a:xfrm>
            <a:off x="212093" y="1309052"/>
            <a:ext cx="3938488" cy="249780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Activity 9 Presentation: From Cause to Solution
Action Plan Validation
Countermeasure Pilot Test
Communication Plan
Activity 10: Plan, Test, Succeed</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a:lnSpc>
                <a:spcPct val="250000"/>
              </a:lnSpc>
              <a:spcBef>
                <a:spcPts val="225"/>
              </a:spcBef>
              <a:spcAft>
                <a:spcPts val="225"/>
              </a:spcAft>
              <a:buClr>
                <a:schemeClr val="bg2"/>
              </a:buClr>
              <a:buNone/>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Tree>
    <p:extLst>
      <p:ext uri="{BB962C8B-B14F-4D97-AF65-F5344CB8AC3E}">
        <p14:creationId xmlns:p14="http://schemas.microsoft.com/office/powerpoint/2010/main" val="1574265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7FE18-3DAC-DE13-ECC0-9FCC327B3569}"/>
            </a:ext>
          </a:extLst>
        </p:cNvPr>
        <p:cNvGrpSpPr/>
        <p:nvPr/>
      </p:nvGrpSpPr>
      <p:grpSpPr>
        <a:xfrm>
          <a:off x="0" y="0"/>
          <a:ext cx="0" cy="0"/>
          <a:chOff x="0" y="0"/>
          <a:chExt cx="0" cy="0"/>
        </a:xfrm>
      </p:grpSpPr>
      <p:sp>
        <p:nvSpPr>
          <p:cNvPr id="14" name="Rectángulo: esquinas redondeadas 13">
            <a:extLst>
              <a:ext uri="{FF2B5EF4-FFF2-40B4-BE49-F238E27FC236}">
                <a16:creationId xmlns:a16="http://schemas.microsoft.com/office/drawing/2014/main" id="{68A2BF6C-42C7-2EEA-9D03-0DCBA615D9BA}"/>
              </a:ext>
            </a:extLst>
          </p:cNvPr>
          <p:cNvSpPr/>
          <p:nvPr/>
        </p:nvSpPr>
        <p:spPr>
          <a:xfrm>
            <a:off x="1965278" y="1482657"/>
            <a:ext cx="5349921" cy="2359188"/>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6641BA06-E2A3-83F8-9DB2-C6393C0FF082}"/>
              </a:ext>
            </a:extLst>
          </p:cNvPr>
          <p:cNvSpPr>
            <a:spLocks noGrp="1"/>
          </p:cNvSpPr>
          <p:nvPr>
            <p:ph type="title"/>
          </p:nvPr>
        </p:nvSpPr>
        <p:spPr>
          <a:xfrm>
            <a:off x="330993" y="313420"/>
            <a:ext cx="8482014" cy="307777"/>
          </a:xfrm>
        </p:spPr>
        <p:txBody>
          <a:bodyPr/>
          <a:lstStyle/>
          <a:p>
            <a:pPr algn="ctr"/>
            <a:r>
              <a:rPr lang="es-MX" noProof="0" dirty="0"/>
              <a:t>Activity 9 Presentation</a:t>
            </a:r>
          </a:p>
        </p:txBody>
      </p:sp>
      <p:sp>
        <p:nvSpPr>
          <p:cNvPr id="3" name="CuadroTexto 7">
            <a:extLst>
              <a:ext uri="{FF2B5EF4-FFF2-40B4-BE49-F238E27FC236}">
                <a16:creationId xmlns:a16="http://schemas.microsoft.com/office/drawing/2014/main" id="{C7D3371C-6F94-96B4-9233-4B99C5684BD9}"/>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From Cause to Solution</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CBCC2D65-F577-F460-B2B7-A1E1D907F180}"/>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FD44B0CE-EDF4-1FB1-DC83-04990DD1F3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98151" y="1544159"/>
            <a:ext cx="1176076" cy="1176076"/>
          </a:xfrm>
          <a:prstGeom prst="rect">
            <a:avLst/>
          </a:prstGeom>
        </p:spPr>
      </p:pic>
      <p:sp>
        <p:nvSpPr>
          <p:cNvPr id="13" name="CuadroTexto 12">
            <a:extLst>
              <a:ext uri="{FF2B5EF4-FFF2-40B4-BE49-F238E27FC236}">
                <a16:creationId xmlns:a16="http://schemas.microsoft.com/office/drawing/2014/main" id="{E63DF896-EB52-D4E9-9267-82794D6A85B0}"/>
              </a:ext>
            </a:extLst>
          </p:cNvPr>
          <p:cNvSpPr txBox="1"/>
          <p:nvPr/>
        </p:nvSpPr>
        <p:spPr>
          <a:xfrm>
            <a:off x="2110433" y="1946843"/>
            <a:ext cx="4696310" cy="131811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a:solidFill>
                  <a:schemeClr val="bg1"/>
                </a:solidFill>
              </a:rPr>
              <a:t>What countermeasures are being proposed?
Why do you think these countermeasures will eliminate the root cause of the problem?</a:t>
            </a:r>
          </a:p>
          <a:p>
            <a:pPr marL="171450" indent="-171450" algn="just">
              <a:lnSpc>
                <a:spcPct val="200000"/>
              </a:lnSpc>
              <a:buFont typeface="Wingdings" panose="05000000000000000000" pitchFamily="2" charset="2"/>
              <a:buChar char="Ø"/>
            </a:pPr>
            <a:endParaRPr lang="es-MX" sz="1400" noProof="0">
              <a:solidFill>
                <a:schemeClr val="bg1"/>
              </a:solidFill>
            </a:endParaRPr>
          </a:p>
        </p:txBody>
      </p:sp>
      <p:sp>
        <p:nvSpPr>
          <p:cNvPr id="17" name="Rectángulo: esquinas redondeadas 16">
            <a:extLst>
              <a:ext uri="{FF2B5EF4-FFF2-40B4-BE49-F238E27FC236}">
                <a16:creationId xmlns:a16="http://schemas.microsoft.com/office/drawing/2014/main" id="{3F13F061-0DDA-15F7-82B0-C8572B8BACAB}"/>
              </a:ext>
            </a:extLst>
          </p:cNvPr>
          <p:cNvSpPr/>
          <p:nvPr/>
        </p:nvSpPr>
        <p:spPr>
          <a:xfrm>
            <a:off x="3356212" y="4109373"/>
            <a:ext cx="2431575" cy="80471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CuadroTexto 15">
            <a:extLst>
              <a:ext uri="{FF2B5EF4-FFF2-40B4-BE49-F238E27FC236}">
                <a16:creationId xmlns:a16="http://schemas.microsoft.com/office/drawing/2014/main" id="{8B678763-6CA3-903F-1E5C-62CAE28B823E}"/>
              </a:ext>
            </a:extLst>
          </p:cNvPr>
          <p:cNvSpPr txBox="1"/>
          <p:nvPr/>
        </p:nvSpPr>
        <p:spPr>
          <a:xfrm>
            <a:off x="2300864" y="4133546"/>
            <a:ext cx="4572000"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endParaRPr lang="es-MX" sz="1400" b="1" noProof="0">
              <a:solidFill>
                <a:schemeClr val="accent6"/>
              </a:solidFill>
            </a:endParaRPr>
          </a:p>
          <a:p>
            <a:pPr algn="ctr"/>
            <a:r>
              <a:rPr lang="es-MX" sz="1400" b="1" noProof="0">
                <a:solidFill>
                  <a:schemeClr val="accent6"/>
                </a:solidFill>
              </a:rPr>
              <a:t>5 minutes per team</a:t>
            </a:r>
          </a:p>
        </p:txBody>
      </p:sp>
    </p:spTree>
    <p:extLst>
      <p:ext uri="{BB962C8B-B14F-4D97-AF65-F5344CB8AC3E}">
        <p14:creationId xmlns:p14="http://schemas.microsoft.com/office/powerpoint/2010/main" val="2770626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F5E56-C120-1534-30D8-23EE84ECAFFE}"/>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2447ECE6-D471-A3CF-F938-D593D3B95E8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2447ECE6-D471-A3CF-F938-D593D3B95E8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B8390CB4-BE5D-30A6-7550-5D1203A0867F}"/>
              </a:ext>
            </a:extLst>
          </p:cNvPr>
          <p:cNvSpPr>
            <a:spLocks noGrp="1"/>
          </p:cNvSpPr>
          <p:nvPr>
            <p:ph type="title"/>
          </p:nvPr>
        </p:nvSpPr>
        <p:spPr>
          <a:xfrm>
            <a:off x="177031" y="242102"/>
            <a:ext cx="8789937" cy="307777"/>
          </a:xfrm>
        </p:spPr>
        <p:txBody>
          <a:bodyPr vert="horz"/>
          <a:lstStyle/>
          <a:p>
            <a:pPr algn="ctr"/>
            <a:r>
              <a:rPr lang="es-MX" noProof="0"/>
              <a:t>Resolve with Actions</a:t>
            </a:r>
          </a:p>
        </p:txBody>
      </p:sp>
      <p:sp>
        <p:nvSpPr>
          <p:cNvPr id="35" name="TextBox 4">
            <a:extLst>
              <a:ext uri="{FF2B5EF4-FFF2-40B4-BE49-F238E27FC236}">
                <a16:creationId xmlns:a16="http://schemas.microsoft.com/office/drawing/2014/main" id="{8054261E-0814-1B2C-2554-617BF74913E3}"/>
              </a:ext>
            </a:extLst>
          </p:cNvPr>
          <p:cNvSpPr txBox="1"/>
          <p:nvPr/>
        </p:nvSpPr>
        <p:spPr>
          <a:xfrm>
            <a:off x="-2002705" y="1939875"/>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76563CF1-7B2F-DA0D-416B-4C841B5163F0}"/>
              </a:ext>
            </a:extLst>
          </p:cNvPr>
          <p:cNvPicPr>
            <a:picLocks noChangeAspect="1"/>
          </p:cNvPicPr>
          <p:nvPr/>
        </p:nvPicPr>
        <p:blipFill>
          <a:blip r:embed="rId6"/>
          <a:stretch>
            <a:fillRect/>
          </a:stretch>
        </p:blipFill>
        <p:spPr>
          <a:xfrm>
            <a:off x="8738529" y="130779"/>
            <a:ext cx="297258" cy="419100"/>
          </a:xfrm>
          <a:prstGeom prst="rect">
            <a:avLst/>
          </a:prstGeom>
        </p:spPr>
      </p:pic>
      <p:sp>
        <p:nvSpPr>
          <p:cNvPr id="4" name="Rectángulo: esquinas redondeadas 3">
            <a:extLst>
              <a:ext uri="{FF2B5EF4-FFF2-40B4-BE49-F238E27FC236}">
                <a16:creationId xmlns:a16="http://schemas.microsoft.com/office/drawing/2014/main" id="{9CEF2848-12FB-ACCC-7A7C-F73C6411C8D9}"/>
              </a:ext>
            </a:extLst>
          </p:cNvPr>
          <p:cNvSpPr/>
          <p:nvPr/>
        </p:nvSpPr>
        <p:spPr>
          <a:xfrm>
            <a:off x="237938" y="930915"/>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Gráfico 7" descr="Diana con relleno sólido">
            <a:extLst>
              <a:ext uri="{FF2B5EF4-FFF2-40B4-BE49-F238E27FC236}">
                <a16:creationId xmlns:a16="http://schemas.microsoft.com/office/drawing/2014/main" id="{8D8CC86F-A124-630A-7BE9-1ACEAE88186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408" y="1017951"/>
            <a:ext cx="697957" cy="697957"/>
          </a:xfrm>
          <a:prstGeom prst="rect">
            <a:avLst/>
          </a:prstGeom>
        </p:spPr>
      </p:pic>
      <p:sp>
        <p:nvSpPr>
          <p:cNvPr id="19" name="Rectangle 3">
            <a:extLst>
              <a:ext uri="{FF2B5EF4-FFF2-40B4-BE49-F238E27FC236}">
                <a16:creationId xmlns:a16="http://schemas.microsoft.com/office/drawing/2014/main" id="{29599B37-13BF-B881-65FF-E3EFB5DC071D}"/>
              </a:ext>
            </a:extLst>
          </p:cNvPr>
          <p:cNvSpPr>
            <a:spLocks/>
          </p:cNvSpPr>
          <p:nvPr/>
        </p:nvSpPr>
        <p:spPr bwMode="gray">
          <a:xfrm>
            <a:off x="394270" y="1737579"/>
            <a:ext cx="1232231"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C</a:t>
            </a:r>
          </a:p>
        </p:txBody>
      </p:sp>
      <p:sp>
        <p:nvSpPr>
          <p:cNvPr id="22" name="Rectángulo: esquinas redondeadas 21">
            <a:extLst>
              <a:ext uri="{FF2B5EF4-FFF2-40B4-BE49-F238E27FC236}">
                <a16:creationId xmlns:a16="http://schemas.microsoft.com/office/drawing/2014/main" id="{FE4DA18B-4E4E-7D15-F48B-003C38B3A939}"/>
              </a:ext>
            </a:extLst>
          </p:cNvPr>
          <p:cNvSpPr/>
          <p:nvPr/>
        </p:nvSpPr>
        <p:spPr>
          <a:xfrm>
            <a:off x="2133599" y="930915"/>
            <a:ext cx="4849091" cy="258387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7" name="Rectángulo: esquinas redondeadas 26">
            <a:extLst>
              <a:ext uri="{FF2B5EF4-FFF2-40B4-BE49-F238E27FC236}">
                <a16:creationId xmlns:a16="http://schemas.microsoft.com/office/drawing/2014/main" id="{0A956751-BC71-C2EF-8F2E-036D7D1EC0A4}"/>
              </a:ext>
            </a:extLst>
          </p:cNvPr>
          <p:cNvSpPr/>
          <p:nvPr/>
        </p:nvSpPr>
        <p:spPr>
          <a:xfrm>
            <a:off x="2133599" y="3735343"/>
            <a:ext cx="4849091" cy="63919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angle 3">
            <a:extLst>
              <a:ext uri="{FF2B5EF4-FFF2-40B4-BE49-F238E27FC236}">
                <a16:creationId xmlns:a16="http://schemas.microsoft.com/office/drawing/2014/main" id="{C9CDEDAD-C9C3-2BD0-47A6-482689EF3748}"/>
              </a:ext>
            </a:extLst>
          </p:cNvPr>
          <p:cNvSpPr>
            <a:spLocks/>
          </p:cNvSpPr>
          <p:nvPr/>
        </p:nvSpPr>
        <p:spPr bwMode="gray">
          <a:xfrm>
            <a:off x="2473553" y="3854560"/>
            <a:ext cx="4196892"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Effective countermeasures eliminate the root cause of problems and prevent them from recurring.</a:t>
            </a:r>
          </a:p>
        </p:txBody>
      </p:sp>
      <p:sp>
        <p:nvSpPr>
          <p:cNvPr id="5" name="AutoShape 4">
            <a:extLst>
              <a:ext uri="{FF2B5EF4-FFF2-40B4-BE49-F238E27FC236}">
                <a16:creationId xmlns:a16="http://schemas.microsoft.com/office/drawing/2014/main" id="{5259D1B3-CACD-1B94-5F7F-BC1793D7A220}"/>
              </a:ext>
            </a:extLst>
          </p:cNvPr>
          <p:cNvSpPr>
            <a:spLocks noChangeAspect="1" noChangeArrowheads="1"/>
          </p:cNvSpPr>
          <p:nvPr/>
        </p:nvSpPr>
        <p:spPr bwMode="auto">
          <a:xfrm>
            <a:off x="6039573" y="2038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noProof="0"/>
          </a:p>
        </p:txBody>
      </p:sp>
      <p:sp>
        <p:nvSpPr>
          <p:cNvPr id="9" name="Rectángulo 8">
            <a:extLst>
              <a:ext uri="{FF2B5EF4-FFF2-40B4-BE49-F238E27FC236}">
                <a16:creationId xmlns:a16="http://schemas.microsoft.com/office/drawing/2014/main" id="{A2204F30-7404-1EA4-DBA2-193E269E736D}"/>
              </a:ext>
            </a:extLst>
          </p:cNvPr>
          <p:cNvSpPr/>
          <p:nvPr/>
        </p:nvSpPr>
        <p:spPr>
          <a:xfrm>
            <a:off x="2269942" y="1043790"/>
            <a:ext cx="4561537" cy="2354660"/>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7" name="Imagen 6" descr="Imagen en blanco y negro de un hombre con traje y sombrero&#10;&#10;El contenido generado por IA puede ser incorrecto.">
            <a:extLst>
              <a:ext uri="{FF2B5EF4-FFF2-40B4-BE49-F238E27FC236}">
                <a16:creationId xmlns:a16="http://schemas.microsoft.com/office/drawing/2014/main" id="{224625A2-C53A-A09D-6696-E592E048CDAC}"/>
              </a:ext>
            </a:extLst>
          </p:cNvPr>
          <p:cNvPicPr>
            <a:picLocks noChangeAspect="1"/>
          </p:cNvPicPr>
          <p:nvPr/>
        </p:nvPicPr>
        <p:blipFill>
          <a:blip r:embed="rId8">
            <a:duotone>
              <a:schemeClr val="accent5">
                <a:shade val="45000"/>
                <a:satMod val="135000"/>
              </a:schemeClr>
              <a:prstClr val="white"/>
            </a:duotone>
          </a:blip>
          <a:srcRect t="1" r="1120" b="6768"/>
          <a:stretch>
            <a:fillRect/>
          </a:stretch>
        </p:blipFill>
        <p:spPr>
          <a:xfrm>
            <a:off x="5289058" y="1213308"/>
            <a:ext cx="1550481" cy="2192893"/>
          </a:xfrm>
          <a:prstGeom prst="rect">
            <a:avLst/>
          </a:prstGeom>
        </p:spPr>
      </p:pic>
      <p:sp>
        <p:nvSpPr>
          <p:cNvPr id="26" name="TextBox 8">
            <a:extLst>
              <a:ext uri="{FF2B5EF4-FFF2-40B4-BE49-F238E27FC236}">
                <a16:creationId xmlns:a16="http://schemas.microsoft.com/office/drawing/2014/main" id="{CD6865FF-69E9-D1BB-081D-08EBDFE09341}"/>
              </a:ext>
            </a:extLst>
          </p:cNvPr>
          <p:cNvSpPr txBox="1"/>
          <p:nvPr/>
        </p:nvSpPr>
        <p:spPr>
          <a:xfrm>
            <a:off x="2558592" y="1294074"/>
            <a:ext cx="2460785" cy="1615827"/>
          </a:xfrm>
          <a:prstGeom prst="rect">
            <a:avLst/>
          </a:prstGeom>
          <a:noFill/>
        </p:spPr>
        <p:txBody>
          <a:bodyPr wrap="square" rtlCol="0">
            <a:spAutoFit/>
          </a:bodyPr>
          <a:lstStyle/>
          <a:p>
            <a:pPr>
              <a:defRPr/>
            </a:pPr>
            <a:r>
              <a:rPr lang="es-MX" sz="1200" b="1" noProof="0">
                <a:solidFill>
                  <a:schemeClr val="accent5"/>
                </a:solidFill>
              </a:rPr>
              <a:t>“Do not look for someone to blame; look for causes. Countermeasures must eliminate the problem, not hide it.”
— Taiichi Ohno</a:t>
            </a: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ctángulo: esquinas redondeadas 10">
            <a:extLst>
              <a:ext uri="{FF2B5EF4-FFF2-40B4-BE49-F238E27FC236}">
                <a16:creationId xmlns:a16="http://schemas.microsoft.com/office/drawing/2014/main" id="{57C55086-4F0C-4ACE-6D94-72E9ECE89311}"/>
              </a:ext>
            </a:extLst>
          </p:cNvPr>
          <p:cNvSpPr/>
          <p:nvPr/>
        </p:nvSpPr>
        <p:spPr>
          <a:xfrm>
            <a:off x="274514" y="2382617"/>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481022ED-16F8-69DF-083E-0DDE9FC6E437}"/>
              </a:ext>
            </a:extLst>
          </p:cNvPr>
          <p:cNvSpPr/>
          <p:nvPr/>
        </p:nvSpPr>
        <p:spPr>
          <a:xfrm>
            <a:off x="307555" y="930915"/>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6EDF9B99-8F75-34F7-5849-C5284F6D0A91}"/>
              </a:ext>
            </a:extLst>
          </p:cNvPr>
          <p:cNvSpPr/>
          <p:nvPr/>
        </p:nvSpPr>
        <p:spPr>
          <a:xfrm>
            <a:off x="7333453" y="930915"/>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5" name="Rectángulo: esquinas redondeadas 14">
            <a:extLst>
              <a:ext uri="{FF2B5EF4-FFF2-40B4-BE49-F238E27FC236}">
                <a16:creationId xmlns:a16="http://schemas.microsoft.com/office/drawing/2014/main" id="{633E650D-AF15-7909-1D1B-4C10F062EC8F}"/>
              </a:ext>
            </a:extLst>
          </p:cNvPr>
          <p:cNvSpPr/>
          <p:nvPr/>
        </p:nvSpPr>
        <p:spPr>
          <a:xfrm>
            <a:off x="7328290" y="2382617"/>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Rectangle 3">
            <a:extLst>
              <a:ext uri="{FF2B5EF4-FFF2-40B4-BE49-F238E27FC236}">
                <a16:creationId xmlns:a16="http://schemas.microsoft.com/office/drawing/2014/main" id="{2B1C6C53-0ABF-17E2-5733-08FA407F8E23}"/>
              </a:ext>
            </a:extLst>
          </p:cNvPr>
          <p:cNvSpPr>
            <a:spLocks/>
          </p:cNvSpPr>
          <p:nvPr/>
        </p:nvSpPr>
        <p:spPr bwMode="gray">
          <a:xfrm>
            <a:off x="472437" y="1715908"/>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Recurrence Prevention</a:t>
            </a:r>
          </a:p>
        </p:txBody>
      </p:sp>
      <p:sp>
        <p:nvSpPr>
          <p:cNvPr id="31" name="Rectangle 3">
            <a:extLst>
              <a:ext uri="{FF2B5EF4-FFF2-40B4-BE49-F238E27FC236}">
                <a16:creationId xmlns:a16="http://schemas.microsoft.com/office/drawing/2014/main" id="{6F6EAFBA-17A7-293E-50DC-756E368ED163}"/>
              </a:ext>
            </a:extLst>
          </p:cNvPr>
          <p:cNvSpPr>
            <a:spLocks/>
          </p:cNvSpPr>
          <p:nvPr/>
        </p:nvSpPr>
        <p:spPr bwMode="gray">
          <a:xfrm>
            <a:off x="298244" y="3189363"/>
            <a:ext cx="1563519"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Reliability and Safety</a:t>
            </a:r>
          </a:p>
        </p:txBody>
      </p:sp>
      <p:sp>
        <p:nvSpPr>
          <p:cNvPr id="32" name="Rectangle 3">
            <a:extLst>
              <a:ext uri="{FF2B5EF4-FFF2-40B4-BE49-F238E27FC236}">
                <a16:creationId xmlns:a16="http://schemas.microsoft.com/office/drawing/2014/main" id="{83FD950C-8DF9-C18D-BE80-CBE99D3FC7AB}"/>
              </a:ext>
            </a:extLst>
          </p:cNvPr>
          <p:cNvSpPr>
            <a:spLocks/>
          </p:cNvSpPr>
          <p:nvPr/>
        </p:nvSpPr>
        <p:spPr bwMode="gray">
          <a:xfrm>
            <a:off x="7342543" y="1914372"/>
            <a:ext cx="1563519"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Closing the Gap</a:t>
            </a:r>
          </a:p>
        </p:txBody>
      </p:sp>
      <p:sp>
        <p:nvSpPr>
          <p:cNvPr id="33" name="Rectangle 3">
            <a:extLst>
              <a:ext uri="{FF2B5EF4-FFF2-40B4-BE49-F238E27FC236}">
                <a16:creationId xmlns:a16="http://schemas.microsoft.com/office/drawing/2014/main" id="{EE9209B5-4317-C3F5-1A12-5CD95397BEA7}"/>
              </a:ext>
            </a:extLst>
          </p:cNvPr>
          <p:cNvSpPr>
            <a:spLocks/>
          </p:cNvSpPr>
          <p:nvPr/>
        </p:nvSpPr>
        <p:spPr bwMode="gray">
          <a:xfrm>
            <a:off x="7342543" y="3327433"/>
            <a:ext cx="1563519"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Decision-Making</a:t>
            </a:r>
          </a:p>
        </p:txBody>
      </p:sp>
      <p:pic>
        <p:nvPicPr>
          <p:cNvPr id="36" name="Gráfico 35" descr="Repetir contorno">
            <a:extLst>
              <a:ext uri="{FF2B5EF4-FFF2-40B4-BE49-F238E27FC236}">
                <a16:creationId xmlns:a16="http://schemas.microsoft.com/office/drawing/2014/main" id="{8CB6D4D2-E9F9-4D64-5F20-A4B8DABE77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98658" y="889816"/>
            <a:ext cx="914400" cy="914400"/>
          </a:xfrm>
          <a:prstGeom prst="rect">
            <a:avLst/>
          </a:prstGeom>
        </p:spPr>
      </p:pic>
      <p:pic>
        <p:nvPicPr>
          <p:cNvPr id="46" name="Gráfico 45" descr="Marca de escudo con relleno sólido">
            <a:extLst>
              <a:ext uri="{FF2B5EF4-FFF2-40B4-BE49-F238E27FC236}">
                <a16:creationId xmlns:a16="http://schemas.microsoft.com/office/drawing/2014/main" id="{E488AB92-AC04-2913-BB1A-F9272B45107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3976" y="2369587"/>
            <a:ext cx="851650" cy="851650"/>
          </a:xfrm>
          <a:prstGeom prst="rect">
            <a:avLst/>
          </a:prstGeom>
        </p:spPr>
      </p:pic>
      <p:pic>
        <p:nvPicPr>
          <p:cNvPr id="50" name="Gráfico 49" descr="División en la carretera con relleno sólido">
            <a:extLst>
              <a:ext uri="{FF2B5EF4-FFF2-40B4-BE49-F238E27FC236}">
                <a16:creationId xmlns:a16="http://schemas.microsoft.com/office/drawing/2014/main" id="{A63750F5-3C03-FDC6-FB75-BBAB68FA0E1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643539" y="2413033"/>
            <a:ext cx="914400" cy="914400"/>
          </a:xfrm>
          <a:prstGeom prst="rect">
            <a:avLst/>
          </a:prstGeom>
        </p:spPr>
      </p:pic>
      <p:pic>
        <p:nvPicPr>
          <p:cNvPr id="52" name="Gráfico 51" descr="Dirigir dos pines por un camino con relleno sólido">
            <a:extLst>
              <a:ext uri="{FF2B5EF4-FFF2-40B4-BE49-F238E27FC236}">
                <a16:creationId xmlns:a16="http://schemas.microsoft.com/office/drawing/2014/main" id="{DD461B22-8EC4-283F-ABE4-792012ACCB6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630663" y="965444"/>
            <a:ext cx="914400" cy="914400"/>
          </a:xfrm>
          <a:prstGeom prst="rect">
            <a:avLst/>
          </a:prstGeom>
        </p:spPr>
      </p:pic>
    </p:spTree>
    <p:extLst>
      <p:ext uri="{BB962C8B-B14F-4D97-AF65-F5344CB8AC3E}">
        <p14:creationId xmlns:p14="http://schemas.microsoft.com/office/powerpoint/2010/main" val="3742054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BDA9C-FF50-6B43-A7A7-8863EFADD0EA}"/>
            </a:ext>
          </a:extLst>
        </p:cNvPr>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C9E9F528-23F9-DD06-DBF5-B62F2A25594F}"/>
              </a:ext>
            </a:extLst>
          </p:cNvPr>
          <p:cNvSpPr/>
          <p:nvPr/>
        </p:nvSpPr>
        <p:spPr>
          <a:xfrm>
            <a:off x="5391008" y="2794001"/>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48A4B28A-250C-3233-47C2-76C4D2988ECE}"/>
              </a:ext>
            </a:extLst>
          </p:cNvPr>
          <p:cNvSpPr>
            <a:spLocks noGrp="1"/>
          </p:cNvSpPr>
          <p:nvPr>
            <p:ph type="title"/>
          </p:nvPr>
        </p:nvSpPr>
        <p:spPr>
          <a:xfrm>
            <a:off x="330993" y="313420"/>
            <a:ext cx="8482014" cy="307777"/>
          </a:xfrm>
        </p:spPr>
        <p:txBody>
          <a:bodyPr/>
          <a:lstStyle/>
          <a:p>
            <a:pPr algn="ctr"/>
            <a:r>
              <a:rPr lang="es-MX" noProof="0"/>
              <a:t>Action Plan Validation</a:t>
            </a:r>
          </a:p>
        </p:txBody>
      </p:sp>
      <p:sp>
        <p:nvSpPr>
          <p:cNvPr id="3" name="CuadroTexto 7">
            <a:extLst>
              <a:ext uri="{FF2B5EF4-FFF2-40B4-BE49-F238E27FC236}">
                <a16:creationId xmlns:a16="http://schemas.microsoft.com/office/drawing/2014/main" id="{724E9271-C0E5-BFD1-796F-1F201B3DE415}"/>
              </a:ext>
            </a:extLst>
          </p:cNvPr>
          <p:cNvSpPr txBox="1"/>
          <p:nvPr/>
        </p:nvSpPr>
        <p:spPr>
          <a:xfrm>
            <a:off x="2310274" y="552785"/>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If We Don’t Measure, We Don’t Improve</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0694EED6-A92A-EF41-232F-0E4E36139878}"/>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EF4C246F-ED35-E616-4348-13D1902930F6}"/>
              </a:ext>
            </a:extLst>
          </p:cNvPr>
          <p:cNvSpPr txBox="1">
            <a:spLocks/>
          </p:cNvSpPr>
          <p:nvPr/>
        </p:nvSpPr>
        <p:spPr>
          <a:xfrm>
            <a:off x="5240281" y="3784394"/>
            <a:ext cx="2022699"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dirty="0" err="1">
                <a:solidFill>
                  <a:schemeClr val="bg1"/>
                </a:solidFill>
              </a:rPr>
              <a:t>KPIs</a:t>
            </a:r>
            <a:endParaRPr lang="es-MX" noProof="0" dirty="0">
              <a:solidFill>
                <a:schemeClr val="bg1"/>
              </a:solidFill>
            </a:endParaRPr>
          </a:p>
        </p:txBody>
      </p:sp>
      <p:sp>
        <p:nvSpPr>
          <p:cNvPr id="15" name="Title 1">
            <a:extLst>
              <a:ext uri="{FF2B5EF4-FFF2-40B4-BE49-F238E27FC236}">
                <a16:creationId xmlns:a16="http://schemas.microsoft.com/office/drawing/2014/main" id="{385D7125-CF4F-813A-96FC-06C69EDE5063}"/>
              </a:ext>
            </a:extLst>
          </p:cNvPr>
          <p:cNvSpPr txBox="1">
            <a:spLocks/>
          </p:cNvSpPr>
          <p:nvPr/>
        </p:nvSpPr>
        <p:spPr>
          <a:xfrm>
            <a:off x="3186989" y="3985182"/>
            <a:ext cx="427426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 </a:t>
            </a:r>
          </a:p>
        </p:txBody>
      </p:sp>
      <p:pic>
        <p:nvPicPr>
          <p:cNvPr id="16" name="Gráfico 15" descr="Agregar con relleno sólido">
            <a:extLst>
              <a:ext uri="{FF2B5EF4-FFF2-40B4-BE49-F238E27FC236}">
                <a16:creationId xmlns:a16="http://schemas.microsoft.com/office/drawing/2014/main" id="{7DDD75E1-C079-8BC2-E8B6-69811511C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8067" y="3070782"/>
            <a:ext cx="914400" cy="914400"/>
          </a:xfrm>
          <a:prstGeom prst="rect">
            <a:avLst/>
          </a:prstGeom>
          <a:effectLst>
            <a:outerShdw blurRad="50800" dist="38100" dir="2700000" algn="tl" rotWithShape="0">
              <a:prstClr val="black">
                <a:alpha val="40000"/>
              </a:prstClr>
            </a:outerShdw>
          </a:effectLst>
        </p:spPr>
      </p:pic>
      <p:sp>
        <p:nvSpPr>
          <p:cNvPr id="17" name="Rectángulo: esquinas redondeadas 16">
            <a:extLst>
              <a:ext uri="{FF2B5EF4-FFF2-40B4-BE49-F238E27FC236}">
                <a16:creationId xmlns:a16="http://schemas.microsoft.com/office/drawing/2014/main" id="{1848D719-CDB1-E106-9645-51BD4A24621A}"/>
              </a:ext>
            </a:extLst>
          </p:cNvPr>
          <p:cNvSpPr/>
          <p:nvPr/>
        </p:nvSpPr>
        <p:spPr>
          <a:xfrm>
            <a:off x="1833591" y="2794001"/>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0" name="Title 1">
            <a:extLst>
              <a:ext uri="{FF2B5EF4-FFF2-40B4-BE49-F238E27FC236}">
                <a16:creationId xmlns:a16="http://schemas.microsoft.com/office/drawing/2014/main" id="{F2D2A383-575D-C6E3-B409-FACA1E0A646B}"/>
              </a:ext>
            </a:extLst>
          </p:cNvPr>
          <p:cNvSpPr txBox="1">
            <a:spLocks/>
          </p:cNvSpPr>
          <p:nvPr/>
        </p:nvSpPr>
        <p:spPr>
          <a:xfrm>
            <a:off x="1689072" y="2676400"/>
            <a:ext cx="2022699" cy="141577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endParaRPr lang="es-MX" sz="3600" noProof="0">
              <a:solidFill>
                <a:schemeClr val="bg1"/>
              </a:solidFill>
            </a:endParaRPr>
          </a:p>
          <a:p>
            <a:pPr algn="ctr"/>
            <a:r>
              <a:rPr lang="es-MX" sz="3600" noProof="0">
                <a:solidFill>
                  <a:schemeClr val="bg1"/>
                </a:solidFill>
              </a:rPr>
              <a:t>8
Criteria</a:t>
            </a:r>
          </a:p>
          <a:p>
            <a:pPr algn="ctr"/>
            <a:endParaRPr lang="es-MX" sz="3600" noProof="0">
              <a:solidFill>
                <a:schemeClr val="bg1"/>
              </a:solidFill>
            </a:endParaRPr>
          </a:p>
        </p:txBody>
      </p:sp>
      <p:pic>
        <p:nvPicPr>
          <p:cNvPr id="23" name="Gráfico 22" descr="Velocímetro en el medio con relleno sólido">
            <a:extLst>
              <a:ext uri="{FF2B5EF4-FFF2-40B4-BE49-F238E27FC236}">
                <a16:creationId xmlns:a16="http://schemas.microsoft.com/office/drawing/2014/main" id="{6E8A2A69-BFBB-3532-B5DF-E8E54AD2A3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94430" y="2869994"/>
            <a:ext cx="914400" cy="914400"/>
          </a:xfrm>
          <a:prstGeom prst="rect">
            <a:avLst/>
          </a:prstGeom>
        </p:spPr>
      </p:pic>
      <p:sp>
        <p:nvSpPr>
          <p:cNvPr id="24" name="Rectángulo: esquinas redondeadas 23">
            <a:extLst>
              <a:ext uri="{FF2B5EF4-FFF2-40B4-BE49-F238E27FC236}">
                <a16:creationId xmlns:a16="http://schemas.microsoft.com/office/drawing/2014/main" id="{6D8783A8-809A-9FDF-9284-BA9CCAB883AC}"/>
              </a:ext>
            </a:extLst>
          </p:cNvPr>
          <p:cNvSpPr/>
          <p:nvPr/>
        </p:nvSpPr>
        <p:spPr>
          <a:xfrm>
            <a:off x="1498981" y="1376682"/>
            <a:ext cx="5925610" cy="972818"/>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Validating the action plan is critical to ensure the solution truly solves the problem without creating side effects.</a:t>
            </a:r>
          </a:p>
        </p:txBody>
      </p:sp>
    </p:spTree>
    <p:extLst>
      <p:ext uri="{BB962C8B-B14F-4D97-AF65-F5344CB8AC3E}">
        <p14:creationId xmlns:p14="http://schemas.microsoft.com/office/powerpoint/2010/main" val="1743371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2F8EF-9B57-28C5-1088-A7EE60538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5C565-0729-2868-44CF-5EF167769937}"/>
              </a:ext>
            </a:extLst>
          </p:cNvPr>
          <p:cNvSpPr>
            <a:spLocks noGrp="1"/>
          </p:cNvSpPr>
          <p:nvPr>
            <p:ph type="title"/>
          </p:nvPr>
        </p:nvSpPr>
        <p:spPr>
          <a:xfrm>
            <a:off x="330993" y="313420"/>
            <a:ext cx="8482014" cy="307777"/>
          </a:xfrm>
        </p:spPr>
        <p:txBody>
          <a:bodyPr/>
          <a:lstStyle/>
          <a:p>
            <a:pPr algn="ctr"/>
            <a:r>
              <a:rPr lang="es-MX" noProof="0"/>
              <a:t>Action Plan Validation</a:t>
            </a:r>
          </a:p>
        </p:txBody>
      </p:sp>
      <p:sp>
        <p:nvSpPr>
          <p:cNvPr id="3" name="CuadroTexto 7">
            <a:extLst>
              <a:ext uri="{FF2B5EF4-FFF2-40B4-BE49-F238E27FC236}">
                <a16:creationId xmlns:a16="http://schemas.microsoft.com/office/drawing/2014/main" id="{C12DB21D-75EB-31B4-06A7-B1F7B0C0FEFD}"/>
              </a:ext>
            </a:extLst>
          </p:cNvPr>
          <p:cNvSpPr txBox="1"/>
          <p:nvPr/>
        </p:nvSpPr>
        <p:spPr>
          <a:xfrm>
            <a:off x="2310274" y="552785"/>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If We Don’t Measure, We Don’t Improve</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FF58CBA5-BB24-CAEA-C1B1-03525D24B9E2}"/>
              </a:ext>
            </a:extLst>
          </p:cNvPr>
          <p:cNvPicPr>
            <a:picLocks noChangeAspect="1"/>
          </p:cNvPicPr>
          <p:nvPr/>
        </p:nvPicPr>
        <p:blipFill>
          <a:blip r:embed="rId2"/>
          <a:stretch>
            <a:fillRect/>
          </a:stretch>
        </p:blipFill>
        <p:spPr>
          <a:xfrm>
            <a:off x="8661417" y="109943"/>
            <a:ext cx="466952" cy="466952"/>
          </a:xfrm>
          <a:prstGeom prst="rect">
            <a:avLst/>
          </a:prstGeom>
        </p:spPr>
      </p:pic>
      <p:sp>
        <p:nvSpPr>
          <p:cNvPr id="17" name="Rectángulo: esquinas redondeadas 16">
            <a:extLst>
              <a:ext uri="{FF2B5EF4-FFF2-40B4-BE49-F238E27FC236}">
                <a16:creationId xmlns:a16="http://schemas.microsoft.com/office/drawing/2014/main" id="{153ABB23-0F19-5019-074E-0C0DA7450A95}"/>
              </a:ext>
            </a:extLst>
          </p:cNvPr>
          <p:cNvSpPr/>
          <p:nvPr/>
        </p:nvSpPr>
        <p:spPr>
          <a:xfrm>
            <a:off x="3104508" y="1074588"/>
            <a:ext cx="2679700" cy="55541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0" name="Title 1">
            <a:extLst>
              <a:ext uri="{FF2B5EF4-FFF2-40B4-BE49-F238E27FC236}">
                <a16:creationId xmlns:a16="http://schemas.microsoft.com/office/drawing/2014/main" id="{91532FD7-FD4A-A3D4-36EE-46671B311045}"/>
              </a:ext>
            </a:extLst>
          </p:cNvPr>
          <p:cNvSpPr txBox="1">
            <a:spLocks/>
          </p:cNvSpPr>
          <p:nvPr/>
        </p:nvSpPr>
        <p:spPr>
          <a:xfrm>
            <a:off x="1674173" y="543241"/>
            <a:ext cx="5491644" cy="107721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endParaRPr lang="es-MX" sz="3600" noProof="0">
              <a:solidFill>
                <a:schemeClr val="bg1"/>
              </a:solidFill>
            </a:endParaRPr>
          </a:p>
          <a:p>
            <a:pPr algn="ctr"/>
            <a:r>
              <a:rPr lang="es-MX" noProof="0">
                <a:solidFill>
                  <a:schemeClr val="bg1"/>
                </a:solidFill>
              </a:rPr>
              <a:t>8
Criteria</a:t>
            </a:r>
          </a:p>
          <a:p>
            <a:pPr algn="ctr"/>
            <a:endParaRPr lang="es-MX" noProof="0">
              <a:solidFill>
                <a:schemeClr val="bg1"/>
              </a:solidFill>
            </a:endParaRPr>
          </a:p>
        </p:txBody>
      </p:sp>
      <p:sp>
        <p:nvSpPr>
          <p:cNvPr id="30" name="Elipse 29">
            <a:extLst>
              <a:ext uri="{FF2B5EF4-FFF2-40B4-BE49-F238E27FC236}">
                <a16:creationId xmlns:a16="http://schemas.microsoft.com/office/drawing/2014/main" id="{C31BFDDB-83FF-4956-6B3B-E1E441DF31E4}"/>
              </a:ext>
            </a:extLst>
          </p:cNvPr>
          <p:cNvSpPr/>
          <p:nvPr/>
        </p:nvSpPr>
        <p:spPr>
          <a:xfrm>
            <a:off x="146843" y="2107701"/>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1</a:t>
            </a:r>
          </a:p>
        </p:txBody>
      </p:sp>
      <p:sp>
        <p:nvSpPr>
          <p:cNvPr id="31" name="Rectángulo: esquinas redondeadas 30">
            <a:extLst>
              <a:ext uri="{FF2B5EF4-FFF2-40B4-BE49-F238E27FC236}">
                <a16:creationId xmlns:a16="http://schemas.microsoft.com/office/drawing/2014/main" id="{714568A0-358D-E576-F579-8A466F6C60E7}"/>
              </a:ext>
            </a:extLst>
          </p:cNvPr>
          <p:cNvSpPr/>
          <p:nvPr/>
        </p:nvSpPr>
        <p:spPr>
          <a:xfrm>
            <a:off x="592171" y="2138107"/>
            <a:ext cx="2906680"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Focus on the root cause</a:t>
            </a:r>
          </a:p>
        </p:txBody>
      </p:sp>
      <p:pic>
        <p:nvPicPr>
          <p:cNvPr id="32" name="Gráfico 31" descr="Planta con raíces con relleno sólido">
            <a:extLst>
              <a:ext uri="{FF2B5EF4-FFF2-40B4-BE49-F238E27FC236}">
                <a16:creationId xmlns:a16="http://schemas.microsoft.com/office/drawing/2014/main" id="{9E93AFF4-8E38-81FE-42B7-E7FBD38B27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61658" y="2155821"/>
            <a:ext cx="241942" cy="241942"/>
          </a:xfrm>
          <a:prstGeom prst="rect">
            <a:avLst/>
          </a:prstGeom>
        </p:spPr>
      </p:pic>
      <p:sp>
        <p:nvSpPr>
          <p:cNvPr id="33" name="Elipse 32">
            <a:extLst>
              <a:ext uri="{FF2B5EF4-FFF2-40B4-BE49-F238E27FC236}">
                <a16:creationId xmlns:a16="http://schemas.microsoft.com/office/drawing/2014/main" id="{9F9F7DB8-F5A8-11D8-2B96-7EF511E2052A}"/>
              </a:ext>
            </a:extLst>
          </p:cNvPr>
          <p:cNvSpPr/>
          <p:nvPr/>
        </p:nvSpPr>
        <p:spPr>
          <a:xfrm>
            <a:off x="592171" y="2710964"/>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2</a:t>
            </a:r>
          </a:p>
        </p:txBody>
      </p:sp>
      <p:sp>
        <p:nvSpPr>
          <p:cNvPr id="34" name="Rectángulo: esquinas redondeadas 33">
            <a:extLst>
              <a:ext uri="{FF2B5EF4-FFF2-40B4-BE49-F238E27FC236}">
                <a16:creationId xmlns:a16="http://schemas.microsoft.com/office/drawing/2014/main" id="{DC73CECA-696A-1882-5C17-D7F54C524571}"/>
              </a:ext>
            </a:extLst>
          </p:cNvPr>
          <p:cNvSpPr/>
          <p:nvPr/>
        </p:nvSpPr>
        <p:spPr>
          <a:xfrm>
            <a:off x="1037498" y="2741370"/>
            <a:ext cx="3333749"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dirty="0" err="1">
                <a:solidFill>
                  <a:srgbClr val="FFFFFF"/>
                </a:solidFill>
              </a:rPr>
              <a:t>Feasible</a:t>
            </a:r>
            <a:r>
              <a:rPr lang="es-MX" sz="1400" b="1" noProof="0" dirty="0">
                <a:solidFill>
                  <a:srgbClr val="FFFFFF"/>
                </a:solidFill>
              </a:rPr>
              <a:t> </a:t>
            </a:r>
            <a:r>
              <a:rPr lang="es-MX" sz="1400" b="1" noProof="0" dirty="0" err="1">
                <a:solidFill>
                  <a:srgbClr val="FFFFFF"/>
                </a:solidFill>
              </a:rPr>
              <a:t>with</a:t>
            </a:r>
            <a:r>
              <a:rPr lang="es-MX" sz="1400" b="1" noProof="0" dirty="0">
                <a:solidFill>
                  <a:srgbClr val="FFFFFF"/>
                </a:solidFill>
              </a:rPr>
              <a:t> </a:t>
            </a:r>
            <a:r>
              <a:rPr lang="es-MX" sz="1400" b="1" noProof="0" dirty="0" err="1">
                <a:solidFill>
                  <a:srgbClr val="FFFFFF"/>
                </a:solidFill>
              </a:rPr>
              <a:t>Available</a:t>
            </a:r>
            <a:r>
              <a:rPr lang="es-MX" sz="1400" b="1" noProof="0" dirty="0">
                <a:solidFill>
                  <a:srgbClr val="FFFFFF"/>
                </a:solidFill>
              </a:rPr>
              <a:t> </a:t>
            </a:r>
            <a:r>
              <a:rPr lang="es-MX" sz="1400" b="1" noProof="0" dirty="0" err="1">
                <a:solidFill>
                  <a:srgbClr val="FFFFFF"/>
                </a:solidFill>
              </a:rPr>
              <a:t>Resources</a:t>
            </a:r>
            <a:endParaRPr lang="es-MX" sz="1400" b="1" noProof="0" dirty="0">
              <a:solidFill>
                <a:srgbClr val="FFFFFF"/>
              </a:solidFill>
            </a:endParaRPr>
          </a:p>
        </p:txBody>
      </p:sp>
      <p:pic>
        <p:nvPicPr>
          <p:cNvPr id="36" name="Gráfico 35" descr="Materias primas con relleno sólido">
            <a:extLst>
              <a:ext uri="{FF2B5EF4-FFF2-40B4-BE49-F238E27FC236}">
                <a16:creationId xmlns:a16="http://schemas.microsoft.com/office/drawing/2014/main" id="{7913D4F6-1D61-6EE5-23B0-0A078C79E9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46552" y="2720621"/>
            <a:ext cx="304008" cy="304008"/>
          </a:xfrm>
          <a:prstGeom prst="rect">
            <a:avLst/>
          </a:prstGeom>
        </p:spPr>
      </p:pic>
      <p:sp>
        <p:nvSpPr>
          <p:cNvPr id="37" name="Elipse 36">
            <a:extLst>
              <a:ext uri="{FF2B5EF4-FFF2-40B4-BE49-F238E27FC236}">
                <a16:creationId xmlns:a16="http://schemas.microsoft.com/office/drawing/2014/main" id="{7A438A5C-EFBC-076C-498A-78BF36D4BC73}"/>
              </a:ext>
            </a:extLst>
          </p:cNvPr>
          <p:cNvSpPr/>
          <p:nvPr/>
        </p:nvSpPr>
        <p:spPr>
          <a:xfrm>
            <a:off x="1037498" y="3341689"/>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3</a:t>
            </a:r>
          </a:p>
        </p:txBody>
      </p:sp>
      <p:sp>
        <p:nvSpPr>
          <p:cNvPr id="38" name="Rectángulo: esquinas redondeadas 37">
            <a:extLst>
              <a:ext uri="{FF2B5EF4-FFF2-40B4-BE49-F238E27FC236}">
                <a16:creationId xmlns:a16="http://schemas.microsoft.com/office/drawing/2014/main" id="{F4B054E7-FF2C-B037-2B18-B7D68DF6AD3E}"/>
              </a:ext>
            </a:extLst>
          </p:cNvPr>
          <p:cNvSpPr/>
          <p:nvPr/>
        </p:nvSpPr>
        <p:spPr>
          <a:xfrm>
            <a:off x="1482825" y="3372095"/>
            <a:ext cx="3192429"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Favorable cost-benefit ratio</a:t>
            </a:r>
          </a:p>
        </p:txBody>
      </p:sp>
      <p:pic>
        <p:nvPicPr>
          <p:cNvPr id="40" name="Gráfico 39" descr="Dinero con relleno sólido">
            <a:extLst>
              <a:ext uri="{FF2B5EF4-FFF2-40B4-BE49-F238E27FC236}">
                <a16:creationId xmlns:a16="http://schemas.microsoft.com/office/drawing/2014/main" id="{A8EA77B6-5DB2-916B-7845-C1C4691453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67282" y="3348268"/>
            <a:ext cx="304007" cy="304007"/>
          </a:xfrm>
          <a:prstGeom prst="rect">
            <a:avLst/>
          </a:prstGeom>
        </p:spPr>
      </p:pic>
      <p:sp>
        <p:nvSpPr>
          <p:cNvPr id="41" name="Elipse 40">
            <a:extLst>
              <a:ext uri="{FF2B5EF4-FFF2-40B4-BE49-F238E27FC236}">
                <a16:creationId xmlns:a16="http://schemas.microsoft.com/office/drawing/2014/main" id="{3D073D4F-3488-641D-BCFA-8616DFFFC0F6}"/>
              </a:ext>
            </a:extLst>
          </p:cNvPr>
          <p:cNvSpPr/>
          <p:nvPr/>
        </p:nvSpPr>
        <p:spPr>
          <a:xfrm>
            <a:off x="1482825" y="3972414"/>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4</a:t>
            </a:r>
          </a:p>
        </p:txBody>
      </p:sp>
      <p:sp>
        <p:nvSpPr>
          <p:cNvPr id="42" name="Rectángulo: esquinas redondeadas 41">
            <a:extLst>
              <a:ext uri="{FF2B5EF4-FFF2-40B4-BE49-F238E27FC236}">
                <a16:creationId xmlns:a16="http://schemas.microsoft.com/office/drawing/2014/main" id="{FA76180B-9F5D-7D24-7630-35217099EB65}"/>
              </a:ext>
            </a:extLst>
          </p:cNvPr>
          <p:cNvSpPr/>
          <p:nvPr/>
        </p:nvSpPr>
        <p:spPr>
          <a:xfrm>
            <a:off x="1928152" y="4002820"/>
            <a:ext cx="2938395"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Sustainable over time</a:t>
            </a:r>
          </a:p>
        </p:txBody>
      </p:sp>
      <p:sp>
        <p:nvSpPr>
          <p:cNvPr id="45" name="Elipse 44">
            <a:extLst>
              <a:ext uri="{FF2B5EF4-FFF2-40B4-BE49-F238E27FC236}">
                <a16:creationId xmlns:a16="http://schemas.microsoft.com/office/drawing/2014/main" id="{10852962-B53E-36E4-7BE6-7CAE872AB93E}"/>
              </a:ext>
            </a:extLst>
          </p:cNvPr>
          <p:cNvSpPr/>
          <p:nvPr/>
        </p:nvSpPr>
        <p:spPr>
          <a:xfrm>
            <a:off x="3925920" y="2110645"/>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5</a:t>
            </a:r>
          </a:p>
        </p:txBody>
      </p:sp>
      <p:sp>
        <p:nvSpPr>
          <p:cNvPr id="46" name="Rectángulo: esquinas redondeadas 45">
            <a:extLst>
              <a:ext uri="{FF2B5EF4-FFF2-40B4-BE49-F238E27FC236}">
                <a16:creationId xmlns:a16="http://schemas.microsoft.com/office/drawing/2014/main" id="{01400FC2-71E2-AF5A-2578-62713EDC821D}"/>
              </a:ext>
            </a:extLst>
          </p:cNvPr>
          <p:cNvSpPr/>
          <p:nvPr/>
        </p:nvSpPr>
        <p:spPr>
          <a:xfrm>
            <a:off x="4371247" y="2141051"/>
            <a:ext cx="4757122"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dirty="0" err="1">
                <a:solidFill>
                  <a:srgbClr val="FFFFFF"/>
                </a:solidFill>
              </a:rPr>
              <a:t>Compliance</a:t>
            </a:r>
            <a:r>
              <a:rPr lang="es-MX" sz="1400" b="1" noProof="0" dirty="0">
                <a:solidFill>
                  <a:srgbClr val="FFFFFF"/>
                </a:solidFill>
              </a:rPr>
              <a:t> </a:t>
            </a:r>
            <a:r>
              <a:rPr lang="es-MX" sz="1400" b="1" noProof="0" dirty="0" err="1">
                <a:solidFill>
                  <a:srgbClr val="FFFFFF"/>
                </a:solidFill>
              </a:rPr>
              <a:t>with</a:t>
            </a:r>
            <a:r>
              <a:rPr lang="es-MX" sz="1400" b="1" noProof="0" dirty="0">
                <a:solidFill>
                  <a:srgbClr val="FFFFFF"/>
                </a:solidFill>
              </a:rPr>
              <a:t> </a:t>
            </a:r>
            <a:r>
              <a:rPr lang="es-MX" sz="1400" b="1" noProof="0" dirty="0" err="1">
                <a:solidFill>
                  <a:srgbClr val="FFFFFF"/>
                </a:solidFill>
              </a:rPr>
              <a:t>regulatory</a:t>
            </a:r>
            <a:r>
              <a:rPr lang="es-MX" sz="1400" b="1" noProof="0" dirty="0">
                <a:solidFill>
                  <a:srgbClr val="FFFFFF"/>
                </a:solidFill>
              </a:rPr>
              <a:t> and safety </a:t>
            </a:r>
            <a:r>
              <a:rPr lang="es-MX" sz="1400" b="1" noProof="0" dirty="0" err="1">
                <a:solidFill>
                  <a:srgbClr val="FFFFFF"/>
                </a:solidFill>
              </a:rPr>
              <a:t>requirements</a:t>
            </a:r>
            <a:endParaRPr lang="es-MX" sz="1400" b="1" noProof="0" dirty="0">
              <a:solidFill>
                <a:srgbClr val="FFFFFF"/>
              </a:solidFill>
            </a:endParaRPr>
          </a:p>
        </p:txBody>
      </p:sp>
      <p:sp>
        <p:nvSpPr>
          <p:cNvPr id="53" name="Elipse 52">
            <a:extLst>
              <a:ext uri="{FF2B5EF4-FFF2-40B4-BE49-F238E27FC236}">
                <a16:creationId xmlns:a16="http://schemas.microsoft.com/office/drawing/2014/main" id="{EE4F14DB-103D-EC26-D69B-C14AC0CECFD6}"/>
              </a:ext>
            </a:extLst>
          </p:cNvPr>
          <p:cNvSpPr/>
          <p:nvPr/>
        </p:nvSpPr>
        <p:spPr>
          <a:xfrm>
            <a:off x="4421220" y="2709926"/>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6</a:t>
            </a:r>
          </a:p>
        </p:txBody>
      </p:sp>
      <p:sp>
        <p:nvSpPr>
          <p:cNvPr id="54" name="Rectángulo: esquinas redondeadas 53">
            <a:extLst>
              <a:ext uri="{FF2B5EF4-FFF2-40B4-BE49-F238E27FC236}">
                <a16:creationId xmlns:a16="http://schemas.microsoft.com/office/drawing/2014/main" id="{8D8B0773-0CF7-F8F2-EF65-B9A508F51675}"/>
              </a:ext>
            </a:extLst>
          </p:cNvPr>
          <p:cNvSpPr/>
          <p:nvPr/>
        </p:nvSpPr>
        <p:spPr>
          <a:xfrm>
            <a:off x="4866547" y="2740332"/>
            <a:ext cx="3713130"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Easy to implement</a:t>
            </a:r>
          </a:p>
        </p:txBody>
      </p:sp>
      <p:pic>
        <p:nvPicPr>
          <p:cNvPr id="52" name="Gráfico 51" descr="Señal de pulgar hacia arriba  con relleno sólido">
            <a:extLst>
              <a:ext uri="{FF2B5EF4-FFF2-40B4-BE49-F238E27FC236}">
                <a16:creationId xmlns:a16="http://schemas.microsoft.com/office/drawing/2014/main" id="{79DCA1EA-6A3B-2664-23A0-650AB41427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34350" y="2716852"/>
            <a:ext cx="307777" cy="307777"/>
          </a:xfrm>
          <a:prstGeom prst="rect">
            <a:avLst/>
          </a:prstGeom>
        </p:spPr>
      </p:pic>
      <p:pic>
        <p:nvPicPr>
          <p:cNvPr id="44" name="Gráfico 43" descr="Juez con relleno sólido">
            <a:extLst>
              <a:ext uri="{FF2B5EF4-FFF2-40B4-BE49-F238E27FC236}">
                <a16:creationId xmlns:a16="http://schemas.microsoft.com/office/drawing/2014/main" id="{2D4F1FE5-A4F9-8C25-DBCA-E2616CC6ADA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96326" y="2146397"/>
            <a:ext cx="251366" cy="251366"/>
          </a:xfrm>
          <a:prstGeom prst="rect">
            <a:avLst/>
          </a:prstGeom>
        </p:spPr>
      </p:pic>
      <p:pic>
        <p:nvPicPr>
          <p:cNvPr id="56" name="Gráfico 55" descr="Pared de ladrillo de edificio con relleno sólido">
            <a:extLst>
              <a:ext uri="{FF2B5EF4-FFF2-40B4-BE49-F238E27FC236}">
                <a16:creationId xmlns:a16="http://schemas.microsoft.com/office/drawing/2014/main" id="{1B598CC8-71A3-E4DB-133D-60F14491B40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37796" y="4013205"/>
            <a:ext cx="266986" cy="266986"/>
          </a:xfrm>
          <a:prstGeom prst="rect">
            <a:avLst/>
          </a:prstGeom>
        </p:spPr>
      </p:pic>
      <p:sp>
        <p:nvSpPr>
          <p:cNvPr id="57" name="Elipse 56">
            <a:extLst>
              <a:ext uri="{FF2B5EF4-FFF2-40B4-BE49-F238E27FC236}">
                <a16:creationId xmlns:a16="http://schemas.microsoft.com/office/drawing/2014/main" id="{3117F11A-0829-B25E-33E8-7EEC7E188696}"/>
              </a:ext>
            </a:extLst>
          </p:cNvPr>
          <p:cNvSpPr/>
          <p:nvPr/>
        </p:nvSpPr>
        <p:spPr>
          <a:xfrm>
            <a:off x="4866547" y="3352474"/>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7</a:t>
            </a:r>
          </a:p>
        </p:txBody>
      </p:sp>
      <p:sp>
        <p:nvSpPr>
          <p:cNvPr id="58" name="Rectángulo: esquinas redondeadas 57">
            <a:extLst>
              <a:ext uri="{FF2B5EF4-FFF2-40B4-BE49-F238E27FC236}">
                <a16:creationId xmlns:a16="http://schemas.microsoft.com/office/drawing/2014/main" id="{6F4C912B-8948-0545-128E-8EFC6E67F0FC}"/>
              </a:ext>
            </a:extLst>
          </p:cNvPr>
          <p:cNvSpPr/>
          <p:nvPr/>
        </p:nvSpPr>
        <p:spPr>
          <a:xfrm>
            <a:off x="5311874" y="3382880"/>
            <a:ext cx="3383722"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Measurable and verifiable</a:t>
            </a:r>
          </a:p>
        </p:txBody>
      </p:sp>
      <p:pic>
        <p:nvPicPr>
          <p:cNvPr id="60" name="Gráfico 59" descr="Termómetro con relleno sólido">
            <a:extLst>
              <a:ext uri="{FF2B5EF4-FFF2-40B4-BE49-F238E27FC236}">
                <a16:creationId xmlns:a16="http://schemas.microsoft.com/office/drawing/2014/main" id="{9A1D592A-480F-1B9E-1AF7-A0E1A6B69C1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23841" y="3389806"/>
            <a:ext cx="255836" cy="255836"/>
          </a:xfrm>
          <a:prstGeom prst="rect">
            <a:avLst/>
          </a:prstGeom>
        </p:spPr>
      </p:pic>
      <p:sp>
        <p:nvSpPr>
          <p:cNvPr id="61" name="Elipse 60">
            <a:extLst>
              <a:ext uri="{FF2B5EF4-FFF2-40B4-BE49-F238E27FC236}">
                <a16:creationId xmlns:a16="http://schemas.microsoft.com/office/drawing/2014/main" id="{4ADF7612-DCFE-D810-7C64-E035790B811B}"/>
              </a:ext>
            </a:extLst>
          </p:cNvPr>
          <p:cNvSpPr/>
          <p:nvPr/>
        </p:nvSpPr>
        <p:spPr>
          <a:xfrm>
            <a:off x="5192960" y="3972414"/>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8</a:t>
            </a:r>
          </a:p>
        </p:txBody>
      </p:sp>
      <p:sp>
        <p:nvSpPr>
          <p:cNvPr id="62" name="Rectángulo: esquinas redondeadas 61">
            <a:extLst>
              <a:ext uri="{FF2B5EF4-FFF2-40B4-BE49-F238E27FC236}">
                <a16:creationId xmlns:a16="http://schemas.microsoft.com/office/drawing/2014/main" id="{9AFBCA60-C92B-EF55-09A3-AE7613D311D3}"/>
              </a:ext>
            </a:extLst>
          </p:cNvPr>
          <p:cNvSpPr/>
          <p:nvPr/>
        </p:nvSpPr>
        <p:spPr>
          <a:xfrm>
            <a:off x="5638287" y="4002820"/>
            <a:ext cx="3383722"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Team acceptance</a:t>
            </a:r>
          </a:p>
        </p:txBody>
      </p:sp>
      <p:pic>
        <p:nvPicPr>
          <p:cNvPr id="64" name="Gráfico 63" descr="Usuarios con relleno sólido">
            <a:extLst>
              <a:ext uri="{FF2B5EF4-FFF2-40B4-BE49-F238E27FC236}">
                <a16:creationId xmlns:a16="http://schemas.microsoft.com/office/drawing/2014/main" id="{5A9DBE8B-6D32-7AE5-1D1C-C0557575744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648036" y="3989501"/>
            <a:ext cx="304007" cy="304007"/>
          </a:xfrm>
          <a:prstGeom prst="rect">
            <a:avLst/>
          </a:prstGeom>
        </p:spPr>
      </p:pic>
    </p:spTree>
    <p:extLst>
      <p:ext uri="{BB962C8B-B14F-4D97-AF65-F5344CB8AC3E}">
        <p14:creationId xmlns:p14="http://schemas.microsoft.com/office/powerpoint/2010/main" val="634344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E0DF6-C26D-38F0-3E4F-CE1E4CE5AA18}"/>
            </a:ext>
          </a:extLst>
        </p:cNvPr>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689908B4-9E3C-6570-E2A6-80291B56D093}"/>
              </a:ext>
            </a:extLst>
          </p:cNvPr>
          <p:cNvSpPr/>
          <p:nvPr/>
        </p:nvSpPr>
        <p:spPr>
          <a:xfrm>
            <a:off x="5391008" y="2794001"/>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68BCD54A-28CC-81C2-BF18-AEE3319AFEF7}"/>
              </a:ext>
            </a:extLst>
          </p:cNvPr>
          <p:cNvSpPr>
            <a:spLocks noGrp="1"/>
          </p:cNvSpPr>
          <p:nvPr>
            <p:ph type="title"/>
          </p:nvPr>
        </p:nvSpPr>
        <p:spPr>
          <a:xfrm>
            <a:off x="330993" y="313420"/>
            <a:ext cx="8482014" cy="307777"/>
          </a:xfrm>
        </p:spPr>
        <p:txBody>
          <a:bodyPr/>
          <a:lstStyle/>
          <a:p>
            <a:pPr algn="ctr"/>
            <a:r>
              <a:rPr lang="es-MX" noProof="0"/>
              <a:t>Action Plan Validation</a:t>
            </a:r>
          </a:p>
        </p:txBody>
      </p:sp>
      <p:sp>
        <p:nvSpPr>
          <p:cNvPr id="3" name="CuadroTexto 7">
            <a:extLst>
              <a:ext uri="{FF2B5EF4-FFF2-40B4-BE49-F238E27FC236}">
                <a16:creationId xmlns:a16="http://schemas.microsoft.com/office/drawing/2014/main" id="{48D91315-B593-2975-767F-7C541DC31D16}"/>
              </a:ext>
            </a:extLst>
          </p:cNvPr>
          <p:cNvSpPr txBox="1"/>
          <p:nvPr/>
        </p:nvSpPr>
        <p:spPr>
          <a:xfrm>
            <a:off x="2310274" y="552785"/>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If We Don’t Measure, We Don’t Improve</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F5699FA0-85A3-B9CA-85DE-462BC0157EFA}"/>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A77A0476-6638-0A14-7B7B-43870F45759A}"/>
              </a:ext>
            </a:extLst>
          </p:cNvPr>
          <p:cNvSpPr txBox="1">
            <a:spLocks/>
          </p:cNvSpPr>
          <p:nvPr/>
        </p:nvSpPr>
        <p:spPr>
          <a:xfrm>
            <a:off x="5240281" y="3784394"/>
            <a:ext cx="2022699"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dirty="0" err="1">
                <a:solidFill>
                  <a:schemeClr val="bg1"/>
                </a:solidFill>
              </a:rPr>
              <a:t>KPIs</a:t>
            </a:r>
            <a:endParaRPr lang="es-MX" noProof="0" dirty="0">
              <a:solidFill>
                <a:schemeClr val="bg1"/>
              </a:solidFill>
            </a:endParaRPr>
          </a:p>
        </p:txBody>
      </p:sp>
      <p:sp>
        <p:nvSpPr>
          <p:cNvPr id="15" name="Title 1">
            <a:extLst>
              <a:ext uri="{FF2B5EF4-FFF2-40B4-BE49-F238E27FC236}">
                <a16:creationId xmlns:a16="http://schemas.microsoft.com/office/drawing/2014/main" id="{EFBDCDFC-5A24-39FF-E4E9-FD9BFBC15772}"/>
              </a:ext>
            </a:extLst>
          </p:cNvPr>
          <p:cNvSpPr txBox="1">
            <a:spLocks/>
          </p:cNvSpPr>
          <p:nvPr/>
        </p:nvSpPr>
        <p:spPr>
          <a:xfrm>
            <a:off x="3186989" y="3985182"/>
            <a:ext cx="427426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 </a:t>
            </a:r>
          </a:p>
        </p:txBody>
      </p:sp>
      <p:sp>
        <p:nvSpPr>
          <p:cNvPr id="17" name="Rectángulo: esquinas redondeadas 16">
            <a:extLst>
              <a:ext uri="{FF2B5EF4-FFF2-40B4-BE49-F238E27FC236}">
                <a16:creationId xmlns:a16="http://schemas.microsoft.com/office/drawing/2014/main" id="{4098362A-1ED3-452E-E801-1C85B309FCE7}"/>
              </a:ext>
            </a:extLst>
          </p:cNvPr>
          <p:cNvSpPr/>
          <p:nvPr/>
        </p:nvSpPr>
        <p:spPr>
          <a:xfrm>
            <a:off x="1833591" y="2794001"/>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0" name="Title 1">
            <a:extLst>
              <a:ext uri="{FF2B5EF4-FFF2-40B4-BE49-F238E27FC236}">
                <a16:creationId xmlns:a16="http://schemas.microsoft.com/office/drawing/2014/main" id="{C9C1D0A4-65BE-00E2-9F36-D37E0706116F}"/>
              </a:ext>
            </a:extLst>
          </p:cNvPr>
          <p:cNvSpPr txBox="1">
            <a:spLocks/>
          </p:cNvSpPr>
          <p:nvPr/>
        </p:nvSpPr>
        <p:spPr>
          <a:xfrm>
            <a:off x="1689072" y="2676400"/>
            <a:ext cx="2022699" cy="141577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endParaRPr lang="es-MX" sz="3600" noProof="0">
              <a:solidFill>
                <a:schemeClr val="bg1"/>
              </a:solidFill>
            </a:endParaRPr>
          </a:p>
          <a:p>
            <a:pPr algn="ctr"/>
            <a:r>
              <a:rPr lang="es-MX" sz="3600" noProof="0">
                <a:solidFill>
                  <a:schemeClr val="bg1"/>
                </a:solidFill>
              </a:rPr>
              <a:t>8
Criteria</a:t>
            </a:r>
          </a:p>
          <a:p>
            <a:pPr algn="ctr"/>
            <a:endParaRPr lang="es-MX" sz="3600" noProof="0">
              <a:solidFill>
                <a:schemeClr val="bg1"/>
              </a:solidFill>
            </a:endParaRPr>
          </a:p>
        </p:txBody>
      </p:sp>
      <p:pic>
        <p:nvPicPr>
          <p:cNvPr id="23" name="Gráfico 22" descr="Velocímetro en el medio con relleno sólido">
            <a:extLst>
              <a:ext uri="{FF2B5EF4-FFF2-40B4-BE49-F238E27FC236}">
                <a16:creationId xmlns:a16="http://schemas.microsoft.com/office/drawing/2014/main" id="{47D65482-99C3-0A04-8233-5E5CBEF55A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94430" y="2869994"/>
            <a:ext cx="914400" cy="914400"/>
          </a:xfrm>
          <a:prstGeom prst="rect">
            <a:avLst/>
          </a:prstGeom>
        </p:spPr>
      </p:pic>
      <p:sp>
        <p:nvSpPr>
          <p:cNvPr id="24" name="Rectángulo: esquinas redondeadas 23">
            <a:extLst>
              <a:ext uri="{FF2B5EF4-FFF2-40B4-BE49-F238E27FC236}">
                <a16:creationId xmlns:a16="http://schemas.microsoft.com/office/drawing/2014/main" id="{F02B5993-2FD6-5476-46C2-DC304597E884}"/>
              </a:ext>
            </a:extLst>
          </p:cNvPr>
          <p:cNvSpPr/>
          <p:nvPr/>
        </p:nvSpPr>
        <p:spPr>
          <a:xfrm>
            <a:off x="1498981" y="1376682"/>
            <a:ext cx="5925610" cy="972818"/>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Validating the action plan is critical to ensure the solution truly solves the problem without creating side effects.</a:t>
            </a:r>
          </a:p>
        </p:txBody>
      </p:sp>
      <p:pic>
        <p:nvPicPr>
          <p:cNvPr id="4" name="Gráfico 3" descr="Agregar con relleno sólido">
            <a:extLst>
              <a:ext uri="{FF2B5EF4-FFF2-40B4-BE49-F238E27FC236}">
                <a16:creationId xmlns:a16="http://schemas.microsoft.com/office/drawing/2014/main" id="{6E835E65-73AB-D2CA-7D22-719E29F874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48067" y="3070782"/>
            <a:ext cx="914400" cy="9144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64934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66073-B5AF-B91C-58C0-2B6CF9CBF0E6}"/>
            </a:ext>
          </a:extLst>
        </p:cNvPr>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36AE9FA0-B987-A211-DB26-9EAD53FA7299}"/>
              </a:ext>
            </a:extLst>
          </p:cNvPr>
          <p:cNvSpPr/>
          <p:nvPr/>
        </p:nvSpPr>
        <p:spPr>
          <a:xfrm>
            <a:off x="596900" y="1409700"/>
            <a:ext cx="7835748" cy="1543050"/>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F8492780-B55F-8C8B-095D-57A4DE706F6D}"/>
              </a:ext>
            </a:extLst>
          </p:cNvPr>
          <p:cNvSpPr>
            <a:spLocks noGrp="1"/>
          </p:cNvSpPr>
          <p:nvPr>
            <p:ph type="title"/>
          </p:nvPr>
        </p:nvSpPr>
        <p:spPr>
          <a:xfrm>
            <a:off x="330993" y="313420"/>
            <a:ext cx="8482014" cy="307777"/>
          </a:xfrm>
        </p:spPr>
        <p:txBody>
          <a:bodyPr/>
          <a:lstStyle/>
          <a:p>
            <a:pPr algn="ctr"/>
            <a:r>
              <a:rPr lang="es-MX" noProof="0"/>
              <a:t>Action Plan Validation</a:t>
            </a:r>
          </a:p>
        </p:txBody>
      </p:sp>
      <p:sp>
        <p:nvSpPr>
          <p:cNvPr id="3" name="CuadroTexto 7">
            <a:extLst>
              <a:ext uri="{FF2B5EF4-FFF2-40B4-BE49-F238E27FC236}">
                <a16:creationId xmlns:a16="http://schemas.microsoft.com/office/drawing/2014/main" id="{BFB9837B-038A-5A7C-0D64-EBD7767EEB4A}"/>
              </a:ext>
            </a:extLst>
          </p:cNvPr>
          <p:cNvSpPr txBox="1"/>
          <p:nvPr/>
        </p:nvSpPr>
        <p:spPr>
          <a:xfrm>
            <a:off x="2310274" y="552785"/>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If We Don’t Measure, We Don’t Improve</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61247D03-7052-8A98-0ABE-ABF5B85025E6}"/>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3C1B0B25-0078-7EDE-1286-06F57D7DC1C1}"/>
              </a:ext>
            </a:extLst>
          </p:cNvPr>
          <p:cNvSpPr txBox="1">
            <a:spLocks/>
          </p:cNvSpPr>
          <p:nvPr/>
        </p:nvSpPr>
        <p:spPr>
          <a:xfrm>
            <a:off x="401875" y="2325572"/>
            <a:ext cx="2022699"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err="1">
                <a:solidFill>
                  <a:schemeClr val="bg1"/>
                </a:solidFill>
              </a:rPr>
              <a:t>KPIs</a:t>
            </a:r>
            <a:endParaRPr lang="es-MX" noProof="0">
              <a:solidFill>
                <a:schemeClr val="bg1"/>
              </a:solidFill>
            </a:endParaRPr>
          </a:p>
        </p:txBody>
      </p:sp>
      <p:sp>
        <p:nvSpPr>
          <p:cNvPr id="15" name="Title 1">
            <a:extLst>
              <a:ext uri="{FF2B5EF4-FFF2-40B4-BE49-F238E27FC236}">
                <a16:creationId xmlns:a16="http://schemas.microsoft.com/office/drawing/2014/main" id="{B66F9713-A34F-0484-D4D4-DBD091BC4F5D}"/>
              </a:ext>
            </a:extLst>
          </p:cNvPr>
          <p:cNvSpPr txBox="1">
            <a:spLocks/>
          </p:cNvSpPr>
          <p:nvPr/>
        </p:nvSpPr>
        <p:spPr>
          <a:xfrm>
            <a:off x="3085389" y="4004232"/>
            <a:ext cx="427426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 </a:t>
            </a:r>
          </a:p>
        </p:txBody>
      </p:sp>
      <p:pic>
        <p:nvPicPr>
          <p:cNvPr id="23" name="Gráfico 22" descr="Velocímetro en el medio con relleno sólido">
            <a:extLst>
              <a:ext uri="{FF2B5EF4-FFF2-40B4-BE49-F238E27FC236}">
                <a16:creationId xmlns:a16="http://schemas.microsoft.com/office/drawing/2014/main" id="{405981A9-2D76-7207-77D7-5C23E3B660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0624" y="1457029"/>
            <a:ext cx="914400" cy="914400"/>
          </a:xfrm>
          <a:prstGeom prst="rect">
            <a:avLst/>
          </a:prstGeom>
        </p:spPr>
      </p:pic>
      <p:pic>
        <p:nvPicPr>
          <p:cNvPr id="8" name="Gráfico 7" descr="Grúa con relleno sólido">
            <a:extLst>
              <a:ext uri="{FF2B5EF4-FFF2-40B4-BE49-F238E27FC236}">
                <a16:creationId xmlns:a16="http://schemas.microsoft.com/office/drawing/2014/main" id="{2CB758A0-B269-4410-5D6B-1420DE44F6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94927" y="3260524"/>
            <a:ext cx="782821" cy="782821"/>
          </a:xfrm>
          <a:prstGeom prst="rect">
            <a:avLst/>
          </a:prstGeom>
        </p:spPr>
      </p:pic>
      <p:pic>
        <p:nvPicPr>
          <p:cNvPr id="10" name="Gráfico 9" descr="Reloj de arena terminado con relleno sólido">
            <a:extLst>
              <a:ext uri="{FF2B5EF4-FFF2-40B4-BE49-F238E27FC236}">
                <a16:creationId xmlns:a16="http://schemas.microsoft.com/office/drawing/2014/main" id="{817DBD35-AC31-D823-F051-E169353A1E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55622" y="3260524"/>
            <a:ext cx="782821" cy="782821"/>
          </a:xfrm>
          <a:prstGeom prst="rect">
            <a:avLst/>
          </a:prstGeom>
        </p:spPr>
      </p:pic>
      <p:pic>
        <p:nvPicPr>
          <p:cNvPr id="13" name="Gráfico 12" descr="Portapapeles parcialmente tachado con relleno sólido">
            <a:extLst>
              <a:ext uri="{FF2B5EF4-FFF2-40B4-BE49-F238E27FC236}">
                <a16:creationId xmlns:a16="http://schemas.microsoft.com/office/drawing/2014/main" id="{C0BB6601-C053-0A66-BADE-DFA1783DDA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41137" y="3227627"/>
            <a:ext cx="848613" cy="848613"/>
          </a:xfrm>
          <a:prstGeom prst="rect">
            <a:avLst/>
          </a:prstGeom>
        </p:spPr>
      </p:pic>
      <p:sp>
        <p:nvSpPr>
          <p:cNvPr id="14" name="CuadroTexto 13">
            <a:extLst>
              <a:ext uri="{FF2B5EF4-FFF2-40B4-BE49-F238E27FC236}">
                <a16:creationId xmlns:a16="http://schemas.microsoft.com/office/drawing/2014/main" id="{7FCC334D-3DD6-88A0-4AD2-B8E098B8D9FB}"/>
              </a:ext>
            </a:extLst>
          </p:cNvPr>
          <p:cNvSpPr txBox="1"/>
          <p:nvPr/>
        </p:nvSpPr>
        <p:spPr>
          <a:xfrm>
            <a:off x="2040049" y="1850528"/>
            <a:ext cx="6191250" cy="7828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rgbClr val="FFFFFF"/>
                </a:solidFill>
              </a:rPr>
              <a:t>KPIs allow us to objectively measure the success and sustainability of actions.</a:t>
            </a:r>
          </a:p>
          <a:p>
            <a:pPr algn="ctr"/>
            <a:endParaRPr lang="es-MX" sz="1200" noProof="0">
              <a:solidFill>
                <a:schemeClr val="tx1"/>
              </a:solidFill>
            </a:endParaRPr>
          </a:p>
        </p:txBody>
      </p:sp>
      <p:sp>
        <p:nvSpPr>
          <p:cNvPr id="18" name="CuadroTexto 17">
            <a:extLst>
              <a:ext uri="{FF2B5EF4-FFF2-40B4-BE49-F238E27FC236}">
                <a16:creationId xmlns:a16="http://schemas.microsoft.com/office/drawing/2014/main" id="{91FCFF53-2F12-27B0-D349-5A1B5EC222B9}"/>
              </a:ext>
            </a:extLst>
          </p:cNvPr>
          <p:cNvSpPr txBox="1"/>
          <p:nvPr/>
        </p:nvSpPr>
        <p:spPr>
          <a:xfrm>
            <a:off x="1311624" y="4127342"/>
            <a:ext cx="134267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accent5"/>
                </a:solidFill>
              </a:rPr>
              <a:t>GMPH</a:t>
            </a:r>
          </a:p>
        </p:txBody>
      </p:sp>
      <p:sp>
        <p:nvSpPr>
          <p:cNvPr id="19" name="CuadroTexto 18">
            <a:extLst>
              <a:ext uri="{FF2B5EF4-FFF2-40B4-BE49-F238E27FC236}">
                <a16:creationId xmlns:a16="http://schemas.microsoft.com/office/drawing/2014/main" id="{E480F6CD-25AD-D12D-EFDF-EE8514E3DD47}"/>
              </a:ext>
            </a:extLst>
          </p:cNvPr>
          <p:cNvSpPr txBox="1"/>
          <p:nvPr/>
        </p:nvSpPr>
        <p:spPr>
          <a:xfrm>
            <a:off x="3691398" y="4208958"/>
            <a:ext cx="134267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accent5"/>
                </a:solidFill>
              </a:rPr>
              <a:t>Waiting Time</a:t>
            </a:r>
          </a:p>
        </p:txBody>
      </p:sp>
      <p:sp>
        <p:nvSpPr>
          <p:cNvPr id="21" name="CuadroTexto 20">
            <a:extLst>
              <a:ext uri="{FF2B5EF4-FFF2-40B4-BE49-F238E27FC236}">
                <a16:creationId xmlns:a16="http://schemas.microsoft.com/office/drawing/2014/main" id="{635D36DD-B542-2368-61E8-FE365F14656A}"/>
              </a:ext>
            </a:extLst>
          </p:cNvPr>
          <p:cNvSpPr txBox="1"/>
          <p:nvPr/>
        </p:nvSpPr>
        <p:spPr>
          <a:xfrm>
            <a:off x="5794105" y="4208958"/>
            <a:ext cx="134267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accent5"/>
                </a:solidFill>
              </a:rPr>
              <a:t>Number of Errors</a:t>
            </a:r>
          </a:p>
        </p:txBody>
      </p:sp>
      <p:sp>
        <p:nvSpPr>
          <p:cNvPr id="22" name="CuadroTexto 21">
            <a:extLst>
              <a:ext uri="{FF2B5EF4-FFF2-40B4-BE49-F238E27FC236}">
                <a16:creationId xmlns:a16="http://schemas.microsoft.com/office/drawing/2014/main" id="{BBC69319-FB91-D4BA-C9E7-E4E2115BEC19}"/>
              </a:ext>
            </a:extLst>
          </p:cNvPr>
          <p:cNvSpPr txBox="1"/>
          <p:nvPr/>
        </p:nvSpPr>
        <p:spPr>
          <a:xfrm>
            <a:off x="7629176" y="4126882"/>
            <a:ext cx="890224"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err="1">
                <a:solidFill>
                  <a:schemeClr val="accent5"/>
                </a:solidFill>
              </a:rPr>
              <a:t>Etc</a:t>
            </a:r>
            <a:r>
              <a:rPr lang="es-MX" sz="1200" noProof="0">
                <a:solidFill>
                  <a:schemeClr val="accent5"/>
                </a:solidFill>
              </a:rPr>
              <a:t>…</a:t>
            </a:r>
          </a:p>
        </p:txBody>
      </p:sp>
    </p:spTree>
    <p:extLst>
      <p:ext uri="{BB962C8B-B14F-4D97-AF65-F5344CB8AC3E}">
        <p14:creationId xmlns:p14="http://schemas.microsoft.com/office/powerpoint/2010/main" val="3810544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EFE71-DBB2-0B6D-75B7-D6FB18F1E389}"/>
            </a:ext>
          </a:extLst>
        </p:cNvPr>
        <p:cNvGrpSpPr/>
        <p:nvPr/>
      </p:nvGrpSpPr>
      <p:grpSpPr>
        <a:xfrm>
          <a:off x="0" y="0"/>
          <a:ext cx="0" cy="0"/>
          <a:chOff x="0" y="0"/>
          <a:chExt cx="0" cy="0"/>
        </a:xfrm>
      </p:grpSpPr>
      <p:sp>
        <p:nvSpPr>
          <p:cNvPr id="37" name="Rectángulo: esquinas redondeadas 36">
            <a:extLst>
              <a:ext uri="{FF2B5EF4-FFF2-40B4-BE49-F238E27FC236}">
                <a16:creationId xmlns:a16="http://schemas.microsoft.com/office/drawing/2014/main" id="{71EC1802-AF51-5ED9-68DD-3D40DD1E627E}"/>
              </a:ext>
            </a:extLst>
          </p:cNvPr>
          <p:cNvSpPr/>
          <p:nvPr/>
        </p:nvSpPr>
        <p:spPr>
          <a:xfrm>
            <a:off x="5937617" y="2781928"/>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6" name="Rectángulo: esquinas redondeadas 35">
            <a:extLst>
              <a:ext uri="{FF2B5EF4-FFF2-40B4-BE49-F238E27FC236}">
                <a16:creationId xmlns:a16="http://schemas.microsoft.com/office/drawing/2014/main" id="{F74E6D9F-6C0A-C220-5ADE-C5612D583474}"/>
              </a:ext>
            </a:extLst>
          </p:cNvPr>
          <p:cNvSpPr/>
          <p:nvPr/>
        </p:nvSpPr>
        <p:spPr>
          <a:xfrm>
            <a:off x="3675891" y="2796145"/>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0" name="Rectángulo: esquinas redondeadas 29">
            <a:extLst>
              <a:ext uri="{FF2B5EF4-FFF2-40B4-BE49-F238E27FC236}">
                <a16:creationId xmlns:a16="http://schemas.microsoft.com/office/drawing/2014/main" id="{7CA3FD06-EDA2-0A08-2458-1773401513F2}"/>
              </a:ext>
            </a:extLst>
          </p:cNvPr>
          <p:cNvSpPr/>
          <p:nvPr/>
        </p:nvSpPr>
        <p:spPr>
          <a:xfrm>
            <a:off x="1511680" y="2781929"/>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0A67B711-DBB6-0A14-8CE3-C03A964880C0}"/>
              </a:ext>
            </a:extLst>
          </p:cNvPr>
          <p:cNvSpPr>
            <a:spLocks noGrp="1"/>
          </p:cNvSpPr>
          <p:nvPr>
            <p:ph type="title"/>
          </p:nvPr>
        </p:nvSpPr>
        <p:spPr>
          <a:xfrm>
            <a:off x="330993" y="313420"/>
            <a:ext cx="8482014" cy="307777"/>
          </a:xfrm>
        </p:spPr>
        <p:txBody>
          <a:bodyPr/>
          <a:lstStyle/>
          <a:p>
            <a:pPr algn="ctr"/>
            <a:r>
              <a:rPr lang="es-MX" noProof="0"/>
              <a:t>Countermeasure Pilot Test</a:t>
            </a:r>
          </a:p>
        </p:txBody>
      </p:sp>
      <p:sp>
        <p:nvSpPr>
          <p:cNvPr id="3" name="CuadroTexto 7">
            <a:extLst>
              <a:ext uri="{FF2B5EF4-FFF2-40B4-BE49-F238E27FC236}">
                <a16:creationId xmlns:a16="http://schemas.microsoft.com/office/drawing/2014/main" id="{9FA2B754-7D65-2D29-7D05-5E4EC5481E23}"/>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Validation in a Controlled Environment</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D083F666-9BF1-718A-F501-FD2436A35B88}"/>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55DA24A3-D1C6-8F87-9347-D5F20ADCDA09}"/>
              </a:ext>
            </a:extLst>
          </p:cNvPr>
          <p:cNvSpPr/>
          <p:nvPr/>
        </p:nvSpPr>
        <p:spPr>
          <a:xfrm>
            <a:off x="1606931" y="1497332"/>
            <a:ext cx="5925610" cy="798822"/>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CuadroTexto 7">
            <a:extLst>
              <a:ext uri="{FF2B5EF4-FFF2-40B4-BE49-F238E27FC236}">
                <a16:creationId xmlns:a16="http://schemas.microsoft.com/office/drawing/2014/main" id="{E8C389AC-84CF-2ED0-C0BB-072AFC374151}"/>
              </a:ext>
            </a:extLst>
          </p:cNvPr>
          <p:cNvSpPr txBox="1"/>
          <p:nvPr/>
        </p:nvSpPr>
        <p:spPr>
          <a:xfrm>
            <a:off x="1606931" y="1572395"/>
            <a:ext cx="5953877"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A pilot test is a temporary, controlled implementation of a solution or countermeasure within a limited scope, designed to validate its effectiveness before large-scale deployment.</a:t>
            </a:r>
          </a:p>
        </p:txBody>
      </p:sp>
      <p:pic>
        <p:nvPicPr>
          <p:cNvPr id="23" name="Gráfico 22" descr="Gráfico de barras con relleno sólido">
            <a:extLst>
              <a:ext uri="{FF2B5EF4-FFF2-40B4-BE49-F238E27FC236}">
                <a16:creationId xmlns:a16="http://schemas.microsoft.com/office/drawing/2014/main" id="{D8C88703-510A-B6B3-6385-15296168A8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3027" y="2866860"/>
            <a:ext cx="914400" cy="914400"/>
          </a:xfrm>
          <a:prstGeom prst="rect">
            <a:avLst/>
          </a:prstGeom>
        </p:spPr>
      </p:pic>
      <p:pic>
        <p:nvPicPr>
          <p:cNvPr id="27" name="Gráfico 26" descr="Monedas contorno">
            <a:extLst>
              <a:ext uri="{FF2B5EF4-FFF2-40B4-BE49-F238E27FC236}">
                <a16:creationId xmlns:a16="http://schemas.microsoft.com/office/drawing/2014/main" id="{6FE6ED05-5252-6550-FBA4-E08E9BB3F9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85523" y="2819235"/>
            <a:ext cx="914400" cy="914400"/>
          </a:xfrm>
          <a:prstGeom prst="rect">
            <a:avLst/>
          </a:prstGeom>
        </p:spPr>
      </p:pic>
      <p:pic>
        <p:nvPicPr>
          <p:cNvPr id="29" name="Gráfico 28" descr="Advertencia con relleno sólido">
            <a:extLst>
              <a:ext uri="{FF2B5EF4-FFF2-40B4-BE49-F238E27FC236}">
                <a16:creationId xmlns:a16="http://schemas.microsoft.com/office/drawing/2014/main" id="{B1073B53-C19D-AD95-7033-D8794E4BFE0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41382" y="2866860"/>
            <a:ext cx="722469" cy="722469"/>
          </a:xfrm>
          <a:prstGeom prst="rect">
            <a:avLst/>
          </a:prstGeom>
        </p:spPr>
      </p:pic>
      <p:pic>
        <p:nvPicPr>
          <p:cNvPr id="19" name="Gráfico 18" descr="Flecha abajo con relleno sólido">
            <a:extLst>
              <a:ext uri="{FF2B5EF4-FFF2-40B4-BE49-F238E27FC236}">
                <a16:creationId xmlns:a16="http://schemas.microsoft.com/office/drawing/2014/main" id="{3254740F-D972-D5E0-68E2-4A60FECC41D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83986" y="2966189"/>
            <a:ext cx="420842" cy="309339"/>
          </a:xfrm>
          <a:prstGeom prst="rect">
            <a:avLst/>
          </a:prstGeom>
        </p:spPr>
      </p:pic>
      <p:sp>
        <p:nvSpPr>
          <p:cNvPr id="35" name="CuadroTexto 7">
            <a:extLst>
              <a:ext uri="{FF2B5EF4-FFF2-40B4-BE49-F238E27FC236}">
                <a16:creationId xmlns:a16="http://schemas.microsoft.com/office/drawing/2014/main" id="{87CA7432-2D35-306F-679C-A2B377B71855}"/>
              </a:ext>
            </a:extLst>
          </p:cNvPr>
          <p:cNvSpPr txBox="1"/>
          <p:nvPr/>
        </p:nvSpPr>
        <p:spPr>
          <a:xfrm>
            <a:off x="1496559" y="3679656"/>
            <a:ext cx="1777151"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Reduces the risk of failures during full-scale implementation</a:t>
            </a:r>
          </a:p>
        </p:txBody>
      </p:sp>
      <p:sp>
        <p:nvSpPr>
          <p:cNvPr id="38" name="CuadroTexto 7">
            <a:extLst>
              <a:ext uri="{FF2B5EF4-FFF2-40B4-BE49-F238E27FC236}">
                <a16:creationId xmlns:a16="http://schemas.microsoft.com/office/drawing/2014/main" id="{896A1829-60F1-4FB8-1FBE-F4138FF354EB}"/>
              </a:ext>
            </a:extLst>
          </p:cNvPr>
          <p:cNvSpPr txBox="1"/>
          <p:nvPr/>
        </p:nvSpPr>
        <p:spPr>
          <a:xfrm>
            <a:off x="3731271" y="3657997"/>
            <a:ext cx="1676929"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Saves time and money by detecting issues early</a:t>
            </a:r>
          </a:p>
        </p:txBody>
      </p:sp>
      <p:sp>
        <p:nvSpPr>
          <p:cNvPr id="39" name="CuadroTexto 7">
            <a:extLst>
              <a:ext uri="{FF2B5EF4-FFF2-40B4-BE49-F238E27FC236}">
                <a16:creationId xmlns:a16="http://schemas.microsoft.com/office/drawing/2014/main" id="{803DCFEE-857A-1114-EAEA-4B280FEA06EB}"/>
              </a:ext>
            </a:extLst>
          </p:cNvPr>
          <p:cNvSpPr txBox="1"/>
          <p:nvPr/>
        </p:nvSpPr>
        <p:spPr>
          <a:xfrm>
            <a:off x="5965983" y="3679656"/>
            <a:ext cx="1676929"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Provides evidence for data-driven decisions</a:t>
            </a:r>
          </a:p>
        </p:txBody>
      </p:sp>
    </p:spTree>
    <p:extLst>
      <p:ext uri="{BB962C8B-B14F-4D97-AF65-F5344CB8AC3E}">
        <p14:creationId xmlns:p14="http://schemas.microsoft.com/office/powerpoint/2010/main" val="2174828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BDEF1-7D56-B937-945E-808A4CC919A8}"/>
            </a:ext>
          </a:extLst>
        </p:cNvPr>
        <p:cNvGrpSpPr/>
        <p:nvPr/>
      </p:nvGrpSpPr>
      <p:grpSpPr>
        <a:xfrm>
          <a:off x="0" y="0"/>
          <a:ext cx="0" cy="0"/>
          <a:chOff x="0" y="0"/>
          <a:chExt cx="0" cy="0"/>
        </a:xfrm>
      </p:grpSpPr>
      <p:sp>
        <p:nvSpPr>
          <p:cNvPr id="14" name="Rectángulo: esquinas redondeadas 13">
            <a:extLst>
              <a:ext uri="{FF2B5EF4-FFF2-40B4-BE49-F238E27FC236}">
                <a16:creationId xmlns:a16="http://schemas.microsoft.com/office/drawing/2014/main" id="{6B130F91-F8A7-4AED-99F5-0C47559974AE}"/>
              </a:ext>
            </a:extLst>
          </p:cNvPr>
          <p:cNvSpPr/>
          <p:nvPr/>
        </p:nvSpPr>
        <p:spPr>
          <a:xfrm>
            <a:off x="1207550" y="1032387"/>
            <a:ext cx="7169534" cy="358303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FECDD3C6-C91F-CC6C-0AC5-4B9039D7AF14}"/>
              </a:ext>
            </a:extLst>
          </p:cNvPr>
          <p:cNvSpPr>
            <a:spLocks noGrp="1"/>
          </p:cNvSpPr>
          <p:nvPr>
            <p:ph type="title"/>
          </p:nvPr>
        </p:nvSpPr>
        <p:spPr>
          <a:xfrm>
            <a:off x="330993" y="313420"/>
            <a:ext cx="8482014" cy="307777"/>
          </a:xfrm>
        </p:spPr>
        <p:txBody>
          <a:bodyPr/>
          <a:lstStyle/>
          <a:p>
            <a:pPr algn="ctr"/>
            <a:r>
              <a:rPr lang="es-MX" noProof="0"/>
              <a:t>Countermeasure Pilot Test</a:t>
            </a:r>
          </a:p>
        </p:txBody>
      </p:sp>
      <p:sp>
        <p:nvSpPr>
          <p:cNvPr id="3" name="CuadroTexto 7">
            <a:extLst>
              <a:ext uri="{FF2B5EF4-FFF2-40B4-BE49-F238E27FC236}">
                <a16:creationId xmlns:a16="http://schemas.microsoft.com/office/drawing/2014/main" id="{56C6EF6A-0C78-0756-9FE1-41D82DC10E54}"/>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Validation in a Controlled Environment</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EB9C11A8-E4CC-80E6-0CF5-1E0DB98756D0}"/>
              </a:ext>
            </a:extLst>
          </p:cNvPr>
          <p:cNvPicPr>
            <a:picLocks noChangeAspect="1"/>
          </p:cNvPicPr>
          <p:nvPr/>
        </p:nvPicPr>
        <p:blipFill>
          <a:blip r:embed="rId2"/>
          <a:stretch>
            <a:fillRect/>
          </a:stretch>
        </p:blipFill>
        <p:spPr>
          <a:xfrm>
            <a:off x="8661417" y="109943"/>
            <a:ext cx="466952" cy="466952"/>
          </a:xfrm>
          <a:prstGeom prst="rect">
            <a:avLst/>
          </a:prstGeom>
        </p:spPr>
      </p:pic>
      <p:sp>
        <p:nvSpPr>
          <p:cNvPr id="13" name="CuadroTexto 12">
            <a:extLst>
              <a:ext uri="{FF2B5EF4-FFF2-40B4-BE49-F238E27FC236}">
                <a16:creationId xmlns:a16="http://schemas.microsoft.com/office/drawing/2014/main" id="{30D89094-BFDC-3B28-7EF5-EB1D7B71AD21}"/>
              </a:ext>
            </a:extLst>
          </p:cNvPr>
          <p:cNvSpPr txBox="1"/>
          <p:nvPr/>
        </p:nvSpPr>
        <p:spPr>
          <a:xfrm>
            <a:off x="3507138" y="1272934"/>
            <a:ext cx="4825702" cy="32571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285750" indent="-285750" algn="just">
              <a:lnSpc>
                <a:spcPct val="200000"/>
              </a:lnSpc>
              <a:buFont typeface="Arial" panose="020B0604020202020204" pitchFamily="34" charset="0"/>
              <a:buChar char="•"/>
            </a:pPr>
            <a:r>
              <a:rPr lang="es-MX" sz="1400" noProof="0">
                <a:solidFill>
                  <a:schemeClr val="bg1"/>
                </a:solidFill>
              </a:rPr>
              <a:t>Objective: Confirm effectiveness before formal rollout
Scope: One gang, shift, or specific team
Metrics: Key KPIs (e.g., GMPH, waiting time, number of errors)
Duration: 1–4 weeks, depending on the case</a:t>
            </a:r>
          </a:p>
          <a:p>
            <a:pPr marL="285750" indent="-285750" algn="just">
              <a:lnSpc>
                <a:spcPct val="200000"/>
              </a:lnSpc>
              <a:buFont typeface="Arial" panose="020B0604020202020204" pitchFamily="34" charset="0"/>
              <a:buChar char="•"/>
            </a:pPr>
            <a:endParaRPr lang="es-MX" sz="1400" noProof="0">
              <a:solidFill>
                <a:schemeClr val="bg1"/>
              </a:solidFill>
            </a:endParaRPr>
          </a:p>
          <a:p>
            <a:pPr marL="285750" indent="-285750" algn="just">
              <a:lnSpc>
                <a:spcPct val="200000"/>
              </a:lnSpc>
              <a:buFont typeface="Arial" panose="020B0604020202020204" pitchFamily="34" charset="0"/>
              <a:buChar char="•"/>
            </a:pPr>
            <a:endParaRPr lang="es-MX" sz="1400" noProof="0">
              <a:solidFill>
                <a:schemeClr val="bg1"/>
              </a:solidFill>
            </a:endParaRPr>
          </a:p>
          <a:p>
            <a:pPr marL="285750" indent="-285750" algn="just">
              <a:lnSpc>
                <a:spcPct val="200000"/>
              </a:lnSpc>
              <a:buFont typeface="Arial" panose="020B0604020202020204" pitchFamily="34" charset="0"/>
              <a:buChar char="•"/>
            </a:pPr>
            <a:endParaRPr lang="es-MX" sz="1400" noProof="0">
              <a:solidFill>
                <a:schemeClr val="bg1"/>
              </a:solidFill>
            </a:endParaRPr>
          </a:p>
          <a:p>
            <a:pPr marL="285750" indent="-285750" algn="just">
              <a:lnSpc>
                <a:spcPct val="150000"/>
              </a:lnSpc>
              <a:buFont typeface="Arial" panose="020B0604020202020204" pitchFamily="34" charset="0"/>
              <a:buChar char="•"/>
            </a:pPr>
            <a:endParaRPr lang="es-MX" sz="1400" noProof="0">
              <a:solidFill>
                <a:schemeClr val="bg1"/>
              </a:solidFill>
            </a:endParaRPr>
          </a:p>
          <a:p>
            <a:pPr marL="285750" indent="-285750" algn="just">
              <a:lnSpc>
                <a:spcPct val="150000"/>
              </a:lnSpc>
              <a:buFont typeface="Arial" panose="020B0604020202020204" pitchFamily="34" charset="0"/>
              <a:buChar char="•"/>
            </a:pPr>
            <a:endParaRPr lang="es-MX" sz="1400" noProof="0">
              <a:solidFill>
                <a:schemeClr val="bg1"/>
              </a:solidFill>
            </a:endParaRPr>
          </a:p>
          <a:p>
            <a:pPr algn="just">
              <a:lnSpc>
                <a:spcPct val="200000"/>
              </a:lnSpc>
            </a:pPr>
            <a:endParaRPr lang="es-MX" sz="1400" noProof="0">
              <a:solidFill>
                <a:schemeClr val="bg1"/>
              </a:solidFill>
            </a:endParaRPr>
          </a:p>
        </p:txBody>
      </p:sp>
      <p:sp>
        <p:nvSpPr>
          <p:cNvPr id="9" name="Rectángulo: esquinas redondeadas 8">
            <a:extLst>
              <a:ext uri="{FF2B5EF4-FFF2-40B4-BE49-F238E27FC236}">
                <a16:creationId xmlns:a16="http://schemas.microsoft.com/office/drawing/2014/main" id="{EC4AC270-5335-1DF9-CB36-36D4481DF0DC}"/>
              </a:ext>
            </a:extLst>
          </p:cNvPr>
          <p:cNvSpPr/>
          <p:nvPr/>
        </p:nvSpPr>
        <p:spPr>
          <a:xfrm>
            <a:off x="1207550" y="1032387"/>
            <a:ext cx="2221450" cy="3583030"/>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0" name="Rectángulo 9">
            <a:extLst>
              <a:ext uri="{FF2B5EF4-FFF2-40B4-BE49-F238E27FC236}">
                <a16:creationId xmlns:a16="http://schemas.microsoft.com/office/drawing/2014/main" id="{E678A457-F8DC-2BDA-0090-C4C44D75A896}"/>
              </a:ext>
            </a:extLst>
          </p:cNvPr>
          <p:cNvSpPr/>
          <p:nvPr/>
        </p:nvSpPr>
        <p:spPr>
          <a:xfrm>
            <a:off x="3325762" y="1032387"/>
            <a:ext cx="103238" cy="3583030"/>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Rectángulo: esquinas redondeadas 21">
            <a:extLst>
              <a:ext uri="{FF2B5EF4-FFF2-40B4-BE49-F238E27FC236}">
                <a16:creationId xmlns:a16="http://schemas.microsoft.com/office/drawing/2014/main" id="{EB443206-3818-7688-5A9D-E97E49D9AF9B}"/>
              </a:ext>
            </a:extLst>
          </p:cNvPr>
          <p:cNvSpPr/>
          <p:nvPr/>
        </p:nvSpPr>
        <p:spPr>
          <a:xfrm>
            <a:off x="1785948" y="3575438"/>
            <a:ext cx="1049905" cy="831997"/>
          </a:xfrm>
          <a:prstGeom prst="roundRect">
            <a:avLst>
              <a:gd name="adj" fmla="val 4761"/>
            </a:avLst>
          </a:prstGeom>
          <a:solidFill>
            <a:schemeClr val="bg1"/>
          </a:solidFill>
          <a:ln w="9525" cap="rnd"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0" name="Gráfico 19" descr="Marca de verificación con relleno sólido">
            <a:extLst>
              <a:ext uri="{FF2B5EF4-FFF2-40B4-BE49-F238E27FC236}">
                <a16:creationId xmlns:a16="http://schemas.microsoft.com/office/drawing/2014/main" id="{C07BF564-FAA2-078B-75F9-129D58B547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8044" y="3611206"/>
            <a:ext cx="760459" cy="760459"/>
          </a:xfrm>
          <a:prstGeom prst="rect">
            <a:avLst/>
          </a:prstGeom>
          <a:effectLst>
            <a:outerShdw blurRad="50800" dist="38100" dir="2700000" algn="tl" rotWithShape="0">
              <a:prstClr val="black">
                <a:alpha val="40000"/>
              </a:prstClr>
            </a:outerShdw>
          </a:effectLst>
        </p:spPr>
      </p:pic>
      <p:sp>
        <p:nvSpPr>
          <p:cNvPr id="24" name="Rectángulo: esquinas redondeadas 23">
            <a:extLst>
              <a:ext uri="{FF2B5EF4-FFF2-40B4-BE49-F238E27FC236}">
                <a16:creationId xmlns:a16="http://schemas.microsoft.com/office/drawing/2014/main" id="{5162FCFA-ABD9-1617-FE13-BF73D730A4B3}"/>
              </a:ext>
            </a:extLst>
          </p:cNvPr>
          <p:cNvSpPr/>
          <p:nvPr/>
        </p:nvSpPr>
        <p:spPr>
          <a:xfrm>
            <a:off x="1757674" y="2407903"/>
            <a:ext cx="1049905" cy="831997"/>
          </a:xfrm>
          <a:prstGeom prst="roundRect">
            <a:avLst>
              <a:gd name="adj" fmla="val 4761"/>
            </a:avLst>
          </a:prstGeom>
          <a:solidFill>
            <a:schemeClr val="bg1"/>
          </a:solidFill>
          <a:ln w="9525" cap="rnd"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5" name="Rectángulo: esquinas redondeadas 24">
            <a:extLst>
              <a:ext uri="{FF2B5EF4-FFF2-40B4-BE49-F238E27FC236}">
                <a16:creationId xmlns:a16="http://schemas.microsoft.com/office/drawing/2014/main" id="{E7E0A80C-7C00-519C-A035-238655B0D414}"/>
              </a:ext>
            </a:extLst>
          </p:cNvPr>
          <p:cNvSpPr/>
          <p:nvPr/>
        </p:nvSpPr>
        <p:spPr>
          <a:xfrm>
            <a:off x="1757674" y="1242949"/>
            <a:ext cx="1049905" cy="831997"/>
          </a:xfrm>
          <a:prstGeom prst="roundRect">
            <a:avLst>
              <a:gd name="adj" fmla="val 4761"/>
            </a:avLst>
          </a:prstGeom>
          <a:solidFill>
            <a:schemeClr val="bg1"/>
          </a:solidFill>
          <a:ln w="9525" cap="rnd"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12" name="Gráfico 11" descr="Engranajes con relleno sólido">
            <a:extLst>
              <a:ext uri="{FF2B5EF4-FFF2-40B4-BE49-F238E27FC236}">
                <a16:creationId xmlns:a16="http://schemas.microsoft.com/office/drawing/2014/main" id="{E6396638-B74C-48E4-BF8E-17473F64BB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02461" y="2375880"/>
            <a:ext cx="896042" cy="896042"/>
          </a:xfrm>
          <a:prstGeom prst="rect">
            <a:avLst/>
          </a:prstGeom>
          <a:effectLst>
            <a:outerShdw blurRad="50800" dist="38100" dir="2700000" algn="tl" rotWithShape="0">
              <a:prstClr val="black">
                <a:alpha val="40000"/>
              </a:prstClr>
            </a:outerShdw>
          </a:effectLst>
        </p:spPr>
      </p:pic>
      <p:pic>
        <p:nvPicPr>
          <p:cNvPr id="18" name="Gráfico 17" descr="Lupa con relleno sólido">
            <a:extLst>
              <a:ext uri="{FF2B5EF4-FFF2-40B4-BE49-F238E27FC236}">
                <a16:creationId xmlns:a16="http://schemas.microsoft.com/office/drawing/2014/main" id="{0AE50983-F5B5-F9E8-A9BF-495BA7B7578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91713" y="1241741"/>
            <a:ext cx="789231" cy="789231"/>
          </a:xfrm>
          <a:prstGeom prst="rect">
            <a:avLst/>
          </a:prstGeom>
          <a:effectLst>
            <a:outerShdw blurRad="50800" dist="38100" dir="2700000" algn="tl" rotWithShape="0">
              <a:prstClr val="black">
                <a:alpha val="40000"/>
              </a:prstClr>
            </a:outerShdw>
          </a:effectLst>
        </p:spPr>
      </p:pic>
      <p:sp>
        <p:nvSpPr>
          <p:cNvPr id="26" name="Rectángulo 25">
            <a:extLst>
              <a:ext uri="{FF2B5EF4-FFF2-40B4-BE49-F238E27FC236}">
                <a16:creationId xmlns:a16="http://schemas.microsoft.com/office/drawing/2014/main" id="{8DB56E82-5EB7-98A6-C62F-BE0D428C34AE}"/>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1339074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F03A0-C424-A517-AFB1-39B6268A58D6}"/>
            </a:ext>
          </a:extLst>
        </p:cNvPr>
        <p:cNvGrpSpPr/>
        <p:nvPr/>
      </p:nvGrpSpPr>
      <p:grpSpPr>
        <a:xfrm>
          <a:off x="0" y="0"/>
          <a:ext cx="0" cy="0"/>
          <a:chOff x="0" y="0"/>
          <a:chExt cx="0" cy="0"/>
        </a:xfrm>
      </p:grpSpPr>
      <p:pic>
        <p:nvPicPr>
          <p:cNvPr id="8" name="Gráfico 7" descr="Hombre trabajador de la construcción con relleno sólido">
            <a:extLst>
              <a:ext uri="{FF2B5EF4-FFF2-40B4-BE49-F238E27FC236}">
                <a16:creationId xmlns:a16="http://schemas.microsoft.com/office/drawing/2014/main" id="{50A2B507-4557-C8DC-8F32-550F11F245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9968" y="1826185"/>
            <a:ext cx="914400" cy="914400"/>
          </a:xfrm>
          <a:prstGeom prst="rect">
            <a:avLst/>
          </a:prstGeom>
        </p:spPr>
      </p:pic>
      <p:sp>
        <p:nvSpPr>
          <p:cNvPr id="2" name="Title 1">
            <a:extLst>
              <a:ext uri="{FF2B5EF4-FFF2-40B4-BE49-F238E27FC236}">
                <a16:creationId xmlns:a16="http://schemas.microsoft.com/office/drawing/2014/main" id="{BC62F554-404B-F90F-919E-F98AC0BB6D95}"/>
              </a:ext>
            </a:extLst>
          </p:cNvPr>
          <p:cNvSpPr>
            <a:spLocks noGrp="1"/>
          </p:cNvSpPr>
          <p:nvPr>
            <p:ph type="title"/>
          </p:nvPr>
        </p:nvSpPr>
        <p:spPr>
          <a:xfrm>
            <a:off x="330993" y="313420"/>
            <a:ext cx="8482014" cy="307777"/>
          </a:xfrm>
        </p:spPr>
        <p:txBody>
          <a:bodyPr/>
          <a:lstStyle/>
          <a:p>
            <a:pPr algn="ctr"/>
            <a:r>
              <a:rPr lang="es-MX" noProof="0"/>
              <a:t>Countermeasure Pilot Test</a:t>
            </a:r>
          </a:p>
        </p:txBody>
      </p:sp>
      <p:sp>
        <p:nvSpPr>
          <p:cNvPr id="3" name="CuadroTexto 7">
            <a:extLst>
              <a:ext uri="{FF2B5EF4-FFF2-40B4-BE49-F238E27FC236}">
                <a16:creationId xmlns:a16="http://schemas.microsoft.com/office/drawing/2014/main" id="{7F3AA310-5394-524B-D33C-40A6346FE6C4}"/>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Steps to Carry It Out</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47AA64D0-2EF6-08D5-8276-AE78B28E31AE}"/>
              </a:ext>
            </a:extLst>
          </p:cNvPr>
          <p:cNvPicPr>
            <a:picLocks noChangeAspect="1"/>
          </p:cNvPicPr>
          <p:nvPr/>
        </p:nvPicPr>
        <p:blipFill>
          <a:blip r:embed="rId3"/>
          <a:stretch>
            <a:fillRect/>
          </a:stretch>
        </p:blipFill>
        <p:spPr>
          <a:xfrm>
            <a:off x="8661417" y="109943"/>
            <a:ext cx="466952" cy="466952"/>
          </a:xfrm>
          <a:prstGeom prst="rect">
            <a:avLst/>
          </a:prstGeom>
        </p:spPr>
      </p:pic>
      <p:sp>
        <p:nvSpPr>
          <p:cNvPr id="4" name="Elipse 3">
            <a:extLst>
              <a:ext uri="{FF2B5EF4-FFF2-40B4-BE49-F238E27FC236}">
                <a16:creationId xmlns:a16="http://schemas.microsoft.com/office/drawing/2014/main" id="{0260CE0A-F01D-F4BA-7264-0E3EC202B9AC}"/>
              </a:ext>
            </a:extLst>
          </p:cNvPr>
          <p:cNvSpPr/>
          <p:nvPr/>
        </p:nvSpPr>
        <p:spPr>
          <a:xfrm>
            <a:off x="457943" y="1185234"/>
            <a:ext cx="459582" cy="438150"/>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1</a:t>
            </a:r>
          </a:p>
        </p:txBody>
      </p:sp>
      <p:sp>
        <p:nvSpPr>
          <p:cNvPr id="6" name="Title 1">
            <a:extLst>
              <a:ext uri="{FF2B5EF4-FFF2-40B4-BE49-F238E27FC236}">
                <a16:creationId xmlns:a16="http://schemas.microsoft.com/office/drawing/2014/main" id="{83A13E23-5827-EBD8-1D35-E010EEAC2EB1}"/>
              </a:ext>
            </a:extLst>
          </p:cNvPr>
          <p:cNvSpPr txBox="1">
            <a:spLocks/>
          </p:cNvSpPr>
          <p:nvPr/>
        </p:nvSpPr>
        <p:spPr>
          <a:xfrm>
            <a:off x="1066799" y="1281198"/>
            <a:ext cx="2695575"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noProof="0"/>
              <a:t>Plan the pilot test</a:t>
            </a:r>
          </a:p>
        </p:txBody>
      </p:sp>
      <p:pic>
        <p:nvPicPr>
          <p:cNvPr id="16" name="Gráfico 15" descr="Hombre trabajador de la construcción con relleno sólido">
            <a:extLst>
              <a:ext uri="{FF2B5EF4-FFF2-40B4-BE49-F238E27FC236}">
                <a16:creationId xmlns:a16="http://schemas.microsoft.com/office/drawing/2014/main" id="{DE981EFC-5220-7F4E-207B-49CD8917EC8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049" y="1826185"/>
            <a:ext cx="914400" cy="914400"/>
          </a:xfrm>
          <a:prstGeom prst="rect">
            <a:avLst/>
          </a:prstGeom>
        </p:spPr>
      </p:pic>
      <p:pic>
        <p:nvPicPr>
          <p:cNvPr id="21" name="Gráfico 20" descr="Velocímetro en el medio con relleno sólido">
            <a:extLst>
              <a:ext uri="{FF2B5EF4-FFF2-40B4-BE49-F238E27FC236}">
                <a16:creationId xmlns:a16="http://schemas.microsoft.com/office/drawing/2014/main" id="{FC20B008-2709-4809-0EF0-61D673097B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7298" y="2657829"/>
            <a:ext cx="914400" cy="914400"/>
          </a:xfrm>
          <a:prstGeom prst="rect">
            <a:avLst/>
          </a:prstGeom>
        </p:spPr>
      </p:pic>
      <p:pic>
        <p:nvPicPr>
          <p:cNvPr id="26" name="Gráfico 25" descr="Calendario mensual con relleno sólido">
            <a:extLst>
              <a:ext uri="{FF2B5EF4-FFF2-40B4-BE49-F238E27FC236}">
                <a16:creationId xmlns:a16="http://schemas.microsoft.com/office/drawing/2014/main" id="{B9779114-A43C-713A-9C29-5BFAABEF9E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47150" y="3575905"/>
            <a:ext cx="760657" cy="760657"/>
          </a:xfrm>
          <a:prstGeom prst="rect">
            <a:avLst/>
          </a:prstGeom>
        </p:spPr>
      </p:pic>
      <p:pic>
        <p:nvPicPr>
          <p:cNvPr id="28" name="Gráfico 27" descr="Reloj con relleno sólido">
            <a:extLst>
              <a:ext uri="{FF2B5EF4-FFF2-40B4-BE49-F238E27FC236}">
                <a16:creationId xmlns:a16="http://schemas.microsoft.com/office/drawing/2014/main" id="{8E0D09A4-703B-C73F-EB01-44C8FF63FB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67074" y="3754908"/>
            <a:ext cx="771992" cy="771992"/>
          </a:xfrm>
          <a:prstGeom prst="rect">
            <a:avLst/>
          </a:prstGeom>
        </p:spPr>
      </p:pic>
      <p:sp>
        <p:nvSpPr>
          <p:cNvPr id="29" name="Title 1">
            <a:extLst>
              <a:ext uri="{FF2B5EF4-FFF2-40B4-BE49-F238E27FC236}">
                <a16:creationId xmlns:a16="http://schemas.microsoft.com/office/drawing/2014/main" id="{29210F39-19E1-8B6C-712A-629C2844A4FB}"/>
              </a:ext>
            </a:extLst>
          </p:cNvPr>
          <p:cNvSpPr txBox="1">
            <a:spLocks/>
          </p:cNvSpPr>
          <p:nvPr/>
        </p:nvSpPr>
        <p:spPr>
          <a:xfrm>
            <a:off x="2281525" y="2132055"/>
            <a:ext cx="4179113" cy="49244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Select the specific gang, tool, or team</a:t>
            </a:r>
          </a:p>
        </p:txBody>
      </p:sp>
      <p:pic>
        <p:nvPicPr>
          <p:cNvPr id="32" name="Gráfico 31" descr="Hombre trabajador de la construcción con relleno sólido">
            <a:extLst>
              <a:ext uri="{FF2B5EF4-FFF2-40B4-BE49-F238E27FC236}">
                <a16:creationId xmlns:a16="http://schemas.microsoft.com/office/drawing/2014/main" id="{E762B5FF-9936-DE39-9E6D-96CA29654B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61255" y="1826185"/>
            <a:ext cx="914400" cy="914400"/>
          </a:xfrm>
          <a:prstGeom prst="rect">
            <a:avLst/>
          </a:prstGeom>
        </p:spPr>
      </p:pic>
      <p:sp>
        <p:nvSpPr>
          <p:cNvPr id="33" name="Title 1">
            <a:extLst>
              <a:ext uri="{FF2B5EF4-FFF2-40B4-BE49-F238E27FC236}">
                <a16:creationId xmlns:a16="http://schemas.microsoft.com/office/drawing/2014/main" id="{B50BBAEC-5406-8918-96BA-0DE1A410797F}"/>
              </a:ext>
            </a:extLst>
          </p:cNvPr>
          <p:cNvSpPr txBox="1">
            <a:spLocks/>
          </p:cNvSpPr>
          <p:nvPr/>
        </p:nvSpPr>
        <p:spPr>
          <a:xfrm>
            <a:off x="3031698" y="2950774"/>
            <a:ext cx="4179113" cy="49244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Define the KPIs that will measure effectiveness</a:t>
            </a:r>
          </a:p>
        </p:txBody>
      </p:sp>
      <p:sp>
        <p:nvSpPr>
          <p:cNvPr id="34" name="Title 1">
            <a:extLst>
              <a:ext uri="{FF2B5EF4-FFF2-40B4-BE49-F238E27FC236}">
                <a16:creationId xmlns:a16="http://schemas.microsoft.com/office/drawing/2014/main" id="{BF4CCB4A-29B4-4650-025F-00FEC0EBB051}"/>
              </a:ext>
            </a:extLst>
          </p:cNvPr>
          <p:cNvSpPr txBox="1">
            <a:spLocks/>
          </p:cNvSpPr>
          <p:nvPr/>
        </p:nvSpPr>
        <p:spPr>
          <a:xfrm>
            <a:off x="4244974" y="3889325"/>
            <a:ext cx="3975118"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Set the duration of the test</a:t>
            </a:r>
          </a:p>
        </p:txBody>
      </p:sp>
      <p:sp>
        <p:nvSpPr>
          <p:cNvPr id="35" name="Title 1">
            <a:extLst>
              <a:ext uri="{FF2B5EF4-FFF2-40B4-BE49-F238E27FC236}">
                <a16:creationId xmlns:a16="http://schemas.microsoft.com/office/drawing/2014/main" id="{F6F3DFFA-CBE6-7041-5A9B-BBA6E8B07D06}"/>
              </a:ext>
            </a:extLst>
          </p:cNvPr>
          <p:cNvSpPr txBox="1">
            <a:spLocks/>
          </p:cNvSpPr>
          <p:nvPr/>
        </p:nvSpPr>
        <p:spPr>
          <a:xfrm>
            <a:off x="4987846" y="4626241"/>
            <a:ext cx="2425874"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Communication Plan</a:t>
            </a:r>
          </a:p>
        </p:txBody>
      </p:sp>
      <p:pic>
        <p:nvPicPr>
          <p:cNvPr id="36" name="Gráfico 35" descr="Micrófono de radiocomunicación con relleno sólido">
            <a:extLst>
              <a:ext uri="{FF2B5EF4-FFF2-40B4-BE49-F238E27FC236}">
                <a16:creationId xmlns:a16="http://schemas.microsoft.com/office/drawing/2014/main" id="{FA14AD5A-ACAB-CFB7-4532-3C8B9A9BB8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78689" y="4399638"/>
            <a:ext cx="609157" cy="609157"/>
          </a:xfrm>
          <a:prstGeom prst="rect">
            <a:avLst/>
          </a:prstGeom>
        </p:spPr>
      </p:pic>
      <p:sp>
        <p:nvSpPr>
          <p:cNvPr id="37" name="Rectángulo 36">
            <a:extLst>
              <a:ext uri="{FF2B5EF4-FFF2-40B4-BE49-F238E27FC236}">
                <a16:creationId xmlns:a16="http://schemas.microsoft.com/office/drawing/2014/main" id="{093AE4FD-63FF-5D71-E653-9B00472C2891}"/>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993746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4F425-7A68-8603-E59E-31FD7580E3A5}"/>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30DF96A5-100F-6303-89F3-D3EB29F0C64F}"/>
              </a:ext>
            </a:extLst>
          </p:cNvPr>
          <p:cNvPicPr>
            <a:picLocks noChangeAspect="1"/>
          </p:cNvPicPr>
          <p:nvPr/>
        </p:nvPicPr>
        <p:blipFill>
          <a:blip r:embed="rId2"/>
          <a:stretch>
            <a:fillRect/>
          </a:stretch>
        </p:blipFill>
        <p:spPr>
          <a:xfrm>
            <a:off x="8661417" y="109943"/>
            <a:ext cx="466952" cy="466952"/>
          </a:xfrm>
          <a:prstGeom prst="rect">
            <a:avLst/>
          </a:prstGeom>
        </p:spPr>
      </p:pic>
      <p:sp>
        <p:nvSpPr>
          <p:cNvPr id="8" name="Title 1">
            <a:extLst>
              <a:ext uri="{FF2B5EF4-FFF2-40B4-BE49-F238E27FC236}">
                <a16:creationId xmlns:a16="http://schemas.microsoft.com/office/drawing/2014/main" id="{122C94F3-14F1-3722-8BED-9790059FC2BD}"/>
              </a:ext>
            </a:extLst>
          </p:cNvPr>
          <p:cNvSpPr txBox="1">
            <a:spLocks/>
          </p:cNvSpPr>
          <p:nvPr/>
        </p:nvSpPr>
        <p:spPr>
          <a:xfrm>
            <a:off x="3086845" y="343419"/>
            <a:ext cx="2965623"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Communication Plan</a:t>
            </a:r>
          </a:p>
        </p:txBody>
      </p:sp>
      <p:sp>
        <p:nvSpPr>
          <p:cNvPr id="12" name="Rectángulo: esquinas redondeadas 11">
            <a:extLst>
              <a:ext uri="{FF2B5EF4-FFF2-40B4-BE49-F238E27FC236}">
                <a16:creationId xmlns:a16="http://schemas.microsoft.com/office/drawing/2014/main" id="{76991C27-C8B8-5328-D6BE-69F7B515B56F}"/>
              </a:ext>
            </a:extLst>
          </p:cNvPr>
          <p:cNvSpPr/>
          <p:nvPr/>
        </p:nvSpPr>
        <p:spPr>
          <a:xfrm>
            <a:off x="1432306" y="923642"/>
            <a:ext cx="5925610" cy="972818"/>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CuadroTexto 7">
            <a:extLst>
              <a:ext uri="{FF2B5EF4-FFF2-40B4-BE49-F238E27FC236}">
                <a16:creationId xmlns:a16="http://schemas.microsoft.com/office/drawing/2014/main" id="{FA514497-219C-21A9-6F25-403B348186AC}"/>
              </a:ext>
            </a:extLst>
          </p:cNvPr>
          <p:cNvSpPr txBox="1"/>
          <p:nvPr/>
        </p:nvSpPr>
        <p:spPr>
          <a:xfrm>
            <a:off x="1432306" y="1030455"/>
            <a:ext cx="5953877"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A structured strategy to inform, coordinate, and align everyone involved in implementing countermeasures. Its purpose is to ensure that everyone understands what will be done, why, how, and when, avoiding confusion and resistance to change.</a:t>
            </a:r>
          </a:p>
        </p:txBody>
      </p:sp>
      <p:sp>
        <p:nvSpPr>
          <p:cNvPr id="16" name="Rectángulo: esquinas redondeadas 15">
            <a:extLst>
              <a:ext uri="{FF2B5EF4-FFF2-40B4-BE49-F238E27FC236}">
                <a16:creationId xmlns:a16="http://schemas.microsoft.com/office/drawing/2014/main" id="{4288EDC6-B595-6344-3C41-EF5B82C73BC1}"/>
              </a:ext>
            </a:extLst>
          </p:cNvPr>
          <p:cNvSpPr/>
          <p:nvPr/>
        </p:nvSpPr>
        <p:spPr>
          <a:xfrm>
            <a:off x="3559257" y="2082232"/>
            <a:ext cx="1442278" cy="121047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7" name="CuadroTexto 7">
            <a:extLst>
              <a:ext uri="{FF2B5EF4-FFF2-40B4-BE49-F238E27FC236}">
                <a16:creationId xmlns:a16="http://schemas.microsoft.com/office/drawing/2014/main" id="{B80F8330-27F5-A540-4732-11BAE58FFAB6}"/>
              </a:ext>
            </a:extLst>
          </p:cNvPr>
          <p:cNvSpPr txBox="1"/>
          <p:nvPr/>
        </p:nvSpPr>
        <p:spPr>
          <a:xfrm>
            <a:off x="3503444" y="2728345"/>
            <a:ext cx="1553903" cy="55399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000" noProof="0">
                <a:solidFill>
                  <a:schemeClr val="bg1"/>
                </a:solidFill>
              </a:rPr>
              <a:t>Takes place before, during, and after implementation</a:t>
            </a:r>
          </a:p>
        </p:txBody>
      </p:sp>
      <p:sp>
        <p:nvSpPr>
          <p:cNvPr id="27" name="Rectángulo 26">
            <a:extLst>
              <a:ext uri="{FF2B5EF4-FFF2-40B4-BE49-F238E27FC236}">
                <a16:creationId xmlns:a16="http://schemas.microsoft.com/office/drawing/2014/main" id="{A3275476-78FA-7251-E030-F2A6A51C3574}"/>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
        <p:nvSpPr>
          <p:cNvPr id="37" name="CuadroTexto 7">
            <a:extLst>
              <a:ext uri="{FF2B5EF4-FFF2-40B4-BE49-F238E27FC236}">
                <a16:creationId xmlns:a16="http://schemas.microsoft.com/office/drawing/2014/main" id="{EFF4A72E-6493-DD29-ECDB-5343CC05733C}"/>
              </a:ext>
            </a:extLst>
          </p:cNvPr>
          <p:cNvSpPr txBox="1"/>
          <p:nvPr/>
        </p:nvSpPr>
        <p:spPr>
          <a:xfrm>
            <a:off x="2209167" y="57480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Communicate = Coordinate</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6" name="Gráfico 5" descr="Flechas de cheurón con relleno sólido">
            <a:extLst>
              <a:ext uri="{FF2B5EF4-FFF2-40B4-BE49-F238E27FC236}">
                <a16:creationId xmlns:a16="http://schemas.microsoft.com/office/drawing/2014/main" id="{988FB5E8-E73F-3C89-230E-D0E7953926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10418" y="2052901"/>
            <a:ext cx="769441" cy="769441"/>
          </a:xfrm>
          <a:prstGeom prst="rect">
            <a:avLst/>
          </a:prstGeom>
        </p:spPr>
      </p:pic>
      <p:sp>
        <p:nvSpPr>
          <p:cNvPr id="7" name="Rectángulo: esquinas redondeadas 6">
            <a:extLst>
              <a:ext uri="{FF2B5EF4-FFF2-40B4-BE49-F238E27FC236}">
                <a16:creationId xmlns:a16="http://schemas.microsoft.com/office/drawing/2014/main" id="{F2FB63C5-8441-3CCB-DDCB-5C1D894B302B}"/>
              </a:ext>
            </a:extLst>
          </p:cNvPr>
          <p:cNvSpPr/>
          <p:nvPr/>
        </p:nvSpPr>
        <p:spPr>
          <a:xfrm>
            <a:off x="1014857" y="3507808"/>
            <a:ext cx="1442278" cy="1378517"/>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9" name="Rectángulo: esquinas redondeadas 8">
            <a:extLst>
              <a:ext uri="{FF2B5EF4-FFF2-40B4-BE49-F238E27FC236}">
                <a16:creationId xmlns:a16="http://schemas.microsoft.com/office/drawing/2014/main" id="{FDD32382-F44C-AC4D-A7EB-29622E7E3669}"/>
              </a:ext>
            </a:extLst>
          </p:cNvPr>
          <p:cNvSpPr/>
          <p:nvPr/>
        </p:nvSpPr>
        <p:spPr>
          <a:xfrm>
            <a:off x="2684908" y="3507808"/>
            <a:ext cx="1442278" cy="134942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0" name="Rectángulo: esquinas redondeadas 9">
            <a:extLst>
              <a:ext uri="{FF2B5EF4-FFF2-40B4-BE49-F238E27FC236}">
                <a16:creationId xmlns:a16="http://schemas.microsoft.com/office/drawing/2014/main" id="{80331405-D35F-9011-2962-00ED00E694B0}"/>
              </a:ext>
            </a:extLst>
          </p:cNvPr>
          <p:cNvSpPr/>
          <p:nvPr/>
        </p:nvSpPr>
        <p:spPr>
          <a:xfrm>
            <a:off x="4361813" y="3507808"/>
            <a:ext cx="1442278" cy="134942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1" name="Rectángulo: esquinas redondeadas 10">
            <a:extLst>
              <a:ext uri="{FF2B5EF4-FFF2-40B4-BE49-F238E27FC236}">
                <a16:creationId xmlns:a16="http://schemas.microsoft.com/office/drawing/2014/main" id="{DBE5BDD3-8F2A-3D8E-86BC-D21F968C46AF}"/>
              </a:ext>
            </a:extLst>
          </p:cNvPr>
          <p:cNvSpPr/>
          <p:nvPr/>
        </p:nvSpPr>
        <p:spPr>
          <a:xfrm>
            <a:off x="6010254" y="3507808"/>
            <a:ext cx="1442278" cy="134942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3" name="CuadroTexto 7">
            <a:extLst>
              <a:ext uri="{FF2B5EF4-FFF2-40B4-BE49-F238E27FC236}">
                <a16:creationId xmlns:a16="http://schemas.microsoft.com/office/drawing/2014/main" id="{4F50DED3-F262-4CBD-D7A5-7B97D907DA9E}"/>
              </a:ext>
            </a:extLst>
          </p:cNvPr>
          <p:cNvSpPr txBox="1"/>
          <p:nvPr/>
        </p:nvSpPr>
        <p:spPr>
          <a:xfrm>
            <a:off x="1036467" y="4280150"/>
            <a:ext cx="1442278" cy="57708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050" noProof="0">
                <a:solidFill>
                  <a:schemeClr val="bg1"/>
                </a:solidFill>
              </a:rPr>
              <a:t>Build awareness of the upcoming change</a:t>
            </a:r>
          </a:p>
        </p:txBody>
      </p:sp>
      <p:sp>
        <p:nvSpPr>
          <p:cNvPr id="15" name="CuadroTexto 7">
            <a:extLst>
              <a:ext uri="{FF2B5EF4-FFF2-40B4-BE49-F238E27FC236}">
                <a16:creationId xmlns:a16="http://schemas.microsoft.com/office/drawing/2014/main" id="{225539B1-635B-AB79-98B1-89B3070550E1}"/>
              </a:ext>
            </a:extLst>
          </p:cNvPr>
          <p:cNvSpPr txBox="1"/>
          <p:nvPr/>
        </p:nvSpPr>
        <p:spPr>
          <a:xfrm>
            <a:off x="2737701" y="4353246"/>
            <a:ext cx="1376653"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Ensures sustainability</a:t>
            </a:r>
          </a:p>
        </p:txBody>
      </p:sp>
      <p:sp>
        <p:nvSpPr>
          <p:cNvPr id="18" name="CuadroTexto 7">
            <a:extLst>
              <a:ext uri="{FF2B5EF4-FFF2-40B4-BE49-F238E27FC236}">
                <a16:creationId xmlns:a16="http://schemas.microsoft.com/office/drawing/2014/main" id="{11270CB5-B904-C04B-C98E-E3F8E41AC98A}"/>
              </a:ext>
            </a:extLst>
          </p:cNvPr>
          <p:cNvSpPr txBox="1"/>
          <p:nvPr/>
        </p:nvSpPr>
        <p:spPr>
          <a:xfrm>
            <a:off x="4194376" y="4492419"/>
            <a:ext cx="1777151"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Share results</a:t>
            </a:r>
          </a:p>
        </p:txBody>
      </p:sp>
      <p:sp>
        <p:nvSpPr>
          <p:cNvPr id="21" name="CuadroTexto 7">
            <a:extLst>
              <a:ext uri="{FF2B5EF4-FFF2-40B4-BE49-F238E27FC236}">
                <a16:creationId xmlns:a16="http://schemas.microsoft.com/office/drawing/2014/main" id="{35A855B4-F8CF-00E6-9484-02009CB3AE36}"/>
              </a:ext>
            </a:extLst>
          </p:cNvPr>
          <p:cNvSpPr txBox="1"/>
          <p:nvPr/>
        </p:nvSpPr>
        <p:spPr>
          <a:xfrm>
            <a:off x="5842817" y="4489038"/>
            <a:ext cx="1777151"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Recognize achievements</a:t>
            </a:r>
          </a:p>
        </p:txBody>
      </p:sp>
      <p:pic>
        <p:nvPicPr>
          <p:cNvPr id="22" name="Gráfico 21" descr="Pared de ladrillo de edificio con relleno sólido">
            <a:extLst>
              <a:ext uri="{FF2B5EF4-FFF2-40B4-BE49-F238E27FC236}">
                <a16:creationId xmlns:a16="http://schemas.microsoft.com/office/drawing/2014/main" id="{78146F28-43CB-50A7-8912-800F153F14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52274" y="3522180"/>
            <a:ext cx="914400" cy="914400"/>
          </a:xfrm>
          <a:prstGeom prst="rect">
            <a:avLst/>
          </a:prstGeom>
        </p:spPr>
      </p:pic>
      <p:pic>
        <p:nvPicPr>
          <p:cNvPr id="28" name="Gráfico 27" descr="Presentación con gráfico circular con relleno sólido">
            <a:extLst>
              <a:ext uri="{FF2B5EF4-FFF2-40B4-BE49-F238E27FC236}">
                <a16:creationId xmlns:a16="http://schemas.microsoft.com/office/drawing/2014/main" id="{9C28CEF4-2B47-07CB-8A88-891F8EB7EE0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25751" y="3576329"/>
            <a:ext cx="914400" cy="914400"/>
          </a:xfrm>
          <a:prstGeom prst="rect">
            <a:avLst/>
          </a:prstGeom>
        </p:spPr>
      </p:pic>
      <p:pic>
        <p:nvPicPr>
          <p:cNvPr id="29" name="Gráfico 28" descr="Medalla con relleno sólido">
            <a:extLst>
              <a:ext uri="{FF2B5EF4-FFF2-40B4-BE49-F238E27FC236}">
                <a16:creationId xmlns:a16="http://schemas.microsoft.com/office/drawing/2014/main" id="{FF556D89-FEB6-E839-827D-C67CFE36CC2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32493" y="3655164"/>
            <a:ext cx="802505" cy="802505"/>
          </a:xfrm>
          <a:prstGeom prst="rect">
            <a:avLst/>
          </a:prstGeom>
        </p:spPr>
      </p:pic>
      <p:pic>
        <p:nvPicPr>
          <p:cNvPr id="33" name="Gráfico 32" descr="Cerebro izquierdo y derecho con relleno sólido">
            <a:extLst>
              <a:ext uri="{FF2B5EF4-FFF2-40B4-BE49-F238E27FC236}">
                <a16:creationId xmlns:a16="http://schemas.microsoft.com/office/drawing/2014/main" id="{8CBC8ADA-9258-3DE5-A11B-A387484B660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84085" y="3627469"/>
            <a:ext cx="703821" cy="703821"/>
          </a:xfrm>
          <a:prstGeom prst="rect">
            <a:avLst/>
          </a:prstGeom>
        </p:spPr>
      </p:pic>
    </p:spTree>
    <p:extLst>
      <p:ext uri="{BB962C8B-B14F-4D97-AF65-F5344CB8AC3E}">
        <p14:creationId xmlns:p14="http://schemas.microsoft.com/office/powerpoint/2010/main" val="64057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B8E15-C9F6-EDC9-BA61-2F703374D4A9}"/>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022EA96B-1DC2-4DD8-5B02-57A9EB865821}"/>
              </a:ext>
            </a:extLst>
          </p:cNvPr>
          <p:cNvPicPr>
            <a:picLocks noChangeAspect="1"/>
          </p:cNvPicPr>
          <p:nvPr/>
        </p:nvPicPr>
        <p:blipFill>
          <a:blip r:embed="rId2"/>
          <a:stretch>
            <a:fillRect/>
          </a:stretch>
        </p:blipFill>
        <p:spPr>
          <a:xfrm>
            <a:off x="8661417" y="109943"/>
            <a:ext cx="466952" cy="466952"/>
          </a:xfrm>
          <a:prstGeom prst="rect">
            <a:avLst/>
          </a:prstGeom>
        </p:spPr>
      </p:pic>
      <p:sp>
        <p:nvSpPr>
          <p:cNvPr id="8" name="Title 1">
            <a:extLst>
              <a:ext uri="{FF2B5EF4-FFF2-40B4-BE49-F238E27FC236}">
                <a16:creationId xmlns:a16="http://schemas.microsoft.com/office/drawing/2014/main" id="{5F329D17-96A0-177D-2876-13129C026501}"/>
              </a:ext>
            </a:extLst>
          </p:cNvPr>
          <p:cNvSpPr txBox="1">
            <a:spLocks/>
          </p:cNvSpPr>
          <p:nvPr/>
        </p:nvSpPr>
        <p:spPr>
          <a:xfrm>
            <a:off x="3086845" y="343419"/>
            <a:ext cx="2965623"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Communication Plan</a:t>
            </a:r>
          </a:p>
        </p:txBody>
      </p:sp>
      <p:sp>
        <p:nvSpPr>
          <p:cNvPr id="14" name="CuadroTexto 7">
            <a:extLst>
              <a:ext uri="{FF2B5EF4-FFF2-40B4-BE49-F238E27FC236}">
                <a16:creationId xmlns:a16="http://schemas.microsoft.com/office/drawing/2014/main" id="{C796D507-FCC6-8BA8-1A23-9C409D372BED}"/>
              </a:ext>
            </a:extLst>
          </p:cNvPr>
          <p:cNvSpPr txBox="1"/>
          <p:nvPr/>
        </p:nvSpPr>
        <p:spPr>
          <a:xfrm>
            <a:off x="1470714" y="1598166"/>
            <a:ext cx="5953877"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A structured strategy to inform, coordinate, and align everyone involved in implementing countermeasures. Its purpose is to ensure that everyone understands what will be done, why, how, and when, avoiding confusion and resistance to change.</a:t>
            </a:r>
          </a:p>
        </p:txBody>
      </p:sp>
      <p:sp>
        <p:nvSpPr>
          <p:cNvPr id="27" name="Rectángulo 26">
            <a:extLst>
              <a:ext uri="{FF2B5EF4-FFF2-40B4-BE49-F238E27FC236}">
                <a16:creationId xmlns:a16="http://schemas.microsoft.com/office/drawing/2014/main" id="{860C7B75-ACD9-C8C3-5B83-05B543842709}"/>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
        <p:nvSpPr>
          <p:cNvPr id="37" name="CuadroTexto 7">
            <a:extLst>
              <a:ext uri="{FF2B5EF4-FFF2-40B4-BE49-F238E27FC236}">
                <a16:creationId xmlns:a16="http://schemas.microsoft.com/office/drawing/2014/main" id="{44B3E0E2-FE51-30C8-7FDC-5A8E1CD72A63}"/>
              </a:ext>
            </a:extLst>
          </p:cNvPr>
          <p:cNvSpPr txBox="1"/>
          <p:nvPr/>
        </p:nvSpPr>
        <p:spPr>
          <a:xfrm>
            <a:off x="2209167" y="57480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Example</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2" name="Rectángulo 1">
            <a:extLst>
              <a:ext uri="{FF2B5EF4-FFF2-40B4-BE49-F238E27FC236}">
                <a16:creationId xmlns:a16="http://schemas.microsoft.com/office/drawing/2014/main" id="{E569F2B5-E237-8864-1804-B6EB1D1161F3}"/>
              </a:ext>
            </a:extLst>
          </p:cNvPr>
          <p:cNvSpPr/>
          <p:nvPr/>
        </p:nvSpPr>
        <p:spPr>
          <a:xfrm>
            <a:off x="431990" y="972305"/>
            <a:ext cx="8280019" cy="3596385"/>
          </a:xfrm>
          <a:prstGeom prst="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graphicFrame>
        <p:nvGraphicFramePr>
          <p:cNvPr id="3" name="Tabla 2">
            <a:extLst>
              <a:ext uri="{FF2B5EF4-FFF2-40B4-BE49-F238E27FC236}">
                <a16:creationId xmlns:a16="http://schemas.microsoft.com/office/drawing/2014/main" id="{98F2A922-B073-42EA-B1C3-4ABADF0F5218}"/>
              </a:ext>
            </a:extLst>
          </p:cNvPr>
          <p:cNvGraphicFramePr>
            <a:graphicFrameLocks noGrp="1"/>
          </p:cNvGraphicFramePr>
          <p:nvPr>
            <p:extLst>
              <p:ext uri="{D42A27DB-BD31-4B8C-83A1-F6EECF244321}">
                <p14:modId xmlns:p14="http://schemas.microsoft.com/office/powerpoint/2010/main" val="2060808045"/>
              </p:ext>
            </p:extLst>
          </p:nvPr>
        </p:nvGraphicFramePr>
        <p:xfrm>
          <a:off x="514349" y="1046604"/>
          <a:ext cx="8102604" cy="3430144"/>
        </p:xfrm>
        <a:graphic>
          <a:graphicData uri="http://schemas.openxmlformats.org/drawingml/2006/table">
            <a:tbl>
              <a:tblPr firstRow="1" bandRow="1">
                <a:tableStyleId>{5C22544A-7EE6-4342-B048-85BDC9FD1C3A}</a:tableStyleId>
              </a:tblPr>
              <a:tblGrid>
                <a:gridCol w="866776">
                  <a:extLst>
                    <a:ext uri="{9D8B030D-6E8A-4147-A177-3AD203B41FA5}">
                      <a16:colId xmlns:a16="http://schemas.microsoft.com/office/drawing/2014/main" val="904072833"/>
                    </a:ext>
                  </a:extLst>
                </a:gridCol>
                <a:gridCol w="1834092">
                  <a:extLst>
                    <a:ext uri="{9D8B030D-6E8A-4147-A177-3AD203B41FA5}">
                      <a16:colId xmlns:a16="http://schemas.microsoft.com/office/drawing/2014/main" val="2588125377"/>
                    </a:ext>
                  </a:extLst>
                </a:gridCol>
                <a:gridCol w="1604433">
                  <a:extLst>
                    <a:ext uri="{9D8B030D-6E8A-4147-A177-3AD203B41FA5}">
                      <a16:colId xmlns:a16="http://schemas.microsoft.com/office/drawing/2014/main" val="2549834250"/>
                    </a:ext>
                  </a:extLst>
                </a:gridCol>
                <a:gridCol w="1096435">
                  <a:extLst>
                    <a:ext uri="{9D8B030D-6E8A-4147-A177-3AD203B41FA5}">
                      <a16:colId xmlns:a16="http://schemas.microsoft.com/office/drawing/2014/main" val="3975955741"/>
                    </a:ext>
                  </a:extLst>
                </a:gridCol>
                <a:gridCol w="1350434">
                  <a:extLst>
                    <a:ext uri="{9D8B030D-6E8A-4147-A177-3AD203B41FA5}">
                      <a16:colId xmlns:a16="http://schemas.microsoft.com/office/drawing/2014/main" val="2667006077"/>
                    </a:ext>
                  </a:extLst>
                </a:gridCol>
                <a:gridCol w="1350434">
                  <a:extLst>
                    <a:ext uri="{9D8B030D-6E8A-4147-A177-3AD203B41FA5}">
                      <a16:colId xmlns:a16="http://schemas.microsoft.com/office/drawing/2014/main" val="3290517147"/>
                    </a:ext>
                  </a:extLst>
                </a:gridCol>
              </a:tblGrid>
              <a:tr h="531431">
                <a:tc>
                  <a:txBody>
                    <a:bodyPr/>
                    <a:lstStyle/>
                    <a:p>
                      <a:r>
                        <a:rPr lang="es-MX" noProof="0"/>
                        <a:t>Etapa</a:t>
                      </a:r>
                    </a:p>
                  </a:txBody>
                  <a:tcPr>
                    <a:solidFill>
                      <a:schemeClr val="accent4">
                        <a:lumMod val="75000"/>
                      </a:schemeClr>
                    </a:solidFill>
                  </a:tcPr>
                </a:tc>
                <a:tc>
                  <a:txBody>
                    <a:bodyPr/>
                    <a:lstStyle/>
                    <a:p>
                      <a:r>
                        <a:rPr lang="es-MX" noProof="0"/>
                        <a:t>Objetivo</a:t>
                      </a:r>
                    </a:p>
                  </a:txBody>
                  <a:tcPr>
                    <a:solidFill>
                      <a:schemeClr val="accent4">
                        <a:lumMod val="75000"/>
                      </a:schemeClr>
                    </a:solidFill>
                  </a:tcPr>
                </a:tc>
                <a:tc>
                  <a:txBody>
                    <a:bodyPr/>
                    <a:lstStyle/>
                    <a:p>
                      <a:r>
                        <a:rPr lang="es-MX" noProof="0"/>
                        <a:t>Canal </a:t>
                      </a:r>
                    </a:p>
                  </a:txBody>
                  <a:tcPr>
                    <a:solidFill>
                      <a:schemeClr val="accent4">
                        <a:lumMod val="75000"/>
                      </a:schemeClr>
                    </a:solidFill>
                  </a:tcPr>
                </a:tc>
                <a:tc>
                  <a:txBody>
                    <a:bodyPr/>
                    <a:lstStyle/>
                    <a:p>
                      <a:r>
                        <a:rPr lang="es-MX" noProof="0"/>
                        <a:t>Frecuencia </a:t>
                      </a:r>
                    </a:p>
                  </a:txBody>
                  <a:tcPr>
                    <a:solidFill>
                      <a:schemeClr val="accent4">
                        <a:lumMod val="75000"/>
                      </a:schemeClr>
                    </a:solidFill>
                  </a:tcPr>
                </a:tc>
                <a:tc>
                  <a:txBody>
                    <a:bodyPr/>
                    <a:lstStyle/>
                    <a:p>
                      <a:r>
                        <a:rPr lang="es-MX" noProof="0"/>
                        <a:t>Responsable</a:t>
                      </a:r>
                    </a:p>
                  </a:txBody>
                  <a:tcPr>
                    <a:solidFill>
                      <a:schemeClr val="accent4">
                        <a:lumMod val="75000"/>
                      </a:schemeClr>
                    </a:solidFill>
                  </a:tcPr>
                </a:tc>
                <a:tc>
                  <a:txBody>
                    <a:bodyPr/>
                    <a:lstStyle/>
                    <a:p>
                      <a:r>
                        <a:rPr lang="es-MX" noProof="0"/>
                        <a:t>Contenido Clave</a:t>
                      </a:r>
                    </a:p>
                  </a:txBody>
                  <a:tcPr>
                    <a:solidFill>
                      <a:schemeClr val="accent4">
                        <a:lumMod val="75000"/>
                      </a:schemeClr>
                    </a:solidFill>
                  </a:tcPr>
                </a:tc>
                <a:extLst>
                  <a:ext uri="{0D108BD9-81ED-4DB2-BD59-A6C34878D82A}">
                    <a16:rowId xmlns:a16="http://schemas.microsoft.com/office/drawing/2014/main" val="1134505348"/>
                  </a:ext>
                </a:extLst>
              </a:tr>
              <a:tr h="1401045">
                <a:tc>
                  <a:txBody>
                    <a:bodyPr/>
                    <a:lstStyle/>
                    <a:p>
                      <a:r>
                        <a:rPr lang="es-MX" noProof="0">
                          <a:solidFill>
                            <a:schemeClr val="bg1"/>
                          </a:solidFill>
                        </a:rPr>
                        <a:t>Antes</a:t>
                      </a:r>
                    </a:p>
                  </a:txBody>
                  <a:tcPr>
                    <a:noFill/>
                  </a:tcPr>
                </a:tc>
                <a:tc>
                  <a:txBody>
                    <a:bodyPr/>
                    <a:lstStyle/>
                    <a:p>
                      <a:r>
                        <a:rPr lang="es-MX" noProof="0">
                          <a:solidFill>
                            <a:schemeClr val="bg1"/>
                          </a:solidFill>
                        </a:rPr>
                        <a:t>Informar propósito, beneficios y preparar a las personas para el cambio</a:t>
                      </a:r>
                    </a:p>
                  </a:txBody>
                  <a:tcPr>
                    <a:noFill/>
                  </a:tcPr>
                </a:tc>
                <a:tc>
                  <a:txBody>
                    <a:bodyPr/>
                    <a:lstStyle/>
                    <a:p>
                      <a:r>
                        <a:rPr lang="es-MX" noProof="0">
                          <a:solidFill>
                            <a:schemeClr val="bg1"/>
                          </a:solidFill>
                        </a:rPr>
                        <a:t>Reunión inicial / correo electrónico</a:t>
                      </a:r>
                    </a:p>
                  </a:txBody>
                  <a:tcPr>
                    <a:noFill/>
                  </a:tcPr>
                </a:tc>
                <a:tc>
                  <a:txBody>
                    <a:bodyPr/>
                    <a:lstStyle/>
                    <a:p>
                      <a:r>
                        <a:rPr lang="es-MX" noProof="0">
                          <a:solidFill>
                            <a:schemeClr val="bg1"/>
                          </a:solidFill>
                        </a:rPr>
                        <a:t>Una vez</a:t>
                      </a:r>
                    </a:p>
                  </a:txBody>
                  <a:tcPr>
                    <a:noFill/>
                  </a:tcPr>
                </a:tc>
                <a:tc>
                  <a:txBody>
                    <a:bodyPr/>
                    <a:lstStyle/>
                    <a:p>
                      <a:r>
                        <a:rPr lang="es-MX" noProof="0">
                          <a:solidFill>
                            <a:schemeClr val="bg1"/>
                          </a:solidFill>
                        </a:rPr>
                        <a:t>Líder de contramedida</a:t>
                      </a:r>
                    </a:p>
                  </a:txBody>
                  <a:tcPr>
                    <a:noFill/>
                  </a:tcPr>
                </a:tc>
                <a:tc>
                  <a:txBody>
                    <a:bodyPr/>
                    <a:lstStyle/>
                    <a:p>
                      <a:r>
                        <a:rPr lang="es-MX" noProof="0">
                          <a:solidFill>
                            <a:schemeClr val="bg1"/>
                          </a:solidFill>
                        </a:rPr>
                        <a:t>Objetivo, alcance, roles, cronograma</a:t>
                      </a:r>
                    </a:p>
                  </a:txBody>
                  <a:tcPr>
                    <a:noFill/>
                  </a:tcPr>
                </a:tc>
                <a:extLst>
                  <a:ext uri="{0D108BD9-81ED-4DB2-BD59-A6C34878D82A}">
                    <a16:rowId xmlns:a16="http://schemas.microsoft.com/office/drawing/2014/main" val="1804384757"/>
                  </a:ext>
                </a:extLst>
              </a:tr>
              <a:tr h="748834">
                <a:tc>
                  <a:txBody>
                    <a:bodyPr/>
                    <a:lstStyle/>
                    <a:p>
                      <a:r>
                        <a:rPr lang="es-MX" noProof="0">
                          <a:solidFill>
                            <a:schemeClr val="bg1"/>
                          </a:solidFill>
                        </a:rPr>
                        <a:t>Durante</a:t>
                      </a:r>
                    </a:p>
                  </a:txBody>
                  <a:tcPr>
                    <a:noFill/>
                  </a:tcPr>
                </a:tc>
                <a:tc>
                  <a:txBody>
                    <a:bodyPr/>
                    <a:lstStyle/>
                    <a:p>
                      <a:r>
                        <a:rPr lang="es-MX" noProof="0">
                          <a:solidFill>
                            <a:schemeClr val="bg1"/>
                          </a:solidFill>
                        </a:rPr>
                        <a:t>Monitorear avances y resolver dudas</a:t>
                      </a:r>
                    </a:p>
                  </a:txBody>
                  <a:tcPr>
                    <a:noFill/>
                  </a:tcPr>
                </a:tc>
                <a:tc>
                  <a:txBody>
                    <a:bodyPr/>
                    <a:lstStyle/>
                    <a:p>
                      <a:r>
                        <a:rPr lang="es-MX" noProof="0">
                          <a:solidFill>
                            <a:schemeClr val="bg1"/>
                          </a:solidFill>
                        </a:rPr>
                        <a:t>Reunión semanal / pizarra</a:t>
                      </a:r>
                    </a:p>
                  </a:txBody>
                  <a:tcPr>
                    <a:noFill/>
                  </a:tcPr>
                </a:tc>
                <a:tc>
                  <a:txBody>
                    <a:bodyPr/>
                    <a:lstStyle/>
                    <a:p>
                      <a:r>
                        <a:rPr lang="es-MX" noProof="0">
                          <a:solidFill>
                            <a:schemeClr val="bg1"/>
                          </a:solidFill>
                        </a:rPr>
                        <a:t>Semanal </a:t>
                      </a:r>
                    </a:p>
                  </a:txBody>
                  <a:tcPr>
                    <a:noFill/>
                  </a:tcPr>
                </a:tc>
                <a:tc>
                  <a:txBody>
                    <a:bodyPr/>
                    <a:lstStyle/>
                    <a:p>
                      <a:r>
                        <a:rPr lang="es-MX" noProof="0">
                          <a:solidFill>
                            <a:schemeClr val="bg1"/>
                          </a:solidFill>
                        </a:rPr>
                        <a:t>Supervisor</a:t>
                      </a:r>
                    </a:p>
                  </a:txBody>
                  <a:tcPr>
                    <a:noFill/>
                  </a:tcPr>
                </a:tc>
                <a:tc>
                  <a:txBody>
                    <a:bodyPr/>
                    <a:lstStyle/>
                    <a:p>
                      <a:r>
                        <a:rPr lang="es-MX" noProof="0">
                          <a:solidFill>
                            <a:schemeClr val="bg1"/>
                          </a:solidFill>
                        </a:rPr>
                        <a:t>Alertas</a:t>
                      </a:r>
                    </a:p>
                  </a:txBody>
                  <a:tcPr>
                    <a:noFill/>
                  </a:tcPr>
                </a:tc>
                <a:extLst>
                  <a:ext uri="{0D108BD9-81ED-4DB2-BD59-A6C34878D82A}">
                    <a16:rowId xmlns:a16="http://schemas.microsoft.com/office/drawing/2014/main" val="1593084771"/>
                  </a:ext>
                </a:extLst>
              </a:tr>
              <a:tr h="748834">
                <a:tc>
                  <a:txBody>
                    <a:bodyPr/>
                    <a:lstStyle/>
                    <a:p>
                      <a:r>
                        <a:rPr lang="es-MX" noProof="0">
                          <a:solidFill>
                            <a:schemeClr val="bg1"/>
                          </a:solidFill>
                        </a:rPr>
                        <a:t>Después</a:t>
                      </a:r>
                    </a:p>
                  </a:txBody>
                  <a:tcPr>
                    <a:noFill/>
                  </a:tcPr>
                </a:tc>
                <a:tc>
                  <a:txBody>
                    <a:bodyPr/>
                    <a:lstStyle/>
                    <a:p>
                      <a:r>
                        <a:rPr lang="es-MX" noProof="0">
                          <a:solidFill>
                            <a:schemeClr val="bg1"/>
                          </a:solidFill>
                        </a:rPr>
                        <a:t>Compartir resultados</a:t>
                      </a:r>
                    </a:p>
                  </a:txBody>
                  <a:tcPr>
                    <a:noFill/>
                  </a:tcPr>
                </a:tc>
                <a:tc>
                  <a:txBody>
                    <a:bodyPr/>
                    <a:lstStyle/>
                    <a:p>
                      <a:r>
                        <a:rPr lang="es-MX" noProof="0">
                          <a:solidFill>
                            <a:schemeClr val="bg1"/>
                          </a:solidFill>
                        </a:rPr>
                        <a:t>Reunión mensual / reporte</a:t>
                      </a:r>
                    </a:p>
                  </a:txBody>
                  <a:tcPr>
                    <a:noFill/>
                  </a:tcPr>
                </a:tc>
                <a:tc>
                  <a:txBody>
                    <a:bodyPr/>
                    <a:lstStyle/>
                    <a:p>
                      <a:r>
                        <a:rPr lang="es-MX" noProof="0">
                          <a:solidFill>
                            <a:schemeClr val="bg1"/>
                          </a:solidFill>
                        </a:rPr>
                        <a:t>Mensual </a:t>
                      </a:r>
                    </a:p>
                  </a:txBody>
                  <a:tcPr>
                    <a:noFill/>
                  </a:tcPr>
                </a:tc>
                <a:tc>
                  <a:txBody>
                    <a:bodyPr/>
                    <a:lstStyle/>
                    <a:p>
                      <a:r>
                        <a:rPr lang="es-MX" noProof="0">
                          <a:solidFill>
                            <a:schemeClr val="bg1"/>
                          </a:solidFill>
                        </a:rPr>
                        <a:t>Gerente </a:t>
                      </a:r>
                    </a:p>
                  </a:txBody>
                  <a:tcPr>
                    <a:noFill/>
                  </a:tcPr>
                </a:tc>
                <a:tc>
                  <a:txBody>
                    <a:bodyPr/>
                    <a:lstStyle/>
                    <a:p>
                      <a:r>
                        <a:rPr lang="es-MX" noProof="0" err="1">
                          <a:solidFill>
                            <a:schemeClr val="bg1"/>
                          </a:solidFill>
                        </a:rPr>
                        <a:t>KPIs</a:t>
                      </a:r>
                      <a:r>
                        <a:rPr lang="es-MX" noProof="0">
                          <a:solidFill>
                            <a:schemeClr val="bg1"/>
                          </a:solidFill>
                        </a:rPr>
                        <a:t> logrados, lecciones, próximo pasos</a:t>
                      </a:r>
                    </a:p>
                  </a:txBody>
                  <a:tcPr>
                    <a:noFill/>
                  </a:tcPr>
                </a:tc>
                <a:extLst>
                  <a:ext uri="{0D108BD9-81ED-4DB2-BD59-A6C34878D82A}">
                    <a16:rowId xmlns:a16="http://schemas.microsoft.com/office/drawing/2014/main" val="3240981608"/>
                  </a:ext>
                </a:extLst>
              </a:tr>
            </a:tbl>
          </a:graphicData>
        </a:graphic>
      </p:graphicFrame>
    </p:spTree>
    <p:extLst>
      <p:ext uri="{BB962C8B-B14F-4D97-AF65-F5344CB8AC3E}">
        <p14:creationId xmlns:p14="http://schemas.microsoft.com/office/powerpoint/2010/main" val="3110757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ED7CD-8E41-5956-D362-5F21252C8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6A761-E943-5D72-43BF-C1EC695101E8}"/>
              </a:ext>
            </a:extLst>
          </p:cNvPr>
          <p:cNvSpPr>
            <a:spLocks noGrp="1"/>
          </p:cNvSpPr>
          <p:nvPr>
            <p:ph type="title"/>
          </p:nvPr>
        </p:nvSpPr>
        <p:spPr>
          <a:xfrm>
            <a:off x="330993" y="313420"/>
            <a:ext cx="8482014" cy="307777"/>
          </a:xfrm>
        </p:spPr>
        <p:txBody>
          <a:bodyPr/>
          <a:lstStyle/>
          <a:p>
            <a:pPr algn="ctr"/>
            <a:r>
              <a:rPr lang="es-MX" noProof="0"/>
              <a:t>Countermeasure Pilot Test</a:t>
            </a:r>
          </a:p>
        </p:txBody>
      </p:sp>
      <p:sp>
        <p:nvSpPr>
          <p:cNvPr id="3" name="CuadroTexto 7">
            <a:extLst>
              <a:ext uri="{FF2B5EF4-FFF2-40B4-BE49-F238E27FC236}">
                <a16:creationId xmlns:a16="http://schemas.microsoft.com/office/drawing/2014/main" id="{46861593-F4CA-79B3-0504-B4416304C1D8}"/>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Steps to Carry It Out</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30E76DC2-140C-0F43-A678-B6365EB35F7E}"/>
              </a:ext>
            </a:extLst>
          </p:cNvPr>
          <p:cNvPicPr>
            <a:picLocks noChangeAspect="1"/>
          </p:cNvPicPr>
          <p:nvPr/>
        </p:nvPicPr>
        <p:blipFill>
          <a:blip r:embed="rId2"/>
          <a:stretch>
            <a:fillRect/>
          </a:stretch>
        </p:blipFill>
        <p:spPr>
          <a:xfrm>
            <a:off x="8661417" y="109943"/>
            <a:ext cx="466952" cy="466952"/>
          </a:xfrm>
          <a:prstGeom prst="rect">
            <a:avLst/>
          </a:prstGeom>
        </p:spPr>
      </p:pic>
      <p:sp>
        <p:nvSpPr>
          <p:cNvPr id="4" name="Elipse 3">
            <a:extLst>
              <a:ext uri="{FF2B5EF4-FFF2-40B4-BE49-F238E27FC236}">
                <a16:creationId xmlns:a16="http://schemas.microsoft.com/office/drawing/2014/main" id="{A9E104CD-6513-8EE6-D63C-5B2A931E3AA5}"/>
              </a:ext>
            </a:extLst>
          </p:cNvPr>
          <p:cNvSpPr/>
          <p:nvPr/>
        </p:nvSpPr>
        <p:spPr>
          <a:xfrm>
            <a:off x="457943" y="1185234"/>
            <a:ext cx="459582" cy="438150"/>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2</a:t>
            </a:r>
          </a:p>
        </p:txBody>
      </p:sp>
      <p:sp>
        <p:nvSpPr>
          <p:cNvPr id="6" name="Title 1">
            <a:extLst>
              <a:ext uri="{FF2B5EF4-FFF2-40B4-BE49-F238E27FC236}">
                <a16:creationId xmlns:a16="http://schemas.microsoft.com/office/drawing/2014/main" id="{F80053E1-E487-4BCE-92D3-A8B13C82BF4C}"/>
              </a:ext>
            </a:extLst>
          </p:cNvPr>
          <p:cNvSpPr txBox="1">
            <a:spLocks/>
          </p:cNvSpPr>
          <p:nvPr/>
        </p:nvSpPr>
        <p:spPr>
          <a:xfrm>
            <a:off x="1066799" y="1281198"/>
            <a:ext cx="302655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noProof="0"/>
              <a:t>Monitor implementation</a:t>
            </a:r>
          </a:p>
        </p:txBody>
      </p:sp>
      <p:sp>
        <p:nvSpPr>
          <p:cNvPr id="29" name="Title 1">
            <a:extLst>
              <a:ext uri="{FF2B5EF4-FFF2-40B4-BE49-F238E27FC236}">
                <a16:creationId xmlns:a16="http://schemas.microsoft.com/office/drawing/2014/main" id="{EC0F5AD8-F3D4-C6ED-7A10-B8540DD3447C}"/>
              </a:ext>
            </a:extLst>
          </p:cNvPr>
          <p:cNvSpPr txBox="1">
            <a:spLocks/>
          </p:cNvSpPr>
          <p:nvPr/>
        </p:nvSpPr>
        <p:spPr>
          <a:xfrm>
            <a:off x="2002404" y="2204449"/>
            <a:ext cx="4105236" cy="49244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Conduct Gemba walks to stay informed about implementation</a:t>
            </a:r>
          </a:p>
        </p:txBody>
      </p:sp>
      <p:sp>
        <p:nvSpPr>
          <p:cNvPr id="33" name="Title 1">
            <a:extLst>
              <a:ext uri="{FF2B5EF4-FFF2-40B4-BE49-F238E27FC236}">
                <a16:creationId xmlns:a16="http://schemas.microsoft.com/office/drawing/2014/main" id="{1DA65D92-914A-1455-CB32-068EBAEB94E2}"/>
              </a:ext>
            </a:extLst>
          </p:cNvPr>
          <p:cNvSpPr txBox="1">
            <a:spLocks/>
          </p:cNvSpPr>
          <p:nvPr/>
        </p:nvSpPr>
        <p:spPr>
          <a:xfrm>
            <a:off x="3433712" y="3050786"/>
            <a:ext cx="3902378" cy="49244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Record and identify any obstacles encountered</a:t>
            </a:r>
          </a:p>
        </p:txBody>
      </p:sp>
      <p:sp>
        <p:nvSpPr>
          <p:cNvPr id="7" name="Title 1">
            <a:extLst>
              <a:ext uri="{FF2B5EF4-FFF2-40B4-BE49-F238E27FC236}">
                <a16:creationId xmlns:a16="http://schemas.microsoft.com/office/drawing/2014/main" id="{D4D9605E-3250-8B1C-EDCB-3B567ADAADBB}"/>
              </a:ext>
            </a:extLst>
          </p:cNvPr>
          <p:cNvSpPr txBox="1">
            <a:spLocks/>
          </p:cNvSpPr>
          <p:nvPr/>
        </p:nvSpPr>
        <p:spPr>
          <a:xfrm>
            <a:off x="4461509" y="4033923"/>
            <a:ext cx="4257042" cy="49244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Adjust the pilot test to mitigate those obstacles</a:t>
            </a:r>
          </a:p>
        </p:txBody>
      </p:sp>
      <p:pic>
        <p:nvPicPr>
          <p:cNvPr id="10" name="Gráfico 9" descr="Pasos de baile con relleno sólido">
            <a:extLst>
              <a:ext uri="{FF2B5EF4-FFF2-40B4-BE49-F238E27FC236}">
                <a16:creationId xmlns:a16="http://schemas.microsoft.com/office/drawing/2014/main" id="{488CC1CF-384E-5044-93EA-FDA33F5D35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9599" y="1976072"/>
            <a:ext cx="914400" cy="914400"/>
          </a:xfrm>
          <a:prstGeom prst="rect">
            <a:avLst/>
          </a:prstGeom>
        </p:spPr>
      </p:pic>
      <p:pic>
        <p:nvPicPr>
          <p:cNvPr id="12" name="Gráfico 11" descr="Barricada de construcción con relleno sólido">
            <a:extLst>
              <a:ext uri="{FF2B5EF4-FFF2-40B4-BE49-F238E27FC236}">
                <a16:creationId xmlns:a16="http://schemas.microsoft.com/office/drawing/2014/main" id="{C4402AEC-A313-783D-FF85-C824FC9AD3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71197" y="2915749"/>
            <a:ext cx="762515" cy="762515"/>
          </a:xfrm>
          <a:prstGeom prst="rect">
            <a:avLst/>
          </a:prstGeom>
        </p:spPr>
      </p:pic>
      <p:pic>
        <p:nvPicPr>
          <p:cNvPr id="14" name="Gráfico 13" descr="Firma con relleno sólido">
            <a:extLst>
              <a:ext uri="{FF2B5EF4-FFF2-40B4-BE49-F238E27FC236}">
                <a16:creationId xmlns:a16="http://schemas.microsoft.com/office/drawing/2014/main" id="{4DFF5993-6F90-7849-F514-6CB404C831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83999" y="2915750"/>
            <a:ext cx="762514" cy="762514"/>
          </a:xfrm>
          <a:prstGeom prst="rect">
            <a:avLst/>
          </a:prstGeom>
        </p:spPr>
      </p:pic>
      <p:pic>
        <p:nvPicPr>
          <p:cNvPr id="17" name="Gráfico 16" descr="Mover con relleno sólido">
            <a:extLst>
              <a:ext uri="{FF2B5EF4-FFF2-40B4-BE49-F238E27FC236}">
                <a16:creationId xmlns:a16="http://schemas.microsoft.com/office/drawing/2014/main" id="{249B4D11-D1D7-1608-9F59-A9B7E7BDE3F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70655" y="3780694"/>
            <a:ext cx="871053" cy="871053"/>
          </a:xfrm>
          <a:prstGeom prst="rect">
            <a:avLst/>
          </a:prstGeom>
        </p:spPr>
      </p:pic>
      <p:pic>
        <p:nvPicPr>
          <p:cNvPr id="19" name="Gráfico 18" descr="Configuración con relleno sólido">
            <a:extLst>
              <a:ext uri="{FF2B5EF4-FFF2-40B4-BE49-F238E27FC236}">
                <a16:creationId xmlns:a16="http://schemas.microsoft.com/office/drawing/2014/main" id="{2755FA0A-1EC1-FC24-225B-62E209A944E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58010" y="3813301"/>
            <a:ext cx="838448" cy="838448"/>
          </a:xfrm>
          <a:prstGeom prst="rect">
            <a:avLst/>
          </a:prstGeom>
        </p:spPr>
      </p:pic>
      <p:sp>
        <p:nvSpPr>
          <p:cNvPr id="20" name="Rectángulo 19">
            <a:extLst>
              <a:ext uri="{FF2B5EF4-FFF2-40B4-BE49-F238E27FC236}">
                <a16:creationId xmlns:a16="http://schemas.microsoft.com/office/drawing/2014/main" id="{C4BCF749-53A6-C979-BC9B-00864191AF29}"/>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238325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7A1FB-1C7B-2FDE-2613-40E1A5C45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69B9E-D182-EC5A-3ABC-80C5E56E7A32}"/>
              </a:ext>
            </a:extLst>
          </p:cNvPr>
          <p:cNvSpPr>
            <a:spLocks noGrp="1"/>
          </p:cNvSpPr>
          <p:nvPr>
            <p:ph type="title"/>
          </p:nvPr>
        </p:nvSpPr>
        <p:spPr>
          <a:xfrm>
            <a:off x="330993" y="313420"/>
            <a:ext cx="8482014" cy="307777"/>
          </a:xfrm>
        </p:spPr>
        <p:txBody>
          <a:bodyPr/>
          <a:lstStyle/>
          <a:p>
            <a:pPr algn="ctr"/>
            <a:r>
              <a:rPr lang="es-MX" noProof="0"/>
              <a:t>Countermeasure Pilot Test</a:t>
            </a:r>
          </a:p>
        </p:txBody>
      </p:sp>
      <p:sp>
        <p:nvSpPr>
          <p:cNvPr id="3" name="CuadroTexto 7">
            <a:extLst>
              <a:ext uri="{FF2B5EF4-FFF2-40B4-BE49-F238E27FC236}">
                <a16:creationId xmlns:a16="http://schemas.microsoft.com/office/drawing/2014/main" id="{CBB838BF-8BD4-B4CC-FA12-28FE9A2EBB65}"/>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Steps to Carry It Out</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A1587759-F03F-4175-34E1-D077679BE8F4}"/>
              </a:ext>
            </a:extLst>
          </p:cNvPr>
          <p:cNvPicPr>
            <a:picLocks noChangeAspect="1"/>
          </p:cNvPicPr>
          <p:nvPr/>
        </p:nvPicPr>
        <p:blipFill>
          <a:blip r:embed="rId2"/>
          <a:stretch>
            <a:fillRect/>
          </a:stretch>
        </p:blipFill>
        <p:spPr>
          <a:xfrm>
            <a:off x="8661417" y="109943"/>
            <a:ext cx="466952" cy="466952"/>
          </a:xfrm>
          <a:prstGeom prst="rect">
            <a:avLst/>
          </a:prstGeom>
        </p:spPr>
      </p:pic>
      <p:sp>
        <p:nvSpPr>
          <p:cNvPr id="4" name="Elipse 3">
            <a:extLst>
              <a:ext uri="{FF2B5EF4-FFF2-40B4-BE49-F238E27FC236}">
                <a16:creationId xmlns:a16="http://schemas.microsoft.com/office/drawing/2014/main" id="{81A686E1-0B01-0F27-5DE2-1D6B0F77EB9A}"/>
              </a:ext>
            </a:extLst>
          </p:cNvPr>
          <p:cNvSpPr/>
          <p:nvPr/>
        </p:nvSpPr>
        <p:spPr>
          <a:xfrm>
            <a:off x="457943" y="1185234"/>
            <a:ext cx="459582" cy="438150"/>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3</a:t>
            </a:r>
          </a:p>
        </p:txBody>
      </p:sp>
      <p:sp>
        <p:nvSpPr>
          <p:cNvPr id="6" name="Title 1">
            <a:extLst>
              <a:ext uri="{FF2B5EF4-FFF2-40B4-BE49-F238E27FC236}">
                <a16:creationId xmlns:a16="http://schemas.microsoft.com/office/drawing/2014/main" id="{AF0921A3-EB1E-97DD-7C21-B91282F65304}"/>
              </a:ext>
            </a:extLst>
          </p:cNvPr>
          <p:cNvSpPr txBox="1">
            <a:spLocks/>
          </p:cNvSpPr>
          <p:nvPr/>
        </p:nvSpPr>
        <p:spPr>
          <a:xfrm>
            <a:off x="1066799" y="1281198"/>
            <a:ext cx="498475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noProof="0"/>
              <a:t>Analyze the results and implement at scale</a:t>
            </a:r>
          </a:p>
        </p:txBody>
      </p:sp>
      <p:sp>
        <p:nvSpPr>
          <p:cNvPr id="29" name="Title 1">
            <a:extLst>
              <a:ext uri="{FF2B5EF4-FFF2-40B4-BE49-F238E27FC236}">
                <a16:creationId xmlns:a16="http://schemas.microsoft.com/office/drawing/2014/main" id="{429654B8-3B6A-D1BC-67B6-3511860263A3}"/>
              </a:ext>
            </a:extLst>
          </p:cNvPr>
          <p:cNvSpPr txBox="1">
            <a:spLocks/>
          </p:cNvSpPr>
          <p:nvPr/>
        </p:nvSpPr>
        <p:spPr>
          <a:xfrm>
            <a:off x="1962162" y="2216654"/>
            <a:ext cx="427426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Review the results obtained during the test</a:t>
            </a:r>
          </a:p>
        </p:txBody>
      </p:sp>
      <p:sp>
        <p:nvSpPr>
          <p:cNvPr id="7" name="Title 1">
            <a:extLst>
              <a:ext uri="{FF2B5EF4-FFF2-40B4-BE49-F238E27FC236}">
                <a16:creationId xmlns:a16="http://schemas.microsoft.com/office/drawing/2014/main" id="{66C0324A-D3C9-7395-7816-139DF39E1395}"/>
              </a:ext>
            </a:extLst>
          </p:cNvPr>
          <p:cNvSpPr txBox="1">
            <a:spLocks/>
          </p:cNvSpPr>
          <p:nvPr/>
        </p:nvSpPr>
        <p:spPr>
          <a:xfrm>
            <a:off x="2388474" y="3047834"/>
            <a:ext cx="495021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Document the effectiveness of the countermeasure</a:t>
            </a:r>
          </a:p>
        </p:txBody>
      </p:sp>
      <p:pic>
        <p:nvPicPr>
          <p:cNvPr id="9" name="Gráfico 8" descr="Investigación con relleno sólido">
            <a:extLst>
              <a:ext uri="{FF2B5EF4-FFF2-40B4-BE49-F238E27FC236}">
                <a16:creationId xmlns:a16="http://schemas.microsoft.com/office/drawing/2014/main" id="{CB454186-56CA-5773-8BD5-F05294ACF0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1574" y="2050554"/>
            <a:ext cx="673766" cy="673766"/>
          </a:xfrm>
          <a:prstGeom prst="rect">
            <a:avLst/>
          </a:prstGeom>
        </p:spPr>
      </p:pic>
      <p:pic>
        <p:nvPicPr>
          <p:cNvPr id="13" name="Gráfico 12" descr="Estadísticas con relleno sólido">
            <a:extLst>
              <a:ext uri="{FF2B5EF4-FFF2-40B4-BE49-F238E27FC236}">
                <a16:creationId xmlns:a16="http://schemas.microsoft.com/office/drawing/2014/main" id="{B97A0E08-C794-EE8B-3778-FADBE47E64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410" y="2063254"/>
            <a:ext cx="673766" cy="673766"/>
          </a:xfrm>
          <a:prstGeom prst="rect">
            <a:avLst/>
          </a:prstGeom>
        </p:spPr>
      </p:pic>
      <p:sp>
        <p:nvSpPr>
          <p:cNvPr id="15" name="Title 1">
            <a:extLst>
              <a:ext uri="{FF2B5EF4-FFF2-40B4-BE49-F238E27FC236}">
                <a16:creationId xmlns:a16="http://schemas.microsoft.com/office/drawing/2014/main" id="{4F6776A5-B147-E7D9-3168-806C3A4C4690}"/>
              </a:ext>
            </a:extLst>
          </p:cNvPr>
          <p:cNvSpPr txBox="1">
            <a:spLocks/>
          </p:cNvSpPr>
          <p:nvPr/>
        </p:nvSpPr>
        <p:spPr>
          <a:xfrm>
            <a:off x="3193339" y="3098240"/>
            <a:ext cx="427426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 </a:t>
            </a:r>
          </a:p>
        </p:txBody>
      </p:sp>
      <p:pic>
        <p:nvPicPr>
          <p:cNvPr id="18" name="Gráfico 17" descr="Documento con relleno sólido">
            <a:extLst>
              <a:ext uri="{FF2B5EF4-FFF2-40B4-BE49-F238E27FC236}">
                <a16:creationId xmlns:a16="http://schemas.microsoft.com/office/drawing/2014/main" id="{5C46D80E-93C4-D974-9E50-AFA7D00D62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82602" y="2833843"/>
            <a:ext cx="759389" cy="759389"/>
          </a:xfrm>
          <a:prstGeom prst="rect">
            <a:avLst/>
          </a:prstGeom>
        </p:spPr>
      </p:pic>
      <p:pic>
        <p:nvPicPr>
          <p:cNvPr id="21" name="Gráfico 20" descr="Globo terráqueo: América con relleno sólido">
            <a:extLst>
              <a:ext uri="{FF2B5EF4-FFF2-40B4-BE49-F238E27FC236}">
                <a16:creationId xmlns:a16="http://schemas.microsoft.com/office/drawing/2014/main" id="{4F5FA9EC-1E8D-BE51-4A40-513FDA1B60D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41991" y="3673936"/>
            <a:ext cx="814882" cy="814882"/>
          </a:xfrm>
          <a:prstGeom prst="rect">
            <a:avLst/>
          </a:prstGeom>
        </p:spPr>
      </p:pic>
      <p:sp>
        <p:nvSpPr>
          <p:cNvPr id="22" name="Title 1">
            <a:extLst>
              <a:ext uri="{FF2B5EF4-FFF2-40B4-BE49-F238E27FC236}">
                <a16:creationId xmlns:a16="http://schemas.microsoft.com/office/drawing/2014/main" id="{4DD9110A-8DD2-FF20-579B-667D9C2AA902}"/>
              </a:ext>
            </a:extLst>
          </p:cNvPr>
          <p:cNvSpPr txBox="1">
            <a:spLocks/>
          </p:cNvSpPr>
          <p:nvPr/>
        </p:nvSpPr>
        <p:spPr>
          <a:xfrm>
            <a:off x="3632026" y="3958266"/>
            <a:ext cx="393771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Officially implement at scale</a:t>
            </a:r>
          </a:p>
        </p:txBody>
      </p:sp>
      <p:sp>
        <p:nvSpPr>
          <p:cNvPr id="27" name="Rectángulo 26">
            <a:extLst>
              <a:ext uri="{FF2B5EF4-FFF2-40B4-BE49-F238E27FC236}">
                <a16:creationId xmlns:a16="http://schemas.microsoft.com/office/drawing/2014/main" id="{3C4204C6-57EB-A26F-0571-06B4EF6239F7}"/>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4066805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1BA05-6C50-C03A-D9F2-8C3D5F63D3A0}"/>
            </a:ext>
          </a:extLst>
        </p:cNvPr>
        <p:cNvGrpSpPr/>
        <p:nvPr/>
      </p:nvGrpSpPr>
      <p:grpSpPr>
        <a:xfrm>
          <a:off x="0" y="0"/>
          <a:ext cx="0" cy="0"/>
          <a:chOff x="0" y="0"/>
          <a:chExt cx="0" cy="0"/>
        </a:xfrm>
      </p:grpSpPr>
      <p:sp>
        <p:nvSpPr>
          <p:cNvPr id="11" name="Rectángulo: esquinas redondeadas 10">
            <a:extLst>
              <a:ext uri="{FF2B5EF4-FFF2-40B4-BE49-F238E27FC236}">
                <a16:creationId xmlns:a16="http://schemas.microsoft.com/office/drawing/2014/main" id="{B06A195F-9A86-270B-DD86-3AAEDA157360}"/>
              </a:ext>
            </a:extLst>
          </p:cNvPr>
          <p:cNvSpPr/>
          <p:nvPr/>
        </p:nvSpPr>
        <p:spPr>
          <a:xfrm>
            <a:off x="4811838" y="1163353"/>
            <a:ext cx="4064664" cy="3408646"/>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graphicFrame>
        <p:nvGraphicFramePr>
          <p:cNvPr id="18" name="think-cell data - do not delete" hidden="1">
            <a:extLst>
              <a:ext uri="{FF2B5EF4-FFF2-40B4-BE49-F238E27FC236}">
                <a16:creationId xmlns:a16="http://schemas.microsoft.com/office/drawing/2014/main" id="{556BAB21-C730-3C14-EC6E-29D0F4AAAD6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556BAB21-C730-3C14-EC6E-29D0F4AAAD6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B07EC0FA-F65F-6220-F5C7-1DA0EEDF291E}"/>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670AE767-BD07-B9C0-4036-C85957721C93}"/>
              </a:ext>
            </a:extLst>
          </p:cNvPr>
          <p:cNvSpPr/>
          <p:nvPr/>
        </p:nvSpPr>
        <p:spPr>
          <a:xfrm>
            <a:off x="440614" y="1195802"/>
            <a:ext cx="4064664" cy="337619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 name="Gráfico 1" descr="Advertencia con relleno sólido">
            <a:extLst>
              <a:ext uri="{FF2B5EF4-FFF2-40B4-BE49-F238E27FC236}">
                <a16:creationId xmlns:a16="http://schemas.microsoft.com/office/drawing/2014/main" id="{92C11DE0-E720-1D30-C630-540A3FD7594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39517" y="1367205"/>
            <a:ext cx="776307" cy="776307"/>
          </a:xfrm>
          <a:prstGeom prst="rect">
            <a:avLst/>
          </a:prstGeom>
        </p:spPr>
      </p:pic>
      <p:sp>
        <p:nvSpPr>
          <p:cNvPr id="6" name="Title 1">
            <a:extLst>
              <a:ext uri="{FF2B5EF4-FFF2-40B4-BE49-F238E27FC236}">
                <a16:creationId xmlns:a16="http://schemas.microsoft.com/office/drawing/2014/main" id="{ADB47527-F79E-363C-214E-36CEE50B2AF3}"/>
              </a:ext>
            </a:extLst>
          </p:cNvPr>
          <p:cNvSpPr txBox="1">
            <a:spLocks/>
          </p:cNvSpPr>
          <p:nvPr/>
        </p:nvSpPr>
        <p:spPr>
          <a:xfrm>
            <a:off x="653586" y="2680100"/>
            <a:ext cx="3751435" cy="157588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Define clear objectives
Select a limited scope
Document everything
Involve the team
Define roles and frequency</a:t>
            </a: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p:txBody>
      </p:sp>
      <p:sp>
        <p:nvSpPr>
          <p:cNvPr id="9" name="Title 1">
            <a:extLst>
              <a:ext uri="{FF2B5EF4-FFF2-40B4-BE49-F238E27FC236}">
                <a16:creationId xmlns:a16="http://schemas.microsoft.com/office/drawing/2014/main" id="{89E47E9A-9C7C-57F6-2DAB-F018AB7FF1E5}"/>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Pilot Test &amp; Communication Plan</a:t>
            </a:r>
          </a:p>
        </p:txBody>
      </p:sp>
      <p:sp>
        <p:nvSpPr>
          <p:cNvPr id="10" name="CuadroTexto 7">
            <a:extLst>
              <a:ext uri="{FF2B5EF4-FFF2-40B4-BE49-F238E27FC236}">
                <a16:creationId xmlns:a16="http://schemas.microsoft.com/office/drawing/2014/main" id="{77DDB806-CB36-E578-C862-D365442F6260}"/>
              </a:ext>
            </a:extLst>
          </p:cNvPr>
          <p:cNvSpPr txBox="1"/>
          <p:nvPr/>
        </p:nvSpPr>
        <p:spPr>
          <a:xfrm>
            <a:off x="2378510" y="50679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err="1">
                <a:solidFill>
                  <a:schemeClr val="bg1"/>
                </a:solidFill>
              </a:rPr>
              <a:t>Tips and Common Mistakes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2" name="Title 1">
            <a:extLst>
              <a:ext uri="{FF2B5EF4-FFF2-40B4-BE49-F238E27FC236}">
                <a16:creationId xmlns:a16="http://schemas.microsoft.com/office/drawing/2014/main" id="{4B7D2F6B-EC7F-BC06-66F3-BE38C04D7EE9}"/>
              </a:ext>
            </a:extLst>
          </p:cNvPr>
          <p:cNvSpPr txBox="1">
            <a:spLocks/>
          </p:cNvSpPr>
          <p:nvPr/>
        </p:nvSpPr>
        <p:spPr>
          <a:xfrm>
            <a:off x="4951951" y="2685843"/>
            <a:ext cx="3751435" cy="22222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Proceeding without informing stakeholders
Ignoring team feedback
Failing to define success criteria
Lack of follow-up during execution
Not sharing results</a:t>
            </a: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a:p>
            <a:pPr algn="just">
              <a:lnSpc>
                <a:spcPct val="150000"/>
              </a:lnSpc>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p:txBody>
      </p:sp>
      <p:pic>
        <p:nvPicPr>
          <p:cNvPr id="14" name="Gráfico 13" descr="Señal de pulgar hacia arriba  con relleno sólido">
            <a:extLst>
              <a:ext uri="{FF2B5EF4-FFF2-40B4-BE49-F238E27FC236}">
                <a16:creationId xmlns:a16="http://schemas.microsoft.com/office/drawing/2014/main" id="{B21333DB-4B2C-9EE7-EDBC-3D94C228F37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48679" y="1266335"/>
            <a:ext cx="914400" cy="914400"/>
          </a:xfrm>
          <a:prstGeom prst="rect">
            <a:avLst/>
          </a:prstGeom>
        </p:spPr>
      </p:pic>
      <p:sp>
        <p:nvSpPr>
          <p:cNvPr id="15" name="CuadroTexto 14">
            <a:extLst>
              <a:ext uri="{FF2B5EF4-FFF2-40B4-BE49-F238E27FC236}">
                <a16:creationId xmlns:a16="http://schemas.microsoft.com/office/drawing/2014/main" id="{4F0E045A-17D3-F5F5-479A-EEADFECB65F4}"/>
              </a:ext>
            </a:extLst>
          </p:cNvPr>
          <p:cNvSpPr txBox="1"/>
          <p:nvPr/>
        </p:nvSpPr>
        <p:spPr>
          <a:xfrm>
            <a:off x="5933148" y="2175390"/>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Avoid</a:t>
            </a:r>
          </a:p>
        </p:txBody>
      </p:sp>
      <p:sp>
        <p:nvSpPr>
          <p:cNvPr id="17" name="CuadroTexto 16">
            <a:extLst>
              <a:ext uri="{FF2B5EF4-FFF2-40B4-BE49-F238E27FC236}">
                <a16:creationId xmlns:a16="http://schemas.microsoft.com/office/drawing/2014/main" id="{5BAC3BB2-74B1-0B54-309E-17564A4351CE}"/>
              </a:ext>
            </a:extLst>
          </p:cNvPr>
          <p:cNvSpPr txBox="1"/>
          <p:nvPr/>
        </p:nvSpPr>
        <p:spPr>
          <a:xfrm>
            <a:off x="1397956" y="2181571"/>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Consider</a:t>
            </a:r>
          </a:p>
        </p:txBody>
      </p:sp>
    </p:spTree>
    <p:extLst>
      <p:ext uri="{BB962C8B-B14F-4D97-AF65-F5344CB8AC3E}">
        <p14:creationId xmlns:p14="http://schemas.microsoft.com/office/powerpoint/2010/main" val="312148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8E334-D79E-0CA5-E152-8EE910A034AF}"/>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7402E5F8-F99C-429A-9B8B-C9599089F9A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7402E5F8-F99C-429A-9B8B-C9599089F9A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41E73773-E294-B65B-5815-0B7C8A976325}"/>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66216953-8E71-C924-857D-47B66D4256E2}"/>
              </a:ext>
            </a:extLst>
          </p:cNvPr>
          <p:cNvSpPr/>
          <p:nvPr/>
        </p:nvSpPr>
        <p:spPr>
          <a:xfrm>
            <a:off x="403969" y="935167"/>
            <a:ext cx="8334560" cy="37021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9" name="Elipse 8">
            <a:extLst>
              <a:ext uri="{FF2B5EF4-FFF2-40B4-BE49-F238E27FC236}">
                <a16:creationId xmlns:a16="http://schemas.microsoft.com/office/drawing/2014/main" id="{6C4CD2A7-CD65-5E1B-34D6-DC4E13772665}"/>
              </a:ext>
            </a:extLst>
          </p:cNvPr>
          <p:cNvSpPr/>
          <p:nvPr/>
        </p:nvSpPr>
        <p:spPr>
          <a:xfrm>
            <a:off x="7730706" y="1055132"/>
            <a:ext cx="713515" cy="702030"/>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Forma&#10;&#10;El contenido generado por IA puede ser incorrecto.">
            <a:extLst>
              <a:ext uri="{FF2B5EF4-FFF2-40B4-BE49-F238E27FC236}">
                <a16:creationId xmlns:a16="http://schemas.microsoft.com/office/drawing/2014/main" id="{BAA4D8B0-CD25-0634-D6E2-8C7BF6616F45}"/>
              </a:ext>
            </a:extLst>
          </p:cNvPr>
          <p:cNvPicPr>
            <a:picLocks noChangeAspect="1"/>
          </p:cNvPicPr>
          <p:nvPr/>
        </p:nvPicPr>
        <p:blipFill>
          <a:blip r:embed="rId7">
            <a:lum bright="70000" contrast="-70000"/>
          </a:blip>
          <a:stretch>
            <a:fillRect/>
          </a:stretch>
        </p:blipFill>
        <p:spPr>
          <a:xfrm>
            <a:off x="7813920" y="1132604"/>
            <a:ext cx="547085" cy="547085"/>
          </a:xfrm>
          <a:prstGeom prst="rect">
            <a:avLst/>
          </a:prstGeom>
        </p:spPr>
      </p:pic>
      <p:sp>
        <p:nvSpPr>
          <p:cNvPr id="10" name="Title 1">
            <a:extLst>
              <a:ext uri="{FF2B5EF4-FFF2-40B4-BE49-F238E27FC236}">
                <a16:creationId xmlns:a16="http://schemas.microsoft.com/office/drawing/2014/main" id="{627D96D3-8F5A-23DC-6A22-DA2DE06CE2A5}"/>
              </a:ext>
            </a:extLst>
          </p:cNvPr>
          <p:cNvSpPr txBox="1">
            <a:spLocks/>
          </p:cNvSpPr>
          <p:nvPr/>
        </p:nvSpPr>
        <p:spPr>
          <a:xfrm>
            <a:off x="1259337" y="1224045"/>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Do…</a:t>
            </a:r>
          </a:p>
        </p:txBody>
      </p:sp>
      <p:pic>
        <p:nvPicPr>
          <p:cNvPr id="12" name="Gráfico 11" descr="Señal de pulgar hacia arriba  con relleno sólido">
            <a:extLst>
              <a:ext uri="{FF2B5EF4-FFF2-40B4-BE49-F238E27FC236}">
                <a16:creationId xmlns:a16="http://schemas.microsoft.com/office/drawing/2014/main" id="{4AE17483-2277-BF3D-441D-FA159D6E9AE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2095" y="1132604"/>
            <a:ext cx="464026" cy="464026"/>
          </a:xfrm>
          <a:prstGeom prst="rect">
            <a:avLst/>
          </a:prstGeom>
          <a:effectLst>
            <a:outerShdw blurRad="50800" dist="38100" dir="2700000" algn="tl" rotWithShape="0">
              <a:prstClr val="black">
                <a:alpha val="40000"/>
              </a:prstClr>
            </a:outerShdw>
          </a:effectLst>
        </p:spPr>
      </p:pic>
      <p:sp>
        <p:nvSpPr>
          <p:cNvPr id="13" name="Title 1">
            <a:extLst>
              <a:ext uri="{FF2B5EF4-FFF2-40B4-BE49-F238E27FC236}">
                <a16:creationId xmlns:a16="http://schemas.microsoft.com/office/drawing/2014/main" id="{A9348235-BF95-3861-A10B-01890689CDC8}"/>
              </a:ext>
            </a:extLst>
          </p:cNvPr>
          <p:cNvSpPr txBox="1">
            <a:spLocks/>
          </p:cNvSpPr>
          <p:nvPr/>
        </p:nvSpPr>
        <p:spPr>
          <a:xfrm>
            <a:off x="1259337" y="3021000"/>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No…</a:t>
            </a:r>
          </a:p>
        </p:txBody>
      </p:sp>
      <p:pic>
        <p:nvPicPr>
          <p:cNvPr id="14" name="Gráfico 13" descr="Señal de pulgar hacia arriba  con relleno sólido">
            <a:extLst>
              <a:ext uri="{FF2B5EF4-FFF2-40B4-BE49-F238E27FC236}">
                <a16:creationId xmlns:a16="http://schemas.microsoft.com/office/drawing/2014/main" id="{78385CCB-B03B-6551-C886-AD3ADF9BD4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V="1">
            <a:off x="712095" y="3073447"/>
            <a:ext cx="464026" cy="413555"/>
          </a:xfrm>
          <a:prstGeom prst="rect">
            <a:avLst/>
          </a:prstGeom>
          <a:effectLst>
            <a:outerShdw blurRad="50800" dist="38100" dir="2700000" algn="tl" rotWithShape="0">
              <a:prstClr val="black">
                <a:alpha val="40000"/>
              </a:prstClr>
            </a:outerShdw>
          </a:effectLst>
        </p:spPr>
      </p:pic>
      <p:sp>
        <p:nvSpPr>
          <p:cNvPr id="15" name="Title 1">
            <a:extLst>
              <a:ext uri="{FF2B5EF4-FFF2-40B4-BE49-F238E27FC236}">
                <a16:creationId xmlns:a16="http://schemas.microsoft.com/office/drawing/2014/main" id="{778AFF30-092A-68D6-E609-AE419CD96199}"/>
              </a:ext>
            </a:extLst>
          </p:cNvPr>
          <p:cNvSpPr txBox="1">
            <a:spLocks/>
          </p:cNvSpPr>
          <p:nvPr/>
        </p:nvSpPr>
        <p:spPr>
          <a:xfrm>
            <a:off x="712094" y="1710261"/>
            <a:ext cx="7299141" cy="93955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Ask powerful questions such as “What evidence supports this decision?” or “How will we measure success?”</a:t>
            </a:r>
          </a:p>
          <a:p>
            <a:pPr marL="285750" indent="-285750" algn="just">
              <a:lnSpc>
                <a:spcPct val="150000"/>
              </a:lnSpc>
              <a:buFont typeface="Arial" panose="020B0604020202020204" pitchFamily="34" charset="0"/>
              <a:buChar char="•"/>
            </a:pPr>
            <a:r>
              <a:rPr lang="es-MX" sz="1050" b="0" noProof="0">
                <a:solidFill>
                  <a:schemeClr val="bg1"/>
                </a:solidFill>
              </a:rPr>
              <a:t>Validate ideas and encourage equitable participation</a:t>
            </a:r>
          </a:p>
          <a:p>
            <a:pPr marL="285750" indent="-285750" algn="just">
              <a:lnSpc>
                <a:spcPct val="150000"/>
              </a:lnSpc>
              <a:buFont typeface="Arial" panose="020B0604020202020204" pitchFamily="34" charset="0"/>
              <a:buChar char="•"/>
            </a:pPr>
            <a:r>
              <a:rPr lang="es-MX" sz="1050" b="0" noProof="0">
                <a:solidFill>
                  <a:schemeClr val="bg1"/>
                </a:solidFill>
              </a:rPr>
              <a:t>Use the pilot test as an opportunity to develop skills</a:t>
            </a:r>
          </a:p>
          <a:p>
            <a:pPr marL="285750" indent="-285750" algn="just">
              <a:lnSpc>
                <a:spcPct val="150000"/>
              </a:lnSpc>
              <a:buFont typeface="Arial" panose="020B0604020202020204" pitchFamily="34" charset="0"/>
              <a:buChar char="•"/>
            </a:pPr>
            <a:r>
              <a:rPr lang="es-MX" sz="1050" b="0" noProof="0">
                <a:solidFill>
                  <a:schemeClr val="bg1"/>
                </a:solidFill>
              </a:rPr>
              <a:t>Recognize small wins to maintain motivation</a:t>
            </a:r>
          </a:p>
        </p:txBody>
      </p:sp>
      <p:sp>
        <p:nvSpPr>
          <p:cNvPr id="17" name="Title 1">
            <a:extLst>
              <a:ext uri="{FF2B5EF4-FFF2-40B4-BE49-F238E27FC236}">
                <a16:creationId xmlns:a16="http://schemas.microsoft.com/office/drawing/2014/main" id="{F834B068-A4E6-C5EF-D05F-106C29252FE0}"/>
              </a:ext>
            </a:extLst>
          </p:cNvPr>
          <p:cNvSpPr txBox="1">
            <a:spLocks/>
          </p:cNvSpPr>
          <p:nvPr/>
        </p:nvSpPr>
        <p:spPr>
          <a:xfrm>
            <a:off x="712094" y="3533542"/>
            <a:ext cx="7299141" cy="118192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Resolver por el quipo</a:t>
            </a:r>
          </a:p>
          <a:p>
            <a:pPr marL="285750" indent="-285750" algn="just">
              <a:lnSpc>
                <a:spcPct val="150000"/>
              </a:lnSpc>
              <a:buFont typeface="Arial" panose="020B0604020202020204" pitchFamily="34" charset="0"/>
              <a:buChar char="•"/>
            </a:pPr>
            <a:r>
              <a:rPr lang="es-MX" sz="1050" b="0" noProof="0">
                <a:solidFill>
                  <a:schemeClr val="bg1"/>
                </a:solidFill>
              </a:rPr>
              <a:t>Dismissing team feedback</a:t>
            </a:r>
          </a:p>
          <a:p>
            <a:pPr marL="171450" indent="-171450" algn="just">
              <a:lnSpc>
                <a:spcPct val="150000"/>
              </a:lnSpc>
              <a:buFont typeface="Arial" panose="020B0604020202020204" pitchFamily="34" charset="0"/>
              <a:buChar char="•"/>
            </a:pPr>
            <a:r>
              <a:rPr lang="es-MX" sz="1050" b="0" noProof="0">
                <a:solidFill>
                  <a:schemeClr val="bg1"/>
                </a:solidFill>
              </a:rPr>
              <a:t>Hiding negative results</a:t>
            </a:r>
          </a:p>
          <a:p>
            <a:pPr marL="171450" indent="-171450" algn="just">
              <a:lnSpc>
                <a:spcPct val="150000"/>
              </a:lnSpc>
              <a:buFont typeface="Arial" panose="020B0604020202020204" pitchFamily="34" charset="0"/>
              <a:buChar char="•"/>
            </a:pPr>
            <a:r>
              <a:rPr lang="es-MX" sz="1050" b="0" noProof="0">
                <a:solidFill>
                  <a:schemeClr val="bg1"/>
                </a:solidFill>
              </a:rPr>
              <a:t>   Gestionar el cambio</a:t>
            </a:r>
          </a:p>
          <a:p>
            <a:pPr marL="285750" indent="-285750" algn="just">
              <a:lnSpc>
                <a:spcPct val="150000"/>
              </a:lnSpc>
              <a:buFont typeface="Arial" panose="020B0604020202020204" pitchFamily="34" charset="0"/>
              <a:buChar char="•"/>
            </a:pPr>
            <a:endParaRPr lang="es-MX" sz="1050" b="0" noProof="0">
              <a:solidFill>
                <a:schemeClr val="bg1"/>
              </a:solidFill>
            </a:endParaRPr>
          </a:p>
        </p:txBody>
      </p:sp>
      <p:sp>
        <p:nvSpPr>
          <p:cNvPr id="6" name="Title 15">
            <a:extLst>
              <a:ext uri="{FF2B5EF4-FFF2-40B4-BE49-F238E27FC236}">
                <a16:creationId xmlns:a16="http://schemas.microsoft.com/office/drawing/2014/main" id="{ACB19D06-68C0-D439-31A4-0C977E2A449B}"/>
              </a:ext>
            </a:extLst>
          </p:cNvPr>
          <p:cNvSpPr txBox="1">
            <a:spLocks/>
          </p:cNvSpPr>
          <p:nvPr/>
        </p:nvSpPr>
        <p:spPr>
          <a:xfrm>
            <a:off x="1176121" y="252375"/>
            <a:ext cx="7082429" cy="46935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err="1"/>
              <a:t>Tips for Leaders_x000B_Phase: Resolve with Actions</a:t>
            </a:r>
            <a:br>
              <a:rPr lang="es-MX" noProof="0"/>
            </a:br>
            <a:endParaRPr lang="es-MX" noProof="0">
              <a:solidFill>
                <a:schemeClr val="bg1"/>
              </a:solidFill>
            </a:endParaRPr>
          </a:p>
        </p:txBody>
      </p:sp>
      <p:sp>
        <p:nvSpPr>
          <p:cNvPr id="2" name="Rectángulo 1">
            <a:extLst>
              <a:ext uri="{FF2B5EF4-FFF2-40B4-BE49-F238E27FC236}">
                <a16:creationId xmlns:a16="http://schemas.microsoft.com/office/drawing/2014/main" id="{D3CF963A-BC80-244E-97E2-4E8E452252E4}"/>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399215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EA452-324D-C656-1EBE-117ABE813CB8}"/>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1301E698-9C52-C486-C3E8-49E1D119ACC6}"/>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67926500-EE18-B77F-129C-1DF445F62846}"/>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6C5DAAA8-9D06-47C7-20B8-D142EE619E6A}"/>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A75DA6D1-65ED-D9DA-F3AF-BC2CC46BC60B}"/>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FEDBC58B-CE98-E2AD-682F-DC8EDC9FE263}"/>
              </a:ext>
            </a:extLst>
          </p:cNvPr>
          <p:cNvSpPr>
            <a:spLocks noGrp="1"/>
          </p:cNvSpPr>
          <p:nvPr>
            <p:ph type="title"/>
          </p:nvPr>
        </p:nvSpPr>
        <p:spPr>
          <a:xfrm>
            <a:off x="330993" y="313420"/>
            <a:ext cx="8482014" cy="307777"/>
          </a:xfrm>
        </p:spPr>
        <p:txBody>
          <a:bodyPr/>
          <a:lstStyle/>
          <a:p>
            <a:pPr algn="ctr"/>
            <a:r>
              <a:rPr lang="es-MX" noProof="0" dirty="0"/>
              <a:t>Activity 10</a:t>
            </a:r>
          </a:p>
        </p:txBody>
      </p:sp>
      <p:sp>
        <p:nvSpPr>
          <p:cNvPr id="3" name="CuadroTexto 7">
            <a:extLst>
              <a:ext uri="{FF2B5EF4-FFF2-40B4-BE49-F238E27FC236}">
                <a16:creationId xmlns:a16="http://schemas.microsoft.com/office/drawing/2014/main" id="{E106F443-4997-F3B7-BBF1-A1EC167B5C9D}"/>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Plan, Test, Succeed</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45E688D7-3BD9-B5AB-7724-004FD7182E9D}"/>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88AF3D51-F8C0-8244-3087-0154F4118973}"/>
              </a:ext>
            </a:extLst>
          </p:cNvPr>
          <p:cNvSpPr txBox="1">
            <a:spLocks/>
          </p:cNvSpPr>
          <p:nvPr/>
        </p:nvSpPr>
        <p:spPr>
          <a:xfrm>
            <a:off x="3812321" y="3022155"/>
            <a:ext cx="1519355"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Plantilla </a:t>
            </a:r>
          </a:p>
        </p:txBody>
      </p:sp>
      <p:sp>
        <p:nvSpPr>
          <p:cNvPr id="25" name="CuadroTexto 7">
            <a:extLst>
              <a:ext uri="{FF2B5EF4-FFF2-40B4-BE49-F238E27FC236}">
                <a16:creationId xmlns:a16="http://schemas.microsoft.com/office/drawing/2014/main" id="{176D8938-3DC3-036C-E508-CB53D1C01E48}"/>
              </a:ext>
            </a:extLst>
          </p:cNvPr>
          <p:cNvSpPr txBox="1"/>
          <p:nvPr/>
        </p:nvSpPr>
        <p:spPr>
          <a:xfrm>
            <a:off x="2512674" y="3872239"/>
            <a:ext cx="4244510"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Deliverable:
Pilot test plan and communication plan proposals using the corresponding template</a:t>
            </a:r>
          </a:p>
          <a:p>
            <a:pPr algn="ctr"/>
            <a:endParaRPr lang="es-MX" sz="1100" noProof="0">
              <a:solidFill>
                <a:schemeClr val="bg1"/>
              </a:solidFill>
            </a:endParaRPr>
          </a:p>
          <a:p>
            <a:pPr algn="ctr"/>
            <a:endParaRPr lang="es-MX" sz="1100" noProof="0">
              <a:solidFill>
                <a:schemeClr val="bg1"/>
              </a:solidFill>
            </a:endParaRPr>
          </a:p>
        </p:txBody>
      </p:sp>
      <p:sp>
        <p:nvSpPr>
          <p:cNvPr id="8" name="Title 1">
            <a:extLst>
              <a:ext uri="{FF2B5EF4-FFF2-40B4-BE49-F238E27FC236}">
                <a16:creationId xmlns:a16="http://schemas.microsoft.com/office/drawing/2014/main" id="{8D5DBB09-A82E-4A57-F23E-B733F18015AA}"/>
              </a:ext>
            </a:extLst>
          </p:cNvPr>
          <p:cNvSpPr txBox="1">
            <a:spLocks/>
          </p:cNvSpPr>
          <p:nvPr/>
        </p:nvSpPr>
        <p:spPr>
          <a:xfrm>
            <a:off x="1042066" y="3026174"/>
            <a:ext cx="157826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Pair Activity</a:t>
            </a:r>
            <a:endParaRPr lang="es-MX" sz="1400" b="0" noProof="0">
              <a:solidFill>
                <a:schemeClr val="bg1"/>
              </a:solidFill>
            </a:endParaRPr>
          </a:p>
        </p:txBody>
      </p:sp>
      <p:pic>
        <p:nvPicPr>
          <p:cNvPr id="4" name="Gráfico 3" descr="Perfil de hombre con relleno sólido">
            <a:extLst>
              <a:ext uri="{FF2B5EF4-FFF2-40B4-BE49-F238E27FC236}">
                <a16:creationId xmlns:a16="http://schemas.microsoft.com/office/drawing/2014/main" id="{5D95A3DC-63CD-BF96-670A-E4B2BEF217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6" y="1747596"/>
            <a:ext cx="1102058" cy="1102058"/>
          </a:xfrm>
          <a:prstGeom prst="rect">
            <a:avLst/>
          </a:prstGeom>
        </p:spPr>
      </p:pic>
      <p:pic>
        <p:nvPicPr>
          <p:cNvPr id="12" name="Gráfico 11" descr="Perfil de hombre con relleno sólido">
            <a:extLst>
              <a:ext uri="{FF2B5EF4-FFF2-40B4-BE49-F238E27FC236}">
                <a16:creationId xmlns:a16="http://schemas.microsoft.com/office/drawing/2014/main" id="{A14043DB-C667-A648-D990-6B429749CB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8877" y="1747596"/>
            <a:ext cx="1102058" cy="1102058"/>
          </a:xfrm>
          <a:prstGeom prst="rect">
            <a:avLst/>
          </a:prstGeom>
        </p:spPr>
      </p:pic>
      <p:sp>
        <p:nvSpPr>
          <p:cNvPr id="7" name="Rectángulo 6">
            <a:extLst>
              <a:ext uri="{FF2B5EF4-FFF2-40B4-BE49-F238E27FC236}">
                <a16:creationId xmlns:a16="http://schemas.microsoft.com/office/drawing/2014/main" id="{8C033A84-69F4-3026-B346-90C357DEBE80}"/>
              </a:ext>
            </a:extLst>
          </p:cNvPr>
          <p:cNvSpPr/>
          <p:nvPr/>
        </p:nvSpPr>
        <p:spPr>
          <a:xfrm>
            <a:off x="3846279" y="1806192"/>
            <a:ext cx="1451441" cy="193378"/>
          </a:xfrm>
          <a:prstGeom prst="rect">
            <a:avLst/>
          </a:prstGeom>
          <a:solidFill>
            <a:schemeClr val="bg1"/>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8">
            <a:extLst>
              <a:ext uri="{FF2B5EF4-FFF2-40B4-BE49-F238E27FC236}">
                <a16:creationId xmlns:a16="http://schemas.microsoft.com/office/drawing/2014/main" id="{40702BC5-9A93-DDDD-1AE9-A92B235F77FB}"/>
              </a:ext>
            </a:extLst>
          </p:cNvPr>
          <p:cNvSpPr/>
          <p:nvPr/>
        </p:nvSpPr>
        <p:spPr>
          <a:xfrm>
            <a:off x="3846279" y="1999570"/>
            <a:ext cx="1451441" cy="778819"/>
          </a:xfrm>
          <a:prstGeom prst="rect">
            <a:avLst/>
          </a:prstGeom>
          <a:solidFill>
            <a:schemeClr val="bg1"/>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cxnSp>
        <p:nvCxnSpPr>
          <p:cNvPr id="11" name="Conector recto 10">
            <a:extLst>
              <a:ext uri="{FF2B5EF4-FFF2-40B4-BE49-F238E27FC236}">
                <a16:creationId xmlns:a16="http://schemas.microsoft.com/office/drawing/2014/main" id="{3F5B33D7-A2AC-AC38-49A0-E618DD8F8D55}"/>
              </a:ext>
            </a:extLst>
          </p:cNvPr>
          <p:cNvCxnSpPr/>
          <p:nvPr/>
        </p:nvCxnSpPr>
        <p:spPr>
          <a:xfrm>
            <a:off x="3846279" y="2186609"/>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0E99D29A-3771-6F0A-EF08-47343B80BCFF}"/>
              </a:ext>
            </a:extLst>
          </p:cNvPr>
          <p:cNvCxnSpPr/>
          <p:nvPr/>
        </p:nvCxnSpPr>
        <p:spPr>
          <a:xfrm>
            <a:off x="3846279" y="2354912"/>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01A025D3-E546-AE3F-E3A6-8706F0947012}"/>
              </a:ext>
            </a:extLst>
          </p:cNvPr>
          <p:cNvCxnSpPr/>
          <p:nvPr/>
        </p:nvCxnSpPr>
        <p:spPr>
          <a:xfrm>
            <a:off x="3846279" y="2582352"/>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B9233BD9-DA18-B591-2F78-A3B6B9C3E5CB}"/>
              </a:ext>
            </a:extLst>
          </p:cNvPr>
          <p:cNvCxnSpPr>
            <a:cxnSpLocks/>
          </p:cNvCxnSpPr>
          <p:nvPr/>
        </p:nvCxnSpPr>
        <p:spPr>
          <a:xfrm>
            <a:off x="4269023" y="1806192"/>
            <a:ext cx="0" cy="972197"/>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CBA28BD2-D668-96CF-3BA4-63B7086E5A18}"/>
              </a:ext>
            </a:extLst>
          </p:cNvPr>
          <p:cNvCxnSpPr>
            <a:cxnSpLocks/>
          </p:cNvCxnSpPr>
          <p:nvPr/>
        </p:nvCxnSpPr>
        <p:spPr>
          <a:xfrm>
            <a:off x="4723572" y="1806192"/>
            <a:ext cx="0" cy="972197"/>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6B54F787-9C53-7EF6-8B38-2B65DEC81CAE}"/>
              </a:ext>
            </a:extLst>
          </p:cNvPr>
          <p:cNvCxnSpPr>
            <a:cxnSpLocks/>
          </p:cNvCxnSpPr>
          <p:nvPr/>
        </p:nvCxnSpPr>
        <p:spPr>
          <a:xfrm>
            <a:off x="5019095" y="1806192"/>
            <a:ext cx="0" cy="974848"/>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EFDD80CC-48C0-EFD5-FEB1-5C3DC4189A41}"/>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Team reflection</a:t>
            </a:r>
          </a:p>
        </p:txBody>
      </p:sp>
      <p:pic>
        <p:nvPicPr>
          <p:cNvPr id="14" name="Gráfico 13" descr="Lluvia de ideas de grupo con relleno sólido">
            <a:extLst>
              <a:ext uri="{FF2B5EF4-FFF2-40B4-BE49-F238E27FC236}">
                <a16:creationId xmlns:a16="http://schemas.microsoft.com/office/drawing/2014/main" id="{98029277-A3CF-1E5B-E8D8-10A74F4484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43239" y="1747596"/>
            <a:ext cx="1112454" cy="1112454"/>
          </a:xfrm>
          <a:prstGeom prst="rect">
            <a:avLst/>
          </a:prstGeom>
        </p:spPr>
      </p:pic>
      <p:pic>
        <p:nvPicPr>
          <p:cNvPr id="17" name="Gráfico 16" descr="Cursor con relleno sólido">
            <a:extLst>
              <a:ext uri="{FF2B5EF4-FFF2-40B4-BE49-F238E27FC236}">
                <a16:creationId xmlns:a16="http://schemas.microsoft.com/office/drawing/2014/main" id="{422E5367-D54B-97BC-6856-BE198DA5E6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11180" y="4311330"/>
            <a:ext cx="515394" cy="515394"/>
          </a:xfrm>
          <a:prstGeom prst="rect">
            <a:avLst/>
          </a:prstGeom>
        </p:spPr>
      </p:pic>
      <p:sp>
        <p:nvSpPr>
          <p:cNvPr id="19" name="CuadroTexto 18">
            <a:extLst>
              <a:ext uri="{FF2B5EF4-FFF2-40B4-BE49-F238E27FC236}">
                <a16:creationId xmlns:a16="http://schemas.microsoft.com/office/drawing/2014/main" id="{B351F74C-8C8B-52B4-7733-060E8FF5826F}"/>
              </a:ext>
            </a:extLst>
          </p:cNvPr>
          <p:cNvSpPr txBox="1"/>
          <p:nvPr/>
        </p:nvSpPr>
        <p:spPr>
          <a:xfrm>
            <a:off x="472961" y="3735399"/>
            <a:ext cx="1955007"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ES" dirty="0">
                <a:solidFill>
                  <a:schemeClr val="accent6"/>
                </a:solidFill>
                <a:hlinkClick r:id="rId6">
                  <a:extLst>
                    <a:ext uri="{A12FA001-AC4F-418D-AE19-62706E023703}">
                      <ahyp:hlinkClr xmlns:ahyp="http://schemas.microsoft.com/office/drawing/2018/hyperlinkcolor" val="tx"/>
                    </a:ext>
                  </a:extLst>
                </a:hlinkClick>
              </a:rPr>
              <a:t>Pilot Plan + Communication Plan.</a:t>
            </a:r>
            <a:endParaRPr lang="es-MX" dirty="0">
              <a:solidFill>
                <a:schemeClr val="accent6"/>
              </a:solidFill>
            </a:endParaRPr>
          </a:p>
        </p:txBody>
      </p:sp>
    </p:spTree>
    <p:extLst>
      <p:ext uri="{BB962C8B-B14F-4D97-AF65-F5344CB8AC3E}">
        <p14:creationId xmlns:p14="http://schemas.microsoft.com/office/powerpoint/2010/main" val="3386876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43A63-0A65-2FD5-85AA-79FA53B38A55}"/>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125024D3-71E6-3080-A5AA-A782911F90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125024D3-71E6-3080-A5AA-A782911F90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09815825-04E6-D435-717E-29461292C9D7}"/>
              </a:ext>
            </a:extLst>
          </p:cNvPr>
          <p:cNvSpPr>
            <a:spLocks noGrp="1"/>
          </p:cNvSpPr>
          <p:nvPr>
            <p:ph type="title"/>
          </p:nvPr>
        </p:nvSpPr>
        <p:spPr>
          <a:xfrm>
            <a:off x="3937397" y="242102"/>
            <a:ext cx="1708118" cy="307777"/>
          </a:xfrm>
        </p:spPr>
        <p:txBody>
          <a:bodyPr vert="horz"/>
          <a:lstStyle/>
          <a:p>
            <a:r>
              <a:rPr lang="es-MX" noProof="0"/>
              <a:t>Reflection</a:t>
            </a:r>
          </a:p>
        </p:txBody>
      </p:sp>
      <p:pic>
        <p:nvPicPr>
          <p:cNvPr id="4" name="Imagen 3" descr="Imagen que contiene Icono&#10;&#10;El contenido generado por IA puede ser incorrecto.">
            <a:extLst>
              <a:ext uri="{FF2B5EF4-FFF2-40B4-BE49-F238E27FC236}">
                <a16:creationId xmlns:a16="http://schemas.microsoft.com/office/drawing/2014/main" id="{EA626B34-4614-00E6-DD3D-FA9D23294D5C}"/>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6686E462-451D-E4F2-2E55-B532C10EE2B3}"/>
              </a:ext>
            </a:extLst>
          </p:cNvPr>
          <p:cNvSpPr/>
          <p:nvPr/>
        </p:nvSpPr>
        <p:spPr>
          <a:xfrm>
            <a:off x="836676" y="1417517"/>
            <a:ext cx="7470648" cy="2707916"/>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600" b="1" noProof="0" dirty="0">
                <a:solidFill>
                  <a:srgbClr val="FFFFFF"/>
                </a:solidFill>
              </a:rPr>
              <a:t>Why </a:t>
            </a:r>
            <a:r>
              <a:rPr lang="es-MX" sz="1600" b="1" noProof="0" dirty="0" err="1">
                <a:solidFill>
                  <a:srgbClr val="FFFFFF"/>
                </a:solidFill>
              </a:rPr>
              <a:t>is</a:t>
            </a:r>
            <a:r>
              <a:rPr lang="es-MX" sz="1600" b="1" noProof="0" dirty="0">
                <a:solidFill>
                  <a:srgbClr val="FFFFFF"/>
                </a:solidFill>
              </a:rPr>
              <a:t> </a:t>
            </a:r>
            <a:r>
              <a:rPr lang="es-MX" sz="1600" b="1" noProof="0" dirty="0" err="1">
                <a:solidFill>
                  <a:srgbClr val="FFFFFF"/>
                </a:solidFill>
              </a:rPr>
              <a:t>planning</a:t>
            </a:r>
            <a:r>
              <a:rPr lang="es-MX" sz="1600" b="1" noProof="0" dirty="0">
                <a:solidFill>
                  <a:srgbClr val="FFFFFF"/>
                </a:solidFill>
              </a:rPr>
              <a:t> </a:t>
            </a:r>
            <a:r>
              <a:rPr lang="es-MX" sz="1600" b="1" noProof="0" dirty="0" err="1">
                <a:solidFill>
                  <a:srgbClr val="FFFFFF"/>
                </a:solidFill>
              </a:rPr>
              <a:t>important</a:t>
            </a:r>
            <a:r>
              <a:rPr lang="es-MX" sz="1600" b="1" noProof="0" dirty="0">
                <a:solidFill>
                  <a:srgbClr val="FFFFFF"/>
                </a:solidFill>
              </a:rPr>
              <a:t>?
</a:t>
            </a:r>
            <a:r>
              <a:rPr lang="es-MX" sz="1600" b="1" noProof="0" dirty="0" err="1">
                <a:solidFill>
                  <a:srgbClr val="FFFFFF"/>
                </a:solidFill>
              </a:rPr>
              <a:t>What</a:t>
            </a:r>
            <a:r>
              <a:rPr lang="es-MX" sz="1600" b="1" noProof="0" dirty="0">
                <a:solidFill>
                  <a:srgbClr val="FFFFFF"/>
                </a:solidFill>
              </a:rPr>
              <a:t> are the </a:t>
            </a:r>
            <a:r>
              <a:rPr lang="es-MX" sz="1600" b="1" noProof="0" dirty="0" err="1">
                <a:solidFill>
                  <a:srgbClr val="FFFFFF"/>
                </a:solidFill>
              </a:rPr>
              <a:t>consequences</a:t>
            </a:r>
            <a:r>
              <a:rPr lang="es-MX" sz="1600" b="1" noProof="0" dirty="0">
                <a:solidFill>
                  <a:srgbClr val="FFFFFF"/>
                </a:solidFill>
              </a:rPr>
              <a:t> </a:t>
            </a:r>
            <a:r>
              <a:rPr lang="es-MX" sz="1600" b="1" noProof="0" dirty="0" err="1">
                <a:solidFill>
                  <a:srgbClr val="FFFFFF"/>
                </a:solidFill>
              </a:rPr>
              <a:t>of</a:t>
            </a:r>
            <a:r>
              <a:rPr lang="es-MX" sz="1600" b="1" noProof="0" dirty="0">
                <a:solidFill>
                  <a:srgbClr val="FFFFFF"/>
                </a:solidFill>
              </a:rPr>
              <a:t> </a:t>
            </a:r>
            <a:r>
              <a:rPr lang="es-MX" sz="1600" b="1" noProof="0" dirty="0" err="1">
                <a:solidFill>
                  <a:srgbClr val="FFFFFF"/>
                </a:solidFill>
              </a:rPr>
              <a:t>failing</a:t>
            </a:r>
            <a:r>
              <a:rPr lang="es-MX" sz="1600" b="1" noProof="0" dirty="0">
                <a:solidFill>
                  <a:srgbClr val="FFFFFF"/>
                </a:solidFill>
              </a:rPr>
              <a:t> to </a:t>
            </a:r>
            <a:r>
              <a:rPr lang="es-MX" sz="1600" b="1" noProof="0" dirty="0" err="1">
                <a:solidFill>
                  <a:srgbClr val="FFFFFF"/>
                </a:solidFill>
              </a:rPr>
              <a:t>communicate</a:t>
            </a:r>
            <a:r>
              <a:rPr lang="es-MX" sz="1600" b="1" noProof="0" dirty="0">
                <a:solidFill>
                  <a:srgbClr val="FFFFFF"/>
                </a:solidFill>
              </a:rPr>
              <a:t> the plan </a:t>
            </a:r>
            <a:r>
              <a:rPr lang="es-MX" sz="1600" b="1" noProof="0" dirty="0" err="1">
                <a:solidFill>
                  <a:srgbClr val="FFFFFF"/>
                </a:solidFill>
              </a:rPr>
              <a:t>effectively</a:t>
            </a:r>
            <a:r>
              <a:rPr lang="es-MX" sz="1600" b="1" noProof="0" dirty="0">
                <a:solidFill>
                  <a:srgbClr val="FFFFFF"/>
                </a:solidFill>
              </a:rPr>
              <a:t>?
How </a:t>
            </a:r>
            <a:r>
              <a:rPr lang="es-MX" sz="1600" b="1" noProof="0" dirty="0" err="1">
                <a:solidFill>
                  <a:srgbClr val="FFFFFF"/>
                </a:solidFill>
              </a:rPr>
              <a:t>does</a:t>
            </a:r>
            <a:r>
              <a:rPr lang="es-MX" sz="1600" b="1" noProof="0" dirty="0">
                <a:solidFill>
                  <a:srgbClr val="FFFFFF"/>
                </a:solidFill>
              </a:rPr>
              <a:t> </a:t>
            </a:r>
            <a:r>
              <a:rPr lang="es-MX" sz="1600" b="1" noProof="0" dirty="0" err="1">
                <a:solidFill>
                  <a:srgbClr val="FFFFFF"/>
                </a:solidFill>
              </a:rPr>
              <a:t>conducting</a:t>
            </a:r>
            <a:r>
              <a:rPr lang="es-MX" sz="1600" b="1" noProof="0" dirty="0">
                <a:solidFill>
                  <a:srgbClr val="FFFFFF"/>
                </a:solidFill>
              </a:rPr>
              <a:t> a </a:t>
            </a:r>
            <a:r>
              <a:rPr lang="es-MX" sz="1600" b="1" noProof="0" dirty="0" err="1">
                <a:solidFill>
                  <a:srgbClr val="FFFFFF"/>
                </a:solidFill>
              </a:rPr>
              <a:t>pilot</a:t>
            </a:r>
            <a:r>
              <a:rPr lang="es-MX" sz="1600" b="1" noProof="0" dirty="0">
                <a:solidFill>
                  <a:srgbClr val="FFFFFF"/>
                </a:solidFill>
              </a:rPr>
              <a:t> test </a:t>
            </a:r>
            <a:r>
              <a:rPr lang="es-MX" sz="1600" b="1" noProof="0" dirty="0" err="1">
                <a:solidFill>
                  <a:srgbClr val="FFFFFF"/>
                </a:solidFill>
              </a:rPr>
              <a:t>benefit</a:t>
            </a:r>
            <a:r>
              <a:rPr lang="es-MX" sz="1600" b="1" noProof="0" dirty="0">
                <a:solidFill>
                  <a:srgbClr val="FFFFFF"/>
                </a:solidFill>
              </a:rPr>
              <a:t> </a:t>
            </a:r>
            <a:r>
              <a:rPr lang="es-MX" sz="1600" b="1" noProof="0" dirty="0" err="1">
                <a:solidFill>
                  <a:srgbClr val="FFFFFF"/>
                </a:solidFill>
              </a:rPr>
              <a:t>us</a:t>
            </a:r>
            <a:r>
              <a:rPr lang="es-MX" sz="1600" b="1" noProof="0" dirty="0">
                <a:solidFill>
                  <a:srgbClr val="FFFFFF"/>
                </a:solidFill>
              </a:rPr>
              <a:t> </a:t>
            </a:r>
            <a:r>
              <a:rPr lang="es-MX" sz="1600" b="1" noProof="0" dirty="0" err="1">
                <a:solidFill>
                  <a:srgbClr val="FFFFFF"/>
                </a:solidFill>
              </a:rPr>
              <a:t>before</a:t>
            </a:r>
            <a:r>
              <a:rPr lang="es-MX" sz="1600" b="1" noProof="0" dirty="0">
                <a:solidFill>
                  <a:srgbClr val="FFFFFF"/>
                </a:solidFill>
              </a:rPr>
              <a:t> formal </a:t>
            </a:r>
            <a:r>
              <a:rPr lang="es-MX" sz="1600" b="1" noProof="0" dirty="0" err="1">
                <a:solidFill>
                  <a:srgbClr val="FFFFFF"/>
                </a:solidFill>
              </a:rPr>
              <a:t>rollout</a:t>
            </a:r>
            <a:r>
              <a:rPr lang="es-MX" sz="1600" b="1" noProof="0" dirty="0">
                <a:solidFill>
                  <a:srgbClr val="FFFFFF"/>
                </a:solidFill>
              </a:rPr>
              <a:t>?</a:t>
            </a:r>
          </a:p>
          <a:p>
            <a:pPr algn="ctr">
              <a:lnSpc>
                <a:spcPct val="250000"/>
              </a:lnSpc>
            </a:pPr>
            <a:endParaRPr lang="es-MX" sz="1600" b="1" noProof="0" dirty="0">
              <a:solidFill>
                <a:srgbClr val="FFFFFF"/>
              </a:solidFill>
            </a:endParaRPr>
          </a:p>
        </p:txBody>
      </p:sp>
    </p:spTree>
    <p:extLst>
      <p:ext uri="{BB962C8B-B14F-4D97-AF65-F5344CB8AC3E}">
        <p14:creationId xmlns:p14="http://schemas.microsoft.com/office/powerpoint/2010/main" val="3822507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D0F59-75C5-F217-5979-B845C8A230E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57456A9-7F2A-B577-3F93-1882486AA85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957456A9-7F2A-B577-3F93-1882486AA85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47DDC15-FCA6-E017-84B5-3E035152AB4F}"/>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25C839BC-9105-E516-2991-06D91BBAC6CB}"/>
              </a:ext>
            </a:extLst>
          </p:cNvPr>
          <p:cNvSpPr>
            <a:spLocks noGrp="1"/>
          </p:cNvSpPr>
          <p:nvPr>
            <p:ph type="subTitle" idx="1"/>
          </p:nvPr>
        </p:nvSpPr>
        <p:spPr>
          <a:xfrm>
            <a:off x="4500665" y="2369320"/>
            <a:ext cx="4174902" cy="292931"/>
          </a:xfrm>
        </p:spPr>
        <p:txBody>
          <a:bodyPr/>
          <a:lstStyle/>
          <a:p>
            <a:pPr>
              <a:buNone/>
            </a:pPr>
            <a:r>
              <a:rPr lang="es-MX" noProof="0" err="1"/>
              <a:t>Problem Solving System (PORT™)
Week 6: Track and Sustain</a:t>
            </a:r>
          </a:p>
          <a:p>
            <a:pPr>
              <a:buNone/>
            </a:pPr>
            <a:endParaRPr lang="es-MX" i="1" noProof="0">
              <a:solidFill>
                <a:schemeClr val="accent6"/>
              </a:solidFill>
            </a:endParaRPr>
          </a:p>
          <a:p>
            <a:pPr>
              <a:buNone/>
            </a:pP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AE9F5CBF-EAE4-7B1A-2812-4F9262822CD3}"/>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25062873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CAB80-A0F9-515E-4656-7C4C54B9AFE1}"/>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27CAB952-AE30-4BC1-6BD2-DE30D62E63E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27CAB952-AE30-4BC1-6BD2-DE30D62E63E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BA515FEC-4686-3D09-A6E1-25E136DFB13A}"/>
              </a:ext>
            </a:extLst>
          </p:cNvPr>
          <p:cNvSpPr>
            <a:spLocks noGrp="1"/>
          </p:cNvSpPr>
          <p:nvPr>
            <p:ph type="title"/>
          </p:nvPr>
        </p:nvSpPr>
        <p:spPr>
          <a:xfrm>
            <a:off x="135922" y="242102"/>
            <a:ext cx="8789937" cy="307777"/>
          </a:xfrm>
        </p:spPr>
        <p:txBody>
          <a:bodyPr vert="horz"/>
          <a:lstStyle/>
          <a:p>
            <a:pPr algn="ctr"/>
            <a:r>
              <a:rPr lang="es-MX" noProof="0"/>
              <a:t>Training</a:t>
            </a:r>
          </a:p>
        </p:txBody>
      </p:sp>
      <p:sp>
        <p:nvSpPr>
          <p:cNvPr id="5" name="TextBox 4">
            <a:extLst>
              <a:ext uri="{FF2B5EF4-FFF2-40B4-BE49-F238E27FC236}">
                <a16:creationId xmlns:a16="http://schemas.microsoft.com/office/drawing/2014/main" id="{7652C36F-A082-EDAC-BA5A-87E8727C6D89}"/>
              </a:ext>
            </a:extLst>
          </p:cNvPr>
          <p:cNvSpPr txBox="1"/>
          <p:nvPr/>
        </p:nvSpPr>
        <p:spPr>
          <a:xfrm>
            <a:off x="212093" y="869405"/>
            <a:ext cx="3501929" cy="4206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 6: Track and Sustain</a:t>
            </a:r>
          </a:p>
          <a:p>
            <a:pPr>
              <a:spcBef>
                <a:spcPts val="225"/>
              </a:spcBef>
              <a:spcAft>
                <a:spcPts val="225"/>
              </a:spcAft>
              <a:buClr>
                <a:srgbClr val="000000"/>
              </a:buClr>
              <a:defRPr/>
            </a:pPr>
            <a:endPar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6" name="Straight Connector 79">
            <a:extLst>
              <a:ext uri="{FF2B5EF4-FFF2-40B4-BE49-F238E27FC236}">
                <a16:creationId xmlns:a16="http://schemas.microsoft.com/office/drawing/2014/main" id="{8A18DA33-BA36-58E1-1D00-ADFF48EC2CB0}"/>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Imagen 2" descr="Imagen que contiene Icono&#10;&#10;El contenido generado por IA puede ser incorrecto.">
            <a:extLst>
              <a:ext uri="{FF2B5EF4-FFF2-40B4-BE49-F238E27FC236}">
                <a16:creationId xmlns:a16="http://schemas.microsoft.com/office/drawing/2014/main" id="{E7C58E11-1901-BA9A-31DB-A2CDF67B56A2}"/>
              </a:ext>
            </a:extLst>
          </p:cNvPr>
          <p:cNvPicPr>
            <a:picLocks noChangeAspect="1"/>
          </p:cNvPicPr>
          <p:nvPr/>
        </p:nvPicPr>
        <p:blipFill>
          <a:blip r:embed="rId6"/>
          <a:stretch>
            <a:fillRect/>
          </a:stretch>
        </p:blipFill>
        <p:spPr>
          <a:xfrm>
            <a:off x="8738529" y="130779"/>
            <a:ext cx="297258" cy="419100"/>
          </a:xfrm>
          <a:prstGeom prst="rect">
            <a:avLst/>
          </a:prstGeom>
        </p:spPr>
      </p:pic>
      <p:sp>
        <p:nvSpPr>
          <p:cNvPr id="2" name="TextBox 4">
            <a:extLst>
              <a:ext uri="{FF2B5EF4-FFF2-40B4-BE49-F238E27FC236}">
                <a16:creationId xmlns:a16="http://schemas.microsoft.com/office/drawing/2014/main" id="{DEE8CA2A-4B0F-4A48-D8E4-8130A5427E8A}"/>
              </a:ext>
            </a:extLst>
          </p:cNvPr>
          <p:cNvSpPr txBox="1"/>
          <p:nvPr/>
        </p:nvSpPr>
        <p:spPr>
          <a:xfrm>
            <a:off x="212093" y="1309052"/>
            <a:ext cx="3938488" cy="293381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err="1">
                <a:solidFill>
                  <a:schemeClr val="bg1"/>
                </a:solidFill>
                <a:ea typeface="Verdana" panose="020B0604030504040204" pitchFamily="34" charset="0"/>
                <a:cs typeface="Calibri" panose="020F0502020204030204" pitchFamily="34" charset="0"/>
                <a:sym typeface="Verdana" panose="020B0604030504040204" pitchFamily="34" charset="0"/>
              </a:rPr>
              <a:t>Gemba as a Sustainment Practice
Tracking Method
Meeting System
Visual Management
Recognition System
Activity 11: What Is Visible Is Sustained
Reflection and Closing</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Tree>
    <p:extLst>
      <p:ext uri="{BB962C8B-B14F-4D97-AF65-F5344CB8AC3E}">
        <p14:creationId xmlns:p14="http://schemas.microsoft.com/office/powerpoint/2010/main" val="2046577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92DE4-D3D0-DE28-5051-CCB7556E1F31}"/>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B99EFBB9-314A-8C60-3224-14E9FA1CCC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B99EFBB9-314A-8C60-3224-14E9FA1CCC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203118BF-806C-167C-A72B-64629C9D10A9}"/>
              </a:ext>
            </a:extLst>
          </p:cNvPr>
          <p:cNvSpPr>
            <a:spLocks noGrp="1"/>
          </p:cNvSpPr>
          <p:nvPr>
            <p:ph type="title"/>
          </p:nvPr>
        </p:nvSpPr>
        <p:spPr>
          <a:xfrm>
            <a:off x="177031" y="242102"/>
            <a:ext cx="8789937" cy="307777"/>
          </a:xfrm>
        </p:spPr>
        <p:txBody>
          <a:bodyPr vert="horz"/>
          <a:lstStyle/>
          <a:p>
            <a:pPr algn="ctr"/>
            <a:r>
              <a:rPr lang="es-MX" noProof="0"/>
              <a:t>Tracking and Sustainability</a:t>
            </a:r>
          </a:p>
        </p:txBody>
      </p:sp>
      <p:sp>
        <p:nvSpPr>
          <p:cNvPr id="35" name="TextBox 4">
            <a:extLst>
              <a:ext uri="{FF2B5EF4-FFF2-40B4-BE49-F238E27FC236}">
                <a16:creationId xmlns:a16="http://schemas.microsoft.com/office/drawing/2014/main" id="{3375F618-F245-A662-3A0A-542A105F30FB}"/>
              </a:ext>
            </a:extLst>
          </p:cNvPr>
          <p:cNvSpPr txBox="1"/>
          <p:nvPr/>
        </p:nvSpPr>
        <p:spPr>
          <a:xfrm>
            <a:off x="-2002705" y="1939875"/>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00CA6256-50FC-BD73-6F7F-02462B362F63}"/>
              </a:ext>
            </a:extLst>
          </p:cNvPr>
          <p:cNvPicPr>
            <a:picLocks noChangeAspect="1"/>
          </p:cNvPicPr>
          <p:nvPr/>
        </p:nvPicPr>
        <p:blipFill>
          <a:blip r:embed="rId6"/>
          <a:stretch>
            <a:fillRect/>
          </a:stretch>
        </p:blipFill>
        <p:spPr>
          <a:xfrm>
            <a:off x="8738529" y="130779"/>
            <a:ext cx="297258" cy="419100"/>
          </a:xfrm>
          <a:prstGeom prst="rect">
            <a:avLst/>
          </a:prstGeom>
        </p:spPr>
      </p:pic>
      <p:sp>
        <p:nvSpPr>
          <p:cNvPr id="22" name="Rectángulo: esquinas redondeadas 21">
            <a:extLst>
              <a:ext uri="{FF2B5EF4-FFF2-40B4-BE49-F238E27FC236}">
                <a16:creationId xmlns:a16="http://schemas.microsoft.com/office/drawing/2014/main" id="{57EFCE49-7D34-3A80-1156-1B05C8C66E17}"/>
              </a:ext>
            </a:extLst>
          </p:cNvPr>
          <p:cNvSpPr/>
          <p:nvPr/>
        </p:nvSpPr>
        <p:spPr>
          <a:xfrm>
            <a:off x="201402" y="994711"/>
            <a:ext cx="4849091" cy="258387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7" name="Rectángulo: esquinas redondeadas 26">
            <a:extLst>
              <a:ext uri="{FF2B5EF4-FFF2-40B4-BE49-F238E27FC236}">
                <a16:creationId xmlns:a16="http://schemas.microsoft.com/office/drawing/2014/main" id="{74603F49-8A8F-F33F-451B-A339DFD8CADD}"/>
              </a:ext>
            </a:extLst>
          </p:cNvPr>
          <p:cNvSpPr/>
          <p:nvPr/>
        </p:nvSpPr>
        <p:spPr>
          <a:xfrm>
            <a:off x="201402" y="3795252"/>
            <a:ext cx="4849091" cy="63919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angle 3">
            <a:extLst>
              <a:ext uri="{FF2B5EF4-FFF2-40B4-BE49-F238E27FC236}">
                <a16:creationId xmlns:a16="http://schemas.microsoft.com/office/drawing/2014/main" id="{D6123BD4-2795-92DF-68E5-5CB02DD5D626}"/>
              </a:ext>
            </a:extLst>
          </p:cNvPr>
          <p:cNvSpPr>
            <a:spLocks/>
          </p:cNvSpPr>
          <p:nvPr/>
        </p:nvSpPr>
        <p:spPr bwMode="gray">
          <a:xfrm>
            <a:off x="541356" y="3914469"/>
            <a:ext cx="4196892"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dirty="0">
                <a:solidFill>
                  <a:schemeClr val="bg1"/>
                </a:solidFill>
              </a:rPr>
              <a:t>Tracking keeps us on course; sustainability ensures we do not go backward.</a:t>
            </a:r>
          </a:p>
        </p:txBody>
      </p:sp>
      <p:sp>
        <p:nvSpPr>
          <p:cNvPr id="5" name="AutoShape 4">
            <a:extLst>
              <a:ext uri="{FF2B5EF4-FFF2-40B4-BE49-F238E27FC236}">
                <a16:creationId xmlns:a16="http://schemas.microsoft.com/office/drawing/2014/main" id="{332B0B2A-9168-709B-60F7-F0D0E32CE6B6}"/>
              </a:ext>
            </a:extLst>
          </p:cNvPr>
          <p:cNvSpPr>
            <a:spLocks noChangeAspect="1" noChangeArrowheads="1"/>
          </p:cNvSpPr>
          <p:nvPr/>
        </p:nvSpPr>
        <p:spPr bwMode="auto">
          <a:xfrm>
            <a:off x="6039573" y="2038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noProof="0"/>
          </a:p>
        </p:txBody>
      </p:sp>
      <p:sp>
        <p:nvSpPr>
          <p:cNvPr id="11" name="Rectángulo: esquinas redondeadas 10">
            <a:extLst>
              <a:ext uri="{FF2B5EF4-FFF2-40B4-BE49-F238E27FC236}">
                <a16:creationId xmlns:a16="http://schemas.microsoft.com/office/drawing/2014/main" id="{DA42AA3C-0660-F95C-A57B-CB96C19900CE}"/>
              </a:ext>
            </a:extLst>
          </p:cNvPr>
          <p:cNvSpPr/>
          <p:nvPr/>
        </p:nvSpPr>
        <p:spPr>
          <a:xfrm>
            <a:off x="5463550" y="2400691"/>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EDC9F95E-08F0-87B1-0452-07B16E9CA82C}"/>
              </a:ext>
            </a:extLst>
          </p:cNvPr>
          <p:cNvSpPr/>
          <p:nvPr/>
        </p:nvSpPr>
        <p:spPr>
          <a:xfrm>
            <a:off x="5463550" y="1014676"/>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10946C70-AE1A-2D11-AD15-F253D23CFD4A}"/>
              </a:ext>
            </a:extLst>
          </p:cNvPr>
          <p:cNvSpPr/>
          <p:nvPr/>
        </p:nvSpPr>
        <p:spPr>
          <a:xfrm>
            <a:off x="7318979" y="1014676"/>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5" name="Rectángulo: esquinas redondeadas 14">
            <a:extLst>
              <a:ext uri="{FF2B5EF4-FFF2-40B4-BE49-F238E27FC236}">
                <a16:creationId xmlns:a16="http://schemas.microsoft.com/office/drawing/2014/main" id="{DCC8CB0A-971D-D337-FDB3-D8664B81F56B}"/>
              </a:ext>
            </a:extLst>
          </p:cNvPr>
          <p:cNvSpPr/>
          <p:nvPr/>
        </p:nvSpPr>
        <p:spPr>
          <a:xfrm>
            <a:off x="7328290" y="2400691"/>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Rectangle 3">
            <a:extLst>
              <a:ext uri="{FF2B5EF4-FFF2-40B4-BE49-F238E27FC236}">
                <a16:creationId xmlns:a16="http://schemas.microsoft.com/office/drawing/2014/main" id="{E9B5C07A-182B-607F-6115-D67F5C6E1A1B}"/>
              </a:ext>
            </a:extLst>
          </p:cNvPr>
          <p:cNvSpPr>
            <a:spLocks/>
          </p:cNvSpPr>
          <p:nvPr/>
        </p:nvSpPr>
        <p:spPr bwMode="gray">
          <a:xfrm>
            <a:off x="5628432" y="1799669"/>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dirty="0">
                <a:solidFill>
                  <a:schemeClr val="bg1"/>
                </a:solidFill>
              </a:rPr>
              <a:t>Ensuring Discipline</a:t>
            </a:r>
          </a:p>
        </p:txBody>
      </p:sp>
      <p:sp>
        <p:nvSpPr>
          <p:cNvPr id="31" name="Rectangle 3">
            <a:extLst>
              <a:ext uri="{FF2B5EF4-FFF2-40B4-BE49-F238E27FC236}">
                <a16:creationId xmlns:a16="http://schemas.microsoft.com/office/drawing/2014/main" id="{DCBD4566-8B24-CD05-7559-567514FC0372}"/>
              </a:ext>
            </a:extLst>
          </p:cNvPr>
          <p:cNvSpPr>
            <a:spLocks/>
          </p:cNvSpPr>
          <p:nvPr/>
        </p:nvSpPr>
        <p:spPr bwMode="gray">
          <a:xfrm>
            <a:off x="5522447" y="3189981"/>
            <a:ext cx="1444199"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Creates Transparency</a:t>
            </a:r>
          </a:p>
        </p:txBody>
      </p:sp>
      <p:sp>
        <p:nvSpPr>
          <p:cNvPr id="32" name="Rectangle 3">
            <a:extLst>
              <a:ext uri="{FF2B5EF4-FFF2-40B4-BE49-F238E27FC236}">
                <a16:creationId xmlns:a16="http://schemas.microsoft.com/office/drawing/2014/main" id="{353420F5-E5C7-8009-54FE-9AEDC3F4FEC2}"/>
              </a:ext>
            </a:extLst>
          </p:cNvPr>
          <p:cNvSpPr>
            <a:spLocks/>
          </p:cNvSpPr>
          <p:nvPr/>
        </p:nvSpPr>
        <p:spPr bwMode="gray">
          <a:xfrm>
            <a:off x="7445318" y="1829314"/>
            <a:ext cx="1329019"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Establishes Clear Standards</a:t>
            </a:r>
          </a:p>
        </p:txBody>
      </p:sp>
      <p:sp>
        <p:nvSpPr>
          <p:cNvPr id="33" name="Rectangle 3">
            <a:extLst>
              <a:ext uri="{FF2B5EF4-FFF2-40B4-BE49-F238E27FC236}">
                <a16:creationId xmlns:a16="http://schemas.microsoft.com/office/drawing/2014/main" id="{EA4351C1-C3DC-5FDD-CE19-043F430546FF}"/>
              </a:ext>
            </a:extLst>
          </p:cNvPr>
          <p:cNvSpPr>
            <a:spLocks/>
          </p:cNvSpPr>
          <p:nvPr/>
        </p:nvSpPr>
        <p:spPr bwMode="gray">
          <a:xfrm>
            <a:off x="7309669" y="3209252"/>
            <a:ext cx="1563519"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Promotes Continuous Improvement</a:t>
            </a:r>
          </a:p>
        </p:txBody>
      </p:sp>
      <p:grpSp>
        <p:nvGrpSpPr>
          <p:cNvPr id="30" name="Grupo 29">
            <a:extLst>
              <a:ext uri="{FF2B5EF4-FFF2-40B4-BE49-F238E27FC236}">
                <a16:creationId xmlns:a16="http://schemas.microsoft.com/office/drawing/2014/main" id="{EC35267E-5161-5A99-B7E6-AE855E12119B}"/>
              </a:ext>
            </a:extLst>
          </p:cNvPr>
          <p:cNvGrpSpPr/>
          <p:nvPr/>
        </p:nvGrpSpPr>
        <p:grpSpPr>
          <a:xfrm>
            <a:off x="337745" y="1107586"/>
            <a:ext cx="4568464" cy="2361587"/>
            <a:chOff x="337745" y="1107586"/>
            <a:chExt cx="4568464" cy="2361587"/>
          </a:xfrm>
        </p:grpSpPr>
        <p:sp>
          <p:nvSpPr>
            <p:cNvPr id="9" name="Rectángulo 8">
              <a:extLst>
                <a:ext uri="{FF2B5EF4-FFF2-40B4-BE49-F238E27FC236}">
                  <a16:creationId xmlns:a16="http://schemas.microsoft.com/office/drawing/2014/main" id="{DC50E84D-8F07-6644-FD26-FAC0EAFB4805}"/>
                </a:ext>
              </a:extLst>
            </p:cNvPr>
            <p:cNvSpPr/>
            <p:nvPr/>
          </p:nvSpPr>
          <p:spPr>
            <a:xfrm>
              <a:off x="337745" y="1107586"/>
              <a:ext cx="4561537" cy="2354660"/>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6" name="TextBox 8">
              <a:extLst>
                <a:ext uri="{FF2B5EF4-FFF2-40B4-BE49-F238E27FC236}">
                  <a16:creationId xmlns:a16="http://schemas.microsoft.com/office/drawing/2014/main" id="{F4A777D4-9E27-E7C7-3B24-ECB1DD72FBA5}"/>
                </a:ext>
              </a:extLst>
            </p:cNvPr>
            <p:cNvSpPr txBox="1"/>
            <p:nvPr/>
          </p:nvSpPr>
          <p:spPr>
            <a:xfrm>
              <a:off x="626395" y="1357870"/>
              <a:ext cx="2460785" cy="1246495"/>
            </a:xfrm>
            <a:prstGeom prst="rect">
              <a:avLst/>
            </a:prstGeom>
            <a:noFill/>
          </p:spPr>
          <p:txBody>
            <a:bodyPr wrap="square" rtlCol="0">
              <a:spAutoFit/>
            </a:bodyPr>
            <a:lstStyle/>
            <a:p>
              <a:pPr>
                <a:defRPr/>
              </a:pPr>
              <a:r>
                <a:rPr lang="es-MX" sz="1200" b="1" noProof="0">
                  <a:solidFill>
                    <a:schemeClr val="accent5"/>
                  </a:solidFill>
                </a:rPr>
                <a:t>“La excelencia no es un acto, es un hábito.”</a:t>
              </a: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r>
                <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rPr>
                <a:t>- Aristóteles</a:t>
              </a:r>
              <a:r>
                <a:rPr lang="es-MX" b="1" i="1" noProof="0">
                  <a:solidFill>
                    <a:schemeClr val="bg1"/>
                  </a:solidFill>
                  <a:latin typeface="Verdana" panose="020B0604030504040204" pitchFamily="34" charset="0"/>
                  <a:ea typeface="Verdana" panose="020B0604030504040204" pitchFamily="34" charset="0"/>
                  <a:cs typeface="Verdana" panose="020B0604030504040204" pitchFamily="34" charset="0"/>
                </a:rPr>
                <a:t>
</a:t>
              </a:r>
            </a:p>
          </p:txBody>
        </p:sp>
        <p:pic>
          <p:nvPicPr>
            <p:cNvPr id="1026" name="Picture 2" descr="Aristóteles. Biografía.">
              <a:extLst>
                <a:ext uri="{FF2B5EF4-FFF2-40B4-BE49-F238E27FC236}">
                  <a16:creationId xmlns:a16="http://schemas.microsoft.com/office/drawing/2014/main" id="{E93CBD45-C550-E6EA-F958-CC510B3242A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476"/>
            <a:stretch>
              <a:fillRect/>
            </a:stretch>
          </p:blipFill>
          <p:spPr bwMode="auto">
            <a:xfrm>
              <a:off x="3002765" y="1802536"/>
              <a:ext cx="1903444" cy="1666637"/>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Gráfico 5" descr="Bloquear con relleno sólido">
            <a:extLst>
              <a:ext uri="{FF2B5EF4-FFF2-40B4-BE49-F238E27FC236}">
                <a16:creationId xmlns:a16="http://schemas.microsoft.com/office/drawing/2014/main" id="{8456B603-C2DF-EFB9-C7BE-ED792084FE1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31487" y="1027773"/>
            <a:ext cx="809023" cy="809023"/>
          </a:xfrm>
          <a:prstGeom prst="rect">
            <a:avLst/>
          </a:prstGeom>
        </p:spPr>
      </p:pic>
      <p:pic>
        <p:nvPicPr>
          <p:cNvPr id="14" name="Gráfico 13" descr="Marcador con relleno sólido">
            <a:extLst>
              <a:ext uri="{FF2B5EF4-FFF2-40B4-BE49-F238E27FC236}">
                <a16:creationId xmlns:a16="http://schemas.microsoft.com/office/drawing/2014/main" id="{5C6C0E68-4F02-D47F-0A1F-ADF48F68C00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746220" y="1107586"/>
            <a:ext cx="709035" cy="709035"/>
          </a:xfrm>
          <a:prstGeom prst="rect">
            <a:avLst/>
          </a:prstGeom>
        </p:spPr>
      </p:pic>
      <p:pic>
        <p:nvPicPr>
          <p:cNvPr id="23" name="Gráfico 22" descr="Ojo con relleno sólido">
            <a:extLst>
              <a:ext uri="{FF2B5EF4-FFF2-40B4-BE49-F238E27FC236}">
                <a16:creationId xmlns:a16="http://schemas.microsoft.com/office/drawing/2014/main" id="{A726559F-3DB8-00E0-0ACD-7C2FEA19206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787459" y="2387284"/>
            <a:ext cx="914400" cy="914400"/>
          </a:xfrm>
          <a:prstGeom prst="rect">
            <a:avLst/>
          </a:prstGeom>
        </p:spPr>
      </p:pic>
      <p:pic>
        <p:nvPicPr>
          <p:cNvPr id="25" name="Gráfico 24" descr="Mejora continua con relleno sólido">
            <a:extLst>
              <a:ext uri="{FF2B5EF4-FFF2-40B4-BE49-F238E27FC236}">
                <a16:creationId xmlns:a16="http://schemas.microsoft.com/office/drawing/2014/main" id="{85F9A6E3-A4D6-0EB9-A625-6DB7B171503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634228" y="2400691"/>
            <a:ext cx="914400" cy="914400"/>
          </a:xfrm>
          <a:prstGeom prst="rect">
            <a:avLst/>
          </a:prstGeom>
        </p:spPr>
      </p:pic>
    </p:spTree>
    <p:extLst>
      <p:ext uri="{BB962C8B-B14F-4D97-AF65-F5344CB8AC3E}">
        <p14:creationId xmlns:p14="http://schemas.microsoft.com/office/powerpoint/2010/main" val="519159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7FD69-E36A-A570-F53F-E9D8D5168015}"/>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393A01CB-1C10-D453-A8BD-14B0562478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393A01CB-1C10-D453-A8BD-14B0562478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AF991125-EE46-ADC8-D722-3AD1EA64E259}"/>
              </a:ext>
            </a:extLst>
          </p:cNvPr>
          <p:cNvSpPr>
            <a:spLocks noGrp="1"/>
          </p:cNvSpPr>
          <p:nvPr>
            <p:ph type="title"/>
          </p:nvPr>
        </p:nvSpPr>
        <p:spPr>
          <a:xfrm>
            <a:off x="177031" y="242102"/>
            <a:ext cx="8789937" cy="492443"/>
          </a:xfrm>
        </p:spPr>
        <p:txBody>
          <a:bodyPr vert="horz"/>
          <a:lstStyle/>
          <a:p>
            <a:pPr algn="ctr"/>
            <a:r>
              <a:rPr lang="es-MX" noProof="0" dirty="0" err="1"/>
              <a:t>Gemba Walk_x000B_Consistency Makes the Difference</a:t>
            </a:r>
            <a:br>
              <a:rPr lang="es-MX" noProof="0" dirty="0"/>
            </a:br>
            <a:endParaRPr lang="es-MX" noProof="0" dirty="0"/>
          </a:p>
        </p:txBody>
      </p:sp>
      <p:sp>
        <p:nvSpPr>
          <p:cNvPr id="35" name="TextBox 4">
            <a:extLst>
              <a:ext uri="{FF2B5EF4-FFF2-40B4-BE49-F238E27FC236}">
                <a16:creationId xmlns:a16="http://schemas.microsoft.com/office/drawing/2014/main" id="{B1BD2572-33E0-44B9-FD59-EE09D729A8AC}"/>
              </a:ext>
            </a:extLst>
          </p:cNvPr>
          <p:cNvSpPr txBox="1"/>
          <p:nvPr/>
        </p:nvSpPr>
        <p:spPr>
          <a:xfrm>
            <a:off x="-2002705" y="1939875"/>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B4D852C3-B4DA-C3D1-F899-39549459ACD4}"/>
              </a:ext>
            </a:extLst>
          </p:cNvPr>
          <p:cNvPicPr>
            <a:picLocks noChangeAspect="1"/>
          </p:cNvPicPr>
          <p:nvPr/>
        </p:nvPicPr>
        <p:blipFill>
          <a:blip r:embed="rId6"/>
          <a:stretch>
            <a:fillRect/>
          </a:stretch>
        </p:blipFill>
        <p:spPr>
          <a:xfrm>
            <a:off x="8738529" y="130779"/>
            <a:ext cx="297258" cy="419100"/>
          </a:xfrm>
          <a:prstGeom prst="rect">
            <a:avLst/>
          </a:prstGeom>
        </p:spPr>
      </p:pic>
      <p:sp>
        <p:nvSpPr>
          <p:cNvPr id="2" name="Rectángulo: esquinas redondeadas 1">
            <a:extLst>
              <a:ext uri="{FF2B5EF4-FFF2-40B4-BE49-F238E27FC236}">
                <a16:creationId xmlns:a16="http://schemas.microsoft.com/office/drawing/2014/main" id="{F7165026-BE17-43AA-BB73-E9F362453ED1}"/>
              </a:ext>
            </a:extLst>
          </p:cNvPr>
          <p:cNvSpPr/>
          <p:nvPr/>
        </p:nvSpPr>
        <p:spPr>
          <a:xfrm>
            <a:off x="253598" y="1090800"/>
            <a:ext cx="2758962" cy="296190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8" name="Rectángulo: esquinas redondeadas 7">
            <a:extLst>
              <a:ext uri="{FF2B5EF4-FFF2-40B4-BE49-F238E27FC236}">
                <a16:creationId xmlns:a16="http://schemas.microsoft.com/office/drawing/2014/main" id="{9E30C55D-57C7-0CD4-5066-8CF929ACC2F6}"/>
              </a:ext>
            </a:extLst>
          </p:cNvPr>
          <p:cNvSpPr/>
          <p:nvPr/>
        </p:nvSpPr>
        <p:spPr>
          <a:xfrm>
            <a:off x="3192519" y="1090800"/>
            <a:ext cx="2758962" cy="296190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Rectángulo: esquinas redondeadas 9">
            <a:extLst>
              <a:ext uri="{FF2B5EF4-FFF2-40B4-BE49-F238E27FC236}">
                <a16:creationId xmlns:a16="http://schemas.microsoft.com/office/drawing/2014/main" id="{8F058089-DF5C-8977-4056-7EE4579220B1}"/>
              </a:ext>
            </a:extLst>
          </p:cNvPr>
          <p:cNvSpPr/>
          <p:nvPr/>
        </p:nvSpPr>
        <p:spPr>
          <a:xfrm>
            <a:off x="6128196" y="1090800"/>
            <a:ext cx="2758962" cy="296190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7" name="Rectángulo: esquinas redondeadas 16">
            <a:extLst>
              <a:ext uri="{FF2B5EF4-FFF2-40B4-BE49-F238E27FC236}">
                <a16:creationId xmlns:a16="http://schemas.microsoft.com/office/drawing/2014/main" id="{1FCEE087-2CDB-1F83-9C13-438115896DBD}"/>
              </a:ext>
            </a:extLst>
          </p:cNvPr>
          <p:cNvSpPr/>
          <p:nvPr/>
        </p:nvSpPr>
        <p:spPr>
          <a:xfrm>
            <a:off x="848571" y="4373033"/>
            <a:ext cx="3349201" cy="3632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Rectangle 3">
            <a:extLst>
              <a:ext uri="{FF2B5EF4-FFF2-40B4-BE49-F238E27FC236}">
                <a16:creationId xmlns:a16="http://schemas.microsoft.com/office/drawing/2014/main" id="{F9F68049-5DA1-3F01-A452-077DB792130C}"/>
              </a:ext>
            </a:extLst>
          </p:cNvPr>
          <p:cNvSpPr>
            <a:spLocks/>
          </p:cNvSpPr>
          <p:nvPr/>
        </p:nvSpPr>
        <p:spPr bwMode="gray">
          <a:xfrm>
            <a:off x="1208912" y="4446422"/>
            <a:ext cx="2988860"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dirty="0">
                <a:solidFill>
                  <a:schemeClr val="bg1"/>
                </a:solidFill>
              </a:rPr>
              <a:t>Without Gemba: Temporary Improvement</a:t>
            </a:r>
          </a:p>
        </p:txBody>
      </p:sp>
      <p:sp>
        <p:nvSpPr>
          <p:cNvPr id="21" name="Rectángulo: esquinas redondeadas 20">
            <a:extLst>
              <a:ext uri="{FF2B5EF4-FFF2-40B4-BE49-F238E27FC236}">
                <a16:creationId xmlns:a16="http://schemas.microsoft.com/office/drawing/2014/main" id="{C0BEBAD4-5AEA-C120-AE51-D86DD83F149F}"/>
              </a:ext>
            </a:extLst>
          </p:cNvPr>
          <p:cNvSpPr/>
          <p:nvPr/>
        </p:nvSpPr>
        <p:spPr>
          <a:xfrm>
            <a:off x="4479851" y="4359692"/>
            <a:ext cx="3113932" cy="3632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4" name="Rectangle 3">
            <a:extLst>
              <a:ext uri="{FF2B5EF4-FFF2-40B4-BE49-F238E27FC236}">
                <a16:creationId xmlns:a16="http://schemas.microsoft.com/office/drawing/2014/main" id="{ECE48FAF-DF78-A0B8-B4B3-FB420ADBB66A}"/>
              </a:ext>
            </a:extLst>
          </p:cNvPr>
          <p:cNvSpPr>
            <a:spLocks/>
          </p:cNvSpPr>
          <p:nvPr/>
        </p:nvSpPr>
        <p:spPr bwMode="gray">
          <a:xfrm>
            <a:off x="4951860" y="4444409"/>
            <a:ext cx="2641922"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dirty="0">
                <a:solidFill>
                  <a:schemeClr val="bg1"/>
                </a:solidFill>
              </a:rPr>
              <a:t>With Gemba: Lasting Improvement</a:t>
            </a:r>
            <a:endParaRPr lang="es-MX" sz="1200" noProof="0" dirty="0">
              <a:solidFill>
                <a:schemeClr val="bg1"/>
              </a:solidFill>
            </a:endParaRPr>
          </a:p>
        </p:txBody>
      </p:sp>
      <p:pic>
        <p:nvPicPr>
          <p:cNvPr id="36" name="Gráfico 35" descr="Marcador con relleno sólido">
            <a:extLst>
              <a:ext uri="{FF2B5EF4-FFF2-40B4-BE49-F238E27FC236}">
                <a16:creationId xmlns:a16="http://schemas.microsoft.com/office/drawing/2014/main" id="{73C26722-202D-C240-800A-CD6417B123B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8571" y="4357679"/>
            <a:ext cx="360341" cy="360341"/>
          </a:xfrm>
          <a:prstGeom prst="rect">
            <a:avLst/>
          </a:prstGeom>
        </p:spPr>
      </p:pic>
      <p:pic>
        <p:nvPicPr>
          <p:cNvPr id="37" name="Gráfico 36" descr="Marcador con relleno sólido">
            <a:extLst>
              <a:ext uri="{FF2B5EF4-FFF2-40B4-BE49-F238E27FC236}">
                <a16:creationId xmlns:a16="http://schemas.microsoft.com/office/drawing/2014/main" id="{66FF0FF0-B9CC-08F6-39C1-16327EB8FB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79850" y="4357679"/>
            <a:ext cx="360341" cy="360341"/>
          </a:xfrm>
          <a:prstGeom prst="rect">
            <a:avLst/>
          </a:prstGeom>
        </p:spPr>
      </p:pic>
      <p:sp>
        <p:nvSpPr>
          <p:cNvPr id="38" name="Rectángulo: esquinas redondeadas 37">
            <a:extLst>
              <a:ext uri="{FF2B5EF4-FFF2-40B4-BE49-F238E27FC236}">
                <a16:creationId xmlns:a16="http://schemas.microsoft.com/office/drawing/2014/main" id="{531740DB-68FF-7EB3-FEA0-035BE6F54CE4}"/>
              </a:ext>
            </a:extLst>
          </p:cNvPr>
          <p:cNvSpPr/>
          <p:nvPr/>
        </p:nvSpPr>
        <p:spPr>
          <a:xfrm>
            <a:off x="253599" y="1078211"/>
            <a:ext cx="2757404" cy="424107"/>
          </a:xfrm>
          <a:prstGeom prst="roundRect">
            <a:avLst>
              <a:gd name="adj" fmla="val 10705"/>
            </a:avLst>
          </a:prstGeom>
          <a:solidFill>
            <a:srgbClr val="A20000"/>
          </a:solidFill>
          <a:ln w="9525" cap="rnd" cmpd="sng" algn="ctr">
            <a:solidFill>
              <a:srgbClr val="A20000"/>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39" name="Rectángulo 38">
            <a:extLst>
              <a:ext uri="{FF2B5EF4-FFF2-40B4-BE49-F238E27FC236}">
                <a16:creationId xmlns:a16="http://schemas.microsoft.com/office/drawing/2014/main" id="{27EF975E-352E-F379-8F11-B9BB93A27347}"/>
              </a:ext>
            </a:extLst>
          </p:cNvPr>
          <p:cNvSpPr/>
          <p:nvPr/>
        </p:nvSpPr>
        <p:spPr>
          <a:xfrm>
            <a:off x="255155" y="1467294"/>
            <a:ext cx="2757405" cy="233916"/>
          </a:xfrm>
          <a:prstGeom prst="rect">
            <a:avLst/>
          </a:prstGeom>
          <a:solidFill>
            <a:srgbClr val="A20000"/>
          </a:solidFill>
          <a:ln w="9525" cap="rnd" cmpd="sng" algn="ctr">
            <a:solidFill>
              <a:srgbClr val="A20000"/>
            </a:solidFill>
            <a:prstDash val="solid"/>
            <a:round/>
            <a:headEnd type="none" w="med" len="med"/>
            <a:tailEnd type="none" w="med" len="med"/>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40" name="Rectángulo: esquinas redondeadas 39">
            <a:extLst>
              <a:ext uri="{FF2B5EF4-FFF2-40B4-BE49-F238E27FC236}">
                <a16:creationId xmlns:a16="http://schemas.microsoft.com/office/drawing/2014/main" id="{96F0D2E8-92D8-A4E2-C514-8BAF79741DC3}"/>
              </a:ext>
            </a:extLst>
          </p:cNvPr>
          <p:cNvSpPr/>
          <p:nvPr/>
        </p:nvSpPr>
        <p:spPr>
          <a:xfrm>
            <a:off x="3194077" y="1087939"/>
            <a:ext cx="2757404" cy="424107"/>
          </a:xfrm>
          <a:prstGeom prst="roundRect">
            <a:avLst>
              <a:gd name="adj" fmla="val 10705"/>
            </a:avLst>
          </a:prstGeom>
          <a:solidFill>
            <a:srgbClr val="FFC000"/>
          </a:solidFill>
          <a:ln w="9525" cap="rnd" cmpd="sng" algn="ctr">
            <a:solidFill>
              <a:srgbClr val="FFC000"/>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41" name="Rectángulo 40">
            <a:extLst>
              <a:ext uri="{FF2B5EF4-FFF2-40B4-BE49-F238E27FC236}">
                <a16:creationId xmlns:a16="http://schemas.microsoft.com/office/drawing/2014/main" id="{FBC9AD55-1EEA-138E-103A-E3602541C90E}"/>
              </a:ext>
            </a:extLst>
          </p:cNvPr>
          <p:cNvSpPr/>
          <p:nvPr/>
        </p:nvSpPr>
        <p:spPr>
          <a:xfrm>
            <a:off x="3195633" y="1477022"/>
            <a:ext cx="2757405" cy="233916"/>
          </a:xfrm>
          <a:prstGeom prst="rect">
            <a:avLst/>
          </a:prstGeom>
          <a:solidFill>
            <a:srgbClr val="FFC000"/>
          </a:solidFill>
          <a:ln w="9525" cap="rnd" cmpd="sng" algn="ctr">
            <a:solidFill>
              <a:srgbClr val="FFC000"/>
            </a:solidFill>
            <a:prstDash val="solid"/>
            <a:round/>
            <a:headEnd type="none" w="med" len="med"/>
            <a:tailEnd type="none" w="med" len="med"/>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42" name="Rectángulo: esquinas redondeadas 41">
            <a:extLst>
              <a:ext uri="{FF2B5EF4-FFF2-40B4-BE49-F238E27FC236}">
                <a16:creationId xmlns:a16="http://schemas.microsoft.com/office/drawing/2014/main" id="{AD6FDDB5-9E32-D224-3BE8-4B149E2196E7}"/>
              </a:ext>
            </a:extLst>
          </p:cNvPr>
          <p:cNvSpPr/>
          <p:nvPr/>
        </p:nvSpPr>
        <p:spPr>
          <a:xfrm>
            <a:off x="6132998" y="1087939"/>
            <a:ext cx="2757404" cy="424107"/>
          </a:xfrm>
          <a:prstGeom prst="roundRect">
            <a:avLst>
              <a:gd name="adj" fmla="val 10705"/>
            </a:avLst>
          </a:prstGeom>
          <a:solidFill>
            <a:srgbClr val="238242"/>
          </a:solidFill>
          <a:ln w="9525" cap="rnd" cmpd="sng" algn="ctr">
            <a:solidFill>
              <a:srgbClr val="238242"/>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43" name="Rectángulo 42">
            <a:extLst>
              <a:ext uri="{FF2B5EF4-FFF2-40B4-BE49-F238E27FC236}">
                <a16:creationId xmlns:a16="http://schemas.microsoft.com/office/drawing/2014/main" id="{DC6A3826-99E7-6B09-F12B-4CF482CD81F8}"/>
              </a:ext>
            </a:extLst>
          </p:cNvPr>
          <p:cNvSpPr/>
          <p:nvPr/>
        </p:nvSpPr>
        <p:spPr>
          <a:xfrm>
            <a:off x="6134554" y="1477022"/>
            <a:ext cx="2757405" cy="233916"/>
          </a:xfrm>
          <a:prstGeom prst="rect">
            <a:avLst/>
          </a:prstGeom>
          <a:solidFill>
            <a:srgbClr val="238242"/>
          </a:solidFill>
          <a:ln w="9525" cap="rnd" cmpd="sng" algn="ctr">
            <a:solidFill>
              <a:srgbClr val="238242"/>
            </a:solidFill>
            <a:prstDash val="solid"/>
            <a:round/>
            <a:headEnd type="none" w="med" len="med"/>
            <a:tailEnd type="none" w="med" len="med"/>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44" name="Rectangle 3">
            <a:extLst>
              <a:ext uri="{FF2B5EF4-FFF2-40B4-BE49-F238E27FC236}">
                <a16:creationId xmlns:a16="http://schemas.microsoft.com/office/drawing/2014/main" id="{EF0AFA73-CF4C-2FA0-F362-205F45A56432}"/>
              </a:ext>
            </a:extLst>
          </p:cNvPr>
          <p:cNvSpPr>
            <a:spLocks/>
          </p:cNvSpPr>
          <p:nvPr/>
        </p:nvSpPr>
        <p:spPr bwMode="gray">
          <a:xfrm>
            <a:off x="434078" y="1279947"/>
            <a:ext cx="2396446"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dirty="0">
                <a:solidFill>
                  <a:schemeClr val="bg1"/>
                </a:solidFill>
              </a:rPr>
              <a:t>Without Gemba</a:t>
            </a:r>
            <a:endParaRPr lang="es-MX" sz="1200" noProof="0" dirty="0">
              <a:solidFill>
                <a:schemeClr val="bg1"/>
              </a:solidFill>
            </a:endParaRPr>
          </a:p>
        </p:txBody>
      </p:sp>
      <p:sp>
        <p:nvSpPr>
          <p:cNvPr id="45" name="Rectangle 3">
            <a:extLst>
              <a:ext uri="{FF2B5EF4-FFF2-40B4-BE49-F238E27FC236}">
                <a16:creationId xmlns:a16="http://schemas.microsoft.com/office/drawing/2014/main" id="{48047433-C215-9CE8-6DB9-5ED80FD3F80F}"/>
              </a:ext>
            </a:extLst>
          </p:cNvPr>
          <p:cNvSpPr>
            <a:spLocks/>
          </p:cNvSpPr>
          <p:nvPr/>
        </p:nvSpPr>
        <p:spPr bwMode="gray">
          <a:xfrm>
            <a:off x="3373776" y="1290264"/>
            <a:ext cx="2396446"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dirty="0" err="1"/>
              <a:t>Occasional Gemba</a:t>
            </a:r>
            <a:endParaRPr lang="es-MX" sz="1200" noProof="0" dirty="0"/>
          </a:p>
        </p:txBody>
      </p:sp>
      <p:sp>
        <p:nvSpPr>
          <p:cNvPr id="46" name="Rectangle 3">
            <a:extLst>
              <a:ext uri="{FF2B5EF4-FFF2-40B4-BE49-F238E27FC236}">
                <a16:creationId xmlns:a16="http://schemas.microsoft.com/office/drawing/2014/main" id="{ECF2EDC3-B7DE-5599-A6B3-5A436AC01738}"/>
              </a:ext>
            </a:extLst>
          </p:cNvPr>
          <p:cNvSpPr>
            <a:spLocks/>
          </p:cNvSpPr>
          <p:nvPr/>
        </p:nvSpPr>
        <p:spPr bwMode="gray">
          <a:xfrm>
            <a:off x="6342083" y="1290264"/>
            <a:ext cx="2396446"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dirty="0" err="1">
                <a:solidFill>
                  <a:schemeClr val="bg1"/>
                </a:solidFill>
              </a:rPr>
              <a:t>Systematic Gemba</a:t>
            </a:r>
            <a:endParaRPr lang="es-MX" sz="1200" noProof="0" dirty="0">
              <a:solidFill>
                <a:schemeClr val="bg1"/>
              </a:solidFill>
            </a:endParaRPr>
          </a:p>
        </p:txBody>
      </p:sp>
      <p:cxnSp>
        <p:nvCxnSpPr>
          <p:cNvPr id="51" name="Conector recto 50">
            <a:extLst>
              <a:ext uri="{FF2B5EF4-FFF2-40B4-BE49-F238E27FC236}">
                <a16:creationId xmlns:a16="http://schemas.microsoft.com/office/drawing/2014/main" id="{073AACB3-E44F-09E1-30E7-4A26EE59E28A}"/>
              </a:ext>
            </a:extLst>
          </p:cNvPr>
          <p:cNvCxnSpPr>
            <a:cxnSpLocks/>
          </p:cNvCxnSpPr>
          <p:nvPr/>
        </p:nvCxnSpPr>
        <p:spPr>
          <a:xfrm>
            <a:off x="264231" y="3280687"/>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259A9248-2F6C-A421-E5DC-6DBFC54D1E4E}"/>
              </a:ext>
            </a:extLst>
          </p:cNvPr>
          <p:cNvCxnSpPr>
            <a:cxnSpLocks/>
          </p:cNvCxnSpPr>
          <p:nvPr/>
        </p:nvCxnSpPr>
        <p:spPr>
          <a:xfrm>
            <a:off x="264231" y="2419450"/>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B80ADD05-58EE-E757-B5E5-01B25E348D29}"/>
              </a:ext>
            </a:extLst>
          </p:cNvPr>
          <p:cNvCxnSpPr>
            <a:cxnSpLocks/>
          </p:cNvCxnSpPr>
          <p:nvPr/>
        </p:nvCxnSpPr>
        <p:spPr>
          <a:xfrm>
            <a:off x="3192519" y="3280687"/>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8E038CD9-1318-0338-B3D3-0F8FAEAD0C8F}"/>
              </a:ext>
            </a:extLst>
          </p:cNvPr>
          <p:cNvCxnSpPr>
            <a:cxnSpLocks/>
          </p:cNvCxnSpPr>
          <p:nvPr/>
        </p:nvCxnSpPr>
        <p:spPr>
          <a:xfrm>
            <a:off x="3192519" y="2419450"/>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BE2D003B-3D7E-97EE-C6B3-C717CA497981}"/>
              </a:ext>
            </a:extLst>
          </p:cNvPr>
          <p:cNvCxnSpPr>
            <a:cxnSpLocks/>
          </p:cNvCxnSpPr>
          <p:nvPr/>
        </p:nvCxnSpPr>
        <p:spPr>
          <a:xfrm>
            <a:off x="6140386" y="3280687"/>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2F2A66EE-2AD9-BE2B-761D-C0C993163BAA}"/>
              </a:ext>
            </a:extLst>
          </p:cNvPr>
          <p:cNvCxnSpPr>
            <a:cxnSpLocks/>
          </p:cNvCxnSpPr>
          <p:nvPr/>
        </p:nvCxnSpPr>
        <p:spPr>
          <a:xfrm>
            <a:off x="6140386" y="2419450"/>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59" name="Gráfico 58" descr="Diagrama de flujo circular con relleno sólido">
            <a:extLst>
              <a:ext uri="{FF2B5EF4-FFF2-40B4-BE49-F238E27FC236}">
                <a16:creationId xmlns:a16="http://schemas.microsoft.com/office/drawing/2014/main" id="{FC60A223-581F-528E-7D5B-9BFEEAFB9D1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34078" y="1753843"/>
            <a:ext cx="607243" cy="607243"/>
          </a:xfrm>
          <a:prstGeom prst="rect">
            <a:avLst/>
          </a:prstGeom>
        </p:spPr>
      </p:pic>
      <p:sp>
        <p:nvSpPr>
          <p:cNvPr id="60" name="CuadroTexto 59">
            <a:extLst>
              <a:ext uri="{FF2B5EF4-FFF2-40B4-BE49-F238E27FC236}">
                <a16:creationId xmlns:a16="http://schemas.microsoft.com/office/drawing/2014/main" id="{5FE8FFC5-DE99-A1C1-CF22-81CB5CC057F4}"/>
              </a:ext>
            </a:extLst>
          </p:cNvPr>
          <p:cNvSpPr txBox="1"/>
          <p:nvPr/>
        </p:nvSpPr>
        <p:spPr>
          <a:xfrm>
            <a:off x="1154206" y="2002455"/>
            <a:ext cx="1368055"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Implemented</a:t>
            </a:r>
          </a:p>
        </p:txBody>
      </p:sp>
      <p:sp>
        <p:nvSpPr>
          <p:cNvPr id="61" name="CuadroTexto 60">
            <a:extLst>
              <a:ext uri="{FF2B5EF4-FFF2-40B4-BE49-F238E27FC236}">
                <a16:creationId xmlns:a16="http://schemas.microsoft.com/office/drawing/2014/main" id="{57412069-A1C3-4FB6-63A5-27B80A89BEA4}"/>
              </a:ext>
            </a:extLst>
          </p:cNvPr>
          <p:cNvSpPr txBox="1"/>
          <p:nvPr/>
        </p:nvSpPr>
        <p:spPr>
          <a:xfrm>
            <a:off x="968982" y="2739784"/>
            <a:ext cx="1326637"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Forgotten</a:t>
            </a:r>
          </a:p>
        </p:txBody>
      </p:sp>
      <p:pic>
        <p:nvPicPr>
          <p:cNvPr id="63" name="Gráfico 62" descr="Preguntas con relleno sólido">
            <a:extLst>
              <a:ext uri="{FF2B5EF4-FFF2-40B4-BE49-F238E27FC236}">
                <a16:creationId xmlns:a16="http://schemas.microsoft.com/office/drawing/2014/main" id="{DBD5AF95-C908-E566-8027-BC2C8C233A0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3029" y="2520259"/>
            <a:ext cx="584789" cy="584789"/>
          </a:xfrm>
          <a:prstGeom prst="rect">
            <a:avLst/>
          </a:prstGeom>
        </p:spPr>
      </p:pic>
      <p:sp>
        <p:nvSpPr>
          <p:cNvPr id="1024" name="CuadroTexto 1023">
            <a:extLst>
              <a:ext uri="{FF2B5EF4-FFF2-40B4-BE49-F238E27FC236}">
                <a16:creationId xmlns:a16="http://schemas.microsoft.com/office/drawing/2014/main" id="{FCB22E29-2DBD-4283-CC76-2E122785FB76}"/>
              </a:ext>
            </a:extLst>
          </p:cNvPr>
          <p:cNvSpPr txBox="1"/>
          <p:nvPr/>
        </p:nvSpPr>
        <p:spPr>
          <a:xfrm>
            <a:off x="1127068" y="3549738"/>
            <a:ext cx="1807534"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The problem returns</a:t>
            </a:r>
          </a:p>
        </p:txBody>
      </p:sp>
      <p:pic>
        <p:nvPicPr>
          <p:cNvPr id="1027" name="Gráfico 1026" descr="Fuego con relleno sólido">
            <a:extLst>
              <a:ext uri="{FF2B5EF4-FFF2-40B4-BE49-F238E27FC236}">
                <a16:creationId xmlns:a16="http://schemas.microsoft.com/office/drawing/2014/main" id="{FFA3B599-FA05-2C4E-9880-975C791C3A2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92612" y="3383299"/>
            <a:ext cx="499793" cy="499793"/>
          </a:xfrm>
          <a:prstGeom prst="rect">
            <a:avLst/>
          </a:prstGeom>
        </p:spPr>
      </p:pic>
      <p:pic>
        <p:nvPicPr>
          <p:cNvPr id="1029" name="Gráfico 1028" descr="Reloj con relleno sólido">
            <a:extLst>
              <a:ext uri="{FF2B5EF4-FFF2-40B4-BE49-F238E27FC236}">
                <a16:creationId xmlns:a16="http://schemas.microsoft.com/office/drawing/2014/main" id="{993FF958-1CA9-0746-7D63-9F6B1D92710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373776" y="1787808"/>
            <a:ext cx="539311" cy="539311"/>
          </a:xfrm>
          <a:prstGeom prst="rect">
            <a:avLst/>
          </a:prstGeom>
        </p:spPr>
      </p:pic>
      <p:sp>
        <p:nvSpPr>
          <p:cNvPr id="1030" name="CuadroTexto 1029">
            <a:extLst>
              <a:ext uri="{FF2B5EF4-FFF2-40B4-BE49-F238E27FC236}">
                <a16:creationId xmlns:a16="http://schemas.microsoft.com/office/drawing/2014/main" id="{058F7670-098D-6FD6-1FC4-0728789F2F52}"/>
              </a:ext>
            </a:extLst>
          </p:cNvPr>
          <p:cNvSpPr txBox="1"/>
          <p:nvPr/>
        </p:nvSpPr>
        <p:spPr>
          <a:xfrm>
            <a:off x="3988322" y="2002455"/>
            <a:ext cx="1589541"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Reviewed occasionally</a:t>
            </a:r>
          </a:p>
        </p:txBody>
      </p:sp>
      <p:pic>
        <p:nvPicPr>
          <p:cNvPr id="1032" name="Gráfico 1031" descr="Gráfico de barras aplanamiento de la curva de pandemia con relleno sólido">
            <a:extLst>
              <a:ext uri="{FF2B5EF4-FFF2-40B4-BE49-F238E27FC236}">
                <a16:creationId xmlns:a16="http://schemas.microsoft.com/office/drawing/2014/main" id="{FBE7C34F-F0F7-F6F3-9AD8-C96D3CC8838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304731" y="2477465"/>
            <a:ext cx="683591" cy="683591"/>
          </a:xfrm>
          <a:prstGeom prst="rect">
            <a:avLst/>
          </a:prstGeom>
        </p:spPr>
      </p:pic>
      <p:sp>
        <p:nvSpPr>
          <p:cNvPr id="1033" name="CuadroTexto 1032">
            <a:extLst>
              <a:ext uri="{FF2B5EF4-FFF2-40B4-BE49-F238E27FC236}">
                <a16:creationId xmlns:a16="http://schemas.microsoft.com/office/drawing/2014/main" id="{A91E4042-BE25-E130-6C33-B253B5BB0B1E}"/>
              </a:ext>
            </a:extLst>
          </p:cNvPr>
          <p:cNvSpPr txBox="1"/>
          <p:nvPr/>
        </p:nvSpPr>
        <p:spPr>
          <a:xfrm>
            <a:off x="3955656" y="2805677"/>
            <a:ext cx="1941873"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Unstable results</a:t>
            </a:r>
          </a:p>
        </p:txBody>
      </p:sp>
      <p:sp>
        <p:nvSpPr>
          <p:cNvPr id="1034" name="CuadroTexto 1033">
            <a:extLst>
              <a:ext uri="{FF2B5EF4-FFF2-40B4-BE49-F238E27FC236}">
                <a16:creationId xmlns:a16="http://schemas.microsoft.com/office/drawing/2014/main" id="{1A52DF0F-91DA-9FF1-0790-23C4B7236A46}"/>
              </a:ext>
            </a:extLst>
          </p:cNvPr>
          <p:cNvSpPr txBox="1"/>
          <p:nvPr/>
        </p:nvSpPr>
        <p:spPr>
          <a:xfrm>
            <a:off x="3962688" y="3549738"/>
            <a:ext cx="1807534"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The problem returns</a:t>
            </a:r>
          </a:p>
        </p:txBody>
      </p:sp>
      <p:pic>
        <p:nvPicPr>
          <p:cNvPr id="1035" name="Gráfico 1034" descr="Fuego con relleno sólido">
            <a:extLst>
              <a:ext uri="{FF2B5EF4-FFF2-40B4-BE49-F238E27FC236}">
                <a16:creationId xmlns:a16="http://schemas.microsoft.com/office/drawing/2014/main" id="{F4FC5870-1925-8164-4581-7220F511F11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328232" y="3383299"/>
            <a:ext cx="499793" cy="499793"/>
          </a:xfrm>
          <a:prstGeom prst="rect">
            <a:avLst/>
          </a:prstGeom>
        </p:spPr>
      </p:pic>
      <p:pic>
        <p:nvPicPr>
          <p:cNvPr id="1037" name="Gráfico 1036" descr="Lista con relleno sólido">
            <a:extLst>
              <a:ext uri="{FF2B5EF4-FFF2-40B4-BE49-F238E27FC236}">
                <a16:creationId xmlns:a16="http://schemas.microsoft.com/office/drawing/2014/main" id="{C51F76F2-DB6C-32B3-8453-CCB71F2538C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251162" y="1770951"/>
            <a:ext cx="611552" cy="611552"/>
          </a:xfrm>
          <a:prstGeom prst="rect">
            <a:avLst/>
          </a:prstGeom>
        </p:spPr>
      </p:pic>
      <p:sp>
        <p:nvSpPr>
          <p:cNvPr id="1040" name="Elipse 1039">
            <a:extLst>
              <a:ext uri="{FF2B5EF4-FFF2-40B4-BE49-F238E27FC236}">
                <a16:creationId xmlns:a16="http://schemas.microsoft.com/office/drawing/2014/main" id="{DBAD3508-95B7-4169-17FD-6A740A5EC6C3}"/>
              </a:ext>
            </a:extLst>
          </p:cNvPr>
          <p:cNvSpPr/>
          <p:nvPr/>
        </p:nvSpPr>
        <p:spPr>
          <a:xfrm>
            <a:off x="6591563" y="2076727"/>
            <a:ext cx="248093" cy="253872"/>
          </a:xfrm>
          <a:prstGeom prst="ellipse">
            <a:avLst/>
          </a:prstGeom>
          <a:solidFill>
            <a:schemeClr val="accent4">
              <a:lumMod val="75000"/>
            </a:schemeClr>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dirty="0" err="1">
              <a:solidFill>
                <a:srgbClr val="FFFFFF"/>
              </a:solidFill>
            </a:endParaRPr>
          </a:p>
        </p:txBody>
      </p:sp>
      <p:pic>
        <p:nvPicPr>
          <p:cNvPr id="1039" name="Gráfico 1038" descr="Marca de verificación con relleno sólido">
            <a:extLst>
              <a:ext uri="{FF2B5EF4-FFF2-40B4-BE49-F238E27FC236}">
                <a16:creationId xmlns:a16="http://schemas.microsoft.com/office/drawing/2014/main" id="{6AC42B83-3AAE-7DD7-DE81-50F6488AA68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633698" y="2132810"/>
            <a:ext cx="163822" cy="163822"/>
          </a:xfrm>
          <a:prstGeom prst="rect">
            <a:avLst/>
          </a:prstGeom>
        </p:spPr>
      </p:pic>
      <p:sp>
        <p:nvSpPr>
          <p:cNvPr id="1041" name="CuadroTexto 1040">
            <a:extLst>
              <a:ext uri="{FF2B5EF4-FFF2-40B4-BE49-F238E27FC236}">
                <a16:creationId xmlns:a16="http://schemas.microsoft.com/office/drawing/2014/main" id="{40598D96-B4AC-4D0A-8A63-3FCC2368D00A}"/>
              </a:ext>
            </a:extLst>
          </p:cNvPr>
          <p:cNvSpPr txBox="1"/>
          <p:nvPr/>
        </p:nvSpPr>
        <p:spPr>
          <a:xfrm>
            <a:off x="6712906" y="2001746"/>
            <a:ext cx="1589541"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Verified</a:t>
            </a:r>
          </a:p>
        </p:txBody>
      </p:sp>
      <p:pic>
        <p:nvPicPr>
          <p:cNvPr id="1043" name="Gráfico 1042" descr="Herramientas con relleno sólido">
            <a:extLst>
              <a:ext uri="{FF2B5EF4-FFF2-40B4-BE49-F238E27FC236}">
                <a16:creationId xmlns:a16="http://schemas.microsoft.com/office/drawing/2014/main" id="{0B8DC6DB-8161-0F6F-132D-07A212B1204C}"/>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264320" y="2526465"/>
            <a:ext cx="612544" cy="612544"/>
          </a:xfrm>
          <a:prstGeom prst="rect">
            <a:avLst/>
          </a:prstGeom>
        </p:spPr>
      </p:pic>
      <p:sp>
        <p:nvSpPr>
          <p:cNvPr id="1044" name="CuadroTexto 1043">
            <a:extLst>
              <a:ext uri="{FF2B5EF4-FFF2-40B4-BE49-F238E27FC236}">
                <a16:creationId xmlns:a16="http://schemas.microsoft.com/office/drawing/2014/main" id="{F507F72E-8A48-ECEF-664E-4D2BB9E43A91}"/>
              </a:ext>
            </a:extLst>
          </p:cNvPr>
          <p:cNvSpPr txBox="1"/>
          <p:nvPr/>
        </p:nvSpPr>
        <p:spPr>
          <a:xfrm>
            <a:off x="6712906" y="2735720"/>
            <a:ext cx="1589541"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Corrected</a:t>
            </a:r>
          </a:p>
        </p:txBody>
      </p:sp>
      <p:pic>
        <p:nvPicPr>
          <p:cNvPr id="1046" name="Gráfico 1045" descr="Búsqueda de carpetas con relleno sólido">
            <a:extLst>
              <a:ext uri="{FF2B5EF4-FFF2-40B4-BE49-F238E27FC236}">
                <a16:creationId xmlns:a16="http://schemas.microsoft.com/office/drawing/2014/main" id="{F9E0841B-64FF-EFBE-92EB-54771807836E}"/>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234948" y="3283549"/>
            <a:ext cx="749137" cy="749137"/>
          </a:xfrm>
          <a:prstGeom prst="rect">
            <a:avLst/>
          </a:prstGeom>
        </p:spPr>
      </p:pic>
      <p:sp>
        <p:nvSpPr>
          <p:cNvPr id="1047" name="CuadroTexto 1046">
            <a:extLst>
              <a:ext uri="{FF2B5EF4-FFF2-40B4-BE49-F238E27FC236}">
                <a16:creationId xmlns:a16="http://schemas.microsoft.com/office/drawing/2014/main" id="{6908F364-5C78-FEF0-202A-D6F76202E773}"/>
              </a:ext>
            </a:extLst>
          </p:cNvPr>
          <p:cNvSpPr txBox="1"/>
          <p:nvPr/>
        </p:nvSpPr>
        <p:spPr>
          <a:xfrm>
            <a:off x="6933568" y="3541161"/>
            <a:ext cx="1589541"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Standardized</a:t>
            </a:r>
          </a:p>
        </p:txBody>
      </p:sp>
    </p:spTree>
    <p:extLst>
      <p:ext uri="{BB962C8B-B14F-4D97-AF65-F5344CB8AC3E}">
        <p14:creationId xmlns:p14="http://schemas.microsoft.com/office/powerpoint/2010/main" val="2704907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F18C4-6597-EDE2-185F-68957A825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887AD3-CF31-D69E-2BBF-542D2AB15EFF}"/>
              </a:ext>
            </a:extLst>
          </p:cNvPr>
          <p:cNvSpPr>
            <a:spLocks noGrp="1"/>
          </p:cNvSpPr>
          <p:nvPr>
            <p:ph type="title"/>
          </p:nvPr>
        </p:nvSpPr>
        <p:spPr>
          <a:xfrm>
            <a:off x="330993" y="313420"/>
            <a:ext cx="8482014" cy="307777"/>
          </a:xfrm>
        </p:spPr>
        <p:txBody>
          <a:bodyPr/>
          <a:lstStyle/>
          <a:p>
            <a:pPr algn="ctr"/>
            <a:r>
              <a:rPr lang="es-MX" noProof="0"/>
              <a:t>Tracking Method</a:t>
            </a:r>
          </a:p>
        </p:txBody>
      </p:sp>
      <p:sp>
        <p:nvSpPr>
          <p:cNvPr id="3" name="CuadroTexto 7">
            <a:extLst>
              <a:ext uri="{FF2B5EF4-FFF2-40B4-BE49-F238E27FC236}">
                <a16:creationId xmlns:a16="http://schemas.microsoft.com/office/drawing/2014/main" id="{BFC5FCC1-B5B1-9897-CB12-87050FC74E46}"/>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err="1">
                <a:solidFill>
                  <a:schemeClr val="accent6"/>
                </a:solidFill>
              </a:rPr>
              <a:t>Shibumi</a:t>
            </a:r>
            <a:endParaRPr lang="es-MX" sz="1100" b="1" noProof="0" dirty="0">
              <a:solidFill>
                <a:schemeClr val="accent6"/>
              </a:solidFill>
            </a:endParaRPr>
          </a:p>
          <a:p>
            <a:pPr algn="ctr">
              <a:lnSpc>
                <a:spcPct val="150000"/>
              </a:lnSpc>
            </a:pPr>
            <a:endParaRPr lang="es-MX" sz="1100" b="1" noProof="0" dirty="0">
              <a:solidFill>
                <a:schemeClr val="accent6"/>
              </a:solidFill>
            </a:endParaRP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EC60C2A1-22EF-6E96-B0F7-68901E8E2AA4}"/>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421386B4-A369-7B58-226C-490B6D1A7A01}"/>
              </a:ext>
            </a:extLst>
          </p:cNvPr>
          <p:cNvSpPr/>
          <p:nvPr/>
        </p:nvSpPr>
        <p:spPr>
          <a:xfrm>
            <a:off x="5845629" y="1409220"/>
            <a:ext cx="3174408" cy="232185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CuadroTexto 7">
            <a:extLst>
              <a:ext uri="{FF2B5EF4-FFF2-40B4-BE49-F238E27FC236}">
                <a16:creationId xmlns:a16="http://schemas.microsoft.com/office/drawing/2014/main" id="{C14E7A53-B600-BC16-9983-F6A56D0B2812}"/>
              </a:ext>
            </a:extLst>
          </p:cNvPr>
          <p:cNvSpPr txBox="1"/>
          <p:nvPr/>
        </p:nvSpPr>
        <p:spPr>
          <a:xfrm>
            <a:off x="6062533" y="1959712"/>
            <a:ext cx="2832360" cy="127727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Shibumi is the official platform for registering Problem Solving projects. As with Horizon initiatives, the L0–L5 development framework will be used, with each level directly linked to the PORT™ phases.</a:t>
            </a:r>
          </a:p>
        </p:txBody>
      </p:sp>
      <p:pic>
        <p:nvPicPr>
          <p:cNvPr id="6" name="Imagen 5" descr="Interfaz de usuario gráfica, Aplicación, Word&#10;&#10;El contenido generado por IA puede ser incorrecto.">
            <a:extLst>
              <a:ext uri="{FF2B5EF4-FFF2-40B4-BE49-F238E27FC236}">
                <a16:creationId xmlns:a16="http://schemas.microsoft.com/office/drawing/2014/main" id="{B608BCD8-2AA5-9700-D62B-9CF1FB6BABD2}"/>
              </a:ext>
            </a:extLst>
          </p:cNvPr>
          <p:cNvPicPr>
            <a:picLocks noChangeAspect="1"/>
          </p:cNvPicPr>
          <p:nvPr/>
        </p:nvPicPr>
        <p:blipFill>
          <a:blip r:embed="rId3"/>
          <a:stretch>
            <a:fillRect/>
          </a:stretch>
        </p:blipFill>
        <p:spPr>
          <a:xfrm>
            <a:off x="123963" y="1262742"/>
            <a:ext cx="5468573" cy="268298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3150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10C43-E7A4-AE2B-E706-5565244B22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89751-CCC7-CF0F-4C2B-783BA5EA4CB0}"/>
              </a:ext>
            </a:extLst>
          </p:cNvPr>
          <p:cNvSpPr>
            <a:spLocks noGrp="1"/>
          </p:cNvSpPr>
          <p:nvPr>
            <p:ph type="title"/>
          </p:nvPr>
        </p:nvSpPr>
        <p:spPr>
          <a:xfrm>
            <a:off x="330993" y="313420"/>
            <a:ext cx="8482014" cy="307777"/>
          </a:xfrm>
        </p:spPr>
        <p:txBody>
          <a:bodyPr/>
          <a:lstStyle/>
          <a:p>
            <a:pPr algn="ctr"/>
            <a:r>
              <a:rPr lang="es-MX" noProof="0"/>
              <a:t>Tracking Method</a:t>
            </a:r>
          </a:p>
        </p:txBody>
      </p:sp>
      <p:sp>
        <p:nvSpPr>
          <p:cNvPr id="3" name="CuadroTexto 7">
            <a:extLst>
              <a:ext uri="{FF2B5EF4-FFF2-40B4-BE49-F238E27FC236}">
                <a16:creationId xmlns:a16="http://schemas.microsoft.com/office/drawing/2014/main" id="{9C723FA5-ED8F-EBD0-C1E4-56FF084206B6}"/>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PORT Phases &amp; L0–L5</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8F2FAFC2-4E38-DBB2-1BFC-E14BC945609D}"/>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B8FC9F7B-818A-652F-4003-164831D93ABE}"/>
              </a:ext>
            </a:extLst>
          </p:cNvPr>
          <p:cNvSpPr/>
          <p:nvPr/>
        </p:nvSpPr>
        <p:spPr>
          <a:xfrm>
            <a:off x="39460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L0</a:t>
            </a:r>
          </a:p>
        </p:txBody>
      </p:sp>
      <p:sp>
        <p:nvSpPr>
          <p:cNvPr id="28" name="Rectángulo: esquinas redondeadas 27">
            <a:extLst>
              <a:ext uri="{FF2B5EF4-FFF2-40B4-BE49-F238E27FC236}">
                <a16:creationId xmlns:a16="http://schemas.microsoft.com/office/drawing/2014/main" id="{F9342AA7-E109-CC80-B7F7-5C66E003BE8B}"/>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2667CC19-0DBF-6D5E-7615-1E2164E91D7C}"/>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pic>
        <p:nvPicPr>
          <p:cNvPr id="36" name="Gráfico 35" descr="Reproducir con relleno sólido">
            <a:extLst>
              <a:ext uri="{FF2B5EF4-FFF2-40B4-BE49-F238E27FC236}">
                <a16:creationId xmlns:a16="http://schemas.microsoft.com/office/drawing/2014/main" id="{C18C706E-7021-F953-7F90-78337066BD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7471" y="2214489"/>
            <a:ext cx="677690" cy="677690"/>
          </a:xfrm>
          <a:prstGeom prst="rect">
            <a:avLst/>
          </a:prstGeom>
        </p:spPr>
      </p:pic>
      <p:sp>
        <p:nvSpPr>
          <p:cNvPr id="7" name="Rectángulo: esquinas redondeadas 6">
            <a:extLst>
              <a:ext uri="{FF2B5EF4-FFF2-40B4-BE49-F238E27FC236}">
                <a16:creationId xmlns:a16="http://schemas.microsoft.com/office/drawing/2014/main" id="{379A14F8-07A0-F042-0049-B99EC7B61A30}"/>
              </a:ext>
            </a:extLst>
          </p:cNvPr>
          <p:cNvSpPr/>
          <p:nvPr/>
        </p:nvSpPr>
        <p:spPr>
          <a:xfrm>
            <a:off x="2494230" y="179617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5A0525B4-F278-5B4C-953A-E309D6298966}"/>
              </a:ext>
            </a:extLst>
          </p:cNvPr>
          <p:cNvSpPr txBox="1"/>
          <p:nvPr/>
        </p:nvSpPr>
        <p:spPr>
          <a:xfrm>
            <a:off x="2521824" y="221049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Observe and Analyze</a:t>
            </a:r>
            <a:endParaRPr lang="es-MX" sz="2000" noProof="0">
              <a:solidFill>
                <a:schemeClr val="bg1"/>
              </a:solidFill>
            </a:endParaRPr>
          </a:p>
        </p:txBody>
      </p:sp>
      <p:sp>
        <p:nvSpPr>
          <p:cNvPr id="21" name="Rectángulo: esquinas redondeadas 20">
            <a:extLst>
              <a:ext uri="{FF2B5EF4-FFF2-40B4-BE49-F238E27FC236}">
                <a16:creationId xmlns:a16="http://schemas.microsoft.com/office/drawing/2014/main" id="{4EA07A3F-C4C3-43CB-4E9E-FD5C435C792E}"/>
              </a:ext>
            </a:extLst>
          </p:cNvPr>
          <p:cNvSpPr/>
          <p:nvPr/>
        </p:nvSpPr>
        <p:spPr>
          <a:xfrm>
            <a:off x="4860862" y="1824022"/>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CuadroTexto 7">
            <a:extLst>
              <a:ext uri="{FF2B5EF4-FFF2-40B4-BE49-F238E27FC236}">
                <a16:creationId xmlns:a16="http://schemas.microsoft.com/office/drawing/2014/main" id="{A0C90870-9F00-8001-94E2-E81F97AFC46C}"/>
              </a:ext>
            </a:extLst>
          </p:cNvPr>
          <p:cNvSpPr txBox="1"/>
          <p:nvPr/>
        </p:nvSpPr>
        <p:spPr>
          <a:xfrm>
            <a:off x="4888456" y="2238350"/>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39" name="Rectángulo: esquinas redondeadas 38">
            <a:extLst>
              <a:ext uri="{FF2B5EF4-FFF2-40B4-BE49-F238E27FC236}">
                <a16:creationId xmlns:a16="http://schemas.microsoft.com/office/drawing/2014/main" id="{07C5A3C6-E490-826B-B0D8-8CA0215A557A}"/>
              </a:ext>
            </a:extLst>
          </p:cNvPr>
          <p:cNvSpPr/>
          <p:nvPr/>
        </p:nvSpPr>
        <p:spPr>
          <a:xfrm>
            <a:off x="7193192" y="182402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1" name="CuadroTexto 7">
            <a:extLst>
              <a:ext uri="{FF2B5EF4-FFF2-40B4-BE49-F238E27FC236}">
                <a16:creationId xmlns:a16="http://schemas.microsoft.com/office/drawing/2014/main" id="{5F2DFCCC-9D2F-CC3D-8B6D-F6132C394D0A}"/>
              </a:ext>
            </a:extLst>
          </p:cNvPr>
          <p:cNvSpPr txBox="1"/>
          <p:nvPr/>
        </p:nvSpPr>
        <p:spPr>
          <a:xfrm>
            <a:off x="7220786" y="223834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Track and Sustain</a:t>
            </a:r>
            <a:endParaRPr lang="es-MX" sz="2000" noProof="0">
              <a:solidFill>
                <a:schemeClr val="bg1"/>
              </a:solidFill>
            </a:endParaRPr>
          </a:p>
        </p:txBody>
      </p:sp>
      <p:pic>
        <p:nvPicPr>
          <p:cNvPr id="50" name="Gráfico 49" descr="Reproducir con relleno sólido">
            <a:extLst>
              <a:ext uri="{FF2B5EF4-FFF2-40B4-BE49-F238E27FC236}">
                <a16:creationId xmlns:a16="http://schemas.microsoft.com/office/drawing/2014/main" id="{15FCC21D-90B4-183E-DDB7-210DAE98FC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43267" y="2232904"/>
            <a:ext cx="677690" cy="677690"/>
          </a:xfrm>
          <a:prstGeom prst="rect">
            <a:avLst/>
          </a:prstGeom>
        </p:spPr>
      </p:pic>
      <p:pic>
        <p:nvPicPr>
          <p:cNvPr id="51" name="Gráfico 50" descr="Reproducir con relleno sólido">
            <a:extLst>
              <a:ext uri="{FF2B5EF4-FFF2-40B4-BE49-F238E27FC236}">
                <a16:creationId xmlns:a16="http://schemas.microsoft.com/office/drawing/2014/main" id="{DCB795BF-8C17-6FF2-BDD6-EB6E56C908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2270" y="2252223"/>
            <a:ext cx="677690" cy="677690"/>
          </a:xfrm>
          <a:prstGeom prst="rect">
            <a:avLst/>
          </a:prstGeom>
        </p:spPr>
      </p:pic>
      <p:sp>
        <p:nvSpPr>
          <p:cNvPr id="52" name="Rectángulo: esquinas redondeadas 51">
            <a:extLst>
              <a:ext uri="{FF2B5EF4-FFF2-40B4-BE49-F238E27FC236}">
                <a16:creationId xmlns:a16="http://schemas.microsoft.com/office/drawing/2014/main" id="{B13D2DDD-CF42-3EA2-7DDE-5B7AB2286674}"/>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L1</a:t>
            </a:r>
          </a:p>
        </p:txBody>
      </p:sp>
      <p:sp>
        <p:nvSpPr>
          <p:cNvPr id="53" name="Rectángulo: esquinas redondeadas 52">
            <a:extLst>
              <a:ext uri="{FF2B5EF4-FFF2-40B4-BE49-F238E27FC236}">
                <a16:creationId xmlns:a16="http://schemas.microsoft.com/office/drawing/2014/main" id="{E601C79A-90BB-C7E3-A756-E5144FD93095}"/>
              </a:ext>
            </a:extLst>
          </p:cNvPr>
          <p:cNvSpPr/>
          <p:nvPr/>
        </p:nvSpPr>
        <p:spPr>
          <a:xfrm>
            <a:off x="2712662" y="3534057"/>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L2</a:t>
            </a:r>
          </a:p>
        </p:txBody>
      </p:sp>
      <p:sp>
        <p:nvSpPr>
          <p:cNvPr id="54" name="Rectángulo: esquinas redondeadas 53">
            <a:extLst>
              <a:ext uri="{FF2B5EF4-FFF2-40B4-BE49-F238E27FC236}">
                <a16:creationId xmlns:a16="http://schemas.microsoft.com/office/drawing/2014/main" id="{26110BB3-4BF4-C7B3-2057-6C312BFD94FA}"/>
              </a:ext>
            </a:extLst>
          </p:cNvPr>
          <p:cNvSpPr/>
          <p:nvPr/>
        </p:nvSpPr>
        <p:spPr>
          <a:xfrm>
            <a:off x="3514477" y="3534060"/>
            <a:ext cx="2178657"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55" name="Rectángulo: esquinas redondeadas 54">
            <a:extLst>
              <a:ext uri="{FF2B5EF4-FFF2-40B4-BE49-F238E27FC236}">
                <a16:creationId xmlns:a16="http://schemas.microsoft.com/office/drawing/2014/main" id="{11D5FAC9-32E4-A153-A3A2-221C774A448F}"/>
              </a:ext>
            </a:extLst>
          </p:cNvPr>
          <p:cNvSpPr/>
          <p:nvPr/>
        </p:nvSpPr>
        <p:spPr>
          <a:xfrm>
            <a:off x="5894675" y="3534058"/>
            <a:ext cx="2137779"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L4</a:t>
            </a:r>
          </a:p>
        </p:txBody>
      </p:sp>
      <p:sp>
        <p:nvSpPr>
          <p:cNvPr id="56" name="Rectángulo: esquinas redondeadas 55">
            <a:extLst>
              <a:ext uri="{FF2B5EF4-FFF2-40B4-BE49-F238E27FC236}">
                <a16:creationId xmlns:a16="http://schemas.microsoft.com/office/drawing/2014/main" id="{23D3555E-2BCF-8084-74C9-DE18C1710B87}"/>
              </a:ext>
            </a:extLst>
          </p:cNvPr>
          <p:cNvSpPr/>
          <p:nvPr/>
        </p:nvSpPr>
        <p:spPr>
          <a:xfrm>
            <a:off x="8212733" y="3534056"/>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L5</a:t>
            </a:r>
          </a:p>
        </p:txBody>
      </p:sp>
      <p:sp>
        <p:nvSpPr>
          <p:cNvPr id="57" name="Rectángulo 56">
            <a:extLst>
              <a:ext uri="{FF2B5EF4-FFF2-40B4-BE49-F238E27FC236}">
                <a16:creationId xmlns:a16="http://schemas.microsoft.com/office/drawing/2014/main" id="{DF3CB39E-C145-532C-648A-B584A1924885}"/>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957289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FBF3A-3CA2-131E-E34E-72C1B1E96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FA128-8ED0-9D6E-E8D3-6B69A980E7FC}"/>
              </a:ext>
            </a:extLst>
          </p:cNvPr>
          <p:cNvSpPr>
            <a:spLocks noGrp="1"/>
          </p:cNvSpPr>
          <p:nvPr>
            <p:ph type="title"/>
          </p:nvPr>
        </p:nvSpPr>
        <p:spPr>
          <a:xfrm>
            <a:off x="330993" y="313420"/>
            <a:ext cx="8482014" cy="307777"/>
          </a:xfrm>
        </p:spPr>
        <p:txBody>
          <a:bodyPr/>
          <a:lstStyle/>
          <a:p>
            <a:pPr algn="ctr"/>
            <a:r>
              <a:rPr lang="es-MX" noProof="0"/>
              <a:t>Tracking Method</a:t>
            </a:r>
          </a:p>
        </p:txBody>
      </p:sp>
      <p:pic>
        <p:nvPicPr>
          <p:cNvPr id="5" name="Imagen 4" descr="Dibujo de una persona&#10;&#10;El contenido generado por IA puede ser incorrecto.">
            <a:extLst>
              <a:ext uri="{FF2B5EF4-FFF2-40B4-BE49-F238E27FC236}">
                <a16:creationId xmlns:a16="http://schemas.microsoft.com/office/drawing/2014/main" id="{E0BD2F84-94DA-3D98-10FC-7C867607EBF6}"/>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6D688E20-F6A8-F714-5B3A-90D902C69937}"/>
              </a:ext>
            </a:extLst>
          </p:cNvPr>
          <p:cNvSpPr/>
          <p:nvPr/>
        </p:nvSpPr>
        <p:spPr>
          <a:xfrm>
            <a:off x="39460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L0</a:t>
            </a:r>
          </a:p>
        </p:txBody>
      </p:sp>
      <p:sp>
        <p:nvSpPr>
          <p:cNvPr id="28" name="Rectángulo: esquinas redondeadas 27">
            <a:extLst>
              <a:ext uri="{FF2B5EF4-FFF2-40B4-BE49-F238E27FC236}">
                <a16:creationId xmlns:a16="http://schemas.microsoft.com/office/drawing/2014/main" id="{AFA6888E-C70B-E1AC-6DD7-88D3A7FAA8B2}"/>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B9F494DB-3F60-ED45-2808-A5BAEE03E653}"/>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sp>
        <p:nvSpPr>
          <p:cNvPr id="52" name="Rectángulo: esquinas redondeadas 51">
            <a:extLst>
              <a:ext uri="{FF2B5EF4-FFF2-40B4-BE49-F238E27FC236}">
                <a16:creationId xmlns:a16="http://schemas.microsoft.com/office/drawing/2014/main" id="{D4556870-A130-E74C-BAB4-EBE2C1C62C53}"/>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L1</a:t>
            </a:r>
          </a:p>
        </p:txBody>
      </p:sp>
      <p:sp>
        <p:nvSpPr>
          <p:cNvPr id="4" name="CuadroTexto 7">
            <a:extLst>
              <a:ext uri="{FF2B5EF4-FFF2-40B4-BE49-F238E27FC236}">
                <a16:creationId xmlns:a16="http://schemas.microsoft.com/office/drawing/2014/main" id="{4CBE5393-10D7-8AE9-6A93-9B477DEC7941}"/>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Pinpoint the Problem (L0–L1)</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6" name="Rectángulo 5">
            <a:extLst>
              <a:ext uri="{FF2B5EF4-FFF2-40B4-BE49-F238E27FC236}">
                <a16:creationId xmlns:a16="http://schemas.microsoft.com/office/drawing/2014/main" id="{C8DFF5E6-A76B-6500-2B2D-E1462FECEB6B}"/>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3872747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13471-B38C-4E21-493B-35163430E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E6DAD-A34D-B3F1-6419-8A05AA6CBC92}"/>
              </a:ext>
            </a:extLst>
          </p:cNvPr>
          <p:cNvSpPr>
            <a:spLocks noGrp="1"/>
          </p:cNvSpPr>
          <p:nvPr>
            <p:ph type="title"/>
          </p:nvPr>
        </p:nvSpPr>
        <p:spPr>
          <a:xfrm>
            <a:off x="330993" y="313420"/>
            <a:ext cx="8482014" cy="307777"/>
          </a:xfrm>
        </p:spPr>
        <p:txBody>
          <a:bodyPr/>
          <a:lstStyle/>
          <a:p>
            <a:pPr algn="ctr"/>
            <a:r>
              <a:rPr lang="es-MX" noProof="0"/>
              <a:t>Tracking Method</a:t>
            </a:r>
          </a:p>
        </p:txBody>
      </p:sp>
      <p:sp>
        <p:nvSpPr>
          <p:cNvPr id="3" name="CuadroTexto 7">
            <a:extLst>
              <a:ext uri="{FF2B5EF4-FFF2-40B4-BE49-F238E27FC236}">
                <a16:creationId xmlns:a16="http://schemas.microsoft.com/office/drawing/2014/main" id="{FC518BEA-D3C7-B816-4521-22960EA2389E}"/>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Pinpoint the Problem (L0–L1)</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23CC994C-0A6D-959A-02A2-E178A13764DF}"/>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47BCEF3E-8D8B-1D49-916A-C5815BCDC71B}"/>
              </a:ext>
            </a:extLst>
          </p:cNvPr>
          <p:cNvSpPr/>
          <p:nvPr/>
        </p:nvSpPr>
        <p:spPr>
          <a:xfrm>
            <a:off x="2191597" y="1804971"/>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L0: The defined problem is registered at this stage.</a:t>
            </a:r>
          </a:p>
        </p:txBody>
      </p:sp>
      <p:sp>
        <p:nvSpPr>
          <p:cNvPr id="28" name="Rectángulo: esquinas redondeadas 27">
            <a:extLst>
              <a:ext uri="{FF2B5EF4-FFF2-40B4-BE49-F238E27FC236}">
                <a16:creationId xmlns:a16="http://schemas.microsoft.com/office/drawing/2014/main" id="{8EE0A5D9-7C4C-C9F7-88F1-3302E800ADF2}"/>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4CFC1E0E-3DD9-0867-B06B-AEE004590C82}"/>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pic>
        <p:nvPicPr>
          <p:cNvPr id="6" name="Imagen 5" descr="Interfaz de usuario gráfica, Texto, Aplicación, Correo electrónico&#10;&#10;El contenido generado por IA puede ser incorrecto.">
            <a:extLst>
              <a:ext uri="{FF2B5EF4-FFF2-40B4-BE49-F238E27FC236}">
                <a16:creationId xmlns:a16="http://schemas.microsoft.com/office/drawing/2014/main" id="{77463319-CE7B-B4E5-0AC3-991B183FB767}"/>
              </a:ext>
            </a:extLst>
          </p:cNvPr>
          <p:cNvPicPr>
            <a:picLocks noChangeAspect="1"/>
          </p:cNvPicPr>
          <p:nvPr/>
        </p:nvPicPr>
        <p:blipFill>
          <a:blip r:embed="rId3"/>
          <a:stretch>
            <a:fillRect/>
          </a:stretch>
        </p:blipFill>
        <p:spPr>
          <a:xfrm>
            <a:off x="4392144" y="1318836"/>
            <a:ext cx="4269273" cy="3242366"/>
          </a:xfrm>
          <a:prstGeom prst="rect">
            <a:avLst/>
          </a:prstGeom>
          <a:effectLst>
            <a:outerShdw blurRad="50800" dist="38100" dir="2700000" algn="tl" rotWithShape="0">
              <a:prstClr val="black">
                <a:alpha val="40000"/>
              </a:prstClr>
            </a:outerShdw>
          </a:effectLst>
        </p:spPr>
      </p:pic>
      <p:sp>
        <p:nvSpPr>
          <p:cNvPr id="9" name="Rectángulo 8">
            <a:extLst>
              <a:ext uri="{FF2B5EF4-FFF2-40B4-BE49-F238E27FC236}">
                <a16:creationId xmlns:a16="http://schemas.microsoft.com/office/drawing/2014/main" id="{A8950E61-76EE-C1F7-B858-86C26C7EE3A9}"/>
              </a:ext>
            </a:extLst>
          </p:cNvPr>
          <p:cNvSpPr/>
          <p:nvPr/>
        </p:nvSpPr>
        <p:spPr>
          <a:xfrm>
            <a:off x="4572000" y="2781300"/>
            <a:ext cx="415925" cy="79375"/>
          </a:xfrm>
          <a:prstGeom prst="rect">
            <a:avLst/>
          </a:prstGeom>
          <a:solidFill>
            <a:srgbClr val="FFFFFF"/>
          </a:solidFill>
          <a:ln w="9525" cap="rnd" cmpd="sng" algn="ctr">
            <a:solidFill>
              <a:srgbClr val="FFFF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CuadroTexto 9">
            <a:extLst>
              <a:ext uri="{FF2B5EF4-FFF2-40B4-BE49-F238E27FC236}">
                <a16:creationId xmlns:a16="http://schemas.microsoft.com/office/drawing/2014/main" id="{0436AC75-8FBF-6541-D996-2C98EBC29E26}"/>
              </a:ext>
            </a:extLst>
          </p:cNvPr>
          <p:cNvSpPr txBox="1"/>
          <p:nvPr/>
        </p:nvSpPr>
        <p:spPr>
          <a:xfrm>
            <a:off x="4476808" y="2781300"/>
            <a:ext cx="606308" cy="7937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chemeClr val="tx1"/>
                </a:solidFill>
              </a:rPr>
              <a:t>01/01/2026</a:t>
            </a:r>
          </a:p>
        </p:txBody>
      </p:sp>
      <p:sp>
        <p:nvSpPr>
          <p:cNvPr id="11" name="Rectángulo: esquinas redondeadas 10">
            <a:extLst>
              <a:ext uri="{FF2B5EF4-FFF2-40B4-BE49-F238E27FC236}">
                <a16:creationId xmlns:a16="http://schemas.microsoft.com/office/drawing/2014/main" id="{4CB0BEE1-5659-D5CE-7179-8C120E49B62D}"/>
              </a:ext>
            </a:extLst>
          </p:cNvPr>
          <p:cNvSpPr/>
          <p:nvPr/>
        </p:nvSpPr>
        <p:spPr>
          <a:xfrm>
            <a:off x="2202124" y="3367065"/>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L1: The Problem Solving leader or owner is defined.</a:t>
            </a:r>
          </a:p>
        </p:txBody>
      </p:sp>
      <p:sp>
        <p:nvSpPr>
          <p:cNvPr id="12" name="Rectángulo 11">
            <a:extLst>
              <a:ext uri="{FF2B5EF4-FFF2-40B4-BE49-F238E27FC236}">
                <a16:creationId xmlns:a16="http://schemas.microsoft.com/office/drawing/2014/main" id="{82B9473C-19DF-6562-39E2-4B48346904C0}"/>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3042621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36E46-EEE8-B5E5-33E5-37B3E33B2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FC3B3A-F5C2-AB14-321D-CCB66D6C0B2B}"/>
              </a:ext>
            </a:extLst>
          </p:cNvPr>
          <p:cNvSpPr>
            <a:spLocks noGrp="1"/>
          </p:cNvSpPr>
          <p:nvPr>
            <p:ph type="title"/>
          </p:nvPr>
        </p:nvSpPr>
        <p:spPr>
          <a:xfrm>
            <a:off x="330993" y="313420"/>
            <a:ext cx="8482014" cy="307777"/>
          </a:xfrm>
        </p:spPr>
        <p:txBody>
          <a:bodyPr/>
          <a:lstStyle/>
          <a:p>
            <a:pPr algn="ctr"/>
            <a:r>
              <a:rPr lang="es-MX" noProof="0"/>
              <a:t>Tracking Method</a:t>
            </a:r>
          </a:p>
        </p:txBody>
      </p:sp>
      <p:pic>
        <p:nvPicPr>
          <p:cNvPr id="5" name="Imagen 4" descr="Dibujo de una persona&#10;&#10;El contenido generado por IA puede ser incorrecto.">
            <a:extLst>
              <a:ext uri="{FF2B5EF4-FFF2-40B4-BE49-F238E27FC236}">
                <a16:creationId xmlns:a16="http://schemas.microsoft.com/office/drawing/2014/main" id="{DE8F69E2-C6EF-4A88-F78B-7A99EE5D2FD5}"/>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6" name="Imagen 5" descr="Interfaz de usuario gráfica, Texto, Aplicación, Correo electrónico&#10;&#10;El contenido generado por IA puede ser incorrecto.">
            <a:extLst>
              <a:ext uri="{FF2B5EF4-FFF2-40B4-BE49-F238E27FC236}">
                <a16:creationId xmlns:a16="http://schemas.microsoft.com/office/drawing/2014/main" id="{D19E360F-FCCA-21FA-6A3A-FF7BD687DBAB}"/>
              </a:ext>
            </a:extLst>
          </p:cNvPr>
          <p:cNvPicPr>
            <a:picLocks noChangeAspect="1"/>
          </p:cNvPicPr>
          <p:nvPr/>
        </p:nvPicPr>
        <p:blipFill>
          <a:blip r:embed="rId3"/>
          <a:stretch>
            <a:fillRect/>
          </a:stretch>
        </p:blipFill>
        <p:spPr>
          <a:xfrm>
            <a:off x="2564452" y="1422203"/>
            <a:ext cx="4269273" cy="3242366"/>
          </a:xfrm>
          <a:prstGeom prst="rect">
            <a:avLst/>
          </a:prstGeom>
          <a:effectLst>
            <a:outerShdw blurRad="50800" dist="38100" dir="2700000" algn="tl" rotWithShape="0">
              <a:prstClr val="black">
                <a:alpha val="40000"/>
              </a:prstClr>
            </a:outerShdw>
          </a:effectLst>
        </p:spPr>
      </p:pic>
      <p:sp>
        <p:nvSpPr>
          <p:cNvPr id="4" name="Rectángulo: esquinas redondeadas 3">
            <a:extLst>
              <a:ext uri="{FF2B5EF4-FFF2-40B4-BE49-F238E27FC236}">
                <a16:creationId xmlns:a16="http://schemas.microsoft.com/office/drawing/2014/main" id="{5ECE598D-89F1-449B-E3FF-508D178B01E4}"/>
              </a:ext>
            </a:extLst>
          </p:cNvPr>
          <p:cNvSpPr/>
          <p:nvPr/>
        </p:nvSpPr>
        <p:spPr>
          <a:xfrm>
            <a:off x="7087903" y="1094953"/>
            <a:ext cx="1800564" cy="702837"/>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CuadroTexto 7">
            <a:extLst>
              <a:ext uri="{FF2B5EF4-FFF2-40B4-BE49-F238E27FC236}">
                <a16:creationId xmlns:a16="http://schemas.microsoft.com/office/drawing/2014/main" id="{69FBB22F-811F-BF49-7778-EFFFF4F4DBCF}"/>
              </a:ext>
            </a:extLst>
          </p:cNvPr>
          <p:cNvSpPr txBox="1"/>
          <p:nvPr/>
        </p:nvSpPr>
        <p:spPr>
          <a:xfrm>
            <a:off x="7115497" y="1123205"/>
            <a:ext cx="1772970"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A clear, precise title focused on the intended outcome</a:t>
            </a:r>
          </a:p>
        </p:txBody>
      </p:sp>
      <p:sp>
        <p:nvSpPr>
          <p:cNvPr id="8" name="Rectángulo: esquinas redondeadas 7">
            <a:extLst>
              <a:ext uri="{FF2B5EF4-FFF2-40B4-BE49-F238E27FC236}">
                <a16:creationId xmlns:a16="http://schemas.microsoft.com/office/drawing/2014/main" id="{2F492448-4735-646A-F166-4CA7B90CFC18}"/>
              </a:ext>
            </a:extLst>
          </p:cNvPr>
          <p:cNvSpPr/>
          <p:nvPr/>
        </p:nvSpPr>
        <p:spPr>
          <a:xfrm>
            <a:off x="396335" y="2904983"/>
            <a:ext cx="1800564" cy="702837"/>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CuadroTexto 7">
            <a:extLst>
              <a:ext uri="{FF2B5EF4-FFF2-40B4-BE49-F238E27FC236}">
                <a16:creationId xmlns:a16="http://schemas.microsoft.com/office/drawing/2014/main" id="{C2893524-E538-9B72-26BF-60EFBA213DEF}"/>
              </a:ext>
            </a:extLst>
          </p:cNvPr>
          <p:cNvSpPr txBox="1"/>
          <p:nvPr/>
        </p:nvSpPr>
        <p:spPr>
          <a:xfrm>
            <a:off x="423929" y="2933235"/>
            <a:ext cx="1772970"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Add the problem statement (the same one used in the tree diagram).</a:t>
            </a:r>
          </a:p>
        </p:txBody>
      </p:sp>
      <p:sp>
        <p:nvSpPr>
          <p:cNvPr id="10" name="Rectángulo: esquinas redondeadas 9">
            <a:extLst>
              <a:ext uri="{FF2B5EF4-FFF2-40B4-BE49-F238E27FC236}">
                <a16:creationId xmlns:a16="http://schemas.microsoft.com/office/drawing/2014/main" id="{6B2E5416-3C04-6AAA-5B35-6F7B43D0827D}"/>
              </a:ext>
            </a:extLst>
          </p:cNvPr>
          <p:cNvSpPr/>
          <p:nvPr/>
        </p:nvSpPr>
        <p:spPr>
          <a:xfrm>
            <a:off x="7098767" y="3511075"/>
            <a:ext cx="1800564" cy="1015664"/>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1" name="CuadroTexto 7">
            <a:extLst>
              <a:ext uri="{FF2B5EF4-FFF2-40B4-BE49-F238E27FC236}">
                <a16:creationId xmlns:a16="http://schemas.microsoft.com/office/drawing/2014/main" id="{DEA56B1E-9B0A-90CF-F5F2-18914D9282C2}"/>
              </a:ext>
            </a:extLst>
          </p:cNvPr>
          <p:cNvSpPr txBox="1"/>
          <p:nvPr/>
        </p:nvSpPr>
        <p:spPr>
          <a:xfrm>
            <a:off x="7140158" y="3512360"/>
            <a:ext cx="1772970"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Describe what this Problem Solving project aims to achieve. It aligns with the main title but provides more detail.</a:t>
            </a:r>
          </a:p>
        </p:txBody>
      </p:sp>
      <p:sp>
        <p:nvSpPr>
          <p:cNvPr id="12" name="Rectángulo: esquinas redondeadas 11">
            <a:extLst>
              <a:ext uri="{FF2B5EF4-FFF2-40B4-BE49-F238E27FC236}">
                <a16:creationId xmlns:a16="http://schemas.microsoft.com/office/drawing/2014/main" id="{78B45C4B-7AB9-2477-A6D7-51ACAA7202BB}"/>
              </a:ext>
            </a:extLst>
          </p:cNvPr>
          <p:cNvSpPr/>
          <p:nvPr/>
        </p:nvSpPr>
        <p:spPr>
          <a:xfrm>
            <a:off x="423929" y="3723193"/>
            <a:ext cx="1800564" cy="941376"/>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CuadroTexto 7">
            <a:extLst>
              <a:ext uri="{FF2B5EF4-FFF2-40B4-BE49-F238E27FC236}">
                <a16:creationId xmlns:a16="http://schemas.microsoft.com/office/drawing/2014/main" id="{628ABF15-1D35-BD15-F665-82B54CA6E178}"/>
              </a:ext>
            </a:extLst>
          </p:cNvPr>
          <p:cNvSpPr txBox="1"/>
          <p:nvPr/>
        </p:nvSpPr>
        <p:spPr>
          <a:xfrm>
            <a:off x="437726" y="3778382"/>
            <a:ext cx="1772970" cy="83099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This allows us to identify initiatives that originate from PORT™.</a:t>
            </a:r>
          </a:p>
        </p:txBody>
      </p:sp>
      <p:pic>
        <p:nvPicPr>
          <p:cNvPr id="16" name="Gráfico 15" descr="Flecha lineal: curva con sentido de las agujas del reloj con relleno sólido">
            <a:extLst>
              <a:ext uri="{FF2B5EF4-FFF2-40B4-BE49-F238E27FC236}">
                <a16:creationId xmlns:a16="http://schemas.microsoft.com/office/drawing/2014/main" id="{351202F8-0BE4-A855-2DB7-75A41E107E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2928030" flipH="1">
            <a:off x="5953652" y="1051669"/>
            <a:ext cx="918097" cy="1313354"/>
          </a:xfrm>
          <a:prstGeom prst="rect">
            <a:avLst/>
          </a:prstGeom>
        </p:spPr>
      </p:pic>
      <p:pic>
        <p:nvPicPr>
          <p:cNvPr id="17" name="Gráfico 16" descr="Flecha lineal: curva con sentido de las agujas del reloj con relleno sólido">
            <a:extLst>
              <a:ext uri="{FF2B5EF4-FFF2-40B4-BE49-F238E27FC236}">
                <a16:creationId xmlns:a16="http://schemas.microsoft.com/office/drawing/2014/main" id="{3DDD1927-3C80-9AE4-5C54-66A8F78183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8848571">
            <a:off x="6096285" y="3191224"/>
            <a:ext cx="861326" cy="1210137"/>
          </a:xfrm>
          <a:prstGeom prst="rect">
            <a:avLst/>
          </a:prstGeom>
        </p:spPr>
      </p:pic>
      <p:pic>
        <p:nvPicPr>
          <p:cNvPr id="18" name="Gráfico 17" descr="Flecha lineal: curva con sentido de las agujas del reloj con relleno sólido">
            <a:extLst>
              <a:ext uri="{FF2B5EF4-FFF2-40B4-BE49-F238E27FC236}">
                <a16:creationId xmlns:a16="http://schemas.microsoft.com/office/drawing/2014/main" id="{25E921E3-EAF9-8A22-C87F-98FCB14571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4337952" flipV="1">
            <a:off x="2470135" y="3677542"/>
            <a:ext cx="861326" cy="1264329"/>
          </a:xfrm>
          <a:prstGeom prst="rect">
            <a:avLst/>
          </a:prstGeom>
        </p:spPr>
      </p:pic>
      <p:sp>
        <p:nvSpPr>
          <p:cNvPr id="20" name="Rectángulo: esquinas redondeadas 19">
            <a:extLst>
              <a:ext uri="{FF2B5EF4-FFF2-40B4-BE49-F238E27FC236}">
                <a16:creationId xmlns:a16="http://schemas.microsoft.com/office/drawing/2014/main" id="{9B21E0E1-C14E-0848-A75D-C32B128035E3}"/>
              </a:ext>
            </a:extLst>
          </p:cNvPr>
          <p:cNvSpPr/>
          <p:nvPr/>
        </p:nvSpPr>
        <p:spPr>
          <a:xfrm>
            <a:off x="396334" y="1797790"/>
            <a:ext cx="1800564" cy="1037022"/>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1" name="CuadroTexto 7">
            <a:extLst>
              <a:ext uri="{FF2B5EF4-FFF2-40B4-BE49-F238E27FC236}">
                <a16:creationId xmlns:a16="http://schemas.microsoft.com/office/drawing/2014/main" id="{19D2C9A5-A046-5A32-AE6C-7CD7F1F37482}"/>
              </a:ext>
            </a:extLst>
          </p:cNvPr>
          <p:cNvSpPr txBox="1"/>
          <p:nvPr/>
        </p:nvSpPr>
        <p:spPr>
          <a:xfrm>
            <a:off x="423169" y="1785640"/>
            <a:ext cx="1772970"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This is the date of the first Problem Solving session (problem definition).</a:t>
            </a:r>
          </a:p>
        </p:txBody>
      </p:sp>
      <p:pic>
        <p:nvPicPr>
          <p:cNvPr id="22" name="Gráfico 21" descr="Flecha lineal: curva con sentido de las agujas del reloj con relleno sólido">
            <a:extLst>
              <a:ext uri="{FF2B5EF4-FFF2-40B4-BE49-F238E27FC236}">
                <a16:creationId xmlns:a16="http://schemas.microsoft.com/office/drawing/2014/main" id="{A1BCBA0E-D33C-9F22-6DAA-1A50A032CC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732612" flipH="1" flipV="1">
            <a:off x="2139847" y="2134578"/>
            <a:ext cx="629732" cy="892227"/>
          </a:xfrm>
          <a:prstGeom prst="rect">
            <a:avLst/>
          </a:prstGeom>
        </p:spPr>
      </p:pic>
      <p:sp>
        <p:nvSpPr>
          <p:cNvPr id="23" name="Rectángulo: esquinas redondeadas 22">
            <a:extLst>
              <a:ext uri="{FF2B5EF4-FFF2-40B4-BE49-F238E27FC236}">
                <a16:creationId xmlns:a16="http://schemas.microsoft.com/office/drawing/2014/main" id="{478A4711-4ACD-A365-C49B-631DE7165661}"/>
              </a:ext>
            </a:extLst>
          </p:cNvPr>
          <p:cNvSpPr/>
          <p:nvPr/>
        </p:nvSpPr>
        <p:spPr>
          <a:xfrm>
            <a:off x="7087903" y="1891954"/>
            <a:ext cx="1800564" cy="702837"/>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4" name="Rectángulo: esquinas redondeadas 23">
            <a:extLst>
              <a:ext uri="{FF2B5EF4-FFF2-40B4-BE49-F238E27FC236}">
                <a16:creationId xmlns:a16="http://schemas.microsoft.com/office/drawing/2014/main" id="{0375EF48-4ED8-062A-08A7-760C57F53AC8}"/>
              </a:ext>
            </a:extLst>
          </p:cNvPr>
          <p:cNvSpPr/>
          <p:nvPr/>
        </p:nvSpPr>
        <p:spPr>
          <a:xfrm>
            <a:off x="7087903" y="2699133"/>
            <a:ext cx="1800564" cy="702837"/>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5" name="CuadroTexto 7">
            <a:extLst>
              <a:ext uri="{FF2B5EF4-FFF2-40B4-BE49-F238E27FC236}">
                <a16:creationId xmlns:a16="http://schemas.microsoft.com/office/drawing/2014/main" id="{A6EE37BB-CC33-4E99-7FF3-BDD5D6499053}"/>
              </a:ext>
            </a:extLst>
          </p:cNvPr>
          <p:cNvSpPr txBox="1"/>
          <p:nvPr/>
        </p:nvSpPr>
        <p:spPr>
          <a:xfrm>
            <a:off x="7112564" y="1894937"/>
            <a:ext cx="1772970"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Estimated date for implementing the countermeasures</a:t>
            </a:r>
          </a:p>
        </p:txBody>
      </p:sp>
      <p:pic>
        <p:nvPicPr>
          <p:cNvPr id="30" name="Gráfico 29" descr="Flecha derecha con relleno sólido">
            <a:extLst>
              <a:ext uri="{FF2B5EF4-FFF2-40B4-BE49-F238E27FC236}">
                <a16:creationId xmlns:a16="http://schemas.microsoft.com/office/drawing/2014/main" id="{1ED97F45-1763-76FC-2896-74C46AA528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9388449">
            <a:off x="5091006" y="1923171"/>
            <a:ext cx="2000419" cy="966978"/>
          </a:xfrm>
          <a:prstGeom prst="rect">
            <a:avLst/>
          </a:prstGeom>
        </p:spPr>
      </p:pic>
      <p:sp>
        <p:nvSpPr>
          <p:cNvPr id="31" name="CuadroTexto 7">
            <a:extLst>
              <a:ext uri="{FF2B5EF4-FFF2-40B4-BE49-F238E27FC236}">
                <a16:creationId xmlns:a16="http://schemas.microsoft.com/office/drawing/2014/main" id="{58B7677A-BD7A-C80D-647F-DF3F31EE9D8A}"/>
              </a:ext>
            </a:extLst>
          </p:cNvPr>
          <p:cNvSpPr txBox="1"/>
          <p:nvPr/>
        </p:nvSpPr>
        <p:spPr>
          <a:xfrm>
            <a:off x="7113300" y="2723834"/>
            <a:ext cx="1772970"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Estimated date for validating effectiveness and closing the project</a:t>
            </a:r>
          </a:p>
        </p:txBody>
      </p:sp>
      <p:pic>
        <p:nvPicPr>
          <p:cNvPr id="33" name="Gráfico 32" descr="Flecha lineal: curva con sentido de las agujas del reloj con relleno sólido">
            <a:extLst>
              <a:ext uri="{FF2B5EF4-FFF2-40B4-BE49-F238E27FC236}">
                <a16:creationId xmlns:a16="http://schemas.microsoft.com/office/drawing/2014/main" id="{B74FC80F-C506-11E4-153D-DCBB3E4907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4644718" flipH="1">
            <a:off x="6003865" y="2130457"/>
            <a:ext cx="918097" cy="1313354"/>
          </a:xfrm>
          <a:prstGeom prst="rect">
            <a:avLst/>
          </a:prstGeom>
        </p:spPr>
      </p:pic>
      <p:sp>
        <p:nvSpPr>
          <p:cNvPr id="35" name="Rectángulo 34">
            <a:extLst>
              <a:ext uri="{FF2B5EF4-FFF2-40B4-BE49-F238E27FC236}">
                <a16:creationId xmlns:a16="http://schemas.microsoft.com/office/drawing/2014/main" id="{48BF85EE-47D5-88A5-133A-88CD366DB384}"/>
              </a:ext>
            </a:extLst>
          </p:cNvPr>
          <p:cNvSpPr/>
          <p:nvPr/>
        </p:nvSpPr>
        <p:spPr>
          <a:xfrm>
            <a:off x="2736512" y="2881038"/>
            <a:ext cx="415925" cy="79375"/>
          </a:xfrm>
          <a:prstGeom prst="rect">
            <a:avLst/>
          </a:prstGeom>
          <a:solidFill>
            <a:srgbClr val="FFFFFF"/>
          </a:solidFill>
          <a:ln w="9525" cap="rnd" cmpd="sng" algn="ctr">
            <a:solidFill>
              <a:srgbClr val="FFFF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4" name="CuadroTexto 33">
            <a:extLst>
              <a:ext uri="{FF2B5EF4-FFF2-40B4-BE49-F238E27FC236}">
                <a16:creationId xmlns:a16="http://schemas.microsoft.com/office/drawing/2014/main" id="{D043C36A-81DA-1C02-22AD-84E30CDFFACD}"/>
              </a:ext>
            </a:extLst>
          </p:cNvPr>
          <p:cNvSpPr txBox="1"/>
          <p:nvPr/>
        </p:nvSpPr>
        <p:spPr>
          <a:xfrm>
            <a:off x="2670255" y="2886355"/>
            <a:ext cx="606308" cy="7937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chemeClr val="tx1"/>
                </a:solidFill>
              </a:rPr>
              <a:t>01/01/2026</a:t>
            </a:r>
          </a:p>
        </p:txBody>
      </p:sp>
      <p:pic>
        <p:nvPicPr>
          <p:cNvPr id="36" name="Gráfico 35" descr="Flecha derecha con relleno sólido">
            <a:extLst>
              <a:ext uri="{FF2B5EF4-FFF2-40B4-BE49-F238E27FC236}">
                <a16:creationId xmlns:a16="http://schemas.microsoft.com/office/drawing/2014/main" id="{BEA423F3-35A4-14D9-9C68-BECB473560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19894" y="2937391"/>
            <a:ext cx="463572" cy="740556"/>
          </a:xfrm>
          <a:prstGeom prst="rect">
            <a:avLst/>
          </a:prstGeom>
        </p:spPr>
      </p:pic>
      <p:sp>
        <p:nvSpPr>
          <p:cNvPr id="37" name="Rectángulo: esquinas redondeadas 36">
            <a:extLst>
              <a:ext uri="{FF2B5EF4-FFF2-40B4-BE49-F238E27FC236}">
                <a16:creationId xmlns:a16="http://schemas.microsoft.com/office/drawing/2014/main" id="{65722EB0-CDB7-DA63-0DAC-2C374C8C5399}"/>
              </a:ext>
            </a:extLst>
          </p:cNvPr>
          <p:cNvSpPr/>
          <p:nvPr/>
        </p:nvSpPr>
        <p:spPr>
          <a:xfrm>
            <a:off x="410132" y="991083"/>
            <a:ext cx="1800564" cy="702837"/>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8" name="CuadroTexto 7">
            <a:extLst>
              <a:ext uri="{FF2B5EF4-FFF2-40B4-BE49-F238E27FC236}">
                <a16:creationId xmlns:a16="http://schemas.microsoft.com/office/drawing/2014/main" id="{98FF43FD-13B5-ABBE-0E12-9F5111286BEC}"/>
              </a:ext>
            </a:extLst>
          </p:cNvPr>
          <p:cNvSpPr txBox="1"/>
          <p:nvPr/>
        </p:nvSpPr>
        <p:spPr>
          <a:xfrm>
            <a:off x="423169" y="1108780"/>
            <a:ext cx="1772970"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Problem Solving leader or owner</a:t>
            </a:r>
          </a:p>
        </p:txBody>
      </p:sp>
      <p:pic>
        <p:nvPicPr>
          <p:cNvPr id="40" name="Gráfico 39" descr="Flecha derecha con relleno sólido">
            <a:extLst>
              <a:ext uri="{FF2B5EF4-FFF2-40B4-BE49-F238E27FC236}">
                <a16:creationId xmlns:a16="http://schemas.microsoft.com/office/drawing/2014/main" id="{38FC85A1-564F-529F-C6CE-449BE79395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3034262">
            <a:off x="2007860" y="1636072"/>
            <a:ext cx="910512" cy="740556"/>
          </a:xfrm>
          <a:prstGeom prst="rect">
            <a:avLst/>
          </a:prstGeom>
        </p:spPr>
      </p:pic>
      <p:sp>
        <p:nvSpPr>
          <p:cNvPr id="41" name="CuadroTexto 7">
            <a:extLst>
              <a:ext uri="{FF2B5EF4-FFF2-40B4-BE49-F238E27FC236}">
                <a16:creationId xmlns:a16="http://schemas.microsoft.com/office/drawing/2014/main" id="{302E16B6-CAB4-C89A-2DBB-B40618CF73F7}"/>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Pinpoint the Problem (L0–L1)</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42" name="Rectángulo 41">
            <a:extLst>
              <a:ext uri="{FF2B5EF4-FFF2-40B4-BE49-F238E27FC236}">
                <a16:creationId xmlns:a16="http://schemas.microsoft.com/office/drawing/2014/main" id="{C64BDE7A-D958-5F0D-2CF3-BA4E38229A0B}"/>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2068302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EFCF6-E442-19EE-D453-90074DCEA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02865-2BCF-FC2C-299A-FDF11689AE54}"/>
              </a:ext>
            </a:extLst>
          </p:cNvPr>
          <p:cNvSpPr>
            <a:spLocks noGrp="1"/>
          </p:cNvSpPr>
          <p:nvPr>
            <p:ph type="title"/>
          </p:nvPr>
        </p:nvSpPr>
        <p:spPr>
          <a:xfrm>
            <a:off x="330993" y="313420"/>
            <a:ext cx="8482014" cy="307777"/>
          </a:xfrm>
        </p:spPr>
        <p:txBody>
          <a:bodyPr/>
          <a:lstStyle/>
          <a:p>
            <a:pPr algn="ctr"/>
            <a:r>
              <a:rPr lang="es-MX" noProof="0"/>
              <a:t>Tracking Method</a:t>
            </a:r>
          </a:p>
        </p:txBody>
      </p:sp>
      <p:sp>
        <p:nvSpPr>
          <p:cNvPr id="3" name="CuadroTexto 7">
            <a:extLst>
              <a:ext uri="{FF2B5EF4-FFF2-40B4-BE49-F238E27FC236}">
                <a16:creationId xmlns:a16="http://schemas.microsoft.com/office/drawing/2014/main" id="{6E99CC4F-6D8C-A44B-6E40-B50B1B5DA576}"/>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PORT Phases &amp; L0–L5</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0131C82F-A4B5-5138-D6C9-C2334406E788}"/>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07049FB2-2CB1-339B-1D89-7B5AB7AC6FB5}"/>
              </a:ext>
            </a:extLst>
          </p:cNvPr>
          <p:cNvSpPr/>
          <p:nvPr/>
        </p:nvSpPr>
        <p:spPr>
          <a:xfrm>
            <a:off x="39460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L0</a:t>
            </a:r>
          </a:p>
        </p:txBody>
      </p:sp>
      <p:sp>
        <p:nvSpPr>
          <p:cNvPr id="28" name="Rectángulo: esquinas redondeadas 27">
            <a:extLst>
              <a:ext uri="{FF2B5EF4-FFF2-40B4-BE49-F238E27FC236}">
                <a16:creationId xmlns:a16="http://schemas.microsoft.com/office/drawing/2014/main" id="{5CD7957B-FA5A-FEA2-A5EB-B652DC7C2822}"/>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4FAD0DCA-0B07-23D3-5316-9D0E3E6D19EE}"/>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pic>
        <p:nvPicPr>
          <p:cNvPr id="36" name="Gráfico 35" descr="Reproducir con relleno sólido">
            <a:extLst>
              <a:ext uri="{FF2B5EF4-FFF2-40B4-BE49-F238E27FC236}">
                <a16:creationId xmlns:a16="http://schemas.microsoft.com/office/drawing/2014/main" id="{73C3C6C0-EA8D-D282-974B-47A879E09C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7471" y="2214489"/>
            <a:ext cx="677690" cy="677690"/>
          </a:xfrm>
          <a:prstGeom prst="rect">
            <a:avLst/>
          </a:prstGeom>
        </p:spPr>
      </p:pic>
      <p:sp>
        <p:nvSpPr>
          <p:cNvPr id="7" name="Rectángulo: esquinas redondeadas 6">
            <a:extLst>
              <a:ext uri="{FF2B5EF4-FFF2-40B4-BE49-F238E27FC236}">
                <a16:creationId xmlns:a16="http://schemas.microsoft.com/office/drawing/2014/main" id="{2D0A2F20-43CE-0236-8109-98796BADBC3B}"/>
              </a:ext>
            </a:extLst>
          </p:cNvPr>
          <p:cNvSpPr/>
          <p:nvPr/>
        </p:nvSpPr>
        <p:spPr>
          <a:xfrm>
            <a:off x="2494230" y="179617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2883FA32-A01B-A365-D268-F50D081FDD43}"/>
              </a:ext>
            </a:extLst>
          </p:cNvPr>
          <p:cNvSpPr txBox="1"/>
          <p:nvPr/>
        </p:nvSpPr>
        <p:spPr>
          <a:xfrm>
            <a:off x="2521824" y="221049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Observe and Analyze</a:t>
            </a:r>
            <a:endParaRPr lang="es-MX" sz="2000" noProof="0">
              <a:solidFill>
                <a:schemeClr val="bg1"/>
              </a:solidFill>
            </a:endParaRPr>
          </a:p>
        </p:txBody>
      </p:sp>
      <p:sp>
        <p:nvSpPr>
          <p:cNvPr id="21" name="Rectángulo: esquinas redondeadas 20">
            <a:extLst>
              <a:ext uri="{FF2B5EF4-FFF2-40B4-BE49-F238E27FC236}">
                <a16:creationId xmlns:a16="http://schemas.microsoft.com/office/drawing/2014/main" id="{BAA2523E-0A0D-030D-BFF1-253C3A6DE632}"/>
              </a:ext>
            </a:extLst>
          </p:cNvPr>
          <p:cNvSpPr/>
          <p:nvPr/>
        </p:nvSpPr>
        <p:spPr>
          <a:xfrm>
            <a:off x="4860862" y="1824022"/>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CuadroTexto 7">
            <a:extLst>
              <a:ext uri="{FF2B5EF4-FFF2-40B4-BE49-F238E27FC236}">
                <a16:creationId xmlns:a16="http://schemas.microsoft.com/office/drawing/2014/main" id="{86468807-1820-C80F-C25C-9901DC73EE85}"/>
              </a:ext>
            </a:extLst>
          </p:cNvPr>
          <p:cNvSpPr txBox="1"/>
          <p:nvPr/>
        </p:nvSpPr>
        <p:spPr>
          <a:xfrm>
            <a:off x="4888456" y="2238350"/>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39" name="Rectángulo: esquinas redondeadas 38">
            <a:extLst>
              <a:ext uri="{FF2B5EF4-FFF2-40B4-BE49-F238E27FC236}">
                <a16:creationId xmlns:a16="http://schemas.microsoft.com/office/drawing/2014/main" id="{F6277ED8-D220-9805-20F5-DFA10634A183}"/>
              </a:ext>
            </a:extLst>
          </p:cNvPr>
          <p:cNvSpPr/>
          <p:nvPr/>
        </p:nvSpPr>
        <p:spPr>
          <a:xfrm>
            <a:off x="7193192" y="182402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1" name="CuadroTexto 7">
            <a:extLst>
              <a:ext uri="{FF2B5EF4-FFF2-40B4-BE49-F238E27FC236}">
                <a16:creationId xmlns:a16="http://schemas.microsoft.com/office/drawing/2014/main" id="{A4A1DF96-3998-0F37-3413-9B7F8D275A09}"/>
              </a:ext>
            </a:extLst>
          </p:cNvPr>
          <p:cNvSpPr txBox="1"/>
          <p:nvPr/>
        </p:nvSpPr>
        <p:spPr>
          <a:xfrm>
            <a:off x="7220786" y="223834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Track and Sustain</a:t>
            </a:r>
            <a:endParaRPr lang="es-MX" sz="2000" noProof="0">
              <a:solidFill>
                <a:schemeClr val="bg1"/>
              </a:solidFill>
            </a:endParaRPr>
          </a:p>
        </p:txBody>
      </p:sp>
      <p:pic>
        <p:nvPicPr>
          <p:cNvPr id="50" name="Gráfico 49" descr="Reproducir con relleno sólido">
            <a:extLst>
              <a:ext uri="{FF2B5EF4-FFF2-40B4-BE49-F238E27FC236}">
                <a16:creationId xmlns:a16="http://schemas.microsoft.com/office/drawing/2014/main" id="{B8DC9D0F-85D8-B0BD-C8E6-C12CFBB5DE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43267" y="2232904"/>
            <a:ext cx="677690" cy="677690"/>
          </a:xfrm>
          <a:prstGeom prst="rect">
            <a:avLst/>
          </a:prstGeom>
        </p:spPr>
      </p:pic>
      <p:pic>
        <p:nvPicPr>
          <p:cNvPr id="51" name="Gráfico 50" descr="Reproducir con relleno sólido">
            <a:extLst>
              <a:ext uri="{FF2B5EF4-FFF2-40B4-BE49-F238E27FC236}">
                <a16:creationId xmlns:a16="http://schemas.microsoft.com/office/drawing/2014/main" id="{B0BD00B3-7775-57E2-2A90-8D61382789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2270" y="2252223"/>
            <a:ext cx="677690" cy="677690"/>
          </a:xfrm>
          <a:prstGeom prst="rect">
            <a:avLst/>
          </a:prstGeom>
        </p:spPr>
      </p:pic>
      <p:sp>
        <p:nvSpPr>
          <p:cNvPr id="52" name="Rectángulo: esquinas redondeadas 51">
            <a:extLst>
              <a:ext uri="{FF2B5EF4-FFF2-40B4-BE49-F238E27FC236}">
                <a16:creationId xmlns:a16="http://schemas.microsoft.com/office/drawing/2014/main" id="{2A7D5491-159B-89EF-E0FC-FFD5CE69B335}"/>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L1</a:t>
            </a:r>
          </a:p>
        </p:txBody>
      </p:sp>
      <p:sp>
        <p:nvSpPr>
          <p:cNvPr id="53" name="Rectángulo: esquinas redondeadas 52">
            <a:extLst>
              <a:ext uri="{FF2B5EF4-FFF2-40B4-BE49-F238E27FC236}">
                <a16:creationId xmlns:a16="http://schemas.microsoft.com/office/drawing/2014/main" id="{CB7C5851-34F4-8EC8-CBBB-5D16A940D03E}"/>
              </a:ext>
            </a:extLst>
          </p:cNvPr>
          <p:cNvSpPr/>
          <p:nvPr/>
        </p:nvSpPr>
        <p:spPr>
          <a:xfrm>
            <a:off x="2712662" y="3534057"/>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L2</a:t>
            </a:r>
          </a:p>
        </p:txBody>
      </p:sp>
      <p:sp>
        <p:nvSpPr>
          <p:cNvPr id="54" name="Rectángulo: esquinas redondeadas 53">
            <a:extLst>
              <a:ext uri="{FF2B5EF4-FFF2-40B4-BE49-F238E27FC236}">
                <a16:creationId xmlns:a16="http://schemas.microsoft.com/office/drawing/2014/main" id="{79A359B5-C91F-7F1D-F72D-16022A3B7B19}"/>
              </a:ext>
            </a:extLst>
          </p:cNvPr>
          <p:cNvSpPr/>
          <p:nvPr/>
        </p:nvSpPr>
        <p:spPr>
          <a:xfrm>
            <a:off x="3514477" y="3534060"/>
            <a:ext cx="2178657"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55" name="Rectángulo: esquinas redondeadas 54">
            <a:extLst>
              <a:ext uri="{FF2B5EF4-FFF2-40B4-BE49-F238E27FC236}">
                <a16:creationId xmlns:a16="http://schemas.microsoft.com/office/drawing/2014/main" id="{040D2D5E-B692-2893-DF0A-3C8D980430B3}"/>
              </a:ext>
            </a:extLst>
          </p:cNvPr>
          <p:cNvSpPr/>
          <p:nvPr/>
        </p:nvSpPr>
        <p:spPr>
          <a:xfrm>
            <a:off x="5894675" y="3534058"/>
            <a:ext cx="2137779"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L4</a:t>
            </a:r>
          </a:p>
        </p:txBody>
      </p:sp>
      <p:sp>
        <p:nvSpPr>
          <p:cNvPr id="56" name="Rectángulo: esquinas redondeadas 55">
            <a:extLst>
              <a:ext uri="{FF2B5EF4-FFF2-40B4-BE49-F238E27FC236}">
                <a16:creationId xmlns:a16="http://schemas.microsoft.com/office/drawing/2014/main" id="{75B24768-04B8-1466-AB48-53D630796D39}"/>
              </a:ext>
            </a:extLst>
          </p:cNvPr>
          <p:cNvSpPr/>
          <p:nvPr/>
        </p:nvSpPr>
        <p:spPr>
          <a:xfrm>
            <a:off x="8212733" y="3534056"/>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L5</a:t>
            </a:r>
          </a:p>
        </p:txBody>
      </p:sp>
      <p:sp>
        <p:nvSpPr>
          <p:cNvPr id="4" name="Rectángulo 3">
            <a:extLst>
              <a:ext uri="{FF2B5EF4-FFF2-40B4-BE49-F238E27FC236}">
                <a16:creationId xmlns:a16="http://schemas.microsoft.com/office/drawing/2014/main" id="{1C262CDD-AD5B-9C1E-A738-857EB6730634}"/>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1422006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68F18-E525-26EA-277B-A97046291F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75E05-937C-A595-77AB-33EBBC4AF9D5}"/>
              </a:ext>
            </a:extLst>
          </p:cNvPr>
          <p:cNvSpPr>
            <a:spLocks noGrp="1"/>
          </p:cNvSpPr>
          <p:nvPr>
            <p:ph type="title"/>
          </p:nvPr>
        </p:nvSpPr>
        <p:spPr>
          <a:xfrm>
            <a:off x="330993" y="313420"/>
            <a:ext cx="8482014" cy="307777"/>
          </a:xfrm>
        </p:spPr>
        <p:txBody>
          <a:bodyPr/>
          <a:lstStyle/>
          <a:p>
            <a:pPr algn="ctr"/>
            <a:r>
              <a:rPr lang="es-MX" noProof="0"/>
              <a:t>Tracking Method</a:t>
            </a:r>
          </a:p>
        </p:txBody>
      </p:sp>
      <p:sp>
        <p:nvSpPr>
          <p:cNvPr id="3" name="CuadroTexto 7">
            <a:extLst>
              <a:ext uri="{FF2B5EF4-FFF2-40B4-BE49-F238E27FC236}">
                <a16:creationId xmlns:a16="http://schemas.microsoft.com/office/drawing/2014/main" id="{F1972602-4396-897C-A203-EAD3C38D0A5F}"/>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Observe and Analyze (L2–L3)</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2A467191-4B6A-69F8-AEC4-CF052C6EE7A4}"/>
              </a:ext>
            </a:extLst>
          </p:cNvPr>
          <p:cNvPicPr>
            <a:picLocks noChangeAspect="1"/>
          </p:cNvPicPr>
          <p:nvPr/>
        </p:nvPicPr>
        <p:blipFill>
          <a:blip r:embed="rId2"/>
          <a:stretch>
            <a:fillRect/>
          </a:stretch>
        </p:blipFill>
        <p:spPr>
          <a:xfrm>
            <a:off x="8661417" y="109943"/>
            <a:ext cx="466952" cy="466952"/>
          </a:xfrm>
          <a:prstGeom prst="rect">
            <a:avLst/>
          </a:prstGeom>
        </p:spPr>
      </p:pic>
      <p:sp>
        <p:nvSpPr>
          <p:cNvPr id="7" name="Rectángulo: esquinas redondeadas 6">
            <a:extLst>
              <a:ext uri="{FF2B5EF4-FFF2-40B4-BE49-F238E27FC236}">
                <a16:creationId xmlns:a16="http://schemas.microsoft.com/office/drawing/2014/main" id="{66A38D5E-7C8B-637E-CF85-8A03231B8F8A}"/>
              </a:ext>
            </a:extLst>
          </p:cNvPr>
          <p:cNvSpPr/>
          <p:nvPr/>
        </p:nvSpPr>
        <p:spPr>
          <a:xfrm>
            <a:off x="147982"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E4E5422C-37B2-D8BD-F246-F6F33EE3E6C4}"/>
              </a:ext>
            </a:extLst>
          </p:cNvPr>
          <p:cNvSpPr txBox="1"/>
          <p:nvPr/>
        </p:nvSpPr>
        <p:spPr>
          <a:xfrm>
            <a:off x="182664" y="2217806"/>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Observe and Analyze</a:t>
            </a:r>
            <a:endParaRPr lang="es-MX" sz="2000" noProof="0">
              <a:solidFill>
                <a:schemeClr val="bg1"/>
              </a:solidFill>
            </a:endParaRPr>
          </a:p>
        </p:txBody>
      </p:sp>
      <p:sp>
        <p:nvSpPr>
          <p:cNvPr id="4" name="Rectángulo: esquinas redondeadas 3">
            <a:extLst>
              <a:ext uri="{FF2B5EF4-FFF2-40B4-BE49-F238E27FC236}">
                <a16:creationId xmlns:a16="http://schemas.microsoft.com/office/drawing/2014/main" id="{850D9669-D212-EE17-AF58-E84D5D51F2D3}"/>
              </a:ext>
            </a:extLst>
          </p:cNvPr>
          <p:cNvSpPr/>
          <p:nvPr/>
        </p:nvSpPr>
        <p:spPr>
          <a:xfrm>
            <a:off x="1157315" y="3477349"/>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6" name="Rectángulo: esquinas redondeadas 5">
            <a:extLst>
              <a:ext uri="{FF2B5EF4-FFF2-40B4-BE49-F238E27FC236}">
                <a16:creationId xmlns:a16="http://schemas.microsoft.com/office/drawing/2014/main" id="{36D55BF8-ADED-96B3-709C-983C17A1FFD3}"/>
              </a:ext>
            </a:extLst>
          </p:cNvPr>
          <p:cNvSpPr/>
          <p:nvPr/>
        </p:nvSpPr>
        <p:spPr>
          <a:xfrm>
            <a:off x="2191597" y="1804971"/>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L2: Add the impact, whether financial or KPI-related, at this stage.</a:t>
            </a:r>
          </a:p>
        </p:txBody>
      </p:sp>
      <p:pic>
        <p:nvPicPr>
          <p:cNvPr id="9" name="Imagen 8" descr="Interfaz de usuario gráfica, Texto, Aplicación, Correo electrónico&#10;&#10;El contenido generado por IA puede ser incorrecto.">
            <a:extLst>
              <a:ext uri="{FF2B5EF4-FFF2-40B4-BE49-F238E27FC236}">
                <a16:creationId xmlns:a16="http://schemas.microsoft.com/office/drawing/2014/main" id="{265E28A2-207B-EC3A-E001-14E6D4DA8504}"/>
              </a:ext>
            </a:extLst>
          </p:cNvPr>
          <p:cNvPicPr>
            <a:picLocks noChangeAspect="1"/>
          </p:cNvPicPr>
          <p:nvPr/>
        </p:nvPicPr>
        <p:blipFill>
          <a:blip r:embed="rId3"/>
          <a:stretch>
            <a:fillRect/>
          </a:stretch>
        </p:blipFill>
        <p:spPr>
          <a:xfrm>
            <a:off x="4314981" y="1344371"/>
            <a:ext cx="4627814" cy="2927696"/>
          </a:xfrm>
          <a:prstGeom prst="rect">
            <a:avLst/>
          </a:prstGeom>
          <a:effectLst>
            <a:outerShdw blurRad="50800" dist="38100" dir="2700000" algn="tl" rotWithShape="0">
              <a:prstClr val="black">
                <a:alpha val="40000"/>
              </a:prstClr>
            </a:outerShdw>
          </a:effectLst>
        </p:spPr>
      </p:pic>
      <p:sp>
        <p:nvSpPr>
          <p:cNvPr id="10" name="Rectángulo 9">
            <a:extLst>
              <a:ext uri="{FF2B5EF4-FFF2-40B4-BE49-F238E27FC236}">
                <a16:creationId xmlns:a16="http://schemas.microsoft.com/office/drawing/2014/main" id="{5381A9F1-811E-AF43-7A41-50A868396834}"/>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3489062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60547-7636-63BC-AE93-0CD83F48A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A0300-13E8-8808-AB3F-9497D3B426D6}"/>
              </a:ext>
            </a:extLst>
          </p:cNvPr>
          <p:cNvSpPr>
            <a:spLocks noGrp="1"/>
          </p:cNvSpPr>
          <p:nvPr>
            <p:ph type="title"/>
          </p:nvPr>
        </p:nvSpPr>
        <p:spPr>
          <a:xfrm>
            <a:off x="330993" y="313420"/>
            <a:ext cx="8482014" cy="307777"/>
          </a:xfrm>
        </p:spPr>
        <p:txBody>
          <a:bodyPr/>
          <a:lstStyle/>
          <a:p>
            <a:pPr algn="ctr"/>
            <a:r>
              <a:rPr lang="es-MX" noProof="0"/>
              <a:t>Tracking Method</a:t>
            </a:r>
          </a:p>
        </p:txBody>
      </p:sp>
      <p:sp>
        <p:nvSpPr>
          <p:cNvPr id="3" name="CuadroTexto 7">
            <a:extLst>
              <a:ext uri="{FF2B5EF4-FFF2-40B4-BE49-F238E27FC236}">
                <a16:creationId xmlns:a16="http://schemas.microsoft.com/office/drawing/2014/main" id="{3DBB4382-F2A4-6A72-8CB1-FA6CEF6B99A6}"/>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Observe and Analyze (L2–L3)</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42EC85D5-9B33-7115-4F86-88E863D0E0D0}"/>
              </a:ext>
            </a:extLst>
          </p:cNvPr>
          <p:cNvPicPr>
            <a:picLocks noChangeAspect="1"/>
          </p:cNvPicPr>
          <p:nvPr/>
        </p:nvPicPr>
        <p:blipFill>
          <a:blip r:embed="rId2"/>
          <a:stretch>
            <a:fillRect/>
          </a:stretch>
        </p:blipFill>
        <p:spPr>
          <a:xfrm>
            <a:off x="8661417" y="109943"/>
            <a:ext cx="466952" cy="466952"/>
          </a:xfrm>
          <a:prstGeom prst="rect">
            <a:avLst/>
          </a:prstGeom>
        </p:spPr>
      </p:pic>
      <p:sp>
        <p:nvSpPr>
          <p:cNvPr id="7" name="Rectángulo: esquinas redondeadas 6">
            <a:extLst>
              <a:ext uri="{FF2B5EF4-FFF2-40B4-BE49-F238E27FC236}">
                <a16:creationId xmlns:a16="http://schemas.microsoft.com/office/drawing/2014/main" id="{0F0DF55D-8074-5A3D-5F50-E8435A61B414}"/>
              </a:ext>
            </a:extLst>
          </p:cNvPr>
          <p:cNvSpPr/>
          <p:nvPr/>
        </p:nvSpPr>
        <p:spPr>
          <a:xfrm>
            <a:off x="147982"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06F19320-6A38-A419-A20D-9F738FD9854A}"/>
              </a:ext>
            </a:extLst>
          </p:cNvPr>
          <p:cNvSpPr txBox="1"/>
          <p:nvPr/>
        </p:nvSpPr>
        <p:spPr>
          <a:xfrm>
            <a:off x="182664" y="2217806"/>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Observe and Analyze</a:t>
            </a:r>
            <a:endParaRPr lang="es-MX" sz="2000" noProof="0">
              <a:solidFill>
                <a:schemeClr val="bg1"/>
              </a:solidFill>
            </a:endParaRPr>
          </a:p>
        </p:txBody>
      </p:sp>
      <p:sp>
        <p:nvSpPr>
          <p:cNvPr id="4" name="Rectángulo: esquinas redondeadas 3">
            <a:extLst>
              <a:ext uri="{FF2B5EF4-FFF2-40B4-BE49-F238E27FC236}">
                <a16:creationId xmlns:a16="http://schemas.microsoft.com/office/drawing/2014/main" id="{998EC799-3540-FFF3-2CD7-5D65F7C74D3D}"/>
              </a:ext>
            </a:extLst>
          </p:cNvPr>
          <p:cNvSpPr/>
          <p:nvPr/>
        </p:nvSpPr>
        <p:spPr>
          <a:xfrm>
            <a:off x="306923" y="3477349"/>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L2</a:t>
            </a:r>
          </a:p>
        </p:txBody>
      </p:sp>
      <p:sp>
        <p:nvSpPr>
          <p:cNvPr id="6" name="Rectángulo: esquinas redondeadas 5">
            <a:extLst>
              <a:ext uri="{FF2B5EF4-FFF2-40B4-BE49-F238E27FC236}">
                <a16:creationId xmlns:a16="http://schemas.microsoft.com/office/drawing/2014/main" id="{1DB684A6-D53C-8E22-CDA5-5C464383CEF2}"/>
              </a:ext>
            </a:extLst>
          </p:cNvPr>
          <p:cNvSpPr/>
          <p:nvPr/>
        </p:nvSpPr>
        <p:spPr>
          <a:xfrm>
            <a:off x="2191597" y="1804971"/>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L3: Record the planned root-cause analysis sessions in the roadmap.</a:t>
            </a:r>
          </a:p>
        </p:txBody>
      </p:sp>
      <p:pic>
        <p:nvPicPr>
          <p:cNvPr id="10" name="Imagen 9" descr="Imagen que contiene Interfaz de usuario gráfica&#10;&#10;El contenido generado por IA puede ser incorrecto.">
            <a:extLst>
              <a:ext uri="{FF2B5EF4-FFF2-40B4-BE49-F238E27FC236}">
                <a16:creationId xmlns:a16="http://schemas.microsoft.com/office/drawing/2014/main" id="{5D4723EE-DFD6-6825-A093-F03BD7ADD20A}"/>
              </a:ext>
            </a:extLst>
          </p:cNvPr>
          <p:cNvPicPr>
            <a:picLocks noChangeAspect="1"/>
          </p:cNvPicPr>
          <p:nvPr/>
        </p:nvPicPr>
        <p:blipFill>
          <a:blip r:embed="rId3"/>
          <a:srcRect r="24632"/>
          <a:stretch>
            <a:fillRect/>
          </a:stretch>
        </p:blipFill>
        <p:spPr>
          <a:xfrm>
            <a:off x="4314981" y="1697510"/>
            <a:ext cx="4681037" cy="2018538"/>
          </a:xfrm>
          <a:prstGeom prst="rect">
            <a:avLst/>
          </a:prstGeom>
          <a:effectLst>
            <a:outerShdw blurRad="50800" dist="38100" dir="2700000" algn="tl" rotWithShape="0">
              <a:prstClr val="black">
                <a:alpha val="40000"/>
              </a:prstClr>
            </a:outerShdw>
          </a:effectLst>
        </p:spPr>
      </p:pic>
      <p:sp>
        <p:nvSpPr>
          <p:cNvPr id="11" name="Rectángulo 10">
            <a:extLst>
              <a:ext uri="{FF2B5EF4-FFF2-40B4-BE49-F238E27FC236}">
                <a16:creationId xmlns:a16="http://schemas.microsoft.com/office/drawing/2014/main" id="{A50E2788-AC33-D8E8-8064-BFFD0573BDE8}"/>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1885982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FE1AA-617F-397C-D3EF-69784D419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DAC06-3DF5-4FD5-D1F7-4C86477A6F62}"/>
              </a:ext>
            </a:extLst>
          </p:cNvPr>
          <p:cNvSpPr>
            <a:spLocks noGrp="1"/>
          </p:cNvSpPr>
          <p:nvPr>
            <p:ph type="title"/>
          </p:nvPr>
        </p:nvSpPr>
        <p:spPr>
          <a:xfrm>
            <a:off x="330993" y="313420"/>
            <a:ext cx="8482014" cy="307777"/>
          </a:xfrm>
        </p:spPr>
        <p:txBody>
          <a:bodyPr/>
          <a:lstStyle/>
          <a:p>
            <a:pPr algn="ctr"/>
            <a:r>
              <a:rPr lang="es-MX" noProof="0"/>
              <a:t>Tracking Method</a:t>
            </a:r>
          </a:p>
        </p:txBody>
      </p:sp>
      <p:sp>
        <p:nvSpPr>
          <p:cNvPr id="3" name="CuadroTexto 7">
            <a:extLst>
              <a:ext uri="{FF2B5EF4-FFF2-40B4-BE49-F238E27FC236}">
                <a16:creationId xmlns:a16="http://schemas.microsoft.com/office/drawing/2014/main" id="{FB54C0F8-04B5-CF59-E437-27FF0929B957}"/>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PORT Phases &amp; L0–L5</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9DAC23DA-E3D0-80EA-C456-0DAD16ADA645}"/>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01C0B87D-8584-4A44-678F-4866C76188F0}"/>
              </a:ext>
            </a:extLst>
          </p:cNvPr>
          <p:cNvSpPr/>
          <p:nvPr/>
        </p:nvSpPr>
        <p:spPr>
          <a:xfrm>
            <a:off x="39460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L0</a:t>
            </a:r>
          </a:p>
        </p:txBody>
      </p:sp>
      <p:sp>
        <p:nvSpPr>
          <p:cNvPr id="28" name="Rectángulo: esquinas redondeadas 27">
            <a:extLst>
              <a:ext uri="{FF2B5EF4-FFF2-40B4-BE49-F238E27FC236}">
                <a16:creationId xmlns:a16="http://schemas.microsoft.com/office/drawing/2014/main" id="{B29DF948-F4B3-3EBD-E1F0-7AB1D18D3E23}"/>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15BADE3F-7D96-C3CC-69C6-89E2628818A4}"/>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pic>
        <p:nvPicPr>
          <p:cNvPr id="36" name="Gráfico 35" descr="Reproducir con relleno sólido">
            <a:extLst>
              <a:ext uri="{FF2B5EF4-FFF2-40B4-BE49-F238E27FC236}">
                <a16:creationId xmlns:a16="http://schemas.microsoft.com/office/drawing/2014/main" id="{D4C12A97-2266-ABB2-BDB3-A53C6962FB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7471" y="2214489"/>
            <a:ext cx="677690" cy="677690"/>
          </a:xfrm>
          <a:prstGeom prst="rect">
            <a:avLst/>
          </a:prstGeom>
        </p:spPr>
      </p:pic>
      <p:sp>
        <p:nvSpPr>
          <p:cNvPr id="7" name="Rectángulo: esquinas redondeadas 6">
            <a:extLst>
              <a:ext uri="{FF2B5EF4-FFF2-40B4-BE49-F238E27FC236}">
                <a16:creationId xmlns:a16="http://schemas.microsoft.com/office/drawing/2014/main" id="{371DE4B9-DADD-1C61-3109-4F32378081F0}"/>
              </a:ext>
            </a:extLst>
          </p:cNvPr>
          <p:cNvSpPr/>
          <p:nvPr/>
        </p:nvSpPr>
        <p:spPr>
          <a:xfrm>
            <a:off x="2494230" y="179617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5D2ED90F-3707-AC5F-2AF2-1B32D508F78B}"/>
              </a:ext>
            </a:extLst>
          </p:cNvPr>
          <p:cNvSpPr txBox="1"/>
          <p:nvPr/>
        </p:nvSpPr>
        <p:spPr>
          <a:xfrm>
            <a:off x="2521824" y="221049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Observe and Analyze</a:t>
            </a:r>
            <a:endParaRPr lang="es-MX" sz="2000" noProof="0">
              <a:solidFill>
                <a:schemeClr val="bg1"/>
              </a:solidFill>
            </a:endParaRPr>
          </a:p>
        </p:txBody>
      </p:sp>
      <p:sp>
        <p:nvSpPr>
          <p:cNvPr id="21" name="Rectángulo: esquinas redondeadas 20">
            <a:extLst>
              <a:ext uri="{FF2B5EF4-FFF2-40B4-BE49-F238E27FC236}">
                <a16:creationId xmlns:a16="http://schemas.microsoft.com/office/drawing/2014/main" id="{9BFC647F-C2D9-8D52-5BAC-93FE241B713D}"/>
              </a:ext>
            </a:extLst>
          </p:cNvPr>
          <p:cNvSpPr/>
          <p:nvPr/>
        </p:nvSpPr>
        <p:spPr>
          <a:xfrm>
            <a:off x="4860862" y="1824022"/>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CuadroTexto 7">
            <a:extLst>
              <a:ext uri="{FF2B5EF4-FFF2-40B4-BE49-F238E27FC236}">
                <a16:creationId xmlns:a16="http://schemas.microsoft.com/office/drawing/2014/main" id="{ED9FB71B-61D4-9475-9F9B-A3B276320809}"/>
              </a:ext>
            </a:extLst>
          </p:cNvPr>
          <p:cNvSpPr txBox="1"/>
          <p:nvPr/>
        </p:nvSpPr>
        <p:spPr>
          <a:xfrm>
            <a:off x="4888456" y="2238350"/>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39" name="Rectángulo: esquinas redondeadas 38">
            <a:extLst>
              <a:ext uri="{FF2B5EF4-FFF2-40B4-BE49-F238E27FC236}">
                <a16:creationId xmlns:a16="http://schemas.microsoft.com/office/drawing/2014/main" id="{9FE32B9A-042B-E161-CC13-B552DE706EF7}"/>
              </a:ext>
            </a:extLst>
          </p:cNvPr>
          <p:cNvSpPr/>
          <p:nvPr/>
        </p:nvSpPr>
        <p:spPr>
          <a:xfrm>
            <a:off x="7193192" y="182402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1" name="CuadroTexto 7">
            <a:extLst>
              <a:ext uri="{FF2B5EF4-FFF2-40B4-BE49-F238E27FC236}">
                <a16:creationId xmlns:a16="http://schemas.microsoft.com/office/drawing/2014/main" id="{684EAD14-CE71-54D3-2260-77123D33E9CC}"/>
              </a:ext>
            </a:extLst>
          </p:cNvPr>
          <p:cNvSpPr txBox="1"/>
          <p:nvPr/>
        </p:nvSpPr>
        <p:spPr>
          <a:xfrm>
            <a:off x="7220786" y="223834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Track and Sustain</a:t>
            </a:r>
            <a:endParaRPr lang="es-MX" sz="2000" noProof="0">
              <a:solidFill>
                <a:schemeClr val="bg1"/>
              </a:solidFill>
            </a:endParaRPr>
          </a:p>
        </p:txBody>
      </p:sp>
      <p:pic>
        <p:nvPicPr>
          <p:cNvPr id="50" name="Gráfico 49" descr="Reproducir con relleno sólido">
            <a:extLst>
              <a:ext uri="{FF2B5EF4-FFF2-40B4-BE49-F238E27FC236}">
                <a16:creationId xmlns:a16="http://schemas.microsoft.com/office/drawing/2014/main" id="{3747C7C6-C497-820B-3E74-27386338DA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43267" y="2232904"/>
            <a:ext cx="677690" cy="677690"/>
          </a:xfrm>
          <a:prstGeom prst="rect">
            <a:avLst/>
          </a:prstGeom>
        </p:spPr>
      </p:pic>
      <p:pic>
        <p:nvPicPr>
          <p:cNvPr id="51" name="Gráfico 50" descr="Reproducir con relleno sólido">
            <a:extLst>
              <a:ext uri="{FF2B5EF4-FFF2-40B4-BE49-F238E27FC236}">
                <a16:creationId xmlns:a16="http://schemas.microsoft.com/office/drawing/2014/main" id="{E8C3B0D4-4C42-1FB3-AC17-7EA51E3ED6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2270" y="2252223"/>
            <a:ext cx="677690" cy="677690"/>
          </a:xfrm>
          <a:prstGeom prst="rect">
            <a:avLst/>
          </a:prstGeom>
        </p:spPr>
      </p:pic>
      <p:sp>
        <p:nvSpPr>
          <p:cNvPr id="52" name="Rectángulo: esquinas redondeadas 51">
            <a:extLst>
              <a:ext uri="{FF2B5EF4-FFF2-40B4-BE49-F238E27FC236}">
                <a16:creationId xmlns:a16="http://schemas.microsoft.com/office/drawing/2014/main" id="{B9885A75-257B-9BC8-B223-5BA9C83A7B4B}"/>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L1</a:t>
            </a:r>
          </a:p>
        </p:txBody>
      </p:sp>
      <p:sp>
        <p:nvSpPr>
          <p:cNvPr id="53" name="Rectángulo: esquinas redondeadas 52">
            <a:extLst>
              <a:ext uri="{FF2B5EF4-FFF2-40B4-BE49-F238E27FC236}">
                <a16:creationId xmlns:a16="http://schemas.microsoft.com/office/drawing/2014/main" id="{B85421FA-9468-E15B-381F-D5D11DEE132F}"/>
              </a:ext>
            </a:extLst>
          </p:cNvPr>
          <p:cNvSpPr/>
          <p:nvPr/>
        </p:nvSpPr>
        <p:spPr>
          <a:xfrm>
            <a:off x="2712662" y="3534057"/>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L2</a:t>
            </a:r>
          </a:p>
        </p:txBody>
      </p:sp>
      <p:sp>
        <p:nvSpPr>
          <p:cNvPr id="54" name="Rectángulo: esquinas redondeadas 53">
            <a:extLst>
              <a:ext uri="{FF2B5EF4-FFF2-40B4-BE49-F238E27FC236}">
                <a16:creationId xmlns:a16="http://schemas.microsoft.com/office/drawing/2014/main" id="{D12A3896-E61B-7170-3756-8072618236B0}"/>
              </a:ext>
            </a:extLst>
          </p:cNvPr>
          <p:cNvSpPr/>
          <p:nvPr/>
        </p:nvSpPr>
        <p:spPr>
          <a:xfrm>
            <a:off x="3514477" y="3534060"/>
            <a:ext cx="2178657"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55" name="Rectángulo: esquinas redondeadas 54">
            <a:extLst>
              <a:ext uri="{FF2B5EF4-FFF2-40B4-BE49-F238E27FC236}">
                <a16:creationId xmlns:a16="http://schemas.microsoft.com/office/drawing/2014/main" id="{0E568439-AD26-9544-AC59-26E3D4BBD7C8}"/>
              </a:ext>
            </a:extLst>
          </p:cNvPr>
          <p:cNvSpPr/>
          <p:nvPr/>
        </p:nvSpPr>
        <p:spPr>
          <a:xfrm>
            <a:off x="5894675" y="3534058"/>
            <a:ext cx="2137779"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L4</a:t>
            </a:r>
          </a:p>
        </p:txBody>
      </p:sp>
      <p:sp>
        <p:nvSpPr>
          <p:cNvPr id="56" name="Rectángulo: esquinas redondeadas 55">
            <a:extLst>
              <a:ext uri="{FF2B5EF4-FFF2-40B4-BE49-F238E27FC236}">
                <a16:creationId xmlns:a16="http://schemas.microsoft.com/office/drawing/2014/main" id="{36C3D0F3-BDBA-C2A2-D891-9ABCF15AFB89}"/>
              </a:ext>
            </a:extLst>
          </p:cNvPr>
          <p:cNvSpPr/>
          <p:nvPr/>
        </p:nvSpPr>
        <p:spPr>
          <a:xfrm>
            <a:off x="8212733" y="3534056"/>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L5</a:t>
            </a:r>
          </a:p>
        </p:txBody>
      </p:sp>
      <p:sp>
        <p:nvSpPr>
          <p:cNvPr id="4" name="Rectángulo 3">
            <a:extLst>
              <a:ext uri="{FF2B5EF4-FFF2-40B4-BE49-F238E27FC236}">
                <a16:creationId xmlns:a16="http://schemas.microsoft.com/office/drawing/2014/main" id="{662866A1-6FC8-96F6-5699-763A642515A5}"/>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382766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97C26-7A21-2F1E-6EDD-4F8ABA8DF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5C16A2-9003-CA39-8AE3-748B0CA502D7}"/>
              </a:ext>
            </a:extLst>
          </p:cNvPr>
          <p:cNvSpPr>
            <a:spLocks noGrp="1"/>
          </p:cNvSpPr>
          <p:nvPr>
            <p:ph type="title"/>
          </p:nvPr>
        </p:nvSpPr>
        <p:spPr>
          <a:xfrm>
            <a:off x="330993" y="313420"/>
            <a:ext cx="8482014" cy="307777"/>
          </a:xfrm>
        </p:spPr>
        <p:txBody>
          <a:bodyPr/>
          <a:lstStyle/>
          <a:p>
            <a:pPr algn="ctr"/>
            <a:r>
              <a:rPr lang="es-MX" noProof="0"/>
              <a:t>Tracking Method</a:t>
            </a:r>
          </a:p>
        </p:txBody>
      </p:sp>
      <p:pic>
        <p:nvPicPr>
          <p:cNvPr id="5" name="Imagen 4" descr="Dibujo de una persona&#10;&#10;El contenido generado por IA puede ser incorrecto.">
            <a:extLst>
              <a:ext uri="{FF2B5EF4-FFF2-40B4-BE49-F238E27FC236}">
                <a16:creationId xmlns:a16="http://schemas.microsoft.com/office/drawing/2014/main" id="{8B1686B8-30CC-D156-2044-810F56191C6F}"/>
              </a:ext>
            </a:extLst>
          </p:cNvPr>
          <p:cNvPicPr>
            <a:picLocks noChangeAspect="1"/>
          </p:cNvPicPr>
          <p:nvPr/>
        </p:nvPicPr>
        <p:blipFill>
          <a:blip r:embed="rId2"/>
          <a:stretch>
            <a:fillRect/>
          </a:stretch>
        </p:blipFill>
        <p:spPr>
          <a:xfrm>
            <a:off x="8661417" y="109943"/>
            <a:ext cx="466952" cy="466952"/>
          </a:xfrm>
          <a:prstGeom prst="rect">
            <a:avLst/>
          </a:prstGeom>
        </p:spPr>
      </p:pic>
      <p:sp>
        <p:nvSpPr>
          <p:cNvPr id="28" name="Rectángulo: esquinas redondeadas 27">
            <a:extLst>
              <a:ext uri="{FF2B5EF4-FFF2-40B4-BE49-F238E27FC236}">
                <a16:creationId xmlns:a16="http://schemas.microsoft.com/office/drawing/2014/main" id="{61237331-F211-B48D-F660-A9730287514F}"/>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2" name="Rectángulo: esquinas redondeadas 51">
            <a:extLst>
              <a:ext uri="{FF2B5EF4-FFF2-40B4-BE49-F238E27FC236}">
                <a16:creationId xmlns:a16="http://schemas.microsoft.com/office/drawing/2014/main" id="{44696556-4862-A51C-33D6-D1EF01180F5D}"/>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L4</a:t>
            </a:r>
          </a:p>
        </p:txBody>
      </p:sp>
      <p:sp>
        <p:nvSpPr>
          <p:cNvPr id="4" name="CuadroTexto 7">
            <a:extLst>
              <a:ext uri="{FF2B5EF4-FFF2-40B4-BE49-F238E27FC236}">
                <a16:creationId xmlns:a16="http://schemas.microsoft.com/office/drawing/2014/main" id="{32F01226-AA9E-B904-2265-417C2E1EA6E8}"/>
              </a:ext>
            </a:extLst>
          </p:cNvPr>
          <p:cNvSpPr txBox="1"/>
          <p:nvPr/>
        </p:nvSpPr>
        <p:spPr>
          <a:xfrm>
            <a:off x="186140" y="2237125"/>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6" name="Rectángulo: esquinas redondeadas 5">
            <a:extLst>
              <a:ext uri="{FF2B5EF4-FFF2-40B4-BE49-F238E27FC236}">
                <a16:creationId xmlns:a16="http://schemas.microsoft.com/office/drawing/2014/main" id="{4C9508D3-1339-AC64-9B48-9BFD13A8D536}"/>
              </a:ext>
            </a:extLst>
          </p:cNvPr>
          <p:cNvSpPr/>
          <p:nvPr/>
        </p:nvSpPr>
        <p:spPr>
          <a:xfrm>
            <a:off x="2106555" y="1605655"/>
            <a:ext cx="2049203" cy="248750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dirty="0">
                <a:solidFill>
                  <a:srgbClr val="FFFFFF"/>
                </a:solidFill>
              </a:rPr>
              <a:t>L3: Record the </a:t>
            </a:r>
            <a:r>
              <a:rPr lang="es-MX" sz="1600" b="1" noProof="0" dirty="0" err="1">
                <a:solidFill>
                  <a:srgbClr val="FFFFFF"/>
                </a:solidFill>
              </a:rPr>
              <a:t>countermeasure</a:t>
            </a:r>
            <a:r>
              <a:rPr lang="es-MX" sz="1600" b="1" noProof="0" dirty="0">
                <a:solidFill>
                  <a:srgbClr val="FFFFFF"/>
                </a:solidFill>
              </a:rPr>
              <a:t> </a:t>
            </a:r>
            <a:r>
              <a:rPr lang="es-MX" sz="1600" b="1" noProof="0" dirty="0" err="1">
                <a:solidFill>
                  <a:srgbClr val="FFFFFF"/>
                </a:solidFill>
              </a:rPr>
              <a:t>implementation</a:t>
            </a:r>
            <a:r>
              <a:rPr lang="es-MX" sz="1600" b="1" noProof="0" dirty="0">
                <a:solidFill>
                  <a:srgbClr val="FFFFFF"/>
                </a:solidFill>
              </a:rPr>
              <a:t> plan in the </a:t>
            </a:r>
            <a:r>
              <a:rPr lang="es-MX" sz="1600" b="1" noProof="0" dirty="0" err="1">
                <a:solidFill>
                  <a:srgbClr val="FFFFFF"/>
                </a:solidFill>
              </a:rPr>
              <a:t>roadmap</a:t>
            </a:r>
            <a:r>
              <a:rPr lang="es-MX" sz="1600" b="1" noProof="0" dirty="0">
                <a:solidFill>
                  <a:srgbClr val="FFFFFF"/>
                </a:solidFill>
              </a:rPr>
              <a:t> once the </a:t>
            </a:r>
            <a:r>
              <a:rPr lang="es-MX" sz="1600" b="1" noProof="0" dirty="0" err="1">
                <a:solidFill>
                  <a:srgbClr val="FFFFFF"/>
                </a:solidFill>
              </a:rPr>
              <a:t>countermeasures</a:t>
            </a:r>
            <a:r>
              <a:rPr lang="es-MX" sz="1600" b="1" noProof="0" dirty="0">
                <a:solidFill>
                  <a:srgbClr val="FFFFFF"/>
                </a:solidFill>
              </a:rPr>
              <a:t> </a:t>
            </a:r>
            <a:r>
              <a:rPr lang="es-MX" sz="1600" b="1" noProof="0" dirty="0" err="1">
                <a:solidFill>
                  <a:srgbClr val="FFFFFF"/>
                </a:solidFill>
              </a:rPr>
              <a:t>have</a:t>
            </a:r>
            <a:r>
              <a:rPr lang="es-MX" sz="1600" b="1" noProof="0" dirty="0">
                <a:solidFill>
                  <a:srgbClr val="FFFFFF"/>
                </a:solidFill>
              </a:rPr>
              <a:t> </a:t>
            </a:r>
            <a:r>
              <a:rPr lang="es-MX" sz="1600" b="1" noProof="0" dirty="0" err="1">
                <a:solidFill>
                  <a:srgbClr val="FFFFFF"/>
                </a:solidFill>
              </a:rPr>
              <a:t>been</a:t>
            </a:r>
            <a:r>
              <a:rPr lang="es-MX" sz="1600" b="1" noProof="0" dirty="0">
                <a:solidFill>
                  <a:srgbClr val="FFFFFF"/>
                </a:solidFill>
              </a:rPr>
              <a:t> </a:t>
            </a:r>
            <a:r>
              <a:rPr lang="es-MX" sz="1600" b="1" noProof="0" dirty="0" err="1">
                <a:solidFill>
                  <a:srgbClr val="FFFFFF"/>
                </a:solidFill>
              </a:rPr>
              <a:t>defined</a:t>
            </a:r>
            <a:r>
              <a:rPr lang="es-MX" sz="1600" b="1" noProof="0" dirty="0">
                <a:solidFill>
                  <a:srgbClr val="FFFFFF"/>
                </a:solidFill>
              </a:rPr>
              <a:t>.</a:t>
            </a:r>
          </a:p>
        </p:txBody>
      </p:sp>
      <p:pic>
        <p:nvPicPr>
          <p:cNvPr id="9" name="Imagen 8" descr="Interfaz de usuario gráfica, Tabla&#10;&#10;El contenido generado por IA puede ser incorrecto.">
            <a:extLst>
              <a:ext uri="{FF2B5EF4-FFF2-40B4-BE49-F238E27FC236}">
                <a16:creationId xmlns:a16="http://schemas.microsoft.com/office/drawing/2014/main" id="{8AD9B408-2533-8CC1-3C0D-9B5CCF516A44}"/>
              </a:ext>
            </a:extLst>
          </p:cNvPr>
          <p:cNvPicPr>
            <a:picLocks noChangeAspect="1"/>
          </p:cNvPicPr>
          <p:nvPr/>
        </p:nvPicPr>
        <p:blipFill>
          <a:blip r:embed="rId3"/>
          <a:srcRect r="26914"/>
          <a:stretch>
            <a:fillRect/>
          </a:stretch>
        </p:blipFill>
        <p:spPr>
          <a:xfrm>
            <a:off x="4319807" y="1785063"/>
            <a:ext cx="4687225" cy="2088882"/>
          </a:xfrm>
          <a:prstGeom prst="rect">
            <a:avLst/>
          </a:prstGeom>
          <a:effectLst>
            <a:outerShdw blurRad="50800" dist="38100" dir="2700000" algn="tl" rotWithShape="0">
              <a:prstClr val="black">
                <a:alpha val="40000"/>
              </a:prstClr>
            </a:outerShdw>
          </a:effectLst>
        </p:spPr>
      </p:pic>
      <p:sp>
        <p:nvSpPr>
          <p:cNvPr id="10" name="CuadroTexto 7">
            <a:extLst>
              <a:ext uri="{FF2B5EF4-FFF2-40B4-BE49-F238E27FC236}">
                <a16:creationId xmlns:a16="http://schemas.microsoft.com/office/drawing/2014/main" id="{126F66E5-297D-A4E5-9D93-45B11129AEB6}"/>
              </a:ext>
            </a:extLst>
          </p:cNvPr>
          <p:cNvSpPr txBox="1"/>
          <p:nvPr/>
        </p:nvSpPr>
        <p:spPr>
          <a:xfrm>
            <a:off x="2310274" y="582298"/>
            <a:ext cx="4523451" cy="31489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a:solidFill>
                  <a:schemeClr val="accent6"/>
                </a:solidFill>
              </a:rPr>
              <a:t>Resolve </a:t>
            </a:r>
            <a:r>
              <a:rPr lang="es-MX" sz="1100" b="1" noProof="0" dirty="0" err="1">
                <a:solidFill>
                  <a:schemeClr val="accent6"/>
                </a:solidFill>
              </a:rPr>
              <a:t>with</a:t>
            </a:r>
            <a:r>
              <a:rPr lang="es-MX" sz="1100" b="1" noProof="0" dirty="0">
                <a:solidFill>
                  <a:schemeClr val="accent6"/>
                </a:solidFill>
              </a:rPr>
              <a:t> </a:t>
            </a:r>
            <a:r>
              <a:rPr lang="es-MX" sz="1100" b="1" noProof="0" dirty="0" err="1">
                <a:solidFill>
                  <a:schemeClr val="accent6"/>
                </a:solidFill>
              </a:rPr>
              <a:t>Actions</a:t>
            </a:r>
            <a:r>
              <a:rPr lang="es-MX" sz="1100" b="1" noProof="0" dirty="0">
                <a:solidFill>
                  <a:schemeClr val="accent6"/>
                </a:solidFill>
              </a:rPr>
              <a:t> (L3–L4)</a:t>
            </a:r>
          </a:p>
        </p:txBody>
      </p:sp>
      <p:sp>
        <p:nvSpPr>
          <p:cNvPr id="11" name="Rectángulo 10">
            <a:extLst>
              <a:ext uri="{FF2B5EF4-FFF2-40B4-BE49-F238E27FC236}">
                <a16:creationId xmlns:a16="http://schemas.microsoft.com/office/drawing/2014/main" id="{4135FDD4-1372-4E67-0B0A-82970F02C02F}"/>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2745511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C86AB-D33D-E3B4-021B-562DB9B36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1C8C4-F71A-4E32-4B7D-0DA03E38776B}"/>
              </a:ext>
            </a:extLst>
          </p:cNvPr>
          <p:cNvSpPr>
            <a:spLocks noGrp="1"/>
          </p:cNvSpPr>
          <p:nvPr>
            <p:ph type="title"/>
          </p:nvPr>
        </p:nvSpPr>
        <p:spPr>
          <a:xfrm>
            <a:off x="330993" y="313420"/>
            <a:ext cx="8482014" cy="307777"/>
          </a:xfrm>
        </p:spPr>
        <p:txBody>
          <a:bodyPr/>
          <a:lstStyle/>
          <a:p>
            <a:pPr algn="ctr"/>
            <a:r>
              <a:rPr lang="es-MX" noProof="0" dirty="0"/>
              <a:t>Tracking Method</a:t>
            </a:r>
          </a:p>
        </p:txBody>
      </p:sp>
      <p:pic>
        <p:nvPicPr>
          <p:cNvPr id="5" name="Imagen 4" descr="Dibujo de una persona&#10;&#10;El contenido generado por IA puede ser incorrecto.">
            <a:extLst>
              <a:ext uri="{FF2B5EF4-FFF2-40B4-BE49-F238E27FC236}">
                <a16:creationId xmlns:a16="http://schemas.microsoft.com/office/drawing/2014/main" id="{8EFDF9D7-8B5B-6255-B899-246C8F87EA6C}"/>
              </a:ext>
            </a:extLst>
          </p:cNvPr>
          <p:cNvPicPr>
            <a:picLocks noChangeAspect="1"/>
          </p:cNvPicPr>
          <p:nvPr/>
        </p:nvPicPr>
        <p:blipFill>
          <a:blip r:embed="rId2"/>
          <a:stretch>
            <a:fillRect/>
          </a:stretch>
        </p:blipFill>
        <p:spPr>
          <a:xfrm>
            <a:off x="8661417" y="109943"/>
            <a:ext cx="466952" cy="466952"/>
          </a:xfrm>
          <a:prstGeom prst="rect">
            <a:avLst/>
          </a:prstGeom>
        </p:spPr>
      </p:pic>
      <p:sp>
        <p:nvSpPr>
          <p:cNvPr id="28" name="Rectángulo: esquinas redondeadas 27">
            <a:extLst>
              <a:ext uri="{FF2B5EF4-FFF2-40B4-BE49-F238E27FC236}">
                <a16:creationId xmlns:a16="http://schemas.microsoft.com/office/drawing/2014/main" id="{EE3F6E59-2EEC-A514-7210-E6AC34A503F0}"/>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2" name="Rectángulo: esquinas redondeadas 51">
            <a:extLst>
              <a:ext uri="{FF2B5EF4-FFF2-40B4-BE49-F238E27FC236}">
                <a16:creationId xmlns:a16="http://schemas.microsoft.com/office/drawing/2014/main" id="{75F0D0E2-89C2-DA04-FB94-29F3928DD9E7}"/>
              </a:ext>
            </a:extLst>
          </p:cNvPr>
          <p:cNvSpPr/>
          <p:nvPr/>
        </p:nvSpPr>
        <p:spPr>
          <a:xfrm>
            <a:off x="35259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4" name="CuadroTexto 7">
            <a:extLst>
              <a:ext uri="{FF2B5EF4-FFF2-40B4-BE49-F238E27FC236}">
                <a16:creationId xmlns:a16="http://schemas.microsoft.com/office/drawing/2014/main" id="{EE8C500E-1C53-FC06-2E2E-E54F4FB656C1}"/>
              </a:ext>
            </a:extLst>
          </p:cNvPr>
          <p:cNvSpPr txBox="1"/>
          <p:nvPr/>
        </p:nvSpPr>
        <p:spPr>
          <a:xfrm>
            <a:off x="186140" y="2237125"/>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6" name="Rectángulo: esquinas redondeadas 5">
            <a:extLst>
              <a:ext uri="{FF2B5EF4-FFF2-40B4-BE49-F238E27FC236}">
                <a16:creationId xmlns:a16="http://schemas.microsoft.com/office/drawing/2014/main" id="{2B6BB45D-BE04-4E09-EC63-BFBD65F153F8}"/>
              </a:ext>
            </a:extLst>
          </p:cNvPr>
          <p:cNvSpPr/>
          <p:nvPr/>
        </p:nvSpPr>
        <p:spPr>
          <a:xfrm>
            <a:off x="2141197" y="1454036"/>
            <a:ext cx="1887421" cy="227406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dirty="0">
                <a:solidFill>
                  <a:srgbClr val="FFFFFF"/>
                </a:solidFill>
              </a:rPr>
              <a:t>L4: Once the </a:t>
            </a:r>
            <a:r>
              <a:rPr lang="es-MX" sz="1600" b="1" noProof="0" dirty="0" err="1">
                <a:solidFill>
                  <a:srgbClr val="FFFFFF"/>
                </a:solidFill>
              </a:rPr>
              <a:t>pilot</a:t>
            </a:r>
            <a:r>
              <a:rPr lang="es-MX" sz="1600" b="1" noProof="0" dirty="0">
                <a:solidFill>
                  <a:srgbClr val="FFFFFF"/>
                </a:solidFill>
              </a:rPr>
              <a:t> test </a:t>
            </a:r>
            <a:r>
              <a:rPr lang="es-MX" sz="1600" b="1" noProof="0" dirty="0" err="1">
                <a:solidFill>
                  <a:srgbClr val="FFFFFF"/>
                </a:solidFill>
              </a:rPr>
              <a:t>is</a:t>
            </a:r>
            <a:r>
              <a:rPr lang="es-MX" sz="1600" b="1" noProof="0" dirty="0">
                <a:solidFill>
                  <a:srgbClr val="FFFFFF"/>
                </a:solidFill>
              </a:rPr>
              <a:t> complete, </a:t>
            </a:r>
            <a:r>
              <a:rPr lang="es-MX" sz="1600" b="1" noProof="0" dirty="0" err="1">
                <a:solidFill>
                  <a:srgbClr val="FFFFFF"/>
                </a:solidFill>
              </a:rPr>
              <a:t>implement</a:t>
            </a:r>
            <a:r>
              <a:rPr lang="es-MX" sz="1600" b="1" noProof="0" dirty="0">
                <a:solidFill>
                  <a:srgbClr val="FFFFFF"/>
                </a:solidFill>
              </a:rPr>
              <a:t> the </a:t>
            </a:r>
            <a:r>
              <a:rPr lang="es-MX" sz="1600" b="1" noProof="0" dirty="0" err="1">
                <a:solidFill>
                  <a:srgbClr val="FFFFFF"/>
                </a:solidFill>
              </a:rPr>
              <a:t>countermeasures</a:t>
            </a:r>
            <a:r>
              <a:rPr lang="es-MX" sz="1600" b="1" noProof="0" dirty="0">
                <a:solidFill>
                  <a:srgbClr val="FFFFFF"/>
                </a:solidFill>
              </a:rPr>
              <a:t> at </a:t>
            </a:r>
            <a:r>
              <a:rPr lang="es-MX" sz="1600" b="1" noProof="0" dirty="0" err="1">
                <a:solidFill>
                  <a:srgbClr val="FFFFFF"/>
                </a:solidFill>
              </a:rPr>
              <a:t>scale</a:t>
            </a:r>
            <a:r>
              <a:rPr lang="es-MX" sz="1600" b="1" noProof="0" dirty="0">
                <a:solidFill>
                  <a:srgbClr val="FFFFFF"/>
                </a:solidFill>
              </a:rPr>
              <a:t> and </a:t>
            </a:r>
            <a:r>
              <a:rPr lang="es-MX" sz="1600" b="1" noProof="0" dirty="0" err="1">
                <a:solidFill>
                  <a:srgbClr val="FFFFFF"/>
                </a:solidFill>
              </a:rPr>
              <a:t>measure</a:t>
            </a:r>
            <a:r>
              <a:rPr lang="es-MX" sz="1600" b="1" noProof="0" dirty="0">
                <a:solidFill>
                  <a:srgbClr val="FFFFFF"/>
                </a:solidFill>
              </a:rPr>
              <a:t> </a:t>
            </a:r>
            <a:r>
              <a:rPr lang="es-MX" sz="1600" b="1" noProof="0" dirty="0" err="1">
                <a:solidFill>
                  <a:srgbClr val="FFFFFF"/>
                </a:solidFill>
              </a:rPr>
              <a:t>their</a:t>
            </a:r>
            <a:r>
              <a:rPr lang="es-MX" sz="1600" b="1" noProof="0" dirty="0">
                <a:solidFill>
                  <a:srgbClr val="FFFFFF"/>
                </a:solidFill>
              </a:rPr>
              <a:t> </a:t>
            </a:r>
            <a:r>
              <a:rPr lang="es-MX" sz="1600" b="1" noProof="0" dirty="0" err="1">
                <a:solidFill>
                  <a:srgbClr val="FFFFFF"/>
                </a:solidFill>
              </a:rPr>
              <a:t>effectiveness</a:t>
            </a:r>
            <a:r>
              <a:rPr lang="es-MX" sz="1600" b="1" noProof="0" dirty="0">
                <a:solidFill>
                  <a:srgbClr val="FFFFFF"/>
                </a:solidFill>
              </a:rPr>
              <a:t> </a:t>
            </a:r>
            <a:r>
              <a:rPr lang="es-MX" sz="1600" b="1" noProof="0" dirty="0" err="1">
                <a:solidFill>
                  <a:srgbClr val="FFFFFF"/>
                </a:solidFill>
              </a:rPr>
              <a:t>monthly</a:t>
            </a:r>
            <a:r>
              <a:rPr lang="es-MX" sz="1600" b="1" noProof="0" dirty="0">
                <a:solidFill>
                  <a:srgbClr val="FFFFFF"/>
                </a:solidFill>
              </a:rPr>
              <a:t>.</a:t>
            </a:r>
            <a:endParaRPr lang="es-MX" sz="1600" noProof="0" dirty="0">
              <a:solidFill>
                <a:srgbClr val="FFFFFF"/>
              </a:solidFill>
            </a:endParaRPr>
          </a:p>
        </p:txBody>
      </p:sp>
      <p:sp>
        <p:nvSpPr>
          <p:cNvPr id="10" name="CuadroTexto 7">
            <a:extLst>
              <a:ext uri="{FF2B5EF4-FFF2-40B4-BE49-F238E27FC236}">
                <a16:creationId xmlns:a16="http://schemas.microsoft.com/office/drawing/2014/main" id="{3DF6F22A-14EB-9CCC-9814-895E52243ADF}"/>
              </a:ext>
            </a:extLst>
          </p:cNvPr>
          <p:cNvSpPr txBox="1"/>
          <p:nvPr/>
        </p:nvSpPr>
        <p:spPr>
          <a:xfrm>
            <a:off x="2310274" y="582298"/>
            <a:ext cx="4523451" cy="31489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a:solidFill>
                  <a:schemeClr val="accent6"/>
                </a:solidFill>
              </a:rPr>
              <a:t>Resolve </a:t>
            </a:r>
            <a:r>
              <a:rPr lang="es-MX" sz="1100" b="1" noProof="0" dirty="0" err="1">
                <a:solidFill>
                  <a:schemeClr val="accent6"/>
                </a:solidFill>
              </a:rPr>
              <a:t>with</a:t>
            </a:r>
            <a:r>
              <a:rPr lang="es-MX" sz="1100" b="1" noProof="0" dirty="0">
                <a:solidFill>
                  <a:schemeClr val="accent6"/>
                </a:solidFill>
              </a:rPr>
              <a:t> </a:t>
            </a:r>
            <a:r>
              <a:rPr lang="es-MX" sz="1100" b="1" noProof="0" dirty="0" err="1">
                <a:solidFill>
                  <a:schemeClr val="accent6"/>
                </a:solidFill>
              </a:rPr>
              <a:t>Actions</a:t>
            </a:r>
            <a:r>
              <a:rPr lang="es-MX" sz="1100" b="1" noProof="0" dirty="0">
                <a:solidFill>
                  <a:schemeClr val="accent6"/>
                </a:solidFill>
              </a:rPr>
              <a:t> (L3–L4)</a:t>
            </a:r>
            <a:endParaRPr lang="es-MX" sz="1100" noProof="0" dirty="0">
              <a:solidFill>
                <a:schemeClr val="tx1"/>
              </a:solidFill>
            </a:endParaRPr>
          </a:p>
        </p:txBody>
      </p:sp>
      <p:pic>
        <p:nvPicPr>
          <p:cNvPr id="7" name="Imagen 6" descr="Interfaz de usuario gráfica, Aplicación&#10;&#10;El contenido generado por IA puede ser incorrecto.">
            <a:extLst>
              <a:ext uri="{FF2B5EF4-FFF2-40B4-BE49-F238E27FC236}">
                <a16:creationId xmlns:a16="http://schemas.microsoft.com/office/drawing/2014/main" id="{0437C103-D517-3528-10C7-32F13FA5725F}"/>
              </a:ext>
            </a:extLst>
          </p:cNvPr>
          <p:cNvPicPr>
            <a:picLocks noChangeAspect="1"/>
          </p:cNvPicPr>
          <p:nvPr/>
        </p:nvPicPr>
        <p:blipFill>
          <a:blip r:embed="rId3"/>
          <a:stretch>
            <a:fillRect/>
          </a:stretch>
        </p:blipFill>
        <p:spPr>
          <a:xfrm>
            <a:off x="4350304" y="1785063"/>
            <a:ext cx="4607556" cy="1573374"/>
          </a:xfrm>
          <a:prstGeom prst="rect">
            <a:avLst/>
          </a:prstGeom>
          <a:effectLst>
            <a:outerShdw blurRad="50800" dist="38100" dir="2700000" algn="tl" rotWithShape="0">
              <a:prstClr val="black">
                <a:alpha val="40000"/>
              </a:prstClr>
            </a:outerShdw>
          </a:effectLst>
        </p:spPr>
      </p:pic>
      <p:sp>
        <p:nvSpPr>
          <p:cNvPr id="8" name="Rectángulo 7">
            <a:extLst>
              <a:ext uri="{FF2B5EF4-FFF2-40B4-BE49-F238E27FC236}">
                <a16:creationId xmlns:a16="http://schemas.microsoft.com/office/drawing/2014/main" id="{4B017FFE-41C3-1D19-DB02-22BDBB9DCAFB}"/>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2160165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19331-9FF9-A413-2E06-CB06FB2D3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69EEA-2735-D068-3D65-F333D0789616}"/>
              </a:ext>
            </a:extLst>
          </p:cNvPr>
          <p:cNvSpPr>
            <a:spLocks noGrp="1"/>
          </p:cNvSpPr>
          <p:nvPr>
            <p:ph type="title"/>
          </p:nvPr>
        </p:nvSpPr>
        <p:spPr>
          <a:xfrm>
            <a:off x="330993" y="313420"/>
            <a:ext cx="8482014" cy="307777"/>
          </a:xfrm>
        </p:spPr>
        <p:txBody>
          <a:bodyPr/>
          <a:lstStyle/>
          <a:p>
            <a:pPr algn="ctr"/>
            <a:r>
              <a:rPr lang="es-MX" noProof="0"/>
              <a:t>Tracking Method</a:t>
            </a:r>
          </a:p>
        </p:txBody>
      </p:sp>
      <p:sp>
        <p:nvSpPr>
          <p:cNvPr id="3" name="CuadroTexto 7">
            <a:extLst>
              <a:ext uri="{FF2B5EF4-FFF2-40B4-BE49-F238E27FC236}">
                <a16:creationId xmlns:a16="http://schemas.microsoft.com/office/drawing/2014/main" id="{0C80DC58-36FF-DA5D-82B6-5315725C4859}"/>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PORT Phases &amp; L0–L5</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3BB7626F-7C3D-7D94-8CB8-5985CCA257E1}"/>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7B800D61-1801-234E-DA96-FC2443E47463}"/>
              </a:ext>
            </a:extLst>
          </p:cNvPr>
          <p:cNvSpPr/>
          <p:nvPr/>
        </p:nvSpPr>
        <p:spPr>
          <a:xfrm>
            <a:off x="39460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L0</a:t>
            </a:r>
          </a:p>
        </p:txBody>
      </p:sp>
      <p:sp>
        <p:nvSpPr>
          <p:cNvPr id="28" name="Rectángulo: esquinas redondeadas 27">
            <a:extLst>
              <a:ext uri="{FF2B5EF4-FFF2-40B4-BE49-F238E27FC236}">
                <a16:creationId xmlns:a16="http://schemas.microsoft.com/office/drawing/2014/main" id="{DD2CD8CE-7080-7D15-737A-F974B89DC2AF}"/>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80755DB1-1F71-ED4D-2F63-3F79018E7450}"/>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pic>
        <p:nvPicPr>
          <p:cNvPr id="36" name="Gráfico 35" descr="Reproducir con relleno sólido">
            <a:extLst>
              <a:ext uri="{FF2B5EF4-FFF2-40B4-BE49-F238E27FC236}">
                <a16:creationId xmlns:a16="http://schemas.microsoft.com/office/drawing/2014/main" id="{1C1789FD-3A2F-568C-ABC3-DF07F0D42A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7471" y="2214489"/>
            <a:ext cx="677690" cy="677690"/>
          </a:xfrm>
          <a:prstGeom prst="rect">
            <a:avLst/>
          </a:prstGeom>
        </p:spPr>
      </p:pic>
      <p:sp>
        <p:nvSpPr>
          <p:cNvPr id="7" name="Rectángulo: esquinas redondeadas 6">
            <a:extLst>
              <a:ext uri="{FF2B5EF4-FFF2-40B4-BE49-F238E27FC236}">
                <a16:creationId xmlns:a16="http://schemas.microsoft.com/office/drawing/2014/main" id="{8AF3231E-9905-9F51-3AD5-205D5BB187CE}"/>
              </a:ext>
            </a:extLst>
          </p:cNvPr>
          <p:cNvSpPr/>
          <p:nvPr/>
        </p:nvSpPr>
        <p:spPr>
          <a:xfrm>
            <a:off x="2494230" y="179617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AE07C46F-1410-086B-C25E-3BF02DE6E7B8}"/>
              </a:ext>
            </a:extLst>
          </p:cNvPr>
          <p:cNvSpPr txBox="1"/>
          <p:nvPr/>
        </p:nvSpPr>
        <p:spPr>
          <a:xfrm>
            <a:off x="2521824" y="221049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Observe and Analyze</a:t>
            </a:r>
            <a:endParaRPr lang="es-MX" sz="2000" noProof="0">
              <a:solidFill>
                <a:schemeClr val="bg1"/>
              </a:solidFill>
            </a:endParaRPr>
          </a:p>
        </p:txBody>
      </p:sp>
      <p:sp>
        <p:nvSpPr>
          <p:cNvPr id="21" name="Rectángulo: esquinas redondeadas 20">
            <a:extLst>
              <a:ext uri="{FF2B5EF4-FFF2-40B4-BE49-F238E27FC236}">
                <a16:creationId xmlns:a16="http://schemas.microsoft.com/office/drawing/2014/main" id="{628C50CD-1EBD-CF56-D068-B4243410ABE3}"/>
              </a:ext>
            </a:extLst>
          </p:cNvPr>
          <p:cNvSpPr/>
          <p:nvPr/>
        </p:nvSpPr>
        <p:spPr>
          <a:xfrm>
            <a:off x="4860862" y="1824022"/>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CuadroTexto 7">
            <a:extLst>
              <a:ext uri="{FF2B5EF4-FFF2-40B4-BE49-F238E27FC236}">
                <a16:creationId xmlns:a16="http://schemas.microsoft.com/office/drawing/2014/main" id="{DF79D433-A35D-C8F4-FF6F-9031DE77E16A}"/>
              </a:ext>
            </a:extLst>
          </p:cNvPr>
          <p:cNvSpPr txBox="1"/>
          <p:nvPr/>
        </p:nvSpPr>
        <p:spPr>
          <a:xfrm>
            <a:off x="4888456" y="2238350"/>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39" name="Rectángulo: esquinas redondeadas 38">
            <a:extLst>
              <a:ext uri="{FF2B5EF4-FFF2-40B4-BE49-F238E27FC236}">
                <a16:creationId xmlns:a16="http://schemas.microsoft.com/office/drawing/2014/main" id="{D203F770-DB64-D961-996D-F725D3D1D4BA}"/>
              </a:ext>
            </a:extLst>
          </p:cNvPr>
          <p:cNvSpPr/>
          <p:nvPr/>
        </p:nvSpPr>
        <p:spPr>
          <a:xfrm>
            <a:off x="7193192" y="182402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1" name="CuadroTexto 7">
            <a:extLst>
              <a:ext uri="{FF2B5EF4-FFF2-40B4-BE49-F238E27FC236}">
                <a16:creationId xmlns:a16="http://schemas.microsoft.com/office/drawing/2014/main" id="{0623193A-7FC9-AC4E-497A-0D4AD548AC59}"/>
              </a:ext>
            </a:extLst>
          </p:cNvPr>
          <p:cNvSpPr txBox="1"/>
          <p:nvPr/>
        </p:nvSpPr>
        <p:spPr>
          <a:xfrm>
            <a:off x="7220786" y="223834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Track and Sustain</a:t>
            </a:r>
            <a:endParaRPr lang="es-MX" sz="2000" noProof="0">
              <a:solidFill>
                <a:schemeClr val="bg1"/>
              </a:solidFill>
            </a:endParaRPr>
          </a:p>
        </p:txBody>
      </p:sp>
      <p:pic>
        <p:nvPicPr>
          <p:cNvPr id="50" name="Gráfico 49" descr="Reproducir con relleno sólido">
            <a:extLst>
              <a:ext uri="{FF2B5EF4-FFF2-40B4-BE49-F238E27FC236}">
                <a16:creationId xmlns:a16="http://schemas.microsoft.com/office/drawing/2014/main" id="{49D2FDCF-B309-0CB3-D6F2-2D67F66EDB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43267" y="2232904"/>
            <a:ext cx="677690" cy="677690"/>
          </a:xfrm>
          <a:prstGeom prst="rect">
            <a:avLst/>
          </a:prstGeom>
        </p:spPr>
      </p:pic>
      <p:pic>
        <p:nvPicPr>
          <p:cNvPr id="51" name="Gráfico 50" descr="Reproducir con relleno sólido">
            <a:extLst>
              <a:ext uri="{FF2B5EF4-FFF2-40B4-BE49-F238E27FC236}">
                <a16:creationId xmlns:a16="http://schemas.microsoft.com/office/drawing/2014/main" id="{80040808-82FC-7C4E-79FB-E7A7213B63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2270" y="2252223"/>
            <a:ext cx="677690" cy="677690"/>
          </a:xfrm>
          <a:prstGeom prst="rect">
            <a:avLst/>
          </a:prstGeom>
        </p:spPr>
      </p:pic>
      <p:sp>
        <p:nvSpPr>
          <p:cNvPr id="52" name="Rectángulo: esquinas redondeadas 51">
            <a:extLst>
              <a:ext uri="{FF2B5EF4-FFF2-40B4-BE49-F238E27FC236}">
                <a16:creationId xmlns:a16="http://schemas.microsoft.com/office/drawing/2014/main" id="{63AAC81B-DBC5-5B33-2D16-D68B03695707}"/>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L1</a:t>
            </a:r>
          </a:p>
        </p:txBody>
      </p:sp>
      <p:sp>
        <p:nvSpPr>
          <p:cNvPr id="53" name="Rectángulo: esquinas redondeadas 52">
            <a:extLst>
              <a:ext uri="{FF2B5EF4-FFF2-40B4-BE49-F238E27FC236}">
                <a16:creationId xmlns:a16="http://schemas.microsoft.com/office/drawing/2014/main" id="{7E543E36-3C86-144F-475F-E7A6375C4BD0}"/>
              </a:ext>
            </a:extLst>
          </p:cNvPr>
          <p:cNvSpPr/>
          <p:nvPr/>
        </p:nvSpPr>
        <p:spPr>
          <a:xfrm>
            <a:off x="2712662" y="3534057"/>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L2</a:t>
            </a:r>
          </a:p>
        </p:txBody>
      </p:sp>
      <p:sp>
        <p:nvSpPr>
          <p:cNvPr id="54" name="Rectángulo: esquinas redondeadas 53">
            <a:extLst>
              <a:ext uri="{FF2B5EF4-FFF2-40B4-BE49-F238E27FC236}">
                <a16:creationId xmlns:a16="http://schemas.microsoft.com/office/drawing/2014/main" id="{F75F3D3F-6543-CF5D-E7DB-8940F4682A81}"/>
              </a:ext>
            </a:extLst>
          </p:cNvPr>
          <p:cNvSpPr/>
          <p:nvPr/>
        </p:nvSpPr>
        <p:spPr>
          <a:xfrm>
            <a:off x="3514477" y="3534060"/>
            <a:ext cx="2178657"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55" name="Rectángulo: esquinas redondeadas 54">
            <a:extLst>
              <a:ext uri="{FF2B5EF4-FFF2-40B4-BE49-F238E27FC236}">
                <a16:creationId xmlns:a16="http://schemas.microsoft.com/office/drawing/2014/main" id="{21BD76B8-DD12-4220-502D-ACA2EE2D826E}"/>
              </a:ext>
            </a:extLst>
          </p:cNvPr>
          <p:cNvSpPr/>
          <p:nvPr/>
        </p:nvSpPr>
        <p:spPr>
          <a:xfrm>
            <a:off x="5894675" y="3534058"/>
            <a:ext cx="2137779"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L4</a:t>
            </a:r>
          </a:p>
        </p:txBody>
      </p:sp>
      <p:sp>
        <p:nvSpPr>
          <p:cNvPr id="56" name="Rectángulo: esquinas redondeadas 55">
            <a:extLst>
              <a:ext uri="{FF2B5EF4-FFF2-40B4-BE49-F238E27FC236}">
                <a16:creationId xmlns:a16="http://schemas.microsoft.com/office/drawing/2014/main" id="{3DFFA734-7128-D538-7B5F-F1A8C0D773ED}"/>
              </a:ext>
            </a:extLst>
          </p:cNvPr>
          <p:cNvSpPr/>
          <p:nvPr/>
        </p:nvSpPr>
        <p:spPr>
          <a:xfrm>
            <a:off x="8212733" y="3534056"/>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L5</a:t>
            </a:r>
          </a:p>
        </p:txBody>
      </p:sp>
      <p:sp>
        <p:nvSpPr>
          <p:cNvPr id="4" name="Rectángulo 3">
            <a:extLst>
              <a:ext uri="{FF2B5EF4-FFF2-40B4-BE49-F238E27FC236}">
                <a16:creationId xmlns:a16="http://schemas.microsoft.com/office/drawing/2014/main" id="{F01617E0-69A0-73D1-B849-8D92368A9813}"/>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736546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CB970-0EB7-020B-3901-8E904FDEB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1C67D-1567-C6B0-4073-E3B9FDABAAB4}"/>
              </a:ext>
            </a:extLst>
          </p:cNvPr>
          <p:cNvSpPr>
            <a:spLocks noGrp="1"/>
          </p:cNvSpPr>
          <p:nvPr>
            <p:ph type="title"/>
          </p:nvPr>
        </p:nvSpPr>
        <p:spPr>
          <a:xfrm>
            <a:off x="330993" y="313420"/>
            <a:ext cx="8482014" cy="307777"/>
          </a:xfrm>
        </p:spPr>
        <p:txBody>
          <a:bodyPr/>
          <a:lstStyle/>
          <a:p>
            <a:pPr algn="ctr"/>
            <a:r>
              <a:rPr lang="es-MX" noProof="0"/>
              <a:t>Tracking Method</a:t>
            </a:r>
          </a:p>
        </p:txBody>
      </p:sp>
      <p:sp>
        <p:nvSpPr>
          <p:cNvPr id="3" name="CuadroTexto 7">
            <a:extLst>
              <a:ext uri="{FF2B5EF4-FFF2-40B4-BE49-F238E27FC236}">
                <a16:creationId xmlns:a16="http://schemas.microsoft.com/office/drawing/2014/main" id="{25A0ECE9-85D0-9F27-DAC0-B333E3C4599A}"/>
              </a:ext>
            </a:extLst>
          </p:cNvPr>
          <p:cNvSpPr txBox="1"/>
          <p:nvPr/>
        </p:nvSpPr>
        <p:spPr>
          <a:xfrm>
            <a:off x="2310274" y="582298"/>
            <a:ext cx="4523451"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Tracking and Sustainability (L4–L5)</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69BEA8CD-45D3-12A4-C621-831219C5D801}"/>
              </a:ext>
            </a:extLst>
          </p:cNvPr>
          <p:cNvPicPr>
            <a:picLocks noChangeAspect="1"/>
          </p:cNvPicPr>
          <p:nvPr/>
        </p:nvPicPr>
        <p:blipFill>
          <a:blip r:embed="rId2"/>
          <a:stretch>
            <a:fillRect/>
          </a:stretch>
        </p:blipFill>
        <p:spPr>
          <a:xfrm>
            <a:off x="8661417" y="109943"/>
            <a:ext cx="466952" cy="466952"/>
          </a:xfrm>
          <a:prstGeom prst="rect">
            <a:avLst/>
          </a:prstGeom>
        </p:spPr>
      </p:pic>
      <p:sp>
        <p:nvSpPr>
          <p:cNvPr id="28" name="Rectángulo: esquinas redondeadas 27">
            <a:extLst>
              <a:ext uri="{FF2B5EF4-FFF2-40B4-BE49-F238E27FC236}">
                <a16:creationId xmlns:a16="http://schemas.microsoft.com/office/drawing/2014/main" id="{232825A2-1749-18ED-4955-111C20BADEC1}"/>
              </a:ext>
            </a:extLst>
          </p:cNvPr>
          <p:cNvSpPr/>
          <p:nvPr/>
        </p:nvSpPr>
        <p:spPr>
          <a:xfrm>
            <a:off x="150244" y="1895109"/>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 name="CuadroTexto 7">
            <a:extLst>
              <a:ext uri="{FF2B5EF4-FFF2-40B4-BE49-F238E27FC236}">
                <a16:creationId xmlns:a16="http://schemas.microsoft.com/office/drawing/2014/main" id="{E14C5E5F-6D12-3C09-6667-DA21D2D021A4}"/>
              </a:ext>
            </a:extLst>
          </p:cNvPr>
          <p:cNvSpPr txBox="1"/>
          <p:nvPr/>
        </p:nvSpPr>
        <p:spPr>
          <a:xfrm>
            <a:off x="164041" y="224667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Track and Sustain</a:t>
            </a:r>
            <a:endParaRPr lang="es-MX" sz="2000" noProof="0">
              <a:solidFill>
                <a:schemeClr val="bg1"/>
              </a:solidFill>
            </a:endParaRPr>
          </a:p>
        </p:txBody>
      </p:sp>
      <p:sp>
        <p:nvSpPr>
          <p:cNvPr id="8" name="Rectángulo: esquinas redondeadas 7">
            <a:extLst>
              <a:ext uri="{FF2B5EF4-FFF2-40B4-BE49-F238E27FC236}">
                <a16:creationId xmlns:a16="http://schemas.microsoft.com/office/drawing/2014/main" id="{B422D6C3-4D03-BBD1-45CC-6330DF163580}"/>
              </a:ext>
            </a:extLst>
          </p:cNvPr>
          <p:cNvSpPr/>
          <p:nvPr/>
        </p:nvSpPr>
        <p:spPr>
          <a:xfrm>
            <a:off x="2090797" y="1115652"/>
            <a:ext cx="2481204" cy="1604732"/>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L4: At the beginning of each month, record the current impact of the countermeasure(s).</a:t>
            </a:r>
          </a:p>
        </p:txBody>
      </p:sp>
      <p:sp>
        <p:nvSpPr>
          <p:cNvPr id="9" name="Rectángulo: esquinas redondeadas 8">
            <a:extLst>
              <a:ext uri="{FF2B5EF4-FFF2-40B4-BE49-F238E27FC236}">
                <a16:creationId xmlns:a16="http://schemas.microsoft.com/office/drawing/2014/main" id="{541E03AC-4FA4-BDEE-D4F2-09518C6E23A5}"/>
              </a:ext>
            </a:extLst>
          </p:cNvPr>
          <p:cNvSpPr/>
          <p:nvPr/>
        </p:nvSpPr>
        <p:spPr>
          <a:xfrm>
            <a:off x="2141197" y="2968866"/>
            <a:ext cx="2380404" cy="1667934"/>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L5: Achieve more than 90% of the KPI target or three consecutive months in line with the current plan.</a:t>
            </a:r>
          </a:p>
        </p:txBody>
      </p:sp>
      <p:pic>
        <p:nvPicPr>
          <p:cNvPr id="11" name="Gráfico 10" descr="Trofeo con relleno sólido">
            <a:extLst>
              <a:ext uri="{FF2B5EF4-FFF2-40B4-BE49-F238E27FC236}">
                <a16:creationId xmlns:a16="http://schemas.microsoft.com/office/drawing/2014/main" id="{04F7CC86-174C-53E2-3905-50F8E399BF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64984" y="1620617"/>
            <a:ext cx="2268837" cy="2268837"/>
          </a:xfrm>
          <a:prstGeom prst="rect">
            <a:avLst/>
          </a:prstGeom>
          <a:effectLst>
            <a:outerShdw blurRad="50800" dist="38100" dir="2700000" algn="tl" rotWithShape="0">
              <a:prstClr val="black">
                <a:alpha val="40000"/>
              </a:prstClr>
            </a:outerShdw>
          </a:effectLst>
        </p:spPr>
      </p:pic>
      <p:pic>
        <p:nvPicPr>
          <p:cNvPr id="18" name="Gráfico 17" descr="Cinta con relleno sólido">
            <a:extLst>
              <a:ext uri="{FF2B5EF4-FFF2-40B4-BE49-F238E27FC236}">
                <a16:creationId xmlns:a16="http://schemas.microsoft.com/office/drawing/2014/main" id="{9FE8C258-306D-C606-C343-3CC795BC74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55511" y="2855698"/>
            <a:ext cx="1225568" cy="1225568"/>
          </a:xfrm>
          <a:prstGeom prst="rect">
            <a:avLst/>
          </a:prstGeom>
          <a:effectLst>
            <a:outerShdw blurRad="50800" dist="38100" dir="2700000" algn="tl" rotWithShape="0">
              <a:prstClr val="black">
                <a:alpha val="40000"/>
              </a:prstClr>
            </a:outerShdw>
          </a:effectLst>
        </p:spPr>
      </p:pic>
      <p:sp>
        <p:nvSpPr>
          <p:cNvPr id="19" name="Rectángulo 18">
            <a:extLst>
              <a:ext uri="{FF2B5EF4-FFF2-40B4-BE49-F238E27FC236}">
                <a16:creationId xmlns:a16="http://schemas.microsoft.com/office/drawing/2014/main" id="{F51DC0D0-5104-E978-95B8-5836E72D438B}"/>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Slide for Leaders</a:t>
            </a:r>
          </a:p>
        </p:txBody>
      </p:sp>
    </p:spTree>
    <p:extLst>
      <p:ext uri="{BB962C8B-B14F-4D97-AF65-F5344CB8AC3E}">
        <p14:creationId xmlns:p14="http://schemas.microsoft.com/office/powerpoint/2010/main" val="3910151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4BEBA-4785-E0A5-750E-39092C99C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DB8CF4-40D9-15A7-DC13-F0394A7B29A3}"/>
              </a:ext>
            </a:extLst>
          </p:cNvPr>
          <p:cNvSpPr>
            <a:spLocks noGrp="1"/>
          </p:cNvSpPr>
          <p:nvPr>
            <p:ph type="title"/>
          </p:nvPr>
        </p:nvSpPr>
        <p:spPr>
          <a:xfrm>
            <a:off x="327906" y="256203"/>
            <a:ext cx="8482014" cy="492443"/>
          </a:xfrm>
        </p:spPr>
        <p:txBody>
          <a:bodyPr/>
          <a:lstStyle/>
          <a:p>
            <a:pPr algn="ctr"/>
            <a:r>
              <a:rPr lang="es-MX" noProof="0"/>
              <a:t>Meeting System_x000B_Daily and weekly control to ensure continuous improvement</a:t>
            </a:r>
            <a:br>
              <a:rPr lang="es-MX" noProof="0"/>
            </a:br>
            <a:endParaRPr lang="es-MX" noProof="0">
              <a:solidFill>
                <a:schemeClr val="accent6"/>
              </a:solidFill>
            </a:endParaRPr>
          </a:p>
        </p:txBody>
      </p:sp>
      <p:sp>
        <p:nvSpPr>
          <p:cNvPr id="21" name="Rectángulo redondeado 1">
            <a:extLst>
              <a:ext uri="{FF2B5EF4-FFF2-40B4-BE49-F238E27FC236}">
                <a16:creationId xmlns:a16="http://schemas.microsoft.com/office/drawing/2014/main" id="{0BE4F984-6123-442A-997E-DC925AC5DD30}"/>
              </a:ext>
            </a:extLst>
          </p:cNvPr>
          <p:cNvSpPr/>
          <p:nvPr/>
        </p:nvSpPr>
        <p:spPr>
          <a:xfrm>
            <a:off x="3350344" y="2002984"/>
            <a:ext cx="2138513" cy="2567168"/>
          </a:xfrm>
          <a:prstGeom prst="roundRect">
            <a:avLst>
              <a:gd name="adj" fmla="val 8096"/>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noProof="0"/>
          </a:p>
        </p:txBody>
      </p:sp>
      <p:sp>
        <p:nvSpPr>
          <p:cNvPr id="23" name="CuadroTexto 22">
            <a:extLst>
              <a:ext uri="{FF2B5EF4-FFF2-40B4-BE49-F238E27FC236}">
                <a16:creationId xmlns:a16="http://schemas.microsoft.com/office/drawing/2014/main" id="{A0CE0311-6F93-6CFA-8E0E-5062AB4CDD65}"/>
              </a:ext>
            </a:extLst>
          </p:cNvPr>
          <p:cNvSpPr txBox="1"/>
          <p:nvPr/>
        </p:nvSpPr>
        <p:spPr>
          <a:xfrm>
            <a:off x="3404110" y="2002984"/>
            <a:ext cx="1985997" cy="261610"/>
          </a:xfrm>
          <a:prstGeom prst="rect">
            <a:avLst/>
          </a:prstGeom>
          <a:noFill/>
        </p:spPr>
        <p:txBody>
          <a:bodyPr wrap="square" rtlCol="0">
            <a:spAutoFit/>
          </a:bodyPr>
          <a:lstStyle/>
          <a:p>
            <a:pPr algn="ctr"/>
            <a:r>
              <a:rPr lang="es-MX" sz="1100" b="1" noProof="0">
                <a:solidFill>
                  <a:schemeClr val="bg1"/>
                </a:solidFill>
              </a:rPr>
              <a:t>45 min</a:t>
            </a:r>
          </a:p>
        </p:txBody>
      </p:sp>
      <p:sp>
        <p:nvSpPr>
          <p:cNvPr id="24" name="Arrow: Left 13">
            <a:extLst>
              <a:ext uri="{FF2B5EF4-FFF2-40B4-BE49-F238E27FC236}">
                <a16:creationId xmlns:a16="http://schemas.microsoft.com/office/drawing/2014/main" id="{416282AA-69F1-DC18-56AF-DB0E69D76C9C}"/>
              </a:ext>
            </a:extLst>
          </p:cNvPr>
          <p:cNvSpPr/>
          <p:nvPr/>
        </p:nvSpPr>
        <p:spPr>
          <a:xfrm>
            <a:off x="3350344" y="4622517"/>
            <a:ext cx="969818" cy="277860"/>
          </a:xfrm>
          <a:prstGeom prst="leftArrow">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noProof="0"/>
              <a:t>50% Past</a:t>
            </a:r>
          </a:p>
        </p:txBody>
      </p:sp>
      <p:sp>
        <p:nvSpPr>
          <p:cNvPr id="25" name="Arrow: Left 13">
            <a:extLst>
              <a:ext uri="{FF2B5EF4-FFF2-40B4-BE49-F238E27FC236}">
                <a16:creationId xmlns:a16="http://schemas.microsoft.com/office/drawing/2014/main" id="{2C2DD5F7-5984-8A2C-8F14-967C08701732}"/>
              </a:ext>
            </a:extLst>
          </p:cNvPr>
          <p:cNvSpPr/>
          <p:nvPr/>
        </p:nvSpPr>
        <p:spPr>
          <a:xfrm flipH="1">
            <a:off x="4416513" y="4622517"/>
            <a:ext cx="1024390" cy="277860"/>
          </a:xfrm>
          <a:prstGeom prst="leftArrow">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noProof="0"/>
              <a:t>50% Future</a:t>
            </a:r>
          </a:p>
        </p:txBody>
      </p:sp>
      <p:sp>
        <p:nvSpPr>
          <p:cNvPr id="26" name="Rectangle: Rounded Corners 3">
            <a:extLst>
              <a:ext uri="{FF2B5EF4-FFF2-40B4-BE49-F238E27FC236}">
                <a16:creationId xmlns:a16="http://schemas.microsoft.com/office/drawing/2014/main" id="{4A076D8E-136B-1209-F394-50C0889AC45A}"/>
              </a:ext>
            </a:extLst>
          </p:cNvPr>
          <p:cNvSpPr/>
          <p:nvPr/>
        </p:nvSpPr>
        <p:spPr>
          <a:xfrm>
            <a:off x="3476193" y="2260776"/>
            <a:ext cx="1886814" cy="2199022"/>
          </a:xfrm>
          <a:prstGeom prst="roundRect">
            <a:avLst>
              <a:gd name="adj" fmla="val 5884"/>
            </a:avLst>
          </a:prstGeom>
          <a:ln>
            <a:noFill/>
          </a:ln>
        </p:spPr>
        <p:style>
          <a:lnRef idx="2">
            <a:schemeClr val="accent1"/>
          </a:lnRef>
          <a:fillRef idx="1">
            <a:schemeClr val="lt1"/>
          </a:fillRef>
          <a:effectRef idx="0">
            <a:schemeClr val="accent1"/>
          </a:effectRef>
          <a:fontRef idx="minor">
            <a:schemeClr val="dk1"/>
          </a:fontRef>
        </p:style>
        <p:txBody>
          <a:bodyPr anchor="ctr"/>
          <a:lstStyle/>
          <a:p>
            <a:endParaRPr lang="es-MX" sz="1000" noProof="0">
              <a:solidFill>
                <a:schemeClr val="bg2">
                  <a:lumMod val="10000"/>
                </a:schemeClr>
              </a:solidFill>
            </a:endParaRPr>
          </a:p>
        </p:txBody>
      </p:sp>
      <p:sp>
        <p:nvSpPr>
          <p:cNvPr id="29" name="CuadroTexto 7">
            <a:extLst>
              <a:ext uri="{FF2B5EF4-FFF2-40B4-BE49-F238E27FC236}">
                <a16:creationId xmlns:a16="http://schemas.microsoft.com/office/drawing/2014/main" id="{C1985B19-9B2B-13BC-ABF8-4F4BCEA06BE8}"/>
              </a:ext>
            </a:extLst>
          </p:cNvPr>
          <p:cNvSpPr txBox="1"/>
          <p:nvPr/>
        </p:nvSpPr>
        <p:spPr>
          <a:xfrm>
            <a:off x="4014539" y="2356195"/>
            <a:ext cx="1060533" cy="44627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Trends</a:t>
            </a:r>
          </a:p>
          <a:p>
            <a:pPr algn="just"/>
            <a:endParaRPr lang="es-MX" sz="1100" noProof="0">
              <a:solidFill>
                <a:schemeClr val="tx1"/>
              </a:solidFill>
            </a:endParaRPr>
          </a:p>
        </p:txBody>
      </p:sp>
      <p:sp>
        <p:nvSpPr>
          <p:cNvPr id="30" name="CuadroTexto 7">
            <a:extLst>
              <a:ext uri="{FF2B5EF4-FFF2-40B4-BE49-F238E27FC236}">
                <a16:creationId xmlns:a16="http://schemas.microsoft.com/office/drawing/2014/main" id="{24D311B1-349B-3241-F18B-69EB38BFA0F1}"/>
              </a:ext>
            </a:extLst>
          </p:cNvPr>
          <p:cNvSpPr txBox="1"/>
          <p:nvPr/>
        </p:nvSpPr>
        <p:spPr>
          <a:xfrm>
            <a:off x="4038516" y="2702771"/>
            <a:ext cx="1060533" cy="44627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Actions</a:t>
            </a:r>
          </a:p>
          <a:p>
            <a:pPr algn="just"/>
            <a:endParaRPr lang="es-MX" sz="1100" noProof="0">
              <a:solidFill>
                <a:schemeClr val="tx1"/>
              </a:solidFill>
            </a:endParaRPr>
          </a:p>
        </p:txBody>
      </p:sp>
      <p:sp>
        <p:nvSpPr>
          <p:cNvPr id="31" name="CuadroTexto 7">
            <a:extLst>
              <a:ext uri="{FF2B5EF4-FFF2-40B4-BE49-F238E27FC236}">
                <a16:creationId xmlns:a16="http://schemas.microsoft.com/office/drawing/2014/main" id="{36D76169-BCC1-8A7A-40F7-8F4D0B4816F3}"/>
              </a:ext>
            </a:extLst>
          </p:cNvPr>
          <p:cNvSpPr txBox="1"/>
          <p:nvPr/>
        </p:nvSpPr>
        <p:spPr>
          <a:xfrm>
            <a:off x="4023078" y="3041345"/>
            <a:ext cx="1371392"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err="1">
                <a:solidFill>
                  <a:schemeClr val="accent6"/>
                </a:solidFill>
              </a:rPr>
              <a:t>Problem</a:t>
            </a:r>
            <a:r>
              <a:rPr lang="es-MX" sz="1100" b="1" noProof="0">
                <a:solidFill>
                  <a:schemeClr val="accent6"/>
                </a:solidFill>
              </a:rPr>
              <a:t> </a:t>
            </a:r>
            <a:r>
              <a:rPr lang="es-MX" sz="1100" b="1" noProof="0" err="1">
                <a:solidFill>
                  <a:schemeClr val="accent6"/>
                </a:solidFill>
              </a:rPr>
              <a:t>Solving</a:t>
            </a:r>
            <a:endParaRPr lang="es-MX" sz="1100" b="1" noProof="0">
              <a:solidFill>
                <a:schemeClr val="accent6"/>
              </a:solidFill>
            </a:endParaRPr>
          </a:p>
          <a:p>
            <a:pPr algn="just"/>
            <a:endParaRPr lang="es-MX" sz="1100" noProof="0">
              <a:solidFill>
                <a:schemeClr val="tx1"/>
              </a:solidFill>
            </a:endParaRPr>
          </a:p>
        </p:txBody>
      </p:sp>
      <p:sp>
        <p:nvSpPr>
          <p:cNvPr id="32" name="CuadroTexto 7">
            <a:extLst>
              <a:ext uri="{FF2B5EF4-FFF2-40B4-BE49-F238E27FC236}">
                <a16:creationId xmlns:a16="http://schemas.microsoft.com/office/drawing/2014/main" id="{2A244135-C4B8-8057-83BB-36606E186F18}"/>
              </a:ext>
            </a:extLst>
          </p:cNvPr>
          <p:cNvSpPr txBox="1"/>
          <p:nvPr/>
        </p:nvSpPr>
        <p:spPr>
          <a:xfrm>
            <a:off x="4054540" y="3437823"/>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Initiatives</a:t>
            </a:r>
          </a:p>
        </p:txBody>
      </p:sp>
      <p:sp>
        <p:nvSpPr>
          <p:cNvPr id="33" name="CuadroTexto 7">
            <a:extLst>
              <a:ext uri="{FF2B5EF4-FFF2-40B4-BE49-F238E27FC236}">
                <a16:creationId xmlns:a16="http://schemas.microsoft.com/office/drawing/2014/main" id="{71E07BC9-599D-6D3B-073E-0F36A76C0AF0}"/>
              </a:ext>
            </a:extLst>
          </p:cNvPr>
          <p:cNvSpPr txBox="1"/>
          <p:nvPr/>
        </p:nvSpPr>
        <p:spPr>
          <a:xfrm>
            <a:off x="4069511" y="3774598"/>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Escalations</a:t>
            </a:r>
          </a:p>
        </p:txBody>
      </p:sp>
      <p:sp>
        <p:nvSpPr>
          <p:cNvPr id="34" name="CuadroTexto 7">
            <a:extLst>
              <a:ext uri="{FF2B5EF4-FFF2-40B4-BE49-F238E27FC236}">
                <a16:creationId xmlns:a16="http://schemas.microsoft.com/office/drawing/2014/main" id="{B319B85E-82C1-44F3-2B70-968BA96811FB}"/>
              </a:ext>
            </a:extLst>
          </p:cNvPr>
          <p:cNvSpPr txBox="1"/>
          <p:nvPr/>
        </p:nvSpPr>
        <p:spPr>
          <a:xfrm>
            <a:off x="4094025" y="4099687"/>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6S Plan</a:t>
            </a:r>
          </a:p>
        </p:txBody>
      </p:sp>
      <p:sp>
        <p:nvSpPr>
          <p:cNvPr id="35" name="Flecha: a la derecha 34">
            <a:extLst>
              <a:ext uri="{FF2B5EF4-FFF2-40B4-BE49-F238E27FC236}">
                <a16:creationId xmlns:a16="http://schemas.microsoft.com/office/drawing/2014/main" id="{8977CA73-3738-B5DD-2356-ED088B32A7A0}"/>
              </a:ext>
            </a:extLst>
          </p:cNvPr>
          <p:cNvSpPr/>
          <p:nvPr/>
        </p:nvSpPr>
        <p:spPr>
          <a:xfrm>
            <a:off x="2874480" y="3021191"/>
            <a:ext cx="389406" cy="307777"/>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6" name="Flecha: a la derecha 35">
            <a:extLst>
              <a:ext uri="{FF2B5EF4-FFF2-40B4-BE49-F238E27FC236}">
                <a16:creationId xmlns:a16="http://schemas.microsoft.com/office/drawing/2014/main" id="{08138ABE-7EE3-7736-D1B4-D06FC44D83FB}"/>
              </a:ext>
            </a:extLst>
          </p:cNvPr>
          <p:cNvSpPr/>
          <p:nvPr/>
        </p:nvSpPr>
        <p:spPr>
          <a:xfrm>
            <a:off x="5551660" y="2949011"/>
            <a:ext cx="389406" cy="307777"/>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38" name="Gráfico 37" descr="Tendencia al alza con relleno sólido">
            <a:extLst>
              <a:ext uri="{FF2B5EF4-FFF2-40B4-BE49-F238E27FC236}">
                <a16:creationId xmlns:a16="http://schemas.microsoft.com/office/drawing/2014/main" id="{051E1D29-724E-67CD-01BB-3296CF6FFD3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28449" y="2354786"/>
            <a:ext cx="308194" cy="308194"/>
          </a:xfrm>
          <a:prstGeom prst="rect">
            <a:avLst/>
          </a:prstGeom>
        </p:spPr>
      </p:pic>
      <p:pic>
        <p:nvPicPr>
          <p:cNvPr id="42" name="Gráfico 41" descr="Lista con relleno sólido">
            <a:extLst>
              <a:ext uri="{FF2B5EF4-FFF2-40B4-BE49-F238E27FC236}">
                <a16:creationId xmlns:a16="http://schemas.microsoft.com/office/drawing/2014/main" id="{4EA59049-A8CD-2D23-8864-619F0C5674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3419" y="2698204"/>
            <a:ext cx="308195" cy="308195"/>
          </a:xfrm>
          <a:prstGeom prst="rect">
            <a:avLst/>
          </a:prstGeom>
        </p:spPr>
      </p:pic>
      <p:pic>
        <p:nvPicPr>
          <p:cNvPr id="44" name="Gráfico 43" descr="Flecha arriba con relleno sólido">
            <a:extLst>
              <a:ext uri="{FF2B5EF4-FFF2-40B4-BE49-F238E27FC236}">
                <a16:creationId xmlns:a16="http://schemas.microsoft.com/office/drawing/2014/main" id="{FF84912B-9974-20A0-4A1D-CC34D7FACE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323530">
            <a:off x="3689402" y="3786370"/>
            <a:ext cx="270300" cy="270300"/>
          </a:xfrm>
          <a:prstGeom prst="rect">
            <a:avLst/>
          </a:prstGeom>
        </p:spPr>
      </p:pic>
      <p:pic>
        <p:nvPicPr>
          <p:cNvPr id="46" name="Gráfico 45" descr="Calendario con relleno sólido">
            <a:extLst>
              <a:ext uri="{FF2B5EF4-FFF2-40B4-BE49-F238E27FC236}">
                <a16:creationId xmlns:a16="http://schemas.microsoft.com/office/drawing/2014/main" id="{3F29BF2F-4753-5A40-4739-393B5E9E84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66369" y="4078245"/>
            <a:ext cx="325246" cy="325246"/>
          </a:xfrm>
          <a:prstGeom prst="rect">
            <a:avLst/>
          </a:prstGeom>
        </p:spPr>
      </p:pic>
      <p:pic>
        <p:nvPicPr>
          <p:cNvPr id="48" name="Gráfico 47" descr="Plano con relleno sólido">
            <a:extLst>
              <a:ext uri="{FF2B5EF4-FFF2-40B4-BE49-F238E27FC236}">
                <a16:creationId xmlns:a16="http://schemas.microsoft.com/office/drawing/2014/main" id="{5C5052B4-2BE1-900A-3E2C-37D8D5B24F6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88285" y="3420235"/>
            <a:ext cx="291564" cy="291564"/>
          </a:xfrm>
          <a:prstGeom prst="rect">
            <a:avLst/>
          </a:prstGeom>
        </p:spPr>
      </p:pic>
      <p:pic>
        <p:nvPicPr>
          <p:cNvPr id="50" name="Gráfico 49" descr="Calendario giratorio con relleno sólido">
            <a:extLst>
              <a:ext uri="{FF2B5EF4-FFF2-40B4-BE49-F238E27FC236}">
                <a16:creationId xmlns:a16="http://schemas.microsoft.com/office/drawing/2014/main" id="{6AD53FB4-65BB-27D2-AC5D-F8D037954A9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56461" y="894906"/>
            <a:ext cx="644096" cy="644096"/>
          </a:xfrm>
          <a:prstGeom prst="rect">
            <a:avLst/>
          </a:prstGeom>
        </p:spPr>
      </p:pic>
      <p:sp>
        <p:nvSpPr>
          <p:cNvPr id="52" name="CuadroTexto 7">
            <a:extLst>
              <a:ext uri="{FF2B5EF4-FFF2-40B4-BE49-F238E27FC236}">
                <a16:creationId xmlns:a16="http://schemas.microsoft.com/office/drawing/2014/main" id="{5E520B3C-33C3-0300-62D0-904EBEC34ADD}"/>
              </a:ext>
            </a:extLst>
          </p:cNvPr>
          <p:cNvSpPr txBox="1"/>
          <p:nvPr/>
        </p:nvSpPr>
        <p:spPr>
          <a:xfrm>
            <a:off x="886013" y="1441386"/>
            <a:ext cx="118499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Daily
Problem Capture</a:t>
            </a:r>
          </a:p>
          <a:p>
            <a:pPr algn="ctr"/>
            <a:endParaRPr lang="es-MX" sz="1100" noProof="0">
              <a:solidFill>
                <a:schemeClr val="tx1"/>
              </a:solidFill>
            </a:endParaRPr>
          </a:p>
        </p:txBody>
      </p:sp>
      <p:pic>
        <p:nvPicPr>
          <p:cNvPr id="54" name="Gráfico 53" descr="Marca de verificación con relleno sólido">
            <a:extLst>
              <a:ext uri="{FF2B5EF4-FFF2-40B4-BE49-F238E27FC236}">
                <a16:creationId xmlns:a16="http://schemas.microsoft.com/office/drawing/2014/main" id="{E2D82F66-BA4F-6168-67AB-30A5CB87865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63827" y="1169443"/>
            <a:ext cx="238186" cy="238186"/>
          </a:xfrm>
          <a:prstGeom prst="rect">
            <a:avLst/>
          </a:prstGeom>
        </p:spPr>
      </p:pic>
      <p:pic>
        <p:nvPicPr>
          <p:cNvPr id="56" name="Gráfico 55" descr="Reloj con relleno sólido">
            <a:extLst>
              <a:ext uri="{FF2B5EF4-FFF2-40B4-BE49-F238E27FC236}">
                <a16:creationId xmlns:a16="http://schemas.microsoft.com/office/drawing/2014/main" id="{337EAE15-F680-A967-1A63-2344433C44E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30958" y="989719"/>
            <a:ext cx="551567" cy="551567"/>
          </a:xfrm>
          <a:prstGeom prst="rect">
            <a:avLst/>
          </a:prstGeom>
        </p:spPr>
      </p:pic>
      <p:sp>
        <p:nvSpPr>
          <p:cNvPr id="57" name="CuadroTexto 7">
            <a:extLst>
              <a:ext uri="{FF2B5EF4-FFF2-40B4-BE49-F238E27FC236}">
                <a16:creationId xmlns:a16="http://schemas.microsoft.com/office/drawing/2014/main" id="{21232BD6-E4C2-C57C-E319-404A4FB5435E}"/>
              </a:ext>
            </a:extLst>
          </p:cNvPr>
          <p:cNvSpPr txBox="1"/>
          <p:nvPr/>
        </p:nvSpPr>
        <p:spPr>
          <a:xfrm>
            <a:off x="6497533" y="1511698"/>
            <a:ext cx="1760454"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Weekly Meeting
Prioritization and Team Assignment</a:t>
            </a:r>
          </a:p>
          <a:p>
            <a:pPr algn="ctr"/>
            <a:endParaRPr lang="es-MX" sz="1100" noProof="0">
              <a:solidFill>
                <a:schemeClr val="tx1"/>
              </a:solidFill>
            </a:endParaRPr>
          </a:p>
        </p:txBody>
      </p:sp>
      <p:sp>
        <p:nvSpPr>
          <p:cNvPr id="58" name="CuadroTexto 7">
            <a:extLst>
              <a:ext uri="{FF2B5EF4-FFF2-40B4-BE49-F238E27FC236}">
                <a16:creationId xmlns:a16="http://schemas.microsoft.com/office/drawing/2014/main" id="{22A4F792-3DED-CB10-9514-7D3FC0501473}"/>
              </a:ext>
            </a:extLst>
          </p:cNvPr>
          <p:cNvSpPr txBox="1"/>
          <p:nvPr/>
        </p:nvSpPr>
        <p:spPr>
          <a:xfrm>
            <a:off x="3392791" y="1236861"/>
            <a:ext cx="200863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err="1">
                <a:solidFill>
                  <a:schemeClr val="accent5"/>
                </a:solidFill>
              </a:rPr>
              <a:t>Problem Solving
Part of the weekly meeting agenda</a:t>
            </a:r>
            <a:endParaRPr lang="es-MX" sz="1100" b="1" noProof="0">
              <a:solidFill>
                <a:schemeClr val="accent5"/>
              </a:solidFill>
            </a:endParaRPr>
          </a:p>
          <a:p>
            <a:pPr algn="ctr"/>
            <a:endParaRPr lang="es-MX" sz="1100" noProof="0">
              <a:solidFill>
                <a:schemeClr val="tx1"/>
              </a:solidFill>
            </a:endParaRPr>
          </a:p>
        </p:txBody>
      </p:sp>
      <p:pic>
        <p:nvPicPr>
          <p:cNvPr id="60" name="Imagen 59" descr="Logotipo&#10;&#10;El contenido generado por IA puede ser incorrecto.">
            <a:extLst>
              <a:ext uri="{FF2B5EF4-FFF2-40B4-BE49-F238E27FC236}">
                <a16:creationId xmlns:a16="http://schemas.microsoft.com/office/drawing/2014/main" id="{3FDA65F0-09B6-0D2F-DB61-5DE82157B059}"/>
              </a:ext>
            </a:extLst>
          </p:cNvPr>
          <p:cNvPicPr>
            <a:picLocks noChangeAspect="1"/>
          </p:cNvPicPr>
          <p:nvPr/>
        </p:nvPicPr>
        <p:blipFill>
          <a:blip r:embed="rId10"/>
          <a:srcRect b="35471"/>
          <a:stretch>
            <a:fillRect/>
          </a:stretch>
        </p:blipFill>
        <p:spPr>
          <a:xfrm>
            <a:off x="3561131" y="3016036"/>
            <a:ext cx="493409" cy="318388"/>
          </a:xfrm>
          <a:prstGeom prst="rect">
            <a:avLst/>
          </a:prstGeom>
        </p:spPr>
      </p:pic>
      <p:pic>
        <p:nvPicPr>
          <p:cNvPr id="5" name="Imagen 4" descr="Dibujo de una persona&#10;&#10;El contenido generado por IA puede ser incorrecto.">
            <a:extLst>
              <a:ext uri="{FF2B5EF4-FFF2-40B4-BE49-F238E27FC236}">
                <a16:creationId xmlns:a16="http://schemas.microsoft.com/office/drawing/2014/main" id="{0F3103B0-402C-4F92-67BB-2CCA99595753}"/>
              </a:ext>
            </a:extLst>
          </p:cNvPr>
          <p:cNvPicPr>
            <a:picLocks noChangeAspect="1"/>
          </p:cNvPicPr>
          <p:nvPr/>
        </p:nvPicPr>
        <p:blipFill>
          <a:blip r:embed="rId11"/>
          <a:stretch>
            <a:fillRect/>
          </a:stretch>
        </p:blipFill>
        <p:spPr>
          <a:xfrm>
            <a:off x="8661417" y="109943"/>
            <a:ext cx="466952" cy="466952"/>
          </a:xfrm>
          <a:prstGeom prst="rect">
            <a:avLst/>
          </a:prstGeom>
        </p:spPr>
      </p:pic>
      <p:sp>
        <p:nvSpPr>
          <p:cNvPr id="13" name="Rectángulo: esquinas redondeadas 12">
            <a:extLst>
              <a:ext uri="{FF2B5EF4-FFF2-40B4-BE49-F238E27FC236}">
                <a16:creationId xmlns:a16="http://schemas.microsoft.com/office/drawing/2014/main" id="{8C6EBCAD-119E-6D6C-1095-58BA9C174783}"/>
              </a:ext>
            </a:extLst>
          </p:cNvPr>
          <p:cNvSpPr/>
          <p:nvPr/>
        </p:nvSpPr>
        <p:spPr>
          <a:xfrm>
            <a:off x="382867" y="2138217"/>
            <a:ext cx="2296443" cy="2382026"/>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4" name="Imagen 13" descr="Código QR&#10;&#10;El contenido generado por IA puede ser incorrecto.">
            <a:extLst>
              <a:ext uri="{FF2B5EF4-FFF2-40B4-BE49-F238E27FC236}">
                <a16:creationId xmlns:a16="http://schemas.microsoft.com/office/drawing/2014/main" id="{D080C1DD-D042-118B-86FD-33B686CA2EAE}"/>
              </a:ext>
            </a:extLst>
          </p:cNvPr>
          <p:cNvPicPr>
            <a:picLocks noChangeAspect="1"/>
          </p:cNvPicPr>
          <p:nvPr/>
        </p:nvPicPr>
        <p:blipFill>
          <a:blip r:embed="rId12"/>
          <a:srcRect b="8975"/>
          <a:stretch>
            <a:fillRect/>
          </a:stretch>
        </p:blipFill>
        <p:spPr>
          <a:xfrm>
            <a:off x="647501" y="2338111"/>
            <a:ext cx="1757021" cy="1725188"/>
          </a:xfrm>
          <a:prstGeom prst="rect">
            <a:avLst/>
          </a:prstGeom>
        </p:spPr>
      </p:pic>
      <p:sp>
        <p:nvSpPr>
          <p:cNvPr id="15" name="CuadroTexto 7">
            <a:extLst>
              <a:ext uri="{FF2B5EF4-FFF2-40B4-BE49-F238E27FC236}">
                <a16:creationId xmlns:a16="http://schemas.microsoft.com/office/drawing/2014/main" id="{49ADF46B-14F2-BE06-C120-9004865B8424}"/>
              </a:ext>
            </a:extLst>
          </p:cNvPr>
          <p:cNvSpPr txBox="1"/>
          <p:nvPr/>
        </p:nvSpPr>
        <p:spPr>
          <a:xfrm>
            <a:off x="545650" y="4115501"/>
            <a:ext cx="1960722" cy="3693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900" b="1" noProof="0">
                <a:solidFill>
                  <a:schemeClr val="bg1"/>
                </a:solidFill>
              </a:rPr>
              <a:t>PROBLEM CAPTURE FORM</a:t>
            </a:r>
          </a:p>
        </p:txBody>
      </p:sp>
      <p:sp>
        <p:nvSpPr>
          <p:cNvPr id="19" name="Rectángulo: esquinas redondeadas 18">
            <a:extLst>
              <a:ext uri="{FF2B5EF4-FFF2-40B4-BE49-F238E27FC236}">
                <a16:creationId xmlns:a16="http://schemas.microsoft.com/office/drawing/2014/main" id="{F2A87DE8-66DA-1351-6968-A27E917C9887}"/>
              </a:ext>
            </a:extLst>
          </p:cNvPr>
          <p:cNvSpPr/>
          <p:nvPr/>
        </p:nvSpPr>
        <p:spPr>
          <a:xfrm>
            <a:off x="6066769" y="2222226"/>
            <a:ext cx="2840019" cy="2436524"/>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20" name="Imagen 19" descr="Interfaz de usuario gráfica, Texto, Aplicación, Correo electrónico&#10;&#10;El contenido generado por IA puede ser incorrecto.">
            <a:extLst>
              <a:ext uri="{FF2B5EF4-FFF2-40B4-BE49-F238E27FC236}">
                <a16:creationId xmlns:a16="http://schemas.microsoft.com/office/drawing/2014/main" id="{38587D2C-D504-73FA-1A16-34FA6F36A7EA}"/>
              </a:ext>
            </a:extLst>
          </p:cNvPr>
          <p:cNvPicPr>
            <a:picLocks noChangeAspect="1"/>
          </p:cNvPicPr>
          <p:nvPr/>
        </p:nvPicPr>
        <p:blipFill>
          <a:blip r:embed="rId13"/>
          <a:stretch>
            <a:fillRect/>
          </a:stretch>
        </p:blipFill>
        <p:spPr>
          <a:xfrm>
            <a:off x="6320678" y="2326260"/>
            <a:ext cx="2336842" cy="2222126"/>
          </a:xfrm>
          <a:prstGeom prst="rect">
            <a:avLst/>
          </a:prstGeom>
        </p:spPr>
      </p:pic>
      <p:sp>
        <p:nvSpPr>
          <p:cNvPr id="22" name="Rectángulo 21">
            <a:extLst>
              <a:ext uri="{FF2B5EF4-FFF2-40B4-BE49-F238E27FC236}">
                <a16:creationId xmlns:a16="http://schemas.microsoft.com/office/drawing/2014/main" id="{4491430E-65E8-2A7B-63EE-CA6C7A4DAD2E}"/>
              </a:ext>
            </a:extLst>
          </p:cNvPr>
          <p:cNvSpPr/>
          <p:nvPr/>
        </p:nvSpPr>
        <p:spPr>
          <a:xfrm>
            <a:off x="6346933" y="3803598"/>
            <a:ext cx="978487" cy="729647"/>
          </a:xfrm>
          <a:prstGeom prst="rect">
            <a:avLst/>
          </a:prstGeom>
          <a:noFill/>
          <a:ln w="19050" cap="rnd" cmpd="sng" algn="ctr">
            <a:solidFill>
              <a:srgbClr val="C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Tree>
    <p:extLst>
      <p:ext uri="{BB962C8B-B14F-4D97-AF65-F5344CB8AC3E}">
        <p14:creationId xmlns:p14="http://schemas.microsoft.com/office/powerpoint/2010/main" val="13276885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0AF89-E762-A5CC-BEE0-CF9EEAAE2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4F92C-B58B-17EB-F4FE-569A6D6CEA9B}"/>
              </a:ext>
            </a:extLst>
          </p:cNvPr>
          <p:cNvSpPr>
            <a:spLocks noGrp="1"/>
          </p:cNvSpPr>
          <p:nvPr>
            <p:ph type="title"/>
          </p:nvPr>
        </p:nvSpPr>
        <p:spPr>
          <a:xfrm>
            <a:off x="327906" y="256203"/>
            <a:ext cx="8482014" cy="492443"/>
          </a:xfrm>
        </p:spPr>
        <p:txBody>
          <a:bodyPr/>
          <a:lstStyle/>
          <a:p>
            <a:pPr algn="ctr"/>
            <a:r>
              <a:rPr lang="es-MX" noProof="0"/>
              <a:t>Meeting System_x000B_Problem Capture</a:t>
            </a:r>
            <a:br>
              <a:rPr lang="es-MX" noProof="0"/>
            </a:br>
            <a:endParaRPr lang="es-MX" noProof="0">
              <a:solidFill>
                <a:schemeClr val="accent6"/>
              </a:solidFill>
            </a:endParaRPr>
          </a:p>
        </p:txBody>
      </p:sp>
      <p:pic>
        <p:nvPicPr>
          <p:cNvPr id="50" name="Gráfico 49" descr="Calendario giratorio con relleno sólido">
            <a:extLst>
              <a:ext uri="{FF2B5EF4-FFF2-40B4-BE49-F238E27FC236}">
                <a16:creationId xmlns:a16="http://schemas.microsoft.com/office/drawing/2014/main" id="{35B8F965-E446-D4DA-649F-6B1243EBCD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80078" y="912924"/>
            <a:ext cx="644096" cy="644096"/>
          </a:xfrm>
          <a:prstGeom prst="rect">
            <a:avLst/>
          </a:prstGeom>
        </p:spPr>
      </p:pic>
      <p:sp>
        <p:nvSpPr>
          <p:cNvPr id="52" name="CuadroTexto 7">
            <a:extLst>
              <a:ext uri="{FF2B5EF4-FFF2-40B4-BE49-F238E27FC236}">
                <a16:creationId xmlns:a16="http://schemas.microsoft.com/office/drawing/2014/main" id="{49407908-A15D-F516-5517-E074CEA5BABA}"/>
              </a:ext>
            </a:extLst>
          </p:cNvPr>
          <p:cNvSpPr txBox="1"/>
          <p:nvPr/>
        </p:nvSpPr>
        <p:spPr>
          <a:xfrm>
            <a:off x="3909629" y="1460353"/>
            <a:ext cx="118499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Daily
Problem Capture</a:t>
            </a:r>
          </a:p>
          <a:p>
            <a:pPr algn="ctr"/>
            <a:endParaRPr lang="es-MX" sz="1100" noProof="0">
              <a:solidFill>
                <a:schemeClr val="tx1"/>
              </a:solidFill>
            </a:endParaRPr>
          </a:p>
        </p:txBody>
      </p:sp>
      <p:pic>
        <p:nvPicPr>
          <p:cNvPr id="54" name="Gráfico 53" descr="Marca de verificación con relleno sólido">
            <a:extLst>
              <a:ext uri="{FF2B5EF4-FFF2-40B4-BE49-F238E27FC236}">
                <a16:creationId xmlns:a16="http://schemas.microsoft.com/office/drawing/2014/main" id="{B1BADD48-61BD-238A-1232-92D4579BDD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87443" y="1188410"/>
            <a:ext cx="238186" cy="238186"/>
          </a:xfrm>
          <a:prstGeom prst="rect">
            <a:avLst/>
          </a:prstGeom>
        </p:spPr>
      </p:pic>
      <p:pic>
        <p:nvPicPr>
          <p:cNvPr id="5" name="Imagen 4" descr="Dibujo de una persona&#10;&#10;El contenido generado por IA puede ser incorrecto.">
            <a:extLst>
              <a:ext uri="{FF2B5EF4-FFF2-40B4-BE49-F238E27FC236}">
                <a16:creationId xmlns:a16="http://schemas.microsoft.com/office/drawing/2014/main" id="{976148ED-8D4C-60FC-B463-C1A0D7FD11E2}"/>
              </a:ext>
            </a:extLst>
          </p:cNvPr>
          <p:cNvPicPr>
            <a:picLocks noChangeAspect="1"/>
          </p:cNvPicPr>
          <p:nvPr/>
        </p:nvPicPr>
        <p:blipFill>
          <a:blip r:embed="rId4"/>
          <a:stretch>
            <a:fillRect/>
          </a:stretch>
        </p:blipFill>
        <p:spPr>
          <a:xfrm>
            <a:off x="8661417" y="109943"/>
            <a:ext cx="466952" cy="466952"/>
          </a:xfrm>
          <a:prstGeom prst="rect">
            <a:avLst/>
          </a:prstGeom>
        </p:spPr>
      </p:pic>
      <p:sp>
        <p:nvSpPr>
          <p:cNvPr id="12" name="Rectángulo: esquinas redondeadas 11">
            <a:extLst>
              <a:ext uri="{FF2B5EF4-FFF2-40B4-BE49-F238E27FC236}">
                <a16:creationId xmlns:a16="http://schemas.microsoft.com/office/drawing/2014/main" id="{4B89C18C-3593-93E2-6052-777476CCF1FF}"/>
              </a:ext>
            </a:extLst>
          </p:cNvPr>
          <p:cNvSpPr/>
          <p:nvPr/>
        </p:nvSpPr>
        <p:spPr>
          <a:xfrm>
            <a:off x="995464" y="2060517"/>
            <a:ext cx="2816352" cy="2788920"/>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3" name="Imagen 12" descr="Código QR&#10;&#10;El contenido generado por IA puede ser incorrecto.">
            <a:extLst>
              <a:ext uri="{FF2B5EF4-FFF2-40B4-BE49-F238E27FC236}">
                <a16:creationId xmlns:a16="http://schemas.microsoft.com/office/drawing/2014/main" id="{C16B747A-9EF8-72D7-223D-F38BD6691265}"/>
              </a:ext>
            </a:extLst>
          </p:cNvPr>
          <p:cNvPicPr>
            <a:picLocks noChangeAspect="1"/>
          </p:cNvPicPr>
          <p:nvPr/>
        </p:nvPicPr>
        <p:blipFill>
          <a:blip r:embed="rId5"/>
          <a:srcRect b="8975"/>
          <a:stretch>
            <a:fillRect/>
          </a:stretch>
        </p:blipFill>
        <p:spPr>
          <a:xfrm>
            <a:off x="1375062" y="2248842"/>
            <a:ext cx="2057153" cy="2019882"/>
          </a:xfrm>
          <a:prstGeom prst="rect">
            <a:avLst/>
          </a:prstGeom>
        </p:spPr>
      </p:pic>
      <p:sp>
        <p:nvSpPr>
          <p:cNvPr id="14" name="CuadroTexto 7">
            <a:extLst>
              <a:ext uri="{FF2B5EF4-FFF2-40B4-BE49-F238E27FC236}">
                <a16:creationId xmlns:a16="http://schemas.microsoft.com/office/drawing/2014/main" id="{7D603657-12E1-2425-809D-A5E5B2B5DDF7}"/>
              </a:ext>
            </a:extLst>
          </p:cNvPr>
          <p:cNvSpPr txBox="1"/>
          <p:nvPr/>
        </p:nvSpPr>
        <p:spPr>
          <a:xfrm>
            <a:off x="1201327" y="4343637"/>
            <a:ext cx="2404625"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bg1"/>
                </a:solidFill>
              </a:rPr>
              <a:t>PROBLEM CAPTURE FORM</a:t>
            </a:r>
          </a:p>
        </p:txBody>
      </p:sp>
      <p:sp>
        <p:nvSpPr>
          <p:cNvPr id="15" name="Rectángulo: esquinas redondeadas 14">
            <a:extLst>
              <a:ext uri="{FF2B5EF4-FFF2-40B4-BE49-F238E27FC236}">
                <a16:creationId xmlns:a16="http://schemas.microsoft.com/office/drawing/2014/main" id="{6E86DD59-5B9C-B7E7-34BB-E9887B37FD5F}"/>
              </a:ext>
            </a:extLst>
          </p:cNvPr>
          <p:cNvSpPr/>
          <p:nvPr/>
        </p:nvSpPr>
        <p:spPr>
          <a:xfrm>
            <a:off x="4936525" y="2060517"/>
            <a:ext cx="2816352" cy="2788920"/>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8" name="Imagen 17" descr="Interfaz de usuario gráfica, Aplicación&#10;&#10;El contenido generado por IA puede ser incorrecto.">
            <a:extLst>
              <a:ext uri="{FF2B5EF4-FFF2-40B4-BE49-F238E27FC236}">
                <a16:creationId xmlns:a16="http://schemas.microsoft.com/office/drawing/2014/main" id="{71CD7C4D-C5C7-3217-3366-B20DEB5C8772}"/>
              </a:ext>
            </a:extLst>
          </p:cNvPr>
          <p:cNvPicPr>
            <a:picLocks noChangeAspect="1"/>
          </p:cNvPicPr>
          <p:nvPr/>
        </p:nvPicPr>
        <p:blipFill>
          <a:blip r:embed="rId6"/>
          <a:stretch>
            <a:fillRect/>
          </a:stretch>
        </p:blipFill>
        <p:spPr>
          <a:xfrm>
            <a:off x="5476886" y="2187200"/>
            <a:ext cx="1735630" cy="2535554"/>
          </a:xfrm>
          <a:prstGeom prst="rect">
            <a:avLst/>
          </a:prstGeom>
        </p:spPr>
      </p:pic>
      <p:sp>
        <p:nvSpPr>
          <p:cNvPr id="19" name="Flecha: a la derecha 18">
            <a:extLst>
              <a:ext uri="{FF2B5EF4-FFF2-40B4-BE49-F238E27FC236}">
                <a16:creationId xmlns:a16="http://schemas.microsoft.com/office/drawing/2014/main" id="{60FB1A06-3139-1877-FC51-822B55C0E18F}"/>
              </a:ext>
            </a:extLst>
          </p:cNvPr>
          <p:cNvSpPr/>
          <p:nvPr/>
        </p:nvSpPr>
        <p:spPr>
          <a:xfrm>
            <a:off x="4097531" y="3091045"/>
            <a:ext cx="648205" cy="488698"/>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Rectángulo: esquinas redondeadas 19">
            <a:extLst>
              <a:ext uri="{FF2B5EF4-FFF2-40B4-BE49-F238E27FC236}">
                <a16:creationId xmlns:a16="http://schemas.microsoft.com/office/drawing/2014/main" id="{D5DC1161-EF66-4EE2-EC29-487BFEE252FF}"/>
              </a:ext>
            </a:extLst>
          </p:cNvPr>
          <p:cNvSpPr/>
          <p:nvPr/>
        </p:nvSpPr>
        <p:spPr>
          <a:xfrm>
            <a:off x="6124567" y="894906"/>
            <a:ext cx="2816352" cy="946255"/>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During daily operations, terminal employees capture identified problems using a simple five-question form.</a:t>
            </a:r>
          </a:p>
        </p:txBody>
      </p:sp>
    </p:spTree>
    <p:extLst>
      <p:ext uri="{BB962C8B-B14F-4D97-AF65-F5344CB8AC3E}">
        <p14:creationId xmlns:p14="http://schemas.microsoft.com/office/powerpoint/2010/main" val="897090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0EBDE-9907-C7CA-BFD0-5AC2D0865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E526E-6C44-ED24-7D08-F11CC37468FE}"/>
              </a:ext>
            </a:extLst>
          </p:cNvPr>
          <p:cNvSpPr>
            <a:spLocks noGrp="1"/>
          </p:cNvSpPr>
          <p:nvPr>
            <p:ph type="title"/>
          </p:nvPr>
        </p:nvSpPr>
        <p:spPr>
          <a:xfrm>
            <a:off x="327906" y="256203"/>
            <a:ext cx="8482014" cy="492443"/>
          </a:xfrm>
        </p:spPr>
        <p:txBody>
          <a:bodyPr/>
          <a:lstStyle/>
          <a:p>
            <a:pPr algn="ctr"/>
            <a:r>
              <a:rPr lang="es-MX" noProof="0"/>
              <a:t>Meeting System_x000B_Problem Capture</a:t>
            </a:r>
            <a:br>
              <a:rPr lang="es-MX" noProof="0"/>
            </a:br>
            <a:endParaRPr lang="es-MX" noProof="0">
              <a:solidFill>
                <a:schemeClr val="accent6"/>
              </a:solidFill>
            </a:endParaRPr>
          </a:p>
        </p:txBody>
      </p:sp>
      <p:pic>
        <p:nvPicPr>
          <p:cNvPr id="50" name="Gráfico 49" descr="Calendario giratorio con relleno sólido">
            <a:extLst>
              <a:ext uri="{FF2B5EF4-FFF2-40B4-BE49-F238E27FC236}">
                <a16:creationId xmlns:a16="http://schemas.microsoft.com/office/drawing/2014/main" id="{BBB3AA86-3288-4439-082E-9DA76B1E16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80078" y="912924"/>
            <a:ext cx="644096" cy="644096"/>
          </a:xfrm>
          <a:prstGeom prst="rect">
            <a:avLst/>
          </a:prstGeom>
        </p:spPr>
      </p:pic>
      <p:sp>
        <p:nvSpPr>
          <p:cNvPr id="52" name="CuadroTexto 7">
            <a:extLst>
              <a:ext uri="{FF2B5EF4-FFF2-40B4-BE49-F238E27FC236}">
                <a16:creationId xmlns:a16="http://schemas.microsoft.com/office/drawing/2014/main" id="{2C73B8B3-C7B6-2482-6E77-A93B247AA96D}"/>
              </a:ext>
            </a:extLst>
          </p:cNvPr>
          <p:cNvSpPr txBox="1"/>
          <p:nvPr/>
        </p:nvSpPr>
        <p:spPr>
          <a:xfrm>
            <a:off x="3909629" y="1460353"/>
            <a:ext cx="118499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Daily
Problem Capture</a:t>
            </a:r>
          </a:p>
          <a:p>
            <a:pPr algn="ctr"/>
            <a:endParaRPr lang="es-MX" sz="1100" noProof="0">
              <a:solidFill>
                <a:schemeClr val="tx1"/>
              </a:solidFill>
            </a:endParaRPr>
          </a:p>
        </p:txBody>
      </p:sp>
      <p:pic>
        <p:nvPicPr>
          <p:cNvPr id="54" name="Gráfico 53" descr="Marca de verificación con relleno sólido">
            <a:extLst>
              <a:ext uri="{FF2B5EF4-FFF2-40B4-BE49-F238E27FC236}">
                <a16:creationId xmlns:a16="http://schemas.microsoft.com/office/drawing/2014/main" id="{20FB6A80-63C6-BA20-9A91-CAFD6429F5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87443" y="1188410"/>
            <a:ext cx="238186" cy="238186"/>
          </a:xfrm>
          <a:prstGeom prst="rect">
            <a:avLst/>
          </a:prstGeom>
        </p:spPr>
      </p:pic>
      <p:pic>
        <p:nvPicPr>
          <p:cNvPr id="5" name="Imagen 4" descr="Dibujo de una persona&#10;&#10;El contenido generado por IA puede ser incorrecto.">
            <a:extLst>
              <a:ext uri="{FF2B5EF4-FFF2-40B4-BE49-F238E27FC236}">
                <a16:creationId xmlns:a16="http://schemas.microsoft.com/office/drawing/2014/main" id="{33C6696D-5F95-5147-AC28-34F5C9B04F7D}"/>
              </a:ext>
            </a:extLst>
          </p:cNvPr>
          <p:cNvPicPr>
            <a:picLocks noChangeAspect="1"/>
          </p:cNvPicPr>
          <p:nvPr/>
        </p:nvPicPr>
        <p:blipFill>
          <a:blip r:embed="rId4"/>
          <a:stretch>
            <a:fillRect/>
          </a:stretch>
        </p:blipFill>
        <p:spPr>
          <a:xfrm>
            <a:off x="8661417" y="109943"/>
            <a:ext cx="466952" cy="466952"/>
          </a:xfrm>
          <a:prstGeom prst="rect">
            <a:avLst/>
          </a:prstGeom>
        </p:spPr>
      </p:pic>
      <p:sp>
        <p:nvSpPr>
          <p:cNvPr id="12" name="Rectángulo: esquinas redondeadas 11">
            <a:extLst>
              <a:ext uri="{FF2B5EF4-FFF2-40B4-BE49-F238E27FC236}">
                <a16:creationId xmlns:a16="http://schemas.microsoft.com/office/drawing/2014/main" id="{62D5ECD2-C57D-5930-420B-EC899CBD5783}"/>
              </a:ext>
            </a:extLst>
          </p:cNvPr>
          <p:cNvSpPr/>
          <p:nvPr/>
        </p:nvSpPr>
        <p:spPr>
          <a:xfrm>
            <a:off x="1093277" y="2021859"/>
            <a:ext cx="2816352" cy="2788920"/>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5" name="Rectángulo: esquinas redondeadas 14">
            <a:extLst>
              <a:ext uri="{FF2B5EF4-FFF2-40B4-BE49-F238E27FC236}">
                <a16:creationId xmlns:a16="http://schemas.microsoft.com/office/drawing/2014/main" id="{017E7220-63E2-3DFB-3A50-D5A59033E58B}"/>
              </a:ext>
            </a:extLst>
          </p:cNvPr>
          <p:cNvSpPr/>
          <p:nvPr/>
        </p:nvSpPr>
        <p:spPr>
          <a:xfrm>
            <a:off x="4945227" y="2104449"/>
            <a:ext cx="2816352" cy="245943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8" name="Imagen 17" descr="Interfaz de usuario gráfica, Aplicación&#10;&#10;El contenido generado por IA puede ser incorrecto.">
            <a:extLst>
              <a:ext uri="{FF2B5EF4-FFF2-40B4-BE49-F238E27FC236}">
                <a16:creationId xmlns:a16="http://schemas.microsoft.com/office/drawing/2014/main" id="{F3CAA81F-6571-E8D9-937B-DB426F0AFC8A}"/>
              </a:ext>
            </a:extLst>
          </p:cNvPr>
          <p:cNvPicPr>
            <a:picLocks noChangeAspect="1"/>
          </p:cNvPicPr>
          <p:nvPr/>
        </p:nvPicPr>
        <p:blipFill>
          <a:blip r:embed="rId5"/>
          <a:stretch>
            <a:fillRect/>
          </a:stretch>
        </p:blipFill>
        <p:spPr>
          <a:xfrm>
            <a:off x="1633638" y="2148542"/>
            <a:ext cx="1735630" cy="2535554"/>
          </a:xfrm>
          <a:prstGeom prst="rect">
            <a:avLst/>
          </a:prstGeom>
        </p:spPr>
      </p:pic>
      <p:sp>
        <p:nvSpPr>
          <p:cNvPr id="19" name="Flecha: a la derecha 18">
            <a:extLst>
              <a:ext uri="{FF2B5EF4-FFF2-40B4-BE49-F238E27FC236}">
                <a16:creationId xmlns:a16="http://schemas.microsoft.com/office/drawing/2014/main" id="{FABE4E26-2220-5A5B-3674-D6E75D9E3044}"/>
              </a:ext>
            </a:extLst>
          </p:cNvPr>
          <p:cNvSpPr/>
          <p:nvPr/>
        </p:nvSpPr>
        <p:spPr>
          <a:xfrm>
            <a:off x="4175969" y="3082984"/>
            <a:ext cx="648205" cy="488698"/>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6" name="Imagen 5" descr="Interfaz de usuario gráfica, Texto, Aplicación&#10;&#10;El contenido generado por IA puede ser incorrecto.">
            <a:extLst>
              <a:ext uri="{FF2B5EF4-FFF2-40B4-BE49-F238E27FC236}">
                <a16:creationId xmlns:a16="http://schemas.microsoft.com/office/drawing/2014/main" id="{D59B58D6-1334-74AF-7805-2627DEC6CBF9}"/>
              </a:ext>
            </a:extLst>
          </p:cNvPr>
          <p:cNvPicPr>
            <a:picLocks noChangeAspect="1"/>
          </p:cNvPicPr>
          <p:nvPr/>
        </p:nvPicPr>
        <p:blipFill>
          <a:blip r:embed="rId6"/>
          <a:stretch>
            <a:fillRect/>
          </a:stretch>
        </p:blipFill>
        <p:spPr>
          <a:xfrm>
            <a:off x="5044794" y="2934454"/>
            <a:ext cx="2625741" cy="785757"/>
          </a:xfrm>
          <a:prstGeom prst="rect">
            <a:avLst/>
          </a:prstGeom>
        </p:spPr>
      </p:pic>
      <p:sp>
        <p:nvSpPr>
          <p:cNvPr id="7" name="Rectángulo: esquinas redondeadas 6">
            <a:extLst>
              <a:ext uri="{FF2B5EF4-FFF2-40B4-BE49-F238E27FC236}">
                <a16:creationId xmlns:a16="http://schemas.microsoft.com/office/drawing/2014/main" id="{B3F44468-8BFD-3F9B-A962-B4CB257CECFF}"/>
              </a:ext>
            </a:extLst>
          </p:cNvPr>
          <p:cNvSpPr/>
          <p:nvPr/>
        </p:nvSpPr>
        <p:spPr>
          <a:xfrm>
            <a:off x="6124567" y="894906"/>
            <a:ext cx="2816352" cy="946255"/>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The form automatically creates a record in Microsoft Lists, making issues visible and allowing them to be prioritized during the weekly functional meeting.</a:t>
            </a:r>
          </a:p>
        </p:txBody>
      </p:sp>
    </p:spTree>
    <p:extLst>
      <p:ext uri="{BB962C8B-B14F-4D97-AF65-F5344CB8AC3E}">
        <p14:creationId xmlns:p14="http://schemas.microsoft.com/office/powerpoint/2010/main" val="3059715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E65E1-9297-E163-1FD3-79DB13F62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2F39EE-8026-BE22-57A8-19D4A372A40C}"/>
              </a:ext>
            </a:extLst>
          </p:cNvPr>
          <p:cNvSpPr>
            <a:spLocks noGrp="1"/>
          </p:cNvSpPr>
          <p:nvPr>
            <p:ph type="title"/>
          </p:nvPr>
        </p:nvSpPr>
        <p:spPr>
          <a:xfrm>
            <a:off x="327906" y="256203"/>
            <a:ext cx="8482014" cy="492443"/>
          </a:xfrm>
        </p:spPr>
        <p:txBody>
          <a:bodyPr/>
          <a:lstStyle/>
          <a:p>
            <a:pPr algn="ctr"/>
            <a:r>
              <a:rPr lang="es-MX" noProof="0"/>
              <a:t>Meeting System_x000B_Problem Capture</a:t>
            </a:r>
            <a:br>
              <a:rPr lang="es-MX" noProof="0"/>
            </a:br>
            <a:endParaRPr lang="es-MX" noProof="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7AA4DD93-8984-65AA-D3AD-D105E77FBDC1}"/>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EDF09546-15F5-5632-B5A4-E9E9030E0793}"/>
              </a:ext>
            </a:extLst>
          </p:cNvPr>
          <p:cNvSpPr/>
          <p:nvPr/>
        </p:nvSpPr>
        <p:spPr>
          <a:xfrm>
            <a:off x="438912" y="1078992"/>
            <a:ext cx="8371008" cy="3515697"/>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6" name="Imagen 5" descr="Interfaz de usuario gráfica, Texto, Aplicación&#10;&#10;El contenido generado por IA puede ser incorrecto.">
            <a:extLst>
              <a:ext uri="{FF2B5EF4-FFF2-40B4-BE49-F238E27FC236}">
                <a16:creationId xmlns:a16="http://schemas.microsoft.com/office/drawing/2014/main" id="{2A8EF96E-C227-1C8A-B19B-1F96BB85661E}"/>
              </a:ext>
            </a:extLst>
          </p:cNvPr>
          <p:cNvPicPr>
            <a:picLocks noChangeAspect="1"/>
          </p:cNvPicPr>
          <p:nvPr/>
        </p:nvPicPr>
        <p:blipFill>
          <a:blip r:embed="rId3"/>
          <a:stretch>
            <a:fillRect/>
          </a:stretch>
        </p:blipFill>
        <p:spPr>
          <a:xfrm>
            <a:off x="625273" y="1640089"/>
            <a:ext cx="7998285" cy="2393501"/>
          </a:xfrm>
          <a:prstGeom prst="rect">
            <a:avLst/>
          </a:prstGeom>
        </p:spPr>
      </p:pic>
    </p:spTree>
    <p:extLst>
      <p:ext uri="{BB962C8B-B14F-4D97-AF65-F5344CB8AC3E}">
        <p14:creationId xmlns:p14="http://schemas.microsoft.com/office/powerpoint/2010/main" val="2263518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B6133-63AB-B9D3-0D91-98E9508B9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86B52-7E5C-82FF-8E88-C444C7E0148A}"/>
              </a:ext>
            </a:extLst>
          </p:cNvPr>
          <p:cNvSpPr>
            <a:spLocks noGrp="1"/>
          </p:cNvSpPr>
          <p:nvPr>
            <p:ph type="title"/>
          </p:nvPr>
        </p:nvSpPr>
        <p:spPr>
          <a:xfrm>
            <a:off x="327906" y="256203"/>
            <a:ext cx="8482014" cy="492443"/>
          </a:xfrm>
        </p:spPr>
        <p:txBody>
          <a:bodyPr/>
          <a:lstStyle/>
          <a:p>
            <a:pPr algn="ctr"/>
            <a:r>
              <a:rPr lang="es-MX" noProof="0"/>
              <a:t>Meeting System_x000B_Prioritization and Leader Selection</a:t>
            </a:r>
            <a:br>
              <a:rPr lang="es-MX" noProof="0"/>
            </a:br>
            <a:endParaRPr lang="es-MX" noProof="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D4DF5330-EE47-1DFF-3689-CF8D6AF8C98F}"/>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5A12137B-C6B4-8A5F-ADA2-3E85F29280B6}"/>
              </a:ext>
            </a:extLst>
          </p:cNvPr>
          <p:cNvSpPr/>
          <p:nvPr/>
        </p:nvSpPr>
        <p:spPr>
          <a:xfrm>
            <a:off x="3438144" y="1024128"/>
            <a:ext cx="4187952" cy="3986784"/>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Interfaz de usuario gráfica, Texto, Aplicación, Correo electrónico&#10;&#10;El contenido generado por IA puede ser incorrecto.">
            <a:extLst>
              <a:ext uri="{FF2B5EF4-FFF2-40B4-BE49-F238E27FC236}">
                <a16:creationId xmlns:a16="http://schemas.microsoft.com/office/drawing/2014/main" id="{3C0C18F8-929B-4B0A-AB7D-02873ABEDDE5}"/>
              </a:ext>
            </a:extLst>
          </p:cNvPr>
          <p:cNvPicPr>
            <a:picLocks noChangeAspect="1"/>
          </p:cNvPicPr>
          <p:nvPr/>
        </p:nvPicPr>
        <p:blipFill>
          <a:blip r:embed="rId3"/>
          <a:stretch>
            <a:fillRect/>
          </a:stretch>
        </p:blipFill>
        <p:spPr>
          <a:xfrm>
            <a:off x="3666826" y="1240323"/>
            <a:ext cx="3712300" cy="3530061"/>
          </a:xfrm>
          <a:prstGeom prst="rect">
            <a:avLst/>
          </a:prstGeom>
        </p:spPr>
      </p:pic>
      <p:sp>
        <p:nvSpPr>
          <p:cNvPr id="9" name="Rectángulo: esquinas redondeadas 8">
            <a:extLst>
              <a:ext uri="{FF2B5EF4-FFF2-40B4-BE49-F238E27FC236}">
                <a16:creationId xmlns:a16="http://schemas.microsoft.com/office/drawing/2014/main" id="{601E3A4C-4A65-0B9A-D442-8B830FF2D209}"/>
              </a:ext>
            </a:extLst>
          </p:cNvPr>
          <p:cNvSpPr/>
          <p:nvPr/>
        </p:nvSpPr>
        <p:spPr>
          <a:xfrm>
            <a:off x="126450" y="1316736"/>
            <a:ext cx="2927645" cy="198424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During the weekly functional meeting, collected problems are reviewed, those suitable for Problem Solving are categorized, and leaders are assigned.</a:t>
            </a:r>
          </a:p>
        </p:txBody>
      </p:sp>
      <p:sp>
        <p:nvSpPr>
          <p:cNvPr id="10" name="Rectángulo 9">
            <a:extLst>
              <a:ext uri="{FF2B5EF4-FFF2-40B4-BE49-F238E27FC236}">
                <a16:creationId xmlns:a16="http://schemas.microsoft.com/office/drawing/2014/main" id="{A4CA83D8-B2E1-B906-8ACD-77414D22758D}"/>
              </a:ext>
            </a:extLst>
          </p:cNvPr>
          <p:cNvSpPr/>
          <p:nvPr/>
        </p:nvSpPr>
        <p:spPr>
          <a:xfrm>
            <a:off x="3702843" y="3602736"/>
            <a:ext cx="1442897" cy="1135952"/>
          </a:xfrm>
          <a:prstGeom prst="rect">
            <a:avLst/>
          </a:prstGeom>
          <a:noFill/>
          <a:ln w="19050" cap="rnd" cmpd="sng" algn="ctr">
            <a:solidFill>
              <a:srgbClr val="C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Tree>
    <p:extLst>
      <p:ext uri="{BB962C8B-B14F-4D97-AF65-F5344CB8AC3E}">
        <p14:creationId xmlns:p14="http://schemas.microsoft.com/office/powerpoint/2010/main" val="3628297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90A71-B1D0-C88C-C5B1-4AFA87690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5FFF1-64CD-4E93-2842-97B073F4AA9E}"/>
              </a:ext>
            </a:extLst>
          </p:cNvPr>
          <p:cNvSpPr>
            <a:spLocks noGrp="1"/>
          </p:cNvSpPr>
          <p:nvPr>
            <p:ph type="title"/>
          </p:nvPr>
        </p:nvSpPr>
        <p:spPr>
          <a:xfrm>
            <a:off x="327906" y="256203"/>
            <a:ext cx="8482014" cy="492443"/>
          </a:xfrm>
        </p:spPr>
        <p:txBody>
          <a:bodyPr/>
          <a:lstStyle/>
          <a:p>
            <a:pPr algn="ctr"/>
            <a:r>
              <a:rPr lang="es-MX" noProof="0"/>
              <a:t>Visual Management_x000B_Prioritization and Leader Selection</a:t>
            </a:r>
            <a:br>
              <a:rPr lang="es-MX" noProof="0"/>
            </a:br>
            <a:endParaRPr lang="es-MX" noProof="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12CE2731-2AE8-849C-7E85-E38A30877F89}"/>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9670A261-1E6C-D3A9-BBA0-B5BDEA9DDD0C}"/>
              </a:ext>
            </a:extLst>
          </p:cNvPr>
          <p:cNvSpPr/>
          <p:nvPr/>
        </p:nvSpPr>
        <p:spPr>
          <a:xfrm>
            <a:off x="4985686" y="1054100"/>
            <a:ext cx="3719225" cy="3508196"/>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Interfaz de usuario gráfica, Texto, Aplicación, Correo electrónico&#10;&#10;El contenido generado por IA puede ser incorrecto.">
            <a:extLst>
              <a:ext uri="{FF2B5EF4-FFF2-40B4-BE49-F238E27FC236}">
                <a16:creationId xmlns:a16="http://schemas.microsoft.com/office/drawing/2014/main" id="{2DA440DE-2706-7309-765B-817C140B6841}"/>
              </a:ext>
            </a:extLst>
          </p:cNvPr>
          <p:cNvPicPr>
            <a:picLocks noChangeAspect="1"/>
          </p:cNvPicPr>
          <p:nvPr/>
        </p:nvPicPr>
        <p:blipFill>
          <a:blip r:embed="rId3"/>
          <a:stretch>
            <a:fillRect/>
          </a:stretch>
        </p:blipFill>
        <p:spPr>
          <a:xfrm>
            <a:off x="5187109" y="1225851"/>
            <a:ext cx="3296809" cy="3134967"/>
          </a:xfrm>
          <a:prstGeom prst="rect">
            <a:avLst/>
          </a:prstGeom>
        </p:spPr>
      </p:pic>
      <p:sp>
        <p:nvSpPr>
          <p:cNvPr id="9" name="Rectángulo: esquinas redondeadas 8">
            <a:extLst>
              <a:ext uri="{FF2B5EF4-FFF2-40B4-BE49-F238E27FC236}">
                <a16:creationId xmlns:a16="http://schemas.microsoft.com/office/drawing/2014/main" id="{F58602DF-BCF7-D03E-9F92-A5ABEB0995A3}"/>
              </a:ext>
            </a:extLst>
          </p:cNvPr>
          <p:cNvSpPr/>
          <p:nvPr/>
        </p:nvSpPr>
        <p:spPr>
          <a:xfrm>
            <a:off x="1088031" y="4156675"/>
            <a:ext cx="3155950" cy="811242"/>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The visual board used in the weekly meeting is replaced by Microsoft Lists.</a:t>
            </a:r>
          </a:p>
        </p:txBody>
      </p:sp>
      <p:sp>
        <p:nvSpPr>
          <p:cNvPr id="3" name="Rectángulo: esquinas redondeadas 2">
            <a:extLst>
              <a:ext uri="{FF2B5EF4-FFF2-40B4-BE49-F238E27FC236}">
                <a16:creationId xmlns:a16="http://schemas.microsoft.com/office/drawing/2014/main" id="{AA2C11E8-3194-573E-EC82-C791ACC99F5B}"/>
              </a:ext>
            </a:extLst>
          </p:cNvPr>
          <p:cNvSpPr/>
          <p:nvPr/>
        </p:nvSpPr>
        <p:spPr>
          <a:xfrm>
            <a:off x="327906" y="1593850"/>
            <a:ext cx="3719225" cy="2305050"/>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6" name="Imagen 5" descr="Imagen que contiene Diagrama&#10;&#10;El contenido generado por IA puede ser incorrecto.">
            <a:extLst>
              <a:ext uri="{FF2B5EF4-FFF2-40B4-BE49-F238E27FC236}">
                <a16:creationId xmlns:a16="http://schemas.microsoft.com/office/drawing/2014/main" id="{88CC8AC4-1C0F-5273-248C-2DBF645526D9}"/>
              </a:ext>
            </a:extLst>
          </p:cNvPr>
          <p:cNvPicPr>
            <a:picLocks noChangeAspect="1"/>
          </p:cNvPicPr>
          <p:nvPr/>
        </p:nvPicPr>
        <p:blipFill>
          <a:blip r:embed="rId4"/>
          <a:stretch>
            <a:fillRect/>
          </a:stretch>
        </p:blipFill>
        <p:spPr>
          <a:xfrm>
            <a:off x="404106" y="1844456"/>
            <a:ext cx="3554124" cy="1846955"/>
          </a:xfrm>
          <a:prstGeom prst="rect">
            <a:avLst/>
          </a:prstGeom>
        </p:spPr>
      </p:pic>
      <p:sp>
        <p:nvSpPr>
          <p:cNvPr id="11" name="CuadroTexto 10">
            <a:extLst>
              <a:ext uri="{FF2B5EF4-FFF2-40B4-BE49-F238E27FC236}">
                <a16:creationId xmlns:a16="http://schemas.microsoft.com/office/drawing/2014/main" id="{FC72248D-D3AF-8122-5F71-F592A75CDDB9}"/>
              </a:ext>
            </a:extLst>
          </p:cNvPr>
          <p:cNvSpPr txBox="1"/>
          <p:nvPr/>
        </p:nvSpPr>
        <p:spPr>
          <a:xfrm>
            <a:off x="4184650" y="2419350"/>
            <a:ext cx="573116" cy="5588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0" b="1" noProof="0">
                <a:solidFill>
                  <a:schemeClr val="accent6"/>
                </a:solidFill>
              </a:rPr>
              <a:t>=</a:t>
            </a:r>
          </a:p>
        </p:txBody>
      </p:sp>
    </p:spTree>
    <p:extLst>
      <p:ext uri="{BB962C8B-B14F-4D97-AF65-F5344CB8AC3E}">
        <p14:creationId xmlns:p14="http://schemas.microsoft.com/office/powerpoint/2010/main" val="3949422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B425E-8B83-B5AA-C662-EA058BCE3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5C5174-078B-4858-1AB8-4C9D0A3428B6}"/>
              </a:ext>
            </a:extLst>
          </p:cNvPr>
          <p:cNvSpPr>
            <a:spLocks noGrp="1"/>
          </p:cNvSpPr>
          <p:nvPr>
            <p:ph type="title"/>
          </p:nvPr>
        </p:nvSpPr>
        <p:spPr>
          <a:xfrm>
            <a:off x="327906" y="256203"/>
            <a:ext cx="8482014" cy="492443"/>
          </a:xfrm>
        </p:spPr>
        <p:txBody>
          <a:bodyPr/>
          <a:lstStyle/>
          <a:p>
            <a:pPr algn="ctr"/>
            <a:r>
              <a:rPr lang="es-MX" noProof="0"/>
              <a:t>Visual Management_x000B_Tracking Problem Solving Status</a:t>
            </a:r>
            <a:br>
              <a:rPr lang="es-MX" noProof="0"/>
            </a:br>
            <a:endParaRPr lang="es-MX" noProof="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562A7291-B6D1-7EDF-4DF1-0479ED2224BC}"/>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D30A2F71-C8CD-9115-2B6C-4FFE193460F6}"/>
              </a:ext>
            </a:extLst>
          </p:cNvPr>
          <p:cNvSpPr/>
          <p:nvPr/>
        </p:nvSpPr>
        <p:spPr>
          <a:xfrm>
            <a:off x="1365250" y="1859638"/>
            <a:ext cx="6572250" cy="2502812"/>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esquinas redondeadas 8">
            <a:extLst>
              <a:ext uri="{FF2B5EF4-FFF2-40B4-BE49-F238E27FC236}">
                <a16:creationId xmlns:a16="http://schemas.microsoft.com/office/drawing/2014/main" id="{7E8ABB3A-C6C0-70E8-60A3-A4A3A2B3C0A4}"/>
              </a:ext>
            </a:extLst>
          </p:cNvPr>
          <p:cNvSpPr/>
          <p:nvPr/>
        </p:nvSpPr>
        <p:spPr>
          <a:xfrm>
            <a:off x="6758581" y="876645"/>
            <a:ext cx="2004436" cy="811242"/>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err="1">
                <a:solidFill>
                  <a:srgbClr val="FFFFFF"/>
                </a:solidFill>
              </a:rPr>
              <a:t>Shibumi dashboard to be developed</a:t>
            </a:r>
          </a:p>
        </p:txBody>
      </p:sp>
      <p:pic>
        <p:nvPicPr>
          <p:cNvPr id="7" name="Imagen 6" descr="Interfaz de usuario gráfica, Aplicación&#10;&#10;El contenido generado por IA puede ser incorrecto.">
            <a:extLst>
              <a:ext uri="{FF2B5EF4-FFF2-40B4-BE49-F238E27FC236}">
                <a16:creationId xmlns:a16="http://schemas.microsoft.com/office/drawing/2014/main" id="{70203462-3A22-ED77-4CD6-F60177017EE6}"/>
              </a:ext>
            </a:extLst>
          </p:cNvPr>
          <p:cNvPicPr>
            <a:picLocks noChangeAspect="1"/>
          </p:cNvPicPr>
          <p:nvPr/>
        </p:nvPicPr>
        <p:blipFill>
          <a:blip r:embed="rId3"/>
          <a:srcRect t="3519"/>
          <a:stretch>
            <a:fillRect/>
          </a:stretch>
        </p:blipFill>
        <p:spPr>
          <a:xfrm>
            <a:off x="1606638" y="2178438"/>
            <a:ext cx="6000750" cy="1816470"/>
          </a:xfrm>
          <a:prstGeom prst="rect">
            <a:avLst/>
          </a:prstGeom>
        </p:spPr>
      </p:pic>
    </p:spTree>
    <p:extLst>
      <p:ext uri="{BB962C8B-B14F-4D97-AF65-F5344CB8AC3E}">
        <p14:creationId xmlns:p14="http://schemas.microsoft.com/office/powerpoint/2010/main" val="3844806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76CFA-B630-8F46-043B-757F0F20FEDA}"/>
            </a:ext>
          </a:extLst>
        </p:cNvPr>
        <p:cNvGrpSpPr/>
        <p:nvPr/>
      </p:nvGrpSpPr>
      <p:grpSpPr>
        <a:xfrm>
          <a:off x="0" y="0"/>
          <a:ext cx="0" cy="0"/>
          <a:chOff x="0" y="0"/>
          <a:chExt cx="0" cy="0"/>
        </a:xfrm>
      </p:grpSpPr>
      <p:sp>
        <p:nvSpPr>
          <p:cNvPr id="80" name="Rectángulo: esquinas redondeadas 79">
            <a:extLst>
              <a:ext uri="{FF2B5EF4-FFF2-40B4-BE49-F238E27FC236}">
                <a16:creationId xmlns:a16="http://schemas.microsoft.com/office/drawing/2014/main" id="{E0912949-F6F5-10E6-65E5-394868A39738}"/>
              </a:ext>
            </a:extLst>
          </p:cNvPr>
          <p:cNvSpPr/>
          <p:nvPr/>
        </p:nvSpPr>
        <p:spPr>
          <a:xfrm>
            <a:off x="5858764" y="4591076"/>
            <a:ext cx="1282864" cy="330090"/>
          </a:xfrm>
          <a:prstGeom prst="roundRect">
            <a:avLst>
              <a:gd name="adj" fmla="val 4761"/>
            </a:avLst>
          </a:prstGeom>
          <a:solidFill>
            <a:schemeClr val="accent5"/>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dirty="0">
              <a:solidFill>
                <a:srgbClr val="FFFFFF"/>
              </a:solidFill>
            </a:endParaRPr>
          </a:p>
        </p:txBody>
      </p:sp>
      <p:sp>
        <p:nvSpPr>
          <p:cNvPr id="79" name="Rectángulo: esquinas redondeadas 78">
            <a:extLst>
              <a:ext uri="{FF2B5EF4-FFF2-40B4-BE49-F238E27FC236}">
                <a16:creationId xmlns:a16="http://schemas.microsoft.com/office/drawing/2014/main" id="{C8C6C87A-62D6-BCC0-544D-E7ABF4B11C72}"/>
              </a:ext>
            </a:extLst>
          </p:cNvPr>
          <p:cNvSpPr/>
          <p:nvPr/>
        </p:nvSpPr>
        <p:spPr>
          <a:xfrm>
            <a:off x="4398136" y="4605981"/>
            <a:ext cx="1282864" cy="330090"/>
          </a:xfrm>
          <a:prstGeom prst="roundRect">
            <a:avLst>
              <a:gd name="adj" fmla="val 4761"/>
            </a:avLst>
          </a:prstGeom>
          <a:solidFill>
            <a:schemeClr val="accent5"/>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dirty="0">
              <a:solidFill>
                <a:srgbClr val="FFFFFF"/>
              </a:solidFill>
            </a:endParaRPr>
          </a:p>
        </p:txBody>
      </p:sp>
      <p:sp>
        <p:nvSpPr>
          <p:cNvPr id="78" name="Rectángulo: esquinas redondeadas 77">
            <a:extLst>
              <a:ext uri="{FF2B5EF4-FFF2-40B4-BE49-F238E27FC236}">
                <a16:creationId xmlns:a16="http://schemas.microsoft.com/office/drawing/2014/main" id="{A37D2688-288C-4793-0158-74B1948A9B32}"/>
              </a:ext>
            </a:extLst>
          </p:cNvPr>
          <p:cNvSpPr/>
          <p:nvPr/>
        </p:nvSpPr>
        <p:spPr>
          <a:xfrm>
            <a:off x="2921797" y="4599533"/>
            <a:ext cx="1282864" cy="330090"/>
          </a:xfrm>
          <a:prstGeom prst="roundRect">
            <a:avLst>
              <a:gd name="adj" fmla="val 4761"/>
            </a:avLst>
          </a:prstGeom>
          <a:solidFill>
            <a:schemeClr val="accent5"/>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dirty="0">
              <a:solidFill>
                <a:srgbClr val="FFFFFF"/>
              </a:solidFill>
            </a:endParaRPr>
          </a:p>
        </p:txBody>
      </p:sp>
      <p:sp>
        <p:nvSpPr>
          <p:cNvPr id="4" name="Rectángulo: esquinas redondeadas 3">
            <a:extLst>
              <a:ext uri="{FF2B5EF4-FFF2-40B4-BE49-F238E27FC236}">
                <a16:creationId xmlns:a16="http://schemas.microsoft.com/office/drawing/2014/main" id="{6AE07E63-F5E5-D903-4A6C-5CD442DC73C7}"/>
              </a:ext>
            </a:extLst>
          </p:cNvPr>
          <p:cNvSpPr/>
          <p:nvPr/>
        </p:nvSpPr>
        <p:spPr>
          <a:xfrm>
            <a:off x="1182627" y="2098714"/>
            <a:ext cx="1443960" cy="2071758"/>
          </a:xfrm>
          <a:prstGeom prst="roundRect">
            <a:avLst>
              <a:gd name="adj" fmla="val 10705"/>
            </a:avLst>
          </a:prstGeom>
          <a:solidFill>
            <a:schemeClr val="bg1"/>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A56C4D0F-820B-023D-924A-C7F061D83B5E}"/>
              </a:ext>
            </a:extLst>
          </p:cNvPr>
          <p:cNvSpPr>
            <a:spLocks noGrp="1"/>
          </p:cNvSpPr>
          <p:nvPr>
            <p:ph type="title"/>
          </p:nvPr>
        </p:nvSpPr>
        <p:spPr>
          <a:xfrm>
            <a:off x="327906" y="256203"/>
            <a:ext cx="8482014" cy="492443"/>
          </a:xfrm>
        </p:spPr>
        <p:txBody>
          <a:bodyPr/>
          <a:lstStyle/>
          <a:p>
            <a:pPr algn="ctr"/>
            <a:r>
              <a:rPr lang="es-MX" noProof="0" dirty="0"/>
              <a:t>Visual Management_x000B_Make Important Things Visible to Ensure They Happen</a:t>
            </a:r>
            <a:br>
              <a:rPr lang="es-MX" noProof="0" dirty="0"/>
            </a:br>
            <a:endParaRPr lang="es-MX" noProof="0" dirty="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795220C6-C1D4-2881-446C-AC8FC34949AC}"/>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3ECA06CE-782A-D5AF-0C32-27D2BD9BF6BD}"/>
              </a:ext>
            </a:extLst>
          </p:cNvPr>
          <p:cNvSpPr/>
          <p:nvPr/>
        </p:nvSpPr>
        <p:spPr>
          <a:xfrm>
            <a:off x="1684512" y="1101435"/>
            <a:ext cx="5568343" cy="713509"/>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 name="CuadroTexto 2">
            <a:extLst>
              <a:ext uri="{FF2B5EF4-FFF2-40B4-BE49-F238E27FC236}">
                <a16:creationId xmlns:a16="http://schemas.microsoft.com/office/drawing/2014/main" id="{FE7C17DE-222A-5401-88D4-8D9799E37FE5}"/>
              </a:ext>
            </a:extLst>
          </p:cNvPr>
          <p:cNvSpPr txBox="1"/>
          <p:nvPr/>
        </p:nvSpPr>
        <p:spPr>
          <a:xfrm>
            <a:off x="1800416" y="1179437"/>
            <a:ext cx="5271654"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dirty="0">
                <a:solidFill>
                  <a:schemeClr val="bg1"/>
                </a:solidFill>
              </a:rPr>
              <a:t>Visual Management is a way of managing work by using clear, simple, visible information where activities take place.</a:t>
            </a:r>
          </a:p>
        </p:txBody>
      </p:sp>
      <p:sp>
        <p:nvSpPr>
          <p:cNvPr id="10" name="CuadroTexto 9">
            <a:extLst>
              <a:ext uri="{FF2B5EF4-FFF2-40B4-BE49-F238E27FC236}">
                <a16:creationId xmlns:a16="http://schemas.microsoft.com/office/drawing/2014/main" id="{F726A579-462E-4C6A-D2EB-A4BAF30956B6}"/>
              </a:ext>
            </a:extLst>
          </p:cNvPr>
          <p:cNvSpPr txBox="1"/>
          <p:nvPr/>
        </p:nvSpPr>
        <p:spPr>
          <a:xfrm>
            <a:off x="955570" y="2015837"/>
            <a:ext cx="1898073"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dirty="0">
                <a:solidFill>
                  <a:schemeClr val="accent5"/>
                </a:solidFill>
              </a:rPr>
              <a:t>Standard Board</a:t>
            </a:r>
          </a:p>
        </p:txBody>
      </p:sp>
      <p:sp>
        <p:nvSpPr>
          <p:cNvPr id="11" name="Rectángulo: esquinas redondeadas 10">
            <a:extLst>
              <a:ext uri="{FF2B5EF4-FFF2-40B4-BE49-F238E27FC236}">
                <a16:creationId xmlns:a16="http://schemas.microsoft.com/office/drawing/2014/main" id="{BF307548-6893-9D20-9F2A-6A348C376254}"/>
              </a:ext>
            </a:extLst>
          </p:cNvPr>
          <p:cNvSpPr/>
          <p:nvPr/>
        </p:nvSpPr>
        <p:spPr>
          <a:xfrm>
            <a:off x="3747261" y="2098714"/>
            <a:ext cx="1443960" cy="2071758"/>
          </a:xfrm>
          <a:prstGeom prst="roundRect">
            <a:avLst>
              <a:gd name="adj" fmla="val 10705"/>
            </a:avLst>
          </a:prstGeom>
          <a:solidFill>
            <a:schemeClr val="bg1"/>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62CD0C51-7E55-3926-AD75-232BD3ED8F37}"/>
              </a:ext>
            </a:extLst>
          </p:cNvPr>
          <p:cNvSpPr/>
          <p:nvPr/>
        </p:nvSpPr>
        <p:spPr>
          <a:xfrm>
            <a:off x="6325749" y="2167733"/>
            <a:ext cx="1443960" cy="2071758"/>
          </a:xfrm>
          <a:prstGeom prst="roundRect">
            <a:avLst>
              <a:gd name="adj" fmla="val 10705"/>
            </a:avLst>
          </a:prstGeom>
          <a:solidFill>
            <a:schemeClr val="bg1"/>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Elipse 12">
            <a:extLst>
              <a:ext uri="{FF2B5EF4-FFF2-40B4-BE49-F238E27FC236}">
                <a16:creationId xmlns:a16="http://schemas.microsoft.com/office/drawing/2014/main" id="{7E412B5B-ED0F-528F-B71F-B71A2828CEE8}"/>
              </a:ext>
            </a:extLst>
          </p:cNvPr>
          <p:cNvSpPr/>
          <p:nvPr/>
        </p:nvSpPr>
        <p:spPr>
          <a:xfrm>
            <a:off x="1279365" y="2618596"/>
            <a:ext cx="184712" cy="181153"/>
          </a:xfrm>
          <a:prstGeom prst="ellipse">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FFFFFF"/>
                </a:solidFill>
              </a:rPr>
              <a:t>1</a:t>
            </a:r>
          </a:p>
        </p:txBody>
      </p:sp>
      <p:sp>
        <p:nvSpPr>
          <p:cNvPr id="14" name="Elipse 13">
            <a:extLst>
              <a:ext uri="{FF2B5EF4-FFF2-40B4-BE49-F238E27FC236}">
                <a16:creationId xmlns:a16="http://schemas.microsoft.com/office/drawing/2014/main" id="{FC46F794-61E7-0D02-15E3-8F78333A856A}"/>
              </a:ext>
            </a:extLst>
          </p:cNvPr>
          <p:cNvSpPr/>
          <p:nvPr/>
        </p:nvSpPr>
        <p:spPr>
          <a:xfrm>
            <a:off x="2377030" y="3191610"/>
            <a:ext cx="184712" cy="181153"/>
          </a:xfrm>
          <a:prstGeom prst="ellipse">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FFFFFF"/>
                </a:solidFill>
              </a:rPr>
              <a:t>2</a:t>
            </a:r>
          </a:p>
        </p:txBody>
      </p:sp>
      <p:sp>
        <p:nvSpPr>
          <p:cNvPr id="16" name="Elipse 15">
            <a:extLst>
              <a:ext uri="{FF2B5EF4-FFF2-40B4-BE49-F238E27FC236}">
                <a16:creationId xmlns:a16="http://schemas.microsoft.com/office/drawing/2014/main" id="{CB888840-0C68-5B75-8235-427468059408}"/>
              </a:ext>
            </a:extLst>
          </p:cNvPr>
          <p:cNvSpPr/>
          <p:nvPr/>
        </p:nvSpPr>
        <p:spPr>
          <a:xfrm>
            <a:off x="1264400" y="3792320"/>
            <a:ext cx="184712" cy="181153"/>
          </a:xfrm>
          <a:prstGeom prst="ellipse">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FFFFFF"/>
                </a:solidFill>
              </a:rPr>
              <a:t>3</a:t>
            </a:r>
          </a:p>
        </p:txBody>
      </p:sp>
      <p:sp>
        <p:nvSpPr>
          <p:cNvPr id="17" name="CuadroTexto 16">
            <a:extLst>
              <a:ext uri="{FF2B5EF4-FFF2-40B4-BE49-F238E27FC236}">
                <a16:creationId xmlns:a16="http://schemas.microsoft.com/office/drawing/2014/main" id="{80807D9C-32A8-B01D-EC82-14DB902AA3C9}"/>
              </a:ext>
            </a:extLst>
          </p:cNvPr>
          <p:cNvSpPr txBox="1"/>
          <p:nvPr/>
        </p:nvSpPr>
        <p:spPr>
          <a:xfrm>
            <a:off x="3567152" y="2015837"/>
            <a:ext cx="1795707"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dirty="0">
                <a:solidFill>
                  <a:schemeClr val="accent5"/>
                </a:solidFill>
              </a:rPr>
              <a:t>Control Board</a:t>
            </a:r>
          </a:p>
        </p:txBody>
      </p:sp>
      <p:sp>
        <p:nvSpPr>
          <p:cNvPr id="18" name="CuadroTexto 17">
            <a:extLst>
              <a:ext uri="{FF2B5EF4-FFF2-40B4-BE49-F238E27FC236}">
                <a16:creationId xmlns:a16="http://schemas.microsoft.com/office/drawing/2014/main" id="{00ED28DA-C1C2-6E81-2CC6-D45280BC7CA2}"/>
              </a:ext>
            </a:extLst>
          </p:cNvPr>
          <p:cNvSpPr txBox="1"/>
          <p:nvPr/>
        </p:nvSpPr>
        <p:spPr>
          <a:xfrm>
            <a:off x="6149875" y="2078606"/>
            <a:ext cx="1795707"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dirty="0">
                <a:solidFill>
                  <a:schemeClr val="accent5"/>
                </a:solidFill>
              </a:rPr>
              <a:t>Alert Board</a:t>
            </a:r>
          </a:p>
        </p:txBody>
      </p:sp>
      <p:pic>
        <p:nvPicPr>
          <p:cNvPr id="20" name="Gráfico 19" descr="Riesgo biológico con relleno sólido">
            <a:extLst>
              <a:ext uri="{FF2B5EF4-FFF2-40B4-BE49-F238E27FC236}">
                <a16:creationId xmlns:a16="http://schemas.microsoft.com/office/drawing/2014/main" id="{32137CA4-4273-FCD3-B732-852412B6F7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8405" y="2552911"/>
            <a:ext cx="960199" cy="960199"/>
          </a:xfrm>
          <a:prstGeom prst="rect">
            <a:avLst/>
          </a:prstGeom>
        </p:spPr>
      </p:pic>
      <p:sp>
        <p:nvSpPr>
          <p:cNvPr id="22" name="Rectángulo: esquinas redondeadas 21">
            <a:extLst>
              <a:ext uri="{FF2B5EF4-FFF2-40B4-BE49-F238E27FC236}">
                <a16:creationId xmlns:a16="http://schemas.microsoft.com/office/drawing/2014/main" id="{EA8D25CB-D955-D823-4CF8-214DC985D7C7}"/>
              </a:ext>
            </a:extLst>
          </p:cNvPr>
          <p:cNvSpPr/>
          <p:nvPr/>
        </p:nvSpPr>
        <p:spPr>
          <a:xfrm>
            <a:off x="6550120" y="3608529"/>
            <a:ext cx="1043900" cy="389093"/>
          </a:xfrm>
          <a:prstGeom prst="roundRect">
            <a:avLst>
              <a:gd name="adj" fmla="val 10705"/>
            </a:avLst>
          </a:prstGeom>
          <a:solidFill>
            <a:srgbClr val="FFC000"/>
          </a:solidFill>
          <a:ln w="9525" cap="rnd" cmpd="sng" algn="ctr">
            <a:solidFill>
              <a:srgbClr val="FFC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b="1" dirty="0">
                <a:solidFill>
                  <a:schemeClr val="tx1"/>
                </a:solidFill>
              </a:rPr>
              <a:t>WARNING!
BIOLOGICAL HAZARD</a:t>
            </a:r>
          </a:p>
          <a:p>
            <a:pPr algn="ctr"/>
            <a:endParaRPr lang="es-MX" sz="700" b="1" noProof="0" dirty="0">
              <a:solidFill>
                <a:schemeClr val="tx1"/>
              </a:solidFill>
            </a:endParaRPr>
          </a:p>
        </p:txBody>
      </p:sp>
      <p:pic>
        <p:nvPicPr>
          <p:cNvPr id="24" name="Gráfico 23" descr="Riesgo biológico contorno">
            <a:extLst>
              <a:ext uri="{FF2B5EF4-FFF2-40B4-BE49-F238E27FC236}">
                <a16:creationId xmlns:a16="http://schemas.microsoft.com/office/drawing/2014/main" id="{6F40A6A1-594A-17ED-3D8D-7522217CE8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80523" y="2550221"/>
            <a:ext cx="960198" cy="960198"/>
          </a:xfrm>
          <a:prstGeom prst="rect">
            <a:avLst/>
          </a:prstGeom>
        </p:spPr>
      </p:pic>
      <p:sp>
        <p:nvSpPr>
          <p:cNvPr id="29" name="Rectángulo 28">
            <a:extLst>
              <a:ext uri="{FF2B5EF4-FFF2-40B4-BE49-F238E27FC236}">
                <a16:creationId xmlns:a16="http://schemas.microsoft.com/office/drawing/2014/main" id="{57D85E26-9EA7-791C-E789-4F9934CC7A1F}"/>
              </a:ext>
            </a:extLst>
          </p:cNvPr>
          <p:cNvSpPr/>
          <p:nvPr/>
        </p:nvSpPr>
        <p:spPr>
          <a:xfrm>
            <a:off x="4645590" y="3027373"/>
            <a:ext cx="364460" cy="30680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dirty="0">
                <a:solidFill>
                  <a:srgbClr val="FFFFFF"/>
                </a:solidFill>
              </a:rPr>
              <a:t>95</a:t>
            </a:r>
          </a:p>
        </p:txBody>
      </p:sp>
      <p:pic>
        <p:nvPicPr>
          <p:cNvPr id="31" name="Gráfico 30" descr="Gráfico circular con relleno sólido">
            <a:extLst>
              <a:ext uri="{FF2B5EF4-FFF2-40B4-BE49-F238E27FC236}">
                <a16:creationId xmlns:a16="http://schemas.microsoft.com/office/drawing/2014/main" id="{C59EA8D7-1B37-564C-D555-FA19D2C87B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71995" y="2498784"/>
            <a:ext cx="528589" cy="528589"/>
          </a:xfrm>
          <a:prstGeom prst="rect">
            <a:avLst/>
          </a:prstGeom>
        </p:spPr>
      </p:pic>
      <p:pic>
        <p:nvPicPr>
          <p:cNvPr id="33" name="Gráfico 32" descr="Señal con relleno sólido">
            <a:extLst>
              <a:ext uri="{FF2B5EF4-FFF2-40B4-BE49-F238E27FC236}">
                <a16:creationId xmlns:a16="http://schemas.microsoft.com/office/drawing/2014/main" id="{BCF5BBFB-4349-FDC7-BEB5-A620B16B0FC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36569" y="2550221"/>
            <a:ext cx="860716" cy="860716"/>
          </a:xfrm>
          <a:prstGeom prst="rect">
            <a:avLst/>
          </a:prstGeom>
        </p:spPr>
      </p:pic>
      <p:sp>
        <p:nvSpPr>
          <p:cNvPr id="34" name="Rectángulo 33">
            <a:extLst>
              <a:ext uri="{FF2B5EF4-FFF2-40B4-BE49-F238E27FC236}">
                <a16:creationId xmlns:a16="http://schemas.microsoft.com/office/drawing/2014/main" id="{5EE707D2-59C4-3D82-9337-642895595478}"/>
              </a:ext>
            </a:extLst>
          </p:cNvPr>
          <p:cNvSpPr/>
          <p:nvPr/>
        </p:nvSpPr>
        <p:spPr>
          <a:xfrm>
            <a:off x="3910747" y="3587291"/>
            <a:ext cx="1109995" cy="350868"/>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dirty="0" err="1">
              <a:solidFill>
                <a:srgbClr val="FFFFFF"/>
              </a:solidFill>
            </a:endParaRPr>
          </a:p>
        </p:txBody>
      </p:sp>
      <p:cxnSp>
        <p:nvCxnSpPr>
          <p:cNvPr id="36" name="Conector recto 35">
            <a:extLst>
              <a:ext uri="{FF2B5EF4-FFF2-40B4-BE49-F238E27FC236}">
                <a16:creationId xmlns:a16="http://schemas.microsoft.com/office/drawing/2014/main" id="{2153A87C-7D06-06BC-6A54-815CADD13420}"/>
              </a:ext>
            </a:extLst>
          </p:cNvPr>
          <p:cNvCxnSpPr>
            <a:cxnSpLocks/>
          </p:cNvCxnSpPr>
          <p:nvPr/>
        </p:nvCxnSpPr>
        <p:spPr>
          <a:xfrm>
            <a:off x="4166927" y="3601142"/>
            <a:ext cx="0" cy="326622"/>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2B1BF225-F9B2-DFE2-3A50-CEEBBD6398A1}"/>
              </a:ext>
            </a:extLst>
          </p:cNvPr>
          <p:cNvCxnSpPr>
            <a:cxnSpLocks/>
          </p:cNvCxnSpPr>
          <p:nvPr/>
        </p:nvCxnSpPr>
        <p:spPr>
          <a:xfrm>
            <a:off x="4465005" y="3599414"/>
            <a:ext cx="0" cy="326622"/>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2EC97807-2067-8F13-6423-630FEAA34E21}"/>
              </a:ext>
            </a:extLst>
          </p:cNvPr>
          <p:cNvCxnSpPr>
            <a:cxnSpLocks/>
          </p:cNvCxnSpPr>
          <p:nvPr/>
        </p:nvCxnSpPr>
        <p:spPr>
          <a:xfrm>
            <a:off x="4749023" y="3599414"/>
            <a:ext cx="0" cy="326622"/>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8441A4DD-7EBB-D8EE-B6E3-8E5FE45A80B5}"/>
              </a:ext>
            </a:extLst>
          </p:cNvPr>
          <p:cNvCxnSpPr>
            <a:cxnSpLocks/>
          </p:cNvCxnSpPr>
          <p:nvPr/>
        </p:nvCxnSpPr>
        <p:spPr>
          <a:xfrm>
            <a:off x="3910747" y="3698645"/>
            <a:ext cx="1109995"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C5AD98BF-7F1B-BA95-9EE4-742ACF080915}"/>
              </a:ext>
            </a:extLst>
          </p:cNvPr>
          <p:cNvCxnSpPr>
            <a:cxnSpLocks/>
          </p:cNvCxnSpPr>
          <p:nvPr/>
        </p:nvCxnSpPr>
        <p:spPr>
          <a:xfrm>
            <a:off x="3910747" y="3823856"/>
            <a:ext cx="1109995"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6" name="Imagen 45">
            <a:extLst>
              <a:ext uri="{FF2B5EF4-FFF2-40B4-BE49-F238E27FC236}">
                <a16:creationId xmlns:a16="http://schemas.microsoft.com/office/drawing/2014/main" id="{3D99A026-CBB1-1E3B-EF2B-7FE9218E586D}"/>
              </a:ext>
            </a:extLst>
          </p:cNvPr>
          <p:cNvPicPr>
            <a:picLocks noChangeAspect="1"/>
          </p:cNvPicPr>
          <p:nvPr/>
        </p:nvPicPr>
        <p:blipFill>
          <a:blip r:embed="rId7"/>
          <a:stretch>
            <a:fillRect/>
          </a:stretch>
        </p:blipFill>
        <p:spPr>
          <a:xfrm>
            <a:off x="1954988" y="2419699"/>
            <a:ext cx="785127" cy="523418"/>
          </a:xfrm>
          <a:prstGeom prst="rect">
            <a:avLst/>
          </a:prstGeom>
        </p:spPr>
      </p:pic>
      <p:pic>
        <p:nvPicPr>
          <p:cNvPr id="48" name="Imagen 47" descr="Imagen que contiene oscuro, computadora&#10;&#10;El contenido generado por IA puede ser incorrecto.">
            <a:extLst>
              <a:ext uri="{FF2B5EF4-FFF2-40B4-BE49-F238E27FC236}">
                <a16:creationId xmlns:a16="http://schemas.microsoft.com/office/drawing/2014/main" id="{86018AEC-C552-38CA-498F-5894F52BC892}"/>
              </a:ext>
            </a:extLst>
          </p:cNvPr>
          <p:cNvPicPr>
            <a:picLocks noChangeAspect="1"/>
          </p:cNvPicPr>
          <p:nvPr/>
        </p:nvPicPr>
        <p:blipFill>
          <a:blip r:embed="rId8"/>
          <a:stretch>
            <a:fillRect/>
          </a:stretch>
        </p:blipFill>
        <p:spPr>
          <a:xfrm>
            <a:off x="1005196" y="3080844"/>
            <a:ext cx="744161" cy="496107"/>
          </a:xfrm>
          <a:prstGeom prst="rect">
            <a:avLst/>
          </a:prstGeom>
        </p:spPr>
      </p:pic>
      <p:pic>
        <p:nvPicPr>
          <p:cNvPr id="50" name="Imagen 49" descr="Logotipo&#10;&#10;El contenido generado por IA puede ser incorrecto.">
            <a:extLst>
              <a:ext uri="{FF2B5EF4-FFF2-40B4-BE49-F238E27FC236}">
                <a16:creationId xmlns:a16="http://schemas.microsoft.com/office/drawing/2014/main" id="{EEE8F4DC-611C-A0E2-5F51-31E7BBF4441B}"/>
              </a:ext>
            </a:extLst>
          </p:cNvPr>
          <p:cNvPicPr>
            <a:picLocks noChangeAspect="1"/>
          </p:cNvPicPr>
          <p:nvPr/>
        </p:nvPicPr>
        <p:blipFill>
          <a:blip r:embed="rId9"/>
          <a:stretch>
            <a:fillRect/>
          </a:stretch>
        </p:blipFill>
        <p:spPr>
          <a:xfrm>
            <a:off x="1943629" y="3702268"/>
            <a:ext cx="623906" cy="415937"/>
          </a:xfrm>
          <a:prstGeom prst="rect">
            <a:avLst/>
          </a:prstGeom>
        </p:spPr>
      </p:pic>
      <p:sp>
        <p:nvSpPr>
          <p:cNvPr id="54" name="Rectángulo: esquinas redondeadas 53">
            <a:extLst>
              <a:ext uri="{FF2B5EF4-FFF2-40B4-BE49-F238E27FC236}">
                <a16:creationId xmlns:a16="http://schemas.microsoft.com/office/drawing/2014/main" id="{C40CF7B0-F6E9-267F-9284-CFE6C2A77AA6}"/>
              </a:ext>
            </a:extLst>
          </p:cNvPr>
          <p:cNvSpPr/>
          <p:nvPr/>
        </p:nvSpPr>
        <p:spPr>
          <a:xfrm>
            <a:off x="1530885" y="2611805"/>
            <a:ext cx="587858" cy="265163"/>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1" name="CuadroTexto 50">
            <a:extLst>
              <a:ext uri="{FF2B5EF4-FFF2-40B4-BE49-F238E27FC236}">
                <a16:creationId xmlns:a16="http://schemas.microsoft.com/office/drawing/2014/main" id="{C44E2D27-0974-3C96-75AD-7185F3692CD2}"/>
              </a:ext>
            </a:extLst>
          </p:cNvPr>
          <p:cNvSpPr txBox="1"/>
          <p:nvPr/>
        </p:nvSpPr>
        <p:spPr>
          <a:xfrm>
            <a:off x="1448751" y="2512781"/>
            <a:ext cx="744161" cy="44854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b="1" dirty="0">
                <a:solidFill>
                  <a:schemeClr val="bg1"/>
                </a:solidFill>
              </a:rPr>
              <a:t>Pick up the package</a:t>
            </a:r>
          </a:p>
        </p:txBody>
      </p:sp>
      <p:sp>
        <p:nvSpPr>
          <p:cNvPr id="56" name="Rectángulo: esquinas redondeadas 55">
            <a:extLst>
              <a:ext uri="{FF2B5EF4-FFF2-40B4-BE49-F238E27FC236}">
                <a16:creationId xmlns:a16="http://schemas.microsoft.com/office/drawing/2014/main" id="{67F3D0EE-A2A0-0741-9F44-FD683EB75AFA}"/>
              </a:ext>
            </a:extLst>
          </p:cNvPr>
          <p:cNvSpPr/>
          <p:nvPr/>
        </p:nvSpPr>
        <p:spPr>
          <a:xfrm>
            <a:off x="1530885" y="3768876"/>
            <a:ext cx="587858" cy="265163"/>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3" name="CuadroTexto 52">
            <a:extLst>
              <a:ext uri="{FF2B5EF4-FFF2-40B4-BE49-F238E27FC236}">
                <a16:creationId xmlns:a16="http://schemas.microsoft.com/office/drawing/2014/main" id="{10E24D2E-C702-1870-ED8D-EC67820B2CFA}"/>
              </a:ext>
            </a:extLst>
          </p:cNvPr>
          <p:cNvSpPr txBox="1"/>
          <p:nvPr/>
        </p:nvSpPr>
        <p:spPr>
          <a:xfrm>
            <a:off x="1451921" y="3655235"/>
            <a:ext cx="744161"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b="1" dirty="0">
                <a:solidFill>
                  <a:schemeClr val="bg1"/>
                </a:solidFill>
              </a:rPr>
              <a:t>Scan the item</a:t>
            </a:r>
          </a:p>
        </p:txBody>
      </p:sp>
      <p:sp>
        <p:nvSpPr>
          <p:cNvPr id="57" name="Rectángulo: esquinas redondeadas 56">
            <a:extLst>
              <a:ext uri="{FF2B5EF4-FFF2-40B4-BE49-F238E27FC236}">
                <a16:creationId xmlns:a16="http://schemas.microsoft.com/office/drawing/2014/main" id="{1FD57BF9-475B-3691-593D-C69D7A84B7D7}"/>
              </a:ext>
            </a:extLst>
          </p:cNvPr>
          <p:cNvSpPr/>
          <p:nvPr/>
        </p:nvSpPr>
        <p:spPr>
          <a:xfrm>
            <a:off x="1755757" y="3170973"/>
            <a:ext cx="587858" cy="265163"/>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dirty="0">
              <a:solidFill>
                <a:srgbClr val="FFFFFF"/>
              </a:solidFill>
            </a:endParaRPr>
          </a:p>
        </p:txBody>
      </p:sp>
      <p:sp>
        <p:nvSpPr>
          <p:cNvPr id="52" name="CuadroTexto 51">
            <a:extLst>
              <a:ext uri="{FF2B5EF4-FFF2-40B4-BE49-F238E27FC236}">
                <a16:creationId xmlns:a16="http://schemas.microsoft.com/office/drawing/2014/main" id="{C5FCD1DD-FA58-1EE5-167A-1CF2DB33B043}"/>
              </a:ext>
            </a:extLst>
          </p:cNvPr>
          <p:cNvSpPr txBox="1"/>
          <p:nvPr/>
        </p:nvSpPr>
        <p:spPr>
          <a:xfrm>
            <a:off x="1716890" y="3068442"/>
            <a:ext cx="658870"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b="1" dirty="0">
                <a:solidFill>
                  <a:schemeClr val="bg1"/>
                </a:solidFill>
              </a:rPr>
              <a:t>Place on the shelf</a:t>
            </a:r>
          </a:p>
        </p:txBody>
      </p:sp>
      <p:sp>
        <p:nvSpPr>
          <p:cNvPr id="58" name="Rectángulo: esquinas redondeadas 57">
            <a:extLst>
              <a:ext uri="{FF2B5EF4-FFF2-40B4-BE49-F238E27FC236}">
                <a16:creationId xmlns:a16="http://schemas.microsoft.com/office/drawing/2014/main" id="{D94077F4-4A23-810E-84B3-723B19050B56}"/>
              </a:ext>
            </a:extLst>
          </p:cNvPr>
          <p:cNvSpPr/>
          <p:nvPr/>
        </p:nvSpPr>
        <p:spPr>
          <a:xfrm>
            <a:off x="1434897" y="4599533"/>
            <a:ext cx="1282864" cy="330090"/>
          </a:xfrm>
          <a:prstGeom prst="roundRect">
            <a:avLst>
              <a:gd name="adj" fmla="val 4761"/>
            </a:avLst>
          </a:prstGeom>
          <a:solidFill>
            <a:schemeClr val="accent5"/>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dirty="0">
              <a:solidFill>
                <a:srgbClr val="FFFFFF"/>
              </a:solidFill>
            </a:endParaRPr>
          </a:p>
        </p:txBody>
      </p:sp>
      <p:pic>
        <p:nvPicPr>
          <p:cNvPr id="59" name="Gráfico 58" descr="Marca de verificación con relleno sólido">
            <a:extLst>
              <a:ext uri="{FF2B5EF4-FFF2-40B4-BE49-F238E27FC236}">
                <a16:creationId xmlns:a16="http://schemas.microsoft.com/office/drawing/2014/main" id="{07CEE7B8-DC9E-F730-ABFC-0A024E92567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99935" y="4664662"/>
            <a:ext cx="197064" cy="197064"/>
          </a:xfrm>
          <a:prstGeom prst="rect">
            <a:avLst/>
          </a:prstGeom>
        </p:spPr>
      </p:pic>
      <p:sp>
        <p:nvSpPr>
          <p:cNvPr id="68" name="CuadroTexto 67">
            <a:extLst>
              <a:ext uri="{FF2B5EF4-FFF2-40B4-BE49-F238E27FC236}">
                <a16:creationId xmlns:a16="http://schemas.microsoft.com/office/drawing/2014/main" id="{D07CDF45-E9C2-3877-1492-0AD9C07F747A}"/>
              </a:ext>
            </a:extLst>
          </p:cNvPr>
          <p:cNvSpPr txBox="1"/>
          <p:nvPr/>
        </p:nvSpPr>
        <p:spPr>
          <a:xfrm>
            <a:off x="1675280" y="4617916"/>
            <a:ext cx="877230" cy="26938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dirty="0">
                <a:solidFill>
                  <a:schemeClr val="bg1"/>
                </a:solidFill>
              </a:rPr>
              <a:t>Remember the countermeasure</a:t>
            </a:r>
          </a:p>
        </p:txBody>
      </p:sp>
      <p:pic>
        <p:nvPicPr>
          <p:cNvPr id="70" name="Gráfico 69" descr="Marca de verificación con relleno sólido">
            <a:extLst>
              <a:ext uri="{FF2B5EF4-FFF2-40B4-BE49-F238E27FC236}">
                <a16:creationId xmlns:a16="http://schemas.microsoft.com/office/drawing/2014/main" id="{73EDEC60-7E28-C3B4-3E92-8E4AB5969FF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03931" y="4650952"/>
            <a:ext cx="197064" cy="197064"/>
          </a:xfrm>
          <a:prstGeom prst="rect">
            <a:avLst/>
          </a:prstGeom>
        </p:spPr>
      </p:pic>
      <p:sp>
        <p:nvSpPr>
          <p:cNvPr id="71" name="CuadroTexto 70">
            <a:extLst>
              <a:ext uri="{FF2B5EF4-FFF2-40B4-BE49-F238E27FC236}">
                <a16:creationId xmlns:a16="http://schemas.microsoft.com/office/drawing/2014/main" id="{0AC5A547-620C-C76E-66D8-CB1F4CFAA913}"/>
              </a:ext>
            </a:extLst>
          </p:cNvPr>
          <p:cNvSpPr txBox="1"/>
          <p:nvPr/>
        </p:nvSpPr>
        <p:spPr>
          <a:xfrm>
            <a:off x="3178883" y="4621431"/>
            <a:ext cx="877230" cy="26938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dirty="0">
                <a:solidFill>
                  <a:schemeClr val="bg1"/>
                </a:solidFill>
              </a:rPr>
              <a:t>Prevents errors</a:t>
            </a:r>
          </a:p>
        </p:txBody>
      </p:sp>
      <p:pic>
        <p:nvPicPr>
          <p:cNvPr id="73" name="Gráfico 72" descr="Marca de verificación con relleno sólido">
            <a:extLst>
              <a:ext uri="{FF2B5EF4-FFF2-40B4-BE49-F238E27FC236}">
                <a16:creationId xmlns:a16="http://schemas.microsoft.com/office/drawing/2014/main" id="{AB722955-1B85-ED16-DA93-A82383C5678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76977" y="4643764"/>
            <a:ext cx="197064" cy="197064"/>
          </a:xfrm>
          <a:prstGeom prst="rect">
            <a:avLst/>
          </a:prstGeom>
        </p:spPr>
      </p:pic>
      <p:sp>
        <p:nvSpPr>
          <p:cNvPr id="74" name="CuadroTexto 73">
            <a:extLst>
              <a:ext uri="{FF2B5EF4-FFF2-40B4-BE49-F238E27FC236}">
                <a16:creationId xmlns:a16="http://schemas.microsoft.com/office/drawing/2014/main" id="{F3061B13-A324-3962-2461-DCABA1855EC8}"/>
              </a:ext>
            </a:extLst>
          </p:cNvPr>
          <p:cNvSpPr txBox="1"/>
          <p:nvPr/>
        </p:nvSpPr>
        <p:spPr>
          <a:xfrm>
            <a:off x="4630604" y="4633907"/>
            <a:ext cx="877230" cy="26938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dirty="0">
                <a:solidFill>
                  <a:schemeClr val="bg1"/>
                </a:solidFill>
              </a:rPr>
              <a:t>Standardizes the process</a:t>
            </a:r>
          </a:p>
        </p:txBody>
      </p:sp>
      <p:pic>
        <p:nvPicPr>
          <p:cNvPr id="76" name="Gráfico 75" descr="Marca de verificación con relleno sólido">
            <a:extLst>
              <a:ext uri="{FF2B5EF4-FFF2-40B4-BE49-F238E27FC236}">
                <a16:creationId xmlns:a16="http://schemas.microsoft.com/office/drawing/2014/main" id="{538BEA28-1895-F69A-0BF6-F39429FB287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943096" y="4650952"/>
            <a:ext cx="197064" cy="197064"/>
          </a:xfrm>
          <a:prstGeom prst="rect">
            <a:avLst/>
          </a:prstGeom>
        </p:spPr>
      </p:pic>
      <p:sp>
        <p:nvSpPr>
          <p:cNvPr id="77" name="CuadroTexto 76">
            <a:extLst>
              <a:ext uri="{FF2B5EF4-FFF2-40B4-BE49-F238E27FC236}">
                <a16:creationId xmlns:a16="http://schemas.microsoft.com/office/drawing/2014/main" id="{10792DC8-41A6-6746-7D46-E5292C03212A}"/>
              </a:ext>
            </a:extLst>
          </p:cNvPr>
          <p:cNvSpPr txBox="1"/>
          <p:nvPr/>
        </p:nvSpPr>
        <p:spPr>
          <a:xfrm>
            <a:off x="6096723" y="4620314"/>
            <a:ext cx="877230" cy="26938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dirty="0">
                <a:solidFill>
                  <a:schemeClr val="bg1"/>
                </a:solidFill>
              </a:rPr>
              <a:t>Prevents recurrence</a:t>
            </a:r>
          </a:p>
        </p:txBody>
      </p:sp>
    </p:spTree>
    <p:extLst>
      <p:ext uri="{BB962C8B-B14F-4D97-AF65-F5344CB8AC3E}">
        <p14:creationId xmlns:p14="http://schemas.microsoft.com/office/powerpoint/2010/main" val="3232453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20386-D9F0-F09E-F559-914931CC3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5D69B-F767-CC57-B3DD-31F8C7BFBDF0}"/>
              </a:ext>
            </a:extLst>
          </p:cNvPr>
          <p:cNvSpPr>
            <a:spLocks noGrp="1"/>
          </p:cNvSpPr>
          <p:nvPr>
            <p:ph type="title"/>
          </p:nvPr>
        </p:nvSpPr>
        <p:spPr>
          <a:xfrm>
            <a:off x="327906" y="256203"/>
            <a:ext cx="8482014" cy="492443"/>
          </a:xfrm>
        </p:spPr>
        <p:txBody>
          <a:bodyPr/>
          <a:lstStyle/>
          <a:p>
            <a:pPr algn="ctr"/>
            <a:r>
              <a:rPr lang="es-MX" noProof="0"/>
              <a:t>Recognition System_x000B_Celebrating Those Who Make It All Work</a:t>
            </a:r>
            <a:br>
              <a:rPr lang="es-MX" noProof="0"/>
            </a:br>
            <a:endParaRPr lang="es-MX" noProof="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81E24FA1-30B2-E69F-B2A3-FE522899DF2B}"/>
              </a:ext>
            </a:extLst>
          </p:cNvPr>
          <p:cNvPicPr>
            <a:picLocks noChangeAspect="1"/>
          </p:cNvPicPr>
          <p:nvPr/>
        </p:nvPicPr>
        <p:blipFill>
          <a:blip r:embed="rId2"/>
          <a:stretch>
            <a:fillRect/>
          </a:stretch>
        </p:blipFill>
        <p:spPr>
          <a:xfrm>
            <a:off x="8661417" y="109943"/>
            <a:ext cx="466952" cy="466952"/>
          </a:xfrm>
          <a:prstGeom prst="rect">
            <a:avLst/>
          </a:prstGeom>
        </p:spPr>
      </p:pic>
      <p:sp>
        <p:nvSpPr>
          <p:cNvPr id="9" name="Rectángulo: esquinas redondeadas 8">
            <a:extLst>
              <a:ext uri="{FF2B5EF4-FFF2-40B4-BE49-F238E27FC236}">
                <a16:creationId xmlns:a16="http://schemas.microsoft.com/office/drawing/2014/main" id="{05E4ADD7-8FB2-50AC-CB2A-8EA7391A3C22}"/>
              </a:ext>
            </a:extLst>
          </p:cNvPr>
          <p:cNvSpPr/>
          <p:nvPr/>
        </p:nvSpPr>
        <p:spPr>
          <a:xfrm rot="20352889">
            <a:off x="1923689" y="2479034"/>
            <a:ext cx="5290449" cy="811242"/>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PENDING TOPIC</a:t>
            </a:r>
          </a:p>
        </p:txBody>
      </p:sp>
    </p:spTree>
    <p:extLst>
      <p:ext uri="{BB962C8B-B14F-4D97-AF65-F5344CB8AC3E}">
        <p14:creationId xmlns:p14="http://schemas.microsoft.com/office/powerpoint/2010/main" val="434600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BE94E-0553-3652-F371-0F2DF8FB7035}"/>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8DBC9EB1-B5E5-831F-DDF5-55847DCED908}"/>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20F010C9-5BCD-6C73-E23D-1C464216EA4D}"/>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3B38DD81-B4F8-B2AF-B2E7-87DFD42713C2}"/>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31427EF9-347C-0833-E95E-32C470DEE614}"/>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2839EB42-CEDF-5B19-037F-EA572F111E98}"/>
              </a:ext>
            </a:extLst>
          </p:cNvPr>
          <p:cNvSpPr>
            <a:spLocks noGrp="1"/>
          </p:cNvSpPr>
          <p:nvPr>
            <p:ph type="title"/>
          </p:nvPr>
        </p:nvSpPr>
        <p:spPr>
          <a:xfrm>
            <a:off x="330993" y="313420"/>
            <a:ext cx="8482014" cy="307777"/>
          </a:xfrm>
        </p:spPr>
        <p:txBody>
          <a:bodyPr/>
          <a:lstStyle/>
          <a:p>
            <a:pPr algn="ctr"/>
            <a:r>
              <a:rPr lang="es-MX" noProof="0" dirty="0"/>
              <a:t>Actividad 11</a:t>
            </a:r>
          </a:p>
        </p:txBody>
      </p:sp>
      <p:sp>
        <p:nvSpPr>
          <p:cNvPr id="3" name="CuadroTexto 7">
            <a:extLst>
              <a:ext uri="{FF2B5EF4-FFF2-40B4-BE49-F238E27FC236}">
                <a16:creationId xmlns:a16="http://schemas.microsoft.com/office/drawing/2014/main" id="{7D812E0D-2F95-E1F4-346D-FB56A8BD4063}"/>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a:solidFill>
                  <a:schemeClr val="accent6"/>
                </a:solidFill>
              </a:rPr>
              <a:t>What Is Visible Is Sustained</a:t>
            </a: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15854C6C-8458-7409-FD41-7FE798EDBDB3}"/>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96AD51C5-061D-1A24-3A95-F06359C66E82}"/>
              </a:ext>
            </a:extLst>
          </p:cNvPr>
          <p:cNvSpPr txBox="1">
            <a:spLocks/>
          </p:cNvSpPr>
          <p:nvPr/>
        </p:nvSpPr>
        <p:spPr>
          <a:xfrm>
            <a:off x="3846280" y="2930059"/>
            <a:ext cx="1519355"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dirty="0">
                <a:solidFill>
                  <a:schemeClr val="bg1"/>
                </a:solidFill>
              </a:rPr>
              <a:t>Poster board, pencil, markers</a:t>
            </a:r>
            <a:endParaRPr lang="es-MX" sz="1400" noProof="0" dirty="0">
              <a:solidFill>
                <a:schemeClr val="bg1"/>
              </a:solidFill>
            </a:endParaRPr>
          </a:p>
        </p:txBody>
      </p:sp>
      <p:sp>
        <p:nvSpPr>
          <p:cNvPr id="25" name="CuadroTexto 7">
            <a:extLst>
              <a:ext uri="{FF2B5EF4-FFF2-40B4-BE49-F238E27FC236}">
                <a16:creationId xmlns:a16="http://schemas.microsoft.com/office/drawing/2014/main" id="{9CF6C82D-2C86-ECF2-787D-335DB0774AF6}"/>
              </a:ext>
            </a:extLst>
          </p:cNvPr>
          <p:cNvSpPr txBox="1"/>
          <p:nvPr/>
        </p:nvSpPr>
        <p:spPr>
          <a:xfrm>
            <a:off x="2512674" y="3872239"/>
            <a:ext cx="4244510"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dirty="0">
                <a:solidFill>
                  <a:schemeClr val="accent6"/>
                </a:solidFill>
              </a:rPr>
              <a:t>Deliverable:
Visual Management proposals to ensure countermeasures are sustained</a:t>
            </a:r>
          </a:p>
          <a:p>
            <a:pPr algn="ctr"/>
            <a:endParaRPr lang="es-MX" sz="1100" noProof="0" dirty="0">
              <a:solidFill>
                <a:schemeClr val="bg1"/>
              </a:solidFill>
            </a:endParaRPr>
          </a:p>
          <a:p>
            <a:pPr algn="ctr"/>
            <a:endParaRPr lang="es-MX" sz="1100" noProof="0" dirty="0">
              <a:solidFill>
                <a:schemeClr val="bg1"/>
              </a:solidFill>
            </a:endParaRPr>
          </a:p>
        </p:txBody>
      </p:sp>
      <p:sp>
        <p:nvSpPr>
          <p:cNvPr id="8" name="Title 1">
            <a:extLst>
              <a:ext uri="{FF2B5EF4-FFF2-40B4-BE49-F238E27FC236}">
                <a16:creationId xmlns:a16="http://schemas.microsoft.com/office/drawing/2014/main" id="{C8DEC777-617B-A194-7339-9C785483F72E}"/>
              </a:ext>
            </a:extLst>
          </p:cNvPr>
          <p:cNvSpPr txBox="1">
            <a:spLocks/>
          </p:cNvSpPr>
          <p:nvPr/>
        </p:nvSpPr>
        <p:spPr>
          <a:xfrm>
            <a:off x="1042066" y="3026174"/>
            <a:ext cx="157826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Pair Activity</a:t>
            </a:r>
            <a:endParaRPr lang="es-MX" sz="1400" b="0" noProof="0">
              <a:solidFill>
                <a:schemeClr val="bg1"/>
              </a:solidFill>
            </a:endParaRPr>
          </a:p>
        </p:txBody>
      </p:sp>
      <p:pic>
        <p:nvPicPr>
          <p:cNvPr id="4" name="Gráfico 3" descr="Perfil de hombre con relleno sólido">
            <a:extLst>
              <a:ext uri="{FF2B5EF4-FFF2-40B4-BE49-F238E27FC236}">
                <a16:creationId xmlns:a16="http://schemas.microsoft.com/office/drawing/2014/main" id="{3101774D-1A6F-1395-4EB5-2C5089EC9B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6" y="1747596"/>
            <a:ext cx="1102058" cy="1102058"/>
          </a:xfrm>
          <a:prstGeom prst="rect">
            <a:avLst/>
          </a:prstGeom>
        </p:spPr>
      </p:pic>
      <p:pic>
        <p:nvPicPr>
          <p:cNvPr id="12" name="Gráfico 11" descr="Perfil de hombre con relleno sólido">
            <a:extLst>
              <a:ext uri="{FF2B5EF4-FFF2-40B4-BE49-F238E27FC236}">
                <a16:creationId xmlns:a16="http://schemas.microsoft.com/office/drawing/2014/main" id="{15132F9F-5996-106D-5AAF-7C64CF7569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8877" y="1747596"/>
            <a:ext cx="1102058" cy="1102058"/>
          </a:xfrm>
          <a:prstGeom prst="rect">
            <a:avLst/>
          </a:prstGeom>
        </p:spPr>
      </p:pic>
      <p:sp>
        <p:nvSpPr>
          <p:cNvPr id="9" name="Rectángulo 8">
            <a:extLst>
              <a:ext uri="{FF2B5EF4-FFF2-40B4-BE49-F238E27FC236}">
                <a16:creationId xmlns:a16="http://schemas.microsoft.com/office/drawing/2014/main" id="{386AD4F0-46E5-261A-F9E6-C64943034265}"/>
              </a:ext>
            </a:extLst>
          </p:cNvPr>
          <p:cNvSpPr/>
          <p:nvPr/>
        </p:nvSpPr>
        <p:spPr>
          <a:xfrm>
            <a:off x="3836593" y="1945526"/>
            <a:ext cx="1004207" cy="591747"/>
          </a:xfrm>
          <a:prstGeom prst="rect">
            <a:avLst/>
          </a:prstGeom>
          <a:solidFill>
            <a:schemeClr val="bg1"/>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Title 1">
            <a:extLst>
              <a:ext uri="{FF2B5EF4-FFF2-40B4-BE49-F238E27FC236}">
                <a16:creationId xmlns:a16="http://schemas.microsoft.com/office/drawing/2014/main" id="{19D3DB96-0281-0BB5-8C89-DF5EFEB4C6B3}"/>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Team reflection</a:t>
            </a:r>
          </a:p>
        </p:txBody>
      </p:sp>
      <p:pic>
        <p:nvPicPr>
          <p:cNvPr id="14" name="Gráfico 13" descr="Lluvia de ideas de grupo con relleno sólido">
            <a:extLst>
              <a:ext uri="{FF2B5EF4-FFF2-40B4-BE49-F238E27FC236}">
                <a16:creationId xmlns:a16="http://schemas.microsoft.com/office/drawing/2014/main" id="{25C4D150-1BDA-DB2E-D14D-535AFD771D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43239" y="1747596"/>
            <a:ext cx="1112454" cy="1112454"/>
          </a:xfrm>
          <a:prstGeom prst="rect">
            <a:avLst/>
          </a:prstGeom>
        </p:spPr>
      </p:pic>
      <p:pic>
        <p:nvPicPr>
          <p:cNvPr id="18" name="Gráfico 17" descr="Lápiz con relleno sólido">
            <a:extLst>
              <a:ext uri="{FF2B5EF4-FFF2-40B4-BE49-F238E27FC236}">
                <a16:creationId xmlns:a16="http://schemas.microsoft.com/office/drawing/2014/main" id="{B0BE75D2-45AF-52F6-F15F-D739CBA1089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35253" y="2067898"/>
            <a:ext cx="665768" cy="665768"/>
          </a:xfrm>
          <a:prstGeom prst="rect">
            <a:avLst/>
          </a:prstGeom>
        </p:spPr>
      </p:pic>
    </p:spTree>
    <p:extLst>
      <p:ext uri="{BB962C8B-B14F-4D97-AF65-F5344CB8AC3E}">
        <p14:creationId xmlns:p14="http://schemas.microsoft.com/office/powerpoint/2010/main" val="3138687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B44FA-165A-A7BF-47E5-4BC15B7F6C1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97EE1BA-EF4C-1A41-BF3F-6A4E7C232A4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E97EE1BA-EF4C-1A41-BF3F-6A4E7C232A4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Imagen 6" descr="Dibujo de una persona&#10;&#10;El contenido generado por IA puede ser incorrecto.">
            <a:extLst>
              <a:ext uri="{FF2B5EF4-FFF2-40B4-BE49-F238E27FC236}">
                <a16:creationId xmlns:a16="http://schemas.microsoft.com/office/drawing/2014/main" id="{B152C839-C540-D5D5-22EE-7248A569604B}"/>
              </a:ext>
            </a:extLst>
          </p:cNvPr>
          <p:cNvPicPr>
            <a:picLocks noChangeAspect="1"/>
          </p:cNvPicPr>
          <p:nvPr/>
        </p:nvPicPr>
        <p:blipFill>
          <a:blip r:embed="rId5"/>
          <a:stretch>
            <a:fillRect/>
          </a:stretch>
        </p:blipFill>
        <p:spPr>
          <a:xfrm>
            <a:off x="8661417" y="109943"/>
            <a:ext cx="466952" cy="466952"/>
          </a:xfrm>
          <a:prstGeom prst="rect">
            <a:avLst/>
          </a:prstGeom>
        </p:spPr>
      </p:pic>
      <p:sp>
        <p:nvSpPr>
          <p:cNvPr id="14" name="Title 15">
            <a:extLst>
              <a:ext uri="{FF2B5EF4-FFF2-40B4-BE49-F238E27FC236}">
                <a16:creationId xmlns:a16="http://schemas.microsoft.com/office/drawing/2014/main" id="{7023D9C3-1D5B-FA98-F94E-5FE46CADCF66}"/>
              </a:ext>
            </a:extLst>
          </p:cNvPr>
          <p:cNvSpPr txBox="1">
            <a:spLocks/>
          </p:cNvSpPr>
          <p:nvPr/>
        </p:nvSpPr>
        <p:spPr>
          <a:xfrm>
            <a:off x="3281846" y="3577911"/>
            <a:ext cx="2554908" cy="637097"/>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3200" noProof="0">
                <a:solidFill>
                  <a:schemeClr val="accent6"/>
                </a:solidFill>
              </a:rPr>
              <a:t>PORT™</a:t>
            </a:r>
            <a:br>
              <a:rPr lang="es-MX" sz="3200" noProof="0">
                <a:solidFill>
                  <a:schemeClr val="accent6"/>
                </a:solidFill>
              </a:rPr>
            </a:br>
            <a:r>
              <a:rPr lang="es-MX" sz="1400" noProof="0">
                <a:solidFill>
                  <a:schemeClr val="accent6"/>
                </a:solidFill>
              </a:rPr>
              <a:t>A </a:t>
            </a:r>
            <a:r>
              <a:rPr lang="es-MX" sz="1400" noProof="0" err="1">
                <a:solidFill>
                  <a:schemeClr val="accent6"/>
                </a:solidFill>
              </a:rPr>
              <a:t>Problem</a:t>
            </a:r>
            <a:r>
              <a:rPr lang="es-MX" sz="1400" noProof="0">
                <a:solidFill>
                  <a:schemeClr val="accent6"/>
                </a:solidFill>
              </a:rPr>
              <a:t> </a:t>
            </a:r>
            <a:r>
              <a:rPr lang="es-MX" sz="1400" noProof="0" err="1">
                <a:solidFill>
                  <a:schemeClr val="accent6"/>
                </a:solidFill>
              </a:rPr>
              <a:t>Solving</a:t>
            </a:r>
            <a:r>
              <a:rPr lang="es-MX" sz="1400" noProof="0">
                <a:solidFill>
                  <a:schemeClr val="accent6"/>
                </a:solidFill>
              </a:rPr>
              <a:t> </a:t>
            </a:r>
            <a:r>
              <a:rPr lang="es-MX" sz="1400" noProof="0" err="1">
                <a:solidFill>
                  <a:schemeClr val="accent6"/>
                </a:solidFill>
              </a:rPr>
              <a:t>tool</a:t>
            </a:r>
            <a:endParaRPr lang="es-MX" sz="3200" noProof="0">
              <a:solidFill>
                <a:schemeClr val="accent6"/>
              </a:solidFill>
            </a:endParaRPr>
          </a:p>
        </p:txBody>
      </p:sp>
      <p:pic>
        <p:nvPicPr>
          <p:cNvPr id="15" name="Imagen 14" descr="Logotipo&#10;&#10;El contenido generado por IA puede ser incorrecto.">
            <a:extLst>
              <a:ext uri="{FF2B5EF4-FFF2-40B4-BE49-F238E27FC236}">
                <a16:creationId xmlns:a16="http://schemas.microsoft.com/office/drawing/2014/main" id="{0A7E33FA-99CA-D403-8A65-EC58734BBFFE}"/>
              </a:ext>
            </a:extLst>
          </p:cNvPr>
          <p:cNvPicPr>
            <a:picLocks noChangeAspect="1"/>
          </p:cNvPicPr>
          <p:nvPr/>
        </p:nvPicPr>
        <p:blipFill>
          <a:blip r:embed="rId6"/>
          <a:srcRect b="35471"/>
          <a:stretch>
            <a:fillRect/>
          </a:stretch>
        </p:blipFill>
        <p:spPr>
          <a:xfrm>
            <a:off x="2900309" y="1565588"/>
            <a:ext cx="3118513" cy="2012323"/>
          </a:xfrm>
          <a:prstGeom prst="rect">
            <a:avLst/>
          </a:prstGeom>
        </p:spPr>
      </p:pic>
      <p:sp>
        <p:nvSpPr>
          <p:cNvPr id="25" name="Rectángulo 24">
            <a:extLst>
              <a:ext uri="{FF2B5EF4-FFF2-40B4-BE49-F238E27FC236}">
                <a16:creationId xmlns:a16="http://schemas.microsoft.com/office/drawing/2014/main" id="{E4DEABCB-8C07-D6FC-B5AB-7B272E19A0DF}"/>
              </a:ext>
            </a:extLst>
          </p:cNvPr>
          <p:cNvSpPr/>
          <p:nvPr/>
        </p:nvSpPr>
        <p:spPr>
          <a:xfrm>
            <a:off x="2103715" y="1734782"/>
            <a:ext cx="4807233" cy="1566365"/>
          </a:xfrm>
          <a:prstGeom prst="rect">
            <a:avLst/>
          </a:prstGeom>
          <a:noFill/>
        </p:spPr>
        <p:txBody>
          <a:bodyPr wrap="none" lIns="91440" tIns="45720" rIns="91440" bIns="45720">
            <a:prstTxWarp prst="textArchUp">
              <a:avLst>
                <a:gd name="adj" fmla="val 9229744"/>
              </a:avLst>
            </a:prstTxWarp>
            <a:spAutoFit/>
          </a:bodyPr>
          <a:lstStyle/>
          <a:p>
            <a:pPr algn="ctr"/>
            <a:r>
              <a:rPr lang="es-MX" sz="1600" b="1" cap="none" spc="0" noProof="0">
                <a:ln w="0"/>
                <a:solidFill>
                  <a:srgbClr val="0D4479"/>
                </a:solidFill>
              </a:rPr>
              <a:t>BEST</a:t>
            </a:r>
          </a:p>
        </p:txBody>
      </p:sp>
      <p:sp>
        <p:nvSpPr>
          <p:cNvPr id="2" name="Title 15">
            <a:extLst>
              <a:ext uri="{FF2B5EF4-FFF2-40B4-BE49-F238E27FC236}">
                <a16:creationId xmlns:a16="http://schemas.microsoft.com/office/drawing/2014/main" id="{049E131B-C9C2-213E-7FFC-8886E5D75061}"/>
              </a:ext>
            </a:extLst>
          </p:cNvPr>
          <p:cNvSpPr>
            <a:spLocks noGrp="1"/>
          </p:cNvSpPr>
          <p:nvPr>
            <p:ph type="title"/>
          </p:nvPr>
        </p:nvSpPr>
        <p:spPr>
          <a:xfrm>
            <a:off x="2278162" y="549879"/>
            <a:ext cx="4587676" cy="1231106"/>
          </a:xfrm>
        </p:spPr>
        <p:txBody>
          <a:bodyPr vert="horz"/>
          <a:lstStyle/>
          <a:p>
            <a:r>
              <a:rPr lang="es-MX" sz="4000" noProof="0"/>
              <a:t>Reflection and Closing</a:t>
            </a:r>
          </a:p>
        </p:txBody>
      </p:sp>
    </p:spTree>
    <p:extLst>
      <p:ext uri="{BB962C8B-B14F-4D97-AF65-F5344CB8AC3E}">
        <p14:creationId xmlns:p14="http://schemas.microsoft.com/office/powerpoint/2010/main" val="305653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78B93-9CEB-37A6-C6D3-30355FBA3930}"/>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E8FC069E-019C-D577-6B19-302B13072C7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E8FC069E-019C-D577-6B19-302B13072C7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2C0ADEAA-E709-80B4-19CA-545005517ABA}"/>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39A7C062-6E94-A64D-F210-AECC3D95B417}"/>
              </a:ext>
            </a:extLst>
          </p:cNvPr>
          <p:cNvSpPr/>
          <p:nvPr/>
        </p:nvSpPr>
        <p:spPr>
          <a:xfrm>
            <a:off x="1511300" y="549880"/>
            <a:ext cx="6343650" cy="385067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600" b="1" noProof="0">
              <a:solidFill>
                <a:srgbClr val="FFFFFF"/>
              </a:solidFill>
            </a:endParaRPr>
          </a:p>
        </p:txBody>
      </p:sp>
      <p:sp>
        <p:nvSpPr>
          <p:cNvPr id="5" name="CuadroTexto 4">
            <a:extLst>
              <a:ext uri="{FF2B5EF4-FFF2-40B4-BE49-F238E27FC236}">
                <a16:creationId xmlns:a16="http://schemas.microsoft.com/office/drawing/2014/main" id="{48E30323-63DA-729D-3B10-D5F5AACAF755}"/>
              </a:ext>
            </a:extLst>
          </p:cNvPr>
          <p:cNvSpPr txBox="1"/>
          <p:nvPr/>
        </p:nvSpPr>
        <p:spPr>
          <a:xfrm>
            <a:off x="1739899" y="1231900"/>
            <a:ext cx="5758725" cy="239912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s-MX" sz="1200" noProof="0">
                <a:solidFill>
                  <a:srgbClr val="FFFFFF"/>
                </a:solidFill>
              </a:rPr>
              <a:t>In a process, problems often appear as loud signals: a machine stops, an error repeats, or an unexpected result occurs. The first reaction is usually to rush to “fix” what is obvious. But real improvement begins when we stop, observe, and ask: why did it really happen?</a:t>
            </a:r>
          </a:p>
          <a:p>
            <a:pPr algn="just"/>
            <a:endParaRPr lang="es-MX" sz="1200" noProof="0">
              <a:solidFill>
                <a:srgbClr val="FFFFFF"/>
              </a:solidFill>
            </a:endParaRPr>
          </a:p>
          <a:p>
            <a:pPr algn="just"/>
            <a:r>
              <a:rPr lang="es-MX" sz="1200" noProof="0">
                <a:solidFill>
                  <a:srgbClr val="FFFFFF"/>
                </a:solidFill>
              </a:rPr>
              <a:t>The root cause is rarely on the surface. Sometimes it is a small habit, an overlooked condition, or a detail that has always been there. Finding it requires curiosity, humility, and discipline. It is not about finding someone to blame; it is about understanding.</a:t>
            </a:r>
          </a:p>
          <a:p>
            <a:pPr algn="just"/>
            <a:endParaRPr lang="es-MX" sz="1200" noProof="0">
              <a:solidFill>
                <a:srgbClr val="FFFFFF"/>
              </a:solidFill>
            </a:endParaRPr>
          </a:p>
          <a:p>
            <a:pPr algn="just"/>
            <a:r>
              <a:rPr lang="es-MX" sz="1200" noProof="0">
                <a:solidFill>
                  <a:srgbClr val="FFFFFF"/>
                </a:solidFill>
              </a:rPr>
              <a:t>And when the root cause is finally discovered, the right countermeasures do more than eliminate the problem: they change the way we think. They teach us that improvement is not about repairing, but preventing; not about acting quickly, but acting well.</a:t>
            </a:r>
          </a:p>
          <a:p>
            <a:pPr algn="just"/>
            <a:endParaRPr lang="es-MX" sz="1200" noProof="0">
              <a:solidFill>
                <a:srgbClr val="FFFFFF"/>
              </a:solidFill>
            </a:endParaRPr>
          </a:p>
          <a:p>
            <a:pPr algn="just"/>
            <a:r>
              <a:rPr lang="es-MX" sz="1200" noProof="0">
                <a:solidFill>
                  <a:srgbClr val="FFFFFF"/>
                </a:solidFill>
              </a:rPr>
              <a:t>Continuous improvement is a journey in which every problem stops being an obstacle and becomes an opportunity—an opportunity to grow, do things better, and demonstrate that every process has room to improve, if we are willing to look a little deeper.</a:t>
            </a:r>
            <a:endParaRPr lang="es-MX" sz="2400" noProof="0">
              <a:solidFill>
                <a:schemeClr val="tx1"/>
              </a:solidFill>
            </a:endParaRPr>
          </a:p>
        </p:txBody>
      </p:sp>
    </p:spTree>
    <p:extLst>
      <p:ext uri="{BB962C8B-B14F-4D97-AF65-F5344CB8AC3E}">
        <p14:creationId xmlns:p14="http://schemas.microsoft.com/office/powerpoint/2010/main" val="38590072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415B5-1497-EA9E-3504-70FCDE3BD19C}"/>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9BD238AB-7DDC-24BC-8B38-4E01915699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9BD238AB-7DDC-24BC-8B38-4E019156992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AEB54823-44B3-96C3-61E2-710647111632}"/>
              </a:ext>
            </a:extLst>
          </p:cNvPr>
          <p:cNvPicPr>
            <a:picLocks noChangeAspect="1"/>
          </p:cNvPicPr>
          <p:nvPr/>
        </p:nvPicPr>
        <p:blipFill>
          <a:blip r:embed="rId6"/>
          <a:stretch>
            <a:fillRect/>
          </a:stretch>
        </p:blipFill>
        <p:spPr>
          <a:xfrm>
            <a:off x="3488103" y="1000934"/>
            <a:ext cx="1887683" cy="2661419"/>
          </a:xfrm>
          <a:prstGeom prst="rect">
            <a:avLst/>
          </a:prstGeom>
        </p:spPr>
      </p:pic>
      <p:sp>
        <p:nvSpPr>
          <p:cNvPr id="2" name="CuadroTexto 1">
            <a:extLst>
              <a:ext uri="{FF2B5EF4-FFF2-40B4-BE49-F238E27FC236}">
                <a16:creationId xmlns:a16="http://schemas.microsoft.com/office/drawing/2014/main" id="{6C68C118-F163-867A-600A-EFB84E880ED8}"/>
              </a:ext>
            </a:extLst>
          </p:cNvPr>
          <p:cNvSpPr txBox="1"/>
          <p:nvPr/>
        </p:nvSpPr>
        <p:spPr>
          <a:xfrm>
            <a:off x="2875989" y="4046702"/>
            <a:ext cx="3111909" cy="52356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3200" noProof="0">
                <a:solidFill>
                  <a:schemeClr val="bg1"/>
                </a:solidFill>
              </a:rPr>
              <a:t>THANK YOU!</a:t>
            </a:r>
          </a:p>
        </p:txBody>
      </p:sp>
    </p:spTree>
    <p:extLst>
      <p:ext uri="{BB962C8B-B14F-4D97-AF65-F5344CB8AC3E}">
        <p14:creationId xmlns:p14="http://schemas.microsoft.com/office/powerpoint/2010/main" val="2807445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708&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yearfmt&gt;&lt;begin val=&quot;0&quot;/&gt;&lt;end val=&quot;4&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BAD///////////////////////////////////////////////////////////////////////////////////////////////////////////////////////////////////////////////////////////////////////////////////////////////////////////////////////////////////////////////////////////////////////////////////////////////////////////////////////////////////////////////////////////////////////////////////////////////////////////////////////////////////////////////////////////////////////////////////////////////8BACAA////////////////AAAO////////AwAAAAMA////////////////////////////////////////////////////////////////////////////////////////////////////////////////////////////////////////////////////////////////////////////////////////////////////////////////////////////////////////////////////////////////////////////////////////////////////////////////////////////////////////////////////////////////////////////////////////////////////////////////////////////////////////////////////////////////////////////////////////////////////////////////////////AgABAP///////wUAAAACABAACyyuiYhslVRJpgArrECZ4N8EAAAAAAADAAAABAADAAAAAwADAAIA////////BQAAAAMAEAALhz5jntBx30GXE1yjhxYrIgQAAAABAAMAAAACAAMAAAABAAMAAAAEAP///////wQAAgD///////8FAAAABAAQAAuJAyNBe4UcSoLVwqwKErYj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K6JiGyVVEmmACusQJng3wREYXRhAAUAAAAAAk5hbWUADQAAAExpbmtEYXRhTGlzdAAQVmVyc2lvbgABAAAACUxhc3RXcml0ZQCl21MzlgEAAAABAP////9hAGEAAAAFX2lkABAAAAAEhz5jntBx30GXE1yjhxYrIgREYXRhAAUAAAAAAk5hbWUADQAAAExpbmtEYXRhTGlzdAAQVmVyc2lvbgAAAAAACUxhc3RXcml0ZQCR21MzlgEAAAACAP////9wAHAAAAAFX2lkABAAAAAEiQMjQXuFHEqC1cKsChK2IwNEYXRhABYAAAACUGVyc29uYWxJZAABAAAAAAACTmFtZQALAAAAUGVyc29uYWxJZAAQVmVyc2lvbgAAAAAACUxhc3RXcml0ZQDs21M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EBAwAAAAIA////////DgAGTGlua0RhdGFMaXN0XzEEAAAAAAAFAAAAAwAFAAAABAADAAIBAwAAAAMA////////DgAGTGlua0RhdGFMaXN0XzAEAAAAAQAFAAAAAAAFAAAAAgAFAAAAAAAFAAAABAAEAAIBAwAAAAQA////////DAAGUGVyc29uYWxJZF8wBAAAAAIABQAAAAI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146560049162"/>
  <p:tag name="EMPOWERCHARTSPROPERTIES_B_LENGTH" val="24576"/>
  <p:tag name="DOWN_MIGRATION_INITIAL_LAYOUT_REQUIRED" val="9.2.99"/>
  <p:tag name="RUNTIME_ID" val="786c9b1b-49ce-4c13-8170-0e4269fbe7dc"/>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wUA/gsAAAAAAAAAAAAAIAD///////////////8AAAD///////////////8DAAAAAgD///////8DAAAABAD///////8DAAAABAD///////////////////////////////////////////////////////////////////////////////////////////////////////////////////////////////////////////////////////////////////////////////////////////////////////////////////////////////////////////////////////////////////////////////////////////////////////////////////////////////////////////////////////////////////////////////////////////////////////////////////////////////////////////////////////////////////////////////8BACAA////////////////AAAO////////AwAAAAMA////////////////////////////////////////////////////////////////////////////////////////////////////////////////////////////////////////////////////////////////////////////////////////////////////////////////////////////////////////////////////////////////////////////////////////////////////////////////////////////////////////////////////////////////////////////////////////////////////////////////////////////////////////////////////////////////////////////////////////////////////////////////////////AgABAP///////wUAAAACABAACwrXOxZtGrpMtZNjlC+M42wEAAAAAAADAAAAAAADAAAABAADAAEA////////BQAAAAMAEAALSm2t2RutNUmIqW5vl2CuLwQAAAABAAMAAAAEAAMAAAABAAQAAwD///////8FAAAABAAQAAuVdMgWsGMCQIkYMNH386ktBAAAAAIAAwAAAAIAAwAAAAM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Ctc7Fm0auky1k2OUL4zjbAREYXRhAAUAAAAAAk5hbWUADQAAAExpbmtEYXRhTGlzdAAQVmVyc2lvbgAAAAAACUxhc3RXcml0ZQCEtL8zlgEAAAABAP////9hAGEAAAAFX2lkABAAAAAESm2t2RutNUmIqW5vl2CuLwREYXRhAAUAAAAAAk5hbWUADQAAAExpbmtEYXRhTGlzdAAQVmVyc2lvbgABAAAACUxhc3RXcml0ZQCFtL8zlgEAAAACAP////9wAHAAAAAFX2lkABAAAAAElXTIFrBjAkCJGDDR9/OpLQNEYXRhABYAAAACUGVyc29uYWxJZAABAAAAAAACTmFtZQALAAAAUGVyc29uYWxJZAAQVmVyc2lvbgAAAAAACUxhc3RXcml0ZQCotL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7238504717"/>
  <p:tag name="EMPOWERCHARTSPROPERTIES_B_LENGTH" val="24576"/>
  <p:tag name="DOWN_MIGRATION_INITIAL_LAYOUT_REQUIRED" val="9.2.99"/>
  <p:tag name="RUNTIME_ID" val="6f308ef1-730f-4b8c-9aec-451b2090d704"/>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gD///////8DAAAAAgD///////////////////////////////////////////////////////////////////////////////////////////////////////////////////////////////////////////////////////////////////////////////////////////////////////////////////////////////////////////////////////////////////////////////////////////////////////////////////////////////////////////////////////////////////////////////////////////////////////////////////////////////////////////////////////////////////////////////8BACAA////////////////AAAO////////AwAAAAQA////////////////////////////////////////////////////////////////////////////////////////////////////////////////////////////////////////////////////////////////////////////////////////////////////////////////////////////////////////////////////////////////////////////////////////////////////////////////////////////////////////////////////////////////////////////////////////////////////////////////////////////////////////////////////////////////////////////////////////////////////////////////////////AgADAP///////wUAAAACABAAC+8poLZGzW1DjxK97J9XyMkEAAAAAAADAAAAAAADAAAAAwADAAAAAAD///////8DAAAAAAD///////8DAAEA////////BQAAAAMAEAALsEuVyt4AsEym+3nvoTPthAQAAAABAAMAAAACAAMAAAAEAAQAAQD///////8FAAAABAAQAAulh6rqu1hbRo+k+aTIHdAF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7ymgtkbNbUOPEr3sn1fIyQREYXRhAAUAAAAAAk5hbWUADQAAAExpbmtEYXRhTGlzdAAQVmVyc2lvbgAAAAAACUxhc3RXcml0ZQBGgak5lgEAAAABAP////9hAGEAAAAFX2lkABAAAAAEsEuVyt4AsEym+3nvoTPthAREYXRhAAUAAAAAAk5hbWUADQAAAExpbmtEYXRhTGlzdAAQVmVyc2lvbgABAAAACUxhc3RXcml0ZQB4gak5lgEAAAACAP////9wAHAAAAAFX2lkABAAAAAEpYeq6rtYW0aPpPmkyB3QBQNEYXRhABYAAAACUGVyc29uYWxJZAABAAAAAAACTmFtZQALAAAAUGVyc29uYWxJZAAQVmVyc2lvbgAAAAAACUxhc3RXcml0ZQDogak5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UAAAACAP///////////////////////////////////////////////////////////////////////////////////////////////////////////////////////////////////////////////////////////////////////////////////////////////////////////////////////////////////////////////////////////////////////////////////////////////////////////////////////////////////////////////////////////////////////////////////////////////////////////////////////////////////////////////////////////////////////////////wEAIAH///////////////8AAA7///////8FAAAABAD///////////////////////////////////////////////////////////////////////////////////////////////////////////////////////////////////////////////////////////////////////////////////////////////////////////////////////////////////////////////////////////////////////////////////////////////////////////////////////////////////////////////////////////////////////////////////////////////////////////////////////////////////////////////////////////////////////////////////////////////////////////////////////8CAAMBAwAAAAIA////////DgAGTGlua0RhdGFMaXN0XzAEAAAAAAAFAAAAAAAFAAAAAwA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3209323555101"/>
  <p:tag name="EMPOWERCHARTSPROPERTIES_B_LENGTH" val="24576"/>
  <p:tag name="DOWN_MIGRATION_INITIAL_LAYOUT_REQUIRED" val="9.2.99"/>
  <p:tag name="RUNTIME_ID" val="ea6337d9-13f0-4b8f-94aa-e3e45949af48"/>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BAD///////8DAAAABAD///////8DAAAABAD///////////////////////////////////////////////////////////////////////////////////////////////////////////////////////////////////////////////////////////////////////////////////////////////////////////////////////////////////////////////////////////////////////////////////////////////////////////////////////////////////////////////////////////////////////////////////////////////////////////////////////////////////////////////////////////////////////////////8BACAA////////////////AAAO////////AwAAAAMA////////////////////////////////////////////////////////////////////////////////////////////////////////////////////////////////////////////////////////////////////////////////////////////////////////////////////////////////////////////////////////////////////////////////////////////////////////////////////////////////////////////////////////////////////////////////////////////////////////////////////////////////////////////////////////////////////////////////////////////////////////////////////////AgACAP///////wUAAAACABAAC4tmVq6YKVFGvOqXLZXexIUEAAAAAAADAAAABAADAAAAAwADAAAABAADAAAAAwADAAIA////////BQAAAAMAEAALfZ7w0jAhDkCWGqgtUKcwJgQAAAABAAMAAAACAAMAAAABAAMAAAACAP///////wQAAwD///////8FAAAABAAQAAsecmQBcZWoSI9cS608ix2fBAAAAAIAAwAAAAAAAw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i2ZWrpgpUUa86pctld7EhQREYXRhAAUAAAAAAk5hbWUADQAAAExpbmtEYXRhTGlzdAAQVmVyc2lvbgAAAAAACUxhc3RXcml0ZQCd/rwzlgEAAAABAP////9hAGEAAAAFX2lkABAAAAAEfZ7w0jAhDkCWGqgtUKcwJgREYXRhAAUAAAAAAk5hbWUADQAAAExpbmtEYXRhTGlzdAAQVmVyc2lvbgABAAAACUxhc3RXcml0ZQCd/rwzlgEAAAACAP////9wAHAAAAAFX2lkABAAAAAEHnJkAXGVqEiPXEutPIsdnwNEYXRhABYAAAACUGVyc29uYWxJZAABAAAAAAACTmFtZQALAAAAUGVyc29uYWxJZAAQVmVyc2lvbgAAAAAACUxhc3RXcml0ZQC8/rw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EAP///////////////////////////////////////////////////////////////////////////////////////////////////////////////////////////////////////////////////////////////////////////////////////////////////////////////////////////////////////////////////////////////////////////////////////////////////////////////////////////////////////////////////////////////////////////////////////////////////////////////////////////////////////////////////////////////////////////////wEAIAH///////////////8AAA7///////8FAAAABAD///////////////////////////////////////////////////////////////////////////////////////////////////////////////////////////////////////////////////////////////////////////////////////////////////////////////////////////////////////////////////////////////////////////////////////////////////////////////////////////////////////////////////////////////////////////////////////////////////////////////////////////////////////////////////////////////////////////////////////////////////////////////////////8CAAIBAwAAAAIA////////DgAGTGlua0RhdGFMaXN0XzAEAAAAAAAFAAAAAAAFAAAAAwAFAAAAAAAFAAAAAwADAAIBAwAAAAMA////////DgAGTGlua0RhdGFMaXN0XzEEAAAAAQAFAAAAAgAFAAAABAAFAAAAAgAFAAAABAAEAAMBAwAAAAQA////////DAAGUGVyc29uYWxJZF8wBAAAAAIABQAAAAMABQAAAAEABQAAAAM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5462003338"/>
  <p:tag name="EMPOWERCHARTSPROPERTIES_B_LENGTH" val="24576"/>
  <p:tag name="DOWN_MIGRATION_INITIAL_LAYOUT_REQUIRED" val="9.2.99"/>
  <p:tag name="RUNTIME_ID" val="5c4b397c-1c36-454a-baca-6050e9da062b"/>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BAD///////8DAAAABAD///////8DAAAABAD///////////////////////////////////////////////////////////////////////////////////////////////////////////////////////////////////////////////////////////////////////////////////////////////////////////////////////////////////////////////////////////////////////////////////////////////////////////////////////////////////////////////////////////////////////////////////////////////////////////////////////////////////////////////////////////////////////////////8BACAA////////////////AAAO////////AwAAAAMA////////////////////////////////////////////////////////////////////////////////////////////////////////////////////////////////////////////////////////////////////////////////////////////////////////////////////////////////////////////////////////////////////////////////////////////////////////////////////////////////////////////////////////////////////////////////////////////////////////////////////////////////////////////////////////////////////////////////////////////////////////////////////////AgACAP///////wUAAAACABAAC4tmVq6YKVFGvOqXLZXexIUEAAAAAAADAAAABAADAAAAAwADAAAABAADAAAAAwADAAIA////////BQAAAAMAEAALfZ7w0jAhDkCWGqgtUKcwJgQAAAABAAMAAAACAAMAAAABAAMAAAACAP///////wQAAwD///////8FAAAABAAQAAsecmQBcZWoSI9cS608ix2fBAAAAAIAAwAAAAAAAw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i2ZWrpgpUUa86pctld7EhQREYXRhAAUAAAAAAk5hbWUADQAAAExpbmtEYXRhTGlzdAAQVmVyc2lvbgAAAAAACUxhc3RXcml0ZQCd/rwzlgEAAAABAP////9hAGEAAAAFX2lkABAAAAAEfZ7w0jAhDkCWGqgtUKcwJgREYXRhAAUAAAAAAk5hbWUADQAAAExpbmtEYXRhTGlzdAAQVmVyc2lvbgABAAAACUxhc3RXcml0ZQCd/rwzlgEAAAACAP////9wAHAAAAAFX2lkABAAAAAEHnJkAXGVqEiPXEutPIsdnwNEYXRhABYAAAACUGVyc29uYWxJZAABAAAAAAACTmFtZQALAAAAUGVyc29uYWxJZAAQVmVyc2lvbgAAAAAACUxhc3RXcml0ZQC8/rw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EAP///////////////////////////////////////////////////////////////////////////////////////////////////////////////////////////////////////////////////////////////////////////////////////////////////////////////////////////////////////////////////////////////////////////////////////////////////////////////////////////////////////////////////////////////////////////////////////////////////////////////////////////////////////////////////////////////////////////////wEAIAH///////////////8AAA7///////8FAAAABAD///////////////////////////////////////////////////////////////////////////////////////////////////////////////////////////////////////////////////////////////////////////////////////////////////////////////////////////////////////////////////////////////////////////////////////////////////////////////////////////////////////////////////////////////////////////////////////////////////////////////////////////////////////////////////////////////////////////////////////////////////////////////////////8CAAIBAwAAAAIA////////DgAGTGlua0RhdGFMaXN0XzAEAAAAAAAFAAAAAAAFAAAAAwAFAAAAAAAFAAAAAwADAAIBAwAAAAMA////////DgAGTGlua0RhdGFMaXN0XzEEAAAAAQAFAAAAAgAFAAAABAAFAAAAAgAFAAAABAAEAAMBAwAAAAQA////////DAAGUGVyc29uYWxJZF8wBAAAAAIABQAAAAMABQAAAAEABQAAAAM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5462003338"/>
  <p:tag name="EMPOWERCHARTSPROPERTIES_B_LENGTH" val="24576"/>
  <p:tag name="DOWN_MIGRATION_INITIAL_LAYOUT_REQUIRED" val="9.2.99"/>
  <p:tag name="RUNTIME_ID" val="5c4b397c-1c36-454a-baca-6050e9da062b"/>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HGT new_TD">
  <a:themeElements>
    <a:clrScheme name="HGT">
      <a:dk1>
        <a:sysClr val="windowText" lastClr="000000"/>
      </a:dk1>
      <a:lt1>
        <a:sysClr val="window" lastClr="FFFFFF"/>
      </a:lt1>
      <a:dk2>
        <a:srgbClr val="414048"/>
      </a:dk2>
      <a:lt2>
        <a:srgbClr val="DADADF"/>
      </a:lt2>
      <a:accent1>
        <a:srgbClr val="212A37"/>
      </a:accent1>
      <a:accent2>
        <a:srgbClr val="E5EAEF"/>
      </a:accent2>
      <a:accent3>
        <a:srgbClr val="9AAAC2"/>
      </a:accent3>
      <a:accent4>
        <a:srgbClr val="56718C"/>
      </a:accent4>
      <a:accent5>
        <a:srgbClr val="324151"/>
      </a:accent5>
      <a:accent6>
        <a:srgbClr val="FF6600"/>
      </a:accent6>
      <a:hlink>
        <a:srgbClr val="FFC34E"/>
      </a:hlink>
      <a:folHlink>
        <a:srgbClr val="68BFAD"/>
      </a:folHlink>
    </a:clrScheme>
    <a:fontScheme name="Custom 1">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cmpd="sng" algn="ctr">
          <a:solidFill>
            <a:srgbClr val="9A9A9A"/>
          </a:solidFill>
          <a:prstDash val="solid"/>
          <a:round/>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HGT new_TD" id="{E0E93EB1-9B8C-46F3-8A6A-70EFED2CD743}" vid="{1E3714FC-DC60-4FEF-B963-1CB4EAF450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A925EF3109D14BBF07652984DC743A" ma:contentTypeVersion="16" ma:contentTypeDescription="Create a new document." ma:contentTypeScope="" ma:versionID="c449a79e7449419c4943afc2a4b475d9">
  <xsd:schema xmlns:xsd="http://www.w3.org/2001/XMLSchema" xmlns:xs="http://www.w3.org/2001/XMLSchema" xmlns:p="http://schemas.microsoft.com/office/2006/metadata/properties" xmlns:ns2="229e0a11-3848-49fd-8c6a-81e88ac08879" xmlns:ns3="39dd1e0b-5267-470b-acea-8e55b9f41d8e" targetNamespace="http://schemas.microsoft.com/office/2006/metadata/properties" ma:root="true" ma:fieldsID="4b7ba7fa09a540e48e07747b7a6e6119" ns2:_="" ns3:_="">
    <xsd:import namespace="229e0a11-3848-49fd-8c6a-81e88ac08879"/>
    <xsd:import namespace="39dd1e0b-5267-470b-acea-8e55b9f41d8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9e0a11-3848-49fd-8c6a-81e88ac08879" elementFormDefault="qualified">
    <xsd:import namespace="http://schemas.microsoft.com/office/2006/documentManagement/types"/>
    <xsd:import namespace="http://schemas.microsoft.com/office/infopath/2007/PartnerControls"/>
    <xsd:element name="MediaServiceMetadata" ma:index="5" nillable="true" ma:displayName="MediaServiceMetadata" ma:hidden="true" ma:internalName="MediaServiceMetadata" ma:readOnly="true">
      <xsd:simpleType>
        <xsd:restriction base="dms:Note"/>
      </xsd:simpleType>
    </xsd:element>
    <xsd:element name="MediaServiceFastMetadata" ma:index="6" nillable="true" ma:displayName="MediaServiceFastMetadata" ma:hidden="true" ma:internalName="MediaServiceFastMetadata" ma:readOnly="true">
      <xsd:simpleType>
        <xsd:restriction base="dms:Note"/>
      </xsd:simpleType>
    </xsd:element>
    <xsd:element name="MediaServiceSearchProperties" ma:index="7" nillable="true" ma:displayName="MediaServiceSearchProperties" ma:hidden="true" ma:internalName="MediaServiceSearchProperties" ma:readOnly="true">
      <xsd:simpleType>
        <xsd:restriction base="dms:Note"/>
      </xsd:simpleType>
    </xsd:element>
    <xsd:element name="MediaServiceDateTaken" ma:index="8" nillable="true" ma:displayName="MediaServiceDateTaken" ma:hidden="true" ma:indexed="true" ma:internalName="MediaServiceDateTaken" ma:readOnly="true">
      <xsd:simpleType>
        <xsd:restriction base="dms:Text"/>
      </xsd:simpleType>
    </xsd:element>
    <xsd:element name="lcf76f155ced4ddcb4097134ff3c332f" ma:index="10" nillable="true" ma:taxonomy="true" ma:internalName="lcf76f155ced4ddcb4097134ff3c332f" ma:taxonomyFieldName="MediaServiceImageTags" ma:displayName="Image Tags" ma:readOnly="false" ma:fieldId="{5cf76f15-5ced-4ddc-b409-7134ff3c332f}" ma:taxonomyMulti="true" ma:sspId="25a390ff-bb44-41ab-883e-bb6999e3d72e" ma:termSetId="09814cd3-568e-fe90-9814-8d621ff8fb84" ma:anchorId="fba54fb3-c3e1-fe81-a776-ca4b69148c4d" ma:open="true" ma:isKeyword="false">
      <xsd:complexType>
        <xsd:sequence>
          <xsd:element ref="pc:Terms" minOccurs="0" maxOccurs="1"/>
        </xsd:sequence>
      </xsd:complex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9dd1e0b-5267-470b-acea-8e55b9f41d8e" elementFormDefault="qualified">
    <xsd:import namespace="http://schemas.microsoft.com/office/2006/documentManagement/types"/>
    <xsd:import namespace="http://schemas.microsoft.com/office/infopath/2007/PartnerControls"/>
    <xsd:element name="TaxCatchAll" ma:index="11" nillable="true" ma:displayName="Taxonomy Catch All Column" ma:hidden="true" ma:list="{7cd2ebdb-72a5-4439-aff3-15631ecda4b4}" ma:internalName="TaxCatchAll" ma:showField="CatchAllData" ma:web="39dd1e0b-5267-470b-acea-8e55b9f41d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6"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9dd1e0b-5267-470b-acea-8e55b9f41d8e" xsi:nil="true"/>
    <lcf76f155ced4ddcb4097134ff3c332f xmlns="229e0a11-3848-49fd-8c6a-81e88ac0887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CA97984-1BFE-41A1-8245-6241D8F1E8D6}">
  <ds:schemaRefs>
    <ds:schemaRef ds:uri="229e0a11-3848-49fd-8c6a-81e88ac08879"/>
    <ds:schemaRef ds:uri="39dd1e0b-5267-470b-acea-8e55b9f41d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264B596-193F-4F50-B7E1-1B0E6FC2E26F}">
  <ds:schemaRefs>
    <ds:schemaRef ds:uri="http://schemas.microsoft.com/sharepoint/v3/contenttype/forms"/>
  </ds:schemaRefs>
</ds:datastoreItem>
</file>

<file path=customXml/itemProps3.xml><?xml version="1.0" encoding="utf-8"?>
<ds:datastoreItem xmlns:ds="http://schemas.openxmlformats.org/officeDocument/2006/customXml" ds:itemID="{DE364BB1-A2E9-400A-94C9-18F45E098534}">
  <ds:schemaRefs>
    <ds:schemaRef ds:uri="http://purl.org/dc/elements/1.1/"/>
    <ds:schemaRef ds:uri="http://purl.org/dc/terms/"/>
    <ds:schemaRef ds:uri="http://schemas.microsoft.com/office/2006/metadata/properties"/>
    <ds:schemaRef ds:uri="229e0a11-3848-49fd-8c6a-81e88ac08879"/>
    <ds:schemaRef ds:uri="http://schemas.microsoft.com/office/2006/documentManagement/types"/>
    <ds:schemaRef ds:uri="http://purl.org/dc/dcmitype/"/>
    <ds:schemaRef ds:uri="39dd1e0b-5267-470b-acea-8e55b9f41d8e"/>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2832</TotalTime>
  <Words>7178</Words>
  <Application>Microsoft Office PowerPoint</Application>
  <PresentationFormat>Presentación en pantalla (16:9)</PresentationFormat>
  <Paragraphs>1439</Paragraphs>
  <Slides>138</Slides>
  <Notes>40</Notes>
  <HiddenSlides>0</HiddenSlides>
  <MMClips>2</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1</vt:i4>
      </vt:variant>
      <vt:variant>
        <vt:lpstr>Títulos de diapositiva</vt:lpstr>
      </vt:variant>
      <vt:variant>
        <vt:i4>138</vt:i4>
      </vt:variant>
    </vt:vector>
  </HeadingPairs>
  <TitlesOfParts>
    <vt:vector size="148" baseType="lpstr">
      <vt:lpstr>ＭＳ Ｐゴシック</vt:lpstr>
      <vt:lpstr>Aptos</vt:lpstr>
      <vt:lpstr>Arial</vt:lpstr>
      <vt:lpstr>Calibri</vt:lpstr>
      <vt:lpstr>Helvetica Neue LT Pro</vt:lpstr>
      <vt:lpstr>Trebuchet MS</vt:lpstr>
      <vt:lpstr>Verdana</vt:lpstr>
      <vt:lpstr>Wingdings</vt:lpstr>
      <vt:lpstr>HGT new_TD</vt:lpstr>
      <vt:lpstr>Diapositiva de think-cell</vt:lpstr>
      <vt:lpstr>BEST Program</vt:lpstr>
      <vt:lpstr>BEST Excellence Academy_x005f_x000B_Driving talent and a culture of continuous improvement </vt:lpstr>
      <vt:lpstr>Presentación de PowerPoint</vt:lpstr>
      <vt:lpstr>Skills Matrix_x005f_x000B_Developing the right capabilities for the right people </vt:lpstr>
      <vt:lpstr>PORT™</vt:lpstr>
      <vt:lpstr>Excellence Infrastructure: The Tools Behind the Transformation</vt:lpstr>
      <vt:lpstr>Definitions</vt:lpstr>
      <vt:lpstr>PORT™ Training</vt:lpstr>
      <vt:lpstr>Training</vt:lpstr>
      <vt:lpstr>Presentación de PowerPoint</vt:lpstr>
      <vt:lpstr>Problem Solving as a System</vt:lpstr>
      <vt:lpstr>Presentación de PowerPoint</vt:lpstr>
      <vt:lpstr>Activity 1</vt:lpstr>
      <vt:lpstr>What Is Problem Solving?</vt:lpstr>
      <vt:lpstr>What Is Problem Solving?</vt:lpstr>
      <vt:lpstr>PORT™ or Six Sigma?</vt:lpstr>
      <vt:lpstr>Presentación de PowerPoint</vt:lpstr>
      <vt:lpstr>P O R T</vt:lpstr>
      <vt:lpstr>Presentación de PowerPoint</vt:lpstr>
      <vt:lpstr>Roles</vt:lpstr>
      <vt:lpstr>Roles</vt:lpstr>
      <vt:lpstr>Roles</vt:lpstr>
      <vt:lpstr>Roles</vt:lpstr>
      <vt:lpstr>Problem Capture</vt:lpstr>
      <vt:lpstr>Problem-Solving Team</vt:lpstr>
      <vt:lpstr>Deployment (Visual Management System)</vt:lpstr>
      <vt:lpstr>Meeting System_x005f_x000B_Daily and weekly control to ensure continuous improvement </vt:lpstr>
      <vt:lpstr>Alignment with Other Systems</vt:lpstr>
      <vt:lpstr>Presentación de PowerPoint</vt:lpstr>
      <vt:lpstr>Activity 2</vt:lpstr>
      <vt:lpstr>BEST Program</vt:lpstr>
      <vt:lpstr>Training</vt:lpstr>
      <vt:lpstr>Activity 2 Presentation</vt:lpstr>
      <vt:lpstr>Pinpoint the Problem</vt:lpstr>
      <vt:lpstr>What Is a Problem?</vt:lpstr>
      <vt:lpstr>Symptoms, Problems, and Causes</vt:lpstr>
      <vt:lpstr>Tree Diagram</vt:lpstr>
      <vt:lpstr>Tree Diagram</vt:lpstr>
      <vt:lpstr>Actividad 3</vt:lpstr>
      <vt:lpstr>Articulate the Problem Statement</vt:lpstr>
      <vt:lpstr>Articulate the Problem Statement</vt:lpstr>
      <vt:lpstr>Activity 4</vt:lpstr>
      <vt:lpstr>Reflection</vt:lpstr>
      <vt:lpstr>Pinpoint the Problem: Common Mistakes</vt:lpstr>
      <vt:lpstr>Tips for Leaders_x005f_x000B_Phase: Pinpoint the Problem </vt:lpstr>
      <vt:lpstr>Form the Teams</vt:lpstr>
      <vt:lpstr>Activity 5</vt:lpstr>
      <vt:lpstr>BEST Program</vt:lpstr>
      <vt:lpstr>Training</vt:lpstr>
      <vt:lpstr>Activity 5 Presentation</vt:lpstr>
      <vt:lpstr>Observe and Analyze</vt:lpstr>
      <vt:lpstr>Identifying the Causes</vt:lpstr>
      <vt:lpstr>Ishikawa Diagram (Cause and Effect)</vt:lpstr>
      <vt:lpstr>Ishikawa Diagram (Cause and Effect)</vt:lpstr>
      <vt:lpstr>Ishikawa Diagram (Cause and Effect)</vt:lpstr>
      <vt:lpstr>Presentación de PowerPoint</vt:lpstr>
      <vt:lpstr>Presentación de PowerPoint</vt:lpstr>
      <vt:lpstr>Presentación de PowerPoint</vt:lpstr>
      <vt:lpstr>Activity 6</vt:lpstr>
      <vt:lpstr>Reflection</vt:lpstr>
      <vt:lpstr>Presentación de PowerPoint</vt:lpstr>
      <vt:lpstr>Multivoting Matrix</vt:lpstr>
      <vt:lpstr>Multivoting Matrix</vt:lpstr>
      <vt:lpstr>Multivoting Matrix</vt:lpstr>
      <vt:lpstr>Multivoting Matrix</vt:lpstr>
      <vt:lpstr>Presentación de PowerPoint</vt:lpstr>
      <vt:lpstr>Presentación de PowerPoint</vt:lpstr>
      <vt:lpstr>Actividad 7</vt:lpstr>
      <vt:lpstr>BEST Program</vt:lpstr>
      <vt:lpstr>Training</vt:lpstr>
      <vt:lpstr>Root Cause</vt:lpstr>
      <vt:lpstr>Presentación de PowerPoint</vt:lpstr>
      <vt:lpstr>5 Whys</vt:lpstr>
      <vt:lpstr>5 Whys </vt:lpstr>
      <vt:lpstr>5 Whys </vt:lpstr>
      <vt:lpstr>5 Whys </vt:lpstr>
      <vt:lpstr>5 Whys</vt:lpstr>
      <vt:lpstr>5 Whys</vt:lpstr>
      <vt:lpstr>Presentación de PowerPoint</vt:lpstr>
      <vt:lpstr>Activity 8</vt:lpstr>
      <vt:lpstr>Reflection</vt:lpstr>
      <vt:lpstr>Countermeasures</vt:lpstr>
      <vt:lpstr>Presentación de PowerPoint</vt:lpstr>
      <vt:lpstr>Presentación de PowerPoint</vt:lpstr>
      <vt:lpstr>Presentación de PowerPoint</vt:lpstr>
      <vt:lpstr>Presentación de PowerPoint</vt:lpstr>
      <vt:lpstr>Presentación de PowerPoint</vt:lpstr>
      <vt:lpstr>Presentación de PowerPoint</vt:lpstr>
      <vt:lpstr>Activity 9</vt:lpstr>
      <vt:lpstr>BEST Program</vt:lpstr>
      <vt:lpstr>Training</vt:lpstr>
      <vt:lpstr>Activity 9 Presentation</vt:lpstr>
      <vt:lpstr>Resolve with Actions</vt:lpstr>
      <vt:lpstr>Action Plan Validation</vt:lpstr>
      <vt:lpstr>Action Plan Validation</vt:lpstr>
      <vt:lpstr>Action Plan Validation</vt:lpstr>
      <vt:lpstr>Action Plan Validation</vt:lpstr>
      <vt:lpstr>Countermeasure Pilot Test</vt:lpstr>
      <vt:lpstr>Countermeasure Pilot Test</vt:lpstr>
      <vt:lpstr>Countermeasure Pilot Test</vt:lpstr>
      <vt:lpstr>Presentación de PowerPoint</vt:lpstr>
      <vt:lpstr>Presentación de PowerPoint</vt:lpstr>
      <vt:lpstr>Countermeasure Pilot Test</vt:lpstr>
      <vt:lpstr>Countermeasure Pilot Test</vt:lpstr>
      <vt:lpstr>Presentación de PowerPoint</vt:lpstr>
      <vt:lpstr>Presentación de PowerPoint</vt:lpstr>
      <vt:lpstr>Activity 10</vt:lpstr>
      <vt:lpstr>Reflection</vt:lpstr>
      <vt:lpstr>BEST Program</vt:lpstr>
      <vt:lpstr>Training</vt:lpstr>
      <vt:lpstr>Tracking and Sustainability</vt:lpstr>
      <vt:lpstr>Gemba Walk_x005f_x000B_Consistency Makes the Difference </vt:lpstr>
      <vt:lpstr>Tracking Method</vt:lpstr>
      <vt:lpstr>Tracking Method</vt:lpstr>
      <vt:lpstr>Tracking Method</vt:lpstr>
      <vt:lpstr>Tracking Method</vt:lpstr>
      <vt:lpstr>Tracking Method</vt:lpstr>
      <vt:lpstr>Tracking Method</vt:lpstr>
      <vt:lpstr>Tracking Method</vt:lpstr>
      <vt:lpstr>Tracking Method</vt:lpstr>
      <vt:lpstr>Tracking Method</vt:lpstr>
      <vt:lpstr>Tracking Method</vt:lpstr>
      <vt:lpstr>Tracking Method</vt:lpstr>
      <vt:lpstr>Tracking Method</vt:lpstr>
      <vt:lpstr>Tracking Method</vt:lpstr>
      <vt:lpstr>Meeting System_x005f_x000B_Daily and weekly control to ensure continuous improvement </vt:lpstr>
      <vt:lpstr>Meeting System_x005f_x000B_Problem Capture </vt:lpstr>
      <vt:lpstr>Meeting System_x005f_x000B_Problem Capture </vt:lpstr>
      <vt:lpstr>Meeting System_x005f_x000B_Problem Capture </vt:lpstr>
      <vt:lpstr>Meeting System_x005f_x000B_Prioritization and Leader Selection </vt:lpstr>
      <vt:lpstr>Visual Management_x005f_x000B_Prioritization and Leader Selection </vt:lpstr>
      <vt:lpstr>Visual Management_x005f_x000B_Tracking Problem Solving Status </vt:lpstr>
      <vt:lpstr>Visual Management_x005f_x000B_Make Important Things Visible to Ensure They Happen </vt:lpstr>
      <vt:lpstr>Recognition System_x005f_x000B_Celebrating Those Who Make It All Work </vt:lpstr>
      <vt:lpstr>Actividad 11</vt:lpstr>
      <vt:lpstr>Reflection and Closing</vt:lpstr>
      <vt:lpstr>Presentación de PowerPoint</vt:lpstr>
      <vt:lpstr>Presentación de PowerPoint</vt:lpstr>
    </vt:vector>
  </TitlesOfParts>
  <Company>Hapag-Lloyd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Diagnostic Assessment</dc:title>
  <dc:creator>Dekker, Tobias</dc:creator>
  <cp:lastModifiedBy>Mauricio Flores Mazuelos</cp:lastModifiedBy>
  <cp:revision>2</cp:revision>
  <dcterms:created xsi:type="dcterms:W3CDTF">2025-05-22T11:52:15Z</dcterms:created>
  <dcterms:modified xsi:type="dcterms:W3CDTF">2026-10-15T14:42:33Z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0x0101004FA925EF3109D14BBF07652984DC743A</vt:lpwstr>
  </property>
  <property fmtid="{D5CDD505-2E9C-101B-9397-08002B2CF9AE}" pid="3" name="MediaServiceImageTags">
    <vt:lpwstr/>
  </property>
</Properties>
</file>